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root</cp:lastModifiedBy>
  <cp:revision>1</cp:revision>
  <dcterms:modified xsi:type="dcterms:W3CDTF">2025-12-19T16:10:07+00:00</dcterms:modified>
</cp:coreProperties>
</file>