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p_pages_smalljpg/page-01.jp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7729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p_pages_smalljpg/page-02.jp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7729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p_pages_smalljpg/page-03.jp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7729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p_pages_smalljpg/page-04.jp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7729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 정리 (1/6)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1단계에서 확인/생성한 명령어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11535" cy="4800600"/>
          </a:xfrm>
          <a:prstGeom prst="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83080"/>
            <a:ext cx="1018001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필수 구성요소 버전 확인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apache2 -v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-v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mariadb --version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워드프레스 전용 홈 디렉터리/사용자 생성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/home/wp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useradd wp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p_pages_smalljpg/page-05.jp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7729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p_pages_smalljpg/page-06.jp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7729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 정리 (2/6)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 데이터베이스 설정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11535" cy="4800600"/>
          </a:xfrm>
          <a:prstGeom prst="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83080"/>
            <a:ext cx="1018001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DB 서버 접속 (root) 및 bs 사용자/DB 생성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-h 172.16.254.20 -uroot -p --ssl=0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bs;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USER 'bs'@'172.16.8.20' IDENTIFIED BY 'asd123!@';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ALL PRIVILEGES ON bs.* TO 'bs'@'172.16.8.20';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FLUSH PRIVILEGES;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QUIT;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DB 서버 재접속 (bs) 및 워드프레스용 DB 생성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-h 172.16.254.20 -ubs -p --ssl=0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bs_wp;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ALL PRIVILEGES ON bs_wp.* TO 'bs'@'172.16.8.20';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FLUSH PRIVILEGES;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QUIT;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p_pages_smalljpg/page-07.jp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7729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p_pages_smalljpg/page-08.jp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7729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 정리 (3/6)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 파일 배치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11535" cy="4800600"/>
          </a:xfrm>
          <a:prstGeom prst="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83080"/>
            <a:ext cx="1018001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워드프레스 코어 다운로드/압축 해제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wget https://ko.wordpress.org/latest-ko_KR.zip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unzip latest-ko_KR.zip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파일 이동 및 소유권/권한 설정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~/wordpress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 * /home/wp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/home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755 -R wp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chown -R wp:wp wp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p_pages_smalljpg/page-09.jp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7729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p_pages_smalljpg/page-10.jp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7729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 정리 (4/6)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4단계 DB 연결 설정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11535" cy="4800600"/>
          </a:xfrm>
          <a:prstGeom prst="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83080"/>
            <a:ext cx="1018001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wp-config.php 생성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/home/wp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 wp-config-sample.php wp-config.php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DB 정보 입력 (편집)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vim /home/wp/wp-config.php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define('DB_NAME', 'bs_wp');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define('DB_USER', 'bs');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define('DB_PASSWORD', 'asd123!@');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define('DB_HOST', '172.16.254.20');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p_pages_smalljpg/page-11.jp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7729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p_pages_smalljpg/page-12.jp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7729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 정리 (5/6)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5~6단계 웹서버/DNS 설정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11535" cy="4800600"/>
          </a:xfrm>
          <a:prstGeom prst="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83080"/>
            <a:ext cx="1018001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Apache 가상 호스트 설정 파일 편집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vim /etc/apache2/sites-available/vhost.conf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&lt;VirtualHost *:80&gt;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ServerName wp.bs.com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DocumentRoot /home/wp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&lt;Directory "/home/wp/"&gt;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AllowOverride None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Options Indexes FollowSymLinks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 all granted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&lt;/Directory&gt;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ErrorLog ${APACHE_LOG_DIR}/error.log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CustomLog ${APACHE_LOG_DIR}/access.log combined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&lt;/VirtualHost&gt;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DNS Zone 파일에 A 레코드 추가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vim /etc/bind/db.heejin.com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  IN  A  172.16.12.99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p_pages_smalljpg/page-13.jp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7729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p_pages_smalljpg/page-14.jp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7729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 정리 (6/6)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마무리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911535" cy="4800600"/>
          </a:xfrm>
          <a:prstGeom prst="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83080"/>
            <a:ext cx="1018001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변경사항 적용을 위한 서비스 재시작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restart bind9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restart apache2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브라우저 접속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http://wp.bs.com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ChatGPT</cp:lastModifiedBy>
  <cp:revision>1</cp:revision>
  <dcterms:created xsi:type="dcterms:W3CDTF">2025-12-19T15:45:31Z</dcterms:created>
  <dcterms:modified xsi:type="dcterms:W3CDTF">2025-12-19T15:45:31Z</dcterms:modified>
</cp:coreProperties>
</file>