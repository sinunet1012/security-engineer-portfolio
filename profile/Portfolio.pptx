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06070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E3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11827"/>
                </a:solidFill>
                <a:latin typeface="Malgun Gothic"/>
              </a:rPr>
              <a:t>정보보안 · 네트워크 엔지니어
포트폴리오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C1D95"/>
                </a:solidFill>
                <a:latin typeface="Malgun Gothic"/>
              </a:rPr>
              <a:t>박신우</a:t>
            </a:r>
          </a:p>
          <a:p>
            <a:pPr algn="l"/>
            <a:r>
              <a:rPr sz="1600" b="0">
                <a:solidFill>
                  <a:srgbClr val="374151"/>
                </a:solidFill>
                <a:latin typeface="Malgun Gothic"/>
              </a:rPr>
              <a:t>기관 인프라 구축 · 모의해킹 기반 취약점 진단 · 탐지/대응 정책 수립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</a:rPr>
              <a:t>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972800" cy="27432"/>
          </a:xfrm>
          <a:prstGeom prst="rect">
            <a:avLst/>
          </a:prstGeom>
          <a:solidFill>
            <a:srgbClr val="6E3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972800" cy="4937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111827"/>
                </a:solidFill>
                <a:latin typeface="Malgun Gothic"/>
              </a:rPr>
              <a:t>목표: 네트워크 엔지니어(보안/관제 역량 포함) — 구축·운영·탐지·대응까지 End-to-End 경험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111827"/>
                </a:solidFill>
                <a:latin typeface="Malgun Gothic"/>
              </a:rPr>
              <a:t>핵심: 패킷/로그 기반 이상징후 식별 → 정책(ACL/iptables/UFW/IDS Rule)으로 대응 반영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111827"/>
                </a:solidFill>
                <a:latin typeface="Malgun Gothic"/>
              </a:rPr>
              <a:t>대표 프로젝트: 기관 인프라 구축 및 모의해킹 기반 통합 보안 취약점 진단/조치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111827"/>
                </a:solidFill>
                <a:latin typeface="Malgun Gothic"/>
              </a:rPr>
              <a:t>강점: 기획·문서화·협업 리딩(전 직장 팀장 경험) + 기술 구현(네트워크/서버/보안)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</a:rPr>
              <a:t>프로필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972800" cy="27432"/>
          </a:xfrm>
          <a:prstGeom prst="rect">
            <a:avLst/>
          </a:prstGeom>
          <a:solidFill>
            <a:srgbClr val="6E3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1D95"/>
                </a:solidFill>
                <a:latin typeface="Malgun Gothic"/>
              </a:rPr>
              <a:t>지원 분야  </a:t>
            </a:r>
            <a:r>
              <a:rPr sz="1600" b="0">
                <a:solidFill>
                  <a:srgbClr val="111827"/>
                </a:solidFill>
                <a:latin typeface="Malgun Gothic"/>
              </a:rPr>
              <a:t>네트워크 엔지니어 / 정보보안(관제·대응)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1D95"/>
                </a:solidFill>
                <a:latin typeface="Malgun Gothic"/>
              </a:rPr>
              <a:t>교육  </a:t>
            </a:r>
            <a:r>
              <a:rPr sz="1600" b="0">
                <a:solidFill>
                  <a:srgbClr val="111827"/>
                </a:solidFill>
                <a:latin typeface="Malgun Gothic"/>
              </a:rPr>
              <a:t>더조은컴퓨터아카데미 강남 — 정보보안 취업캠프 (2025.08~2026.03)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1D95"/>
                </a:solidFill>
                <a:latin typeface="Malgun Gothic"/>
              </a:rPr>
              <a:t>학력  </a:t>
            </a:r>
            <a:r>
              <a:rPr sz="1600" b="0">
                <a:solidFill>
                  <a:srgbClr val="111827"/>
                </a:solidFill>
                <a:latin typeface="Malgun Gothic"/>
              </a:rPr>
              <a:t>우석대학교 문예창작학과 졸업 (2011.03~2020.08)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1D95"/>
                </a:solidFill>
                <a:latin typeface="Malgun Gothic"/>
              </a:rPr>
              <a:t>자격  </a:t>
            </a:r>
            <a:r>
              <a:rPr sz="1600" b="0">
                <a:solidFill>
                  <a:srgbClr val="111827"/>
                </a:solidFill>
                <a:latin typeface="Malgun Gothic"/>
              </a:rPr>
              <a:t>리눅스마스터 2급(2026-01-02), 네트워크관리사 2급(2025-11-25)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1D95"/>
                </a:solidFill>
                <a:latin typeface="Malgun Gothic"/>
              </a:rPr>
              <a:t>경력  </a:t>
            </a:r>
            <a:r>
              <a:rPr sz="1600" b="0">
                <a:solidFill>
                  <a:srgbClr val="111827"/>
                </a:solidFill>
                <a:latin typeface="Malgun Gothic"/>
              </a:rPr>
              <a:t>인포커스 기획팀 팀장 (2023.03~2025.07, 28개월) — 콘텐츠/사업/MICE 기획·운영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</a:rPr>
              <a:t>기술 역량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972800" cy="27432"/>
          </a:xfrm>
          <a:prstGeom prst="rect">
            <a:avLst/>
          </a:prstGeom>
          <a:solidFill>
            <a:srgbClr val="6E3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5486400" cy="18288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C1D95"/>
                </a:solidFill>
                <a:latin typeface="Malgun Gothic"/>
              </a:rPr>
              <a:t>네트워크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01168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111827"/>
                </a:solidFill>
                <a:latin typeface="Malgun Gothic"/>
              </a:rPr>
              <a:t>EIGRP/RIP/Static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11827"/>
                </a:solidFill>
                <a:latin typeface="Malgun Gothic"/>
              </a:rPr>
              <a:t>HSRP/VRRP, Gateway 이중화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11827"/>
                </a:solidFill>
                <a:latin typeface="Malgun Gothic"/>
              </a:rPr>
              <a:t>ACL/Distribute-List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11827"/>
                </a:solidFill>
                <a:latin typeface="Malgun Gothic"/>
              </a:rPr>
              <a:t>SPAN/Port-Security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11827"/>
                </a:solidFill>
                <a:latin typeface="Malgun Gothic"/>
              </a:rPr>
              <a:t>NAT(PAT)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371600"/>
            <a:ext cx="5486400" cy="18288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5544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C1D95"/>
                </a:solidFill>
                <a:latin typeface="Malgun Gothic"/>
              </a:rPr>
              <a:t>보안·관제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01168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111827"/>
                </a:solidFill>
                <a:latin typeface="Malgun Gothic"/>
              </a:rPr>
              <a:t>Wireshark 패킷 분석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11827"/>
                </a:solidFill>
                <a:latin typeface="Malgun Gothic"/>
              </a:rPr>
              <a:t>Security Onion + Snort/Sguil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11827"/>
                </a:solidFill>
                <a:latin typeface="Malgun Gothic"/>
              </a:rPr>
              <a:t>모의해킹 시나리오 기반 탐지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11827"/>
                </a:solidFill>
                <a:latin typeface="Malgun Gothic"/>
              </a:rPr>
              <a:t>iptables/UFW 정책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11827"/>
                </a:solidFill>
                <a:latin typeface="Malgun Gothic"/>
              </a:rPr>
              <a:t>취약점 진단(Web/DB/SSH)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57600"/>
            <a:ext cx="5486400" cy="18288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C1D95"/>
                </a:solidFill>
                <a:latin typeface="Malgun Gothic"/>
              </a:rPr>
              <a:t>서버·서비스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111827"/>
                </a:solidFill>
                <a:latin typeface="Malgun Gothic"/>
              </a:rPr>
              <a:t>Linux(Rocky/Ubuntu/CentOS)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11827"/>
                </a:solidFill>
                <a:latin typeface="Malgun Gothic"/>
              </a:rPr>
              <a:t>Nginx Reverse Proxy + Apache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11827"/>
                </a:solidFill>
                <a:latin typeface="Malgun Gothic"/>
              </a:rPr>
              <a:t>BIND9(DNS), MariaDB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11827"/>
                </a:solidFill>
                <a:latin typeface="Malgun Gothic"/>
              </a:rPr>
              <a:t>Postfix/Dovecot/Roundcube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11827"/>
                </a:solidFill>
                <a:latin typeface="Malgun Gothic"/>
              </a:rPr>
              <a:t>NFS 기반 백업/로그 수집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657600"/>
            <a:ext cx="5486400" cy="18288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8404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C1D95"/>
                </a:solidFill>
                <a:latin typeface="Malgun Gothic"/>
              </a:rPr>
              <a:t>자동화·도구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429768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111827"/>
                </a:solidFill>
                <a:latin typeface="Malgun Gothic"/>
              </a:rPr>
              <a:t>Python(패킷/로그 분석)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11827"/>
                </a:solidFill>
                <a:latin typeface="Malgun Gothic"/>
              </a:rPr>
              <a:t>scapy/requests 활용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11827"/>
                </a:solidFill>
                <a:latin typeface="Malgun Gothic"/>
              </a:rPr>
              <a:t>GNS3/Packet Tracer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11827"/>
                </a:solidFill>
                <a:latin typeface="Malgun Gothic"/>
              </a:rPr>
              <a:t>MRTG/Cacti 시각화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11827"/>
                </a:solidFill>
                <a:latin typeface="Malgun Gothic"/>
              </a:rPr>
              <a:t>문서화/표준 산출물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</a:rPr>
              <a:t>대표 프로젝트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972800" cy="27432"/>
          </a:xfrm>
          <a:prstGeom prst="rect">
            <a:avLst/>
          </a:prstGeom>
          <a:solidFill>
            <a:srgbClr val="6E3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972800" cy="5120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Malgun Gothic"/>
              </a:rPr>
              <a:t>프로젝트: 기관 인프라 구축 및 모의해킹 기반 통합 보안 취약점 진단/조치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Malgun Gothic"/>
              </a:rPr>
              <a:t>기간: 2025.12.29 ~ 2026.01.13 (약 2주)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Malgun Gothic"/>
              </a:rPr>
              <a:t>핵심 흐름: 설계 → 공격 시나리오 구현(Red) → 탐지·대응(Blue) → 정책 환류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Malgun Gothic"/>
              </a:rPr>
              <a:t>담당: 패킷 식별/분석 및 대응 정책 수립(보안·관제), 산출물 표준화/기획 리딩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</a:rPr>
              <a:t>프로젝트 목표 (기획서 기반)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972800" cy="27432"/>
          </a:xfrm>
          <a:prstGeom prst="rect">
            <a:avLst/>
          </a:prstGeom>
          <a:solidFill>
            <a:srgbClr val="6E3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972800" cy="5212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111827"/>
                </a:solidFill>
                <a:latin typeface="Malgun Gothic"/>
              </a:rPr>
              <a:t>네트워크 구축: 회선·Gateway 이중화 + EIGRP 적용, 정책 기반 라우팅 및 접근 제어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111827"/>
                </a:solidFill>
                <a:latin typeface="Malgun Gothic"/>
              </a:rPr>
              <a:t>관제: MRTG/Cacti로 가시성 확보, Wireshark·IDS로 비정상 트래픽 탐지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111827"/>
                </a:solidFill>
                <a:latin typeface="Malgun Gothic"/>
              </a:rPr>
              <a:t>보안: 프로토콜 인증/ACL/Distribute-List, Port-security, NAT(PAT)로 내부 보호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111827"/>
                </a:solidFill>
                <a:latin typeface="Malgun Gothic"/>
              </a:rPr>
              <a:t>대응: Python 기반 패킷 분석 → 룰/ACL 반영, iptables/UFW 기반 차단 정책 적용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111827"/>
                </a:solidFill>
                <a:latin typeface="Malgun Gothic"/>
              </a:rPr>
              <a:t>서버: 서비스 분산 구축 + 백업/로그 중앙화로 가용성·무결성 확보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</a:rPr>
              <a:t>네트워크 아키텍처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972800" cy="27432"/>
          </a:xfrm>
          <a:prstGeom prst="rect">
            <a:avLst/>
          </a:prstGeom>
          <a:solidFill>
            <a:srgbClr val="6E3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etwork_log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5440680" cy="507492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pic>
        <p:nvPicPr>
          <p:cNvPr id="5" name="Picture 4" descr="network_phys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5440680" cy="507492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</a:rPr>
              <a:t>서버 구성 및 서비스 분산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972800" cy="27432"/>
          </a:xfrm>
          <a:prstGeom prst="rect">
            <a:avLst/>
          </a:prstGeom>
          <a:solidFill>
            <a:srgbClr val="6E3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rver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532120" cy="507492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1463040"/>
            <a:ext cx="5486400" cy="5029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Malgun Gothic"/>
              </a:rPr>
              <a:t>역할 분리: Web(Reverse Proxy) / WAS(CMS) / DBMS / DNS / Mail / WHD / Monitoring / Backup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Malgun Gothic"/>
              </a:rPr>
              <a:t>모니터링: Cacti(CPU/MEM/Disk), MRTG(대역폭/상태)로 조기 징후 탐지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Malgun Gothic"/>
              </a:rPr>
              <a:t>백업/로그: NFS 기반 중앙 저장 + 주기 수집(Crontab)으로 무결성·가용성 강화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</a:rPr>
              <a:t>취약점 → 보안정책 (예시)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972800" cy="27432"/>
          </a:xfrm>
          <a:prstGeom prst="rect">
            <a:avLst/>
          </a:prstGeom>
          <a:solidFill>
            <a:srgbClr val="6E3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5440680" cy="5074920"/>
          </a:xfrm>
          <a:prstGeom prst="roundRect">
            <a:avLst/>
          </a:prstGeom>
          <a:solidFill>
            <a:srgbClr val="FEF2F2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55080" y="1417320"/>
            <a:ext cx="5440680" cy="5074920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00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91C1C"/>
                </a:solidFill>
                <a:latin typeface="Malgun Gothic"/>
              </a:rPr>
              <a:t>의도된 취약 설정(진단 목적)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600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47857"/>
                </a:solidFill>
                <a:latin typeface="Malgun Gothic"/>
              </a:rPr>
              <a:t>보안 구축/개선 정책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5029200" cy="4206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Malgun Gothic"/>
              </a:rPr>
              <a:t>SNMP rocommunity public (전체 접근)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Malgun Gothic"/>
              </a:rPr>
              <a:t>Cacti HTTP(평문)·세션 탈취 위험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Malgun Gothic"/>
              </a:rPr>
              <a:t>NFS no_root_squash(권한 상승)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Malgun Gothic"/>
              </a:rPr>
              <a:t>Roundcube 브루트포스 제한 없음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Malgun Gothic"/>
              </a:rPr>
              <a:t>MariaDB 계정 허용 IP ‘%’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148840"/>
            <a:ext cx="5029200" cy="4206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Malgun Gothic"/>
              </a:rPr>
              <a:t>SNMP 접근 IP 제한(커뮤니티/ACL)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Malgun Gothic"/>
              </a:rPr>
              <a:t>HTTPS 적용·기본 admin 비활성화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Malgun Gothic"/>
              </a:rPr>
              <a:t>root_squash 적용·관리망 한정 통신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Malgun Gothic"/>
              </a:rPr>
              <a:t>SSH 공개키 인증·root 로그인 차단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11827"/>
                </a:solidFill>
                <a:latin typeface="Malgun Gothic"/>
              </a:rPr>
              <a:t>iptables/UFW 화이트리스트 정책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</a:rPr>
              <a:t>패킷 식별 · 탐지 룰 · 차단 가이드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972800" cy="27432"/>
          </a:xfrm>
          <a:prstGeom prst="rect">
            <a:avLst/>
          </a:prstGeom>
          <a:solidFill>
            <a:srgbClr val="6E3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cket_fil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6400800" cy="507492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pic>
        <p:nvPicPr>
          <p:cNvPr id="5" name="Picture 4" descr="ssh_poli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417320"/>
            <a:ext cx="4343400" cy="507492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</a:rPr>
              <a:t>기대효과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972800" cy="27432"/>
          </a:xfrm>
          <a:prstGeom prst="rect">
            <a:avLst/>
          </a:prstGeom>
          <a:solidFill>
            <a:srgbClr val="6E3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972800" cy="5120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111827"/>
                </a:solidFill>
                <a:latin typeface="Malgun Gothic"/>
              </a:rPr>
              <a:t>분산 구축으로 네트워크/서버 안정성과 가용성 확보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111827"/>
                </a:solidFill>
                <a:latin typeface="Malgun Gothic"/>
              </a:rPr>
              <a:t>로그 분석·백업으로 데이터 손실 위협 대응 및 빠른 복구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111827"/>
                </a:solidFill>
                <a:latin typeface="Malgun Gothic"/>
              </a:rPr>
              <a:t>통합 모니터링으로 선제적 위협 탐지 및 즉각 대응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111827"/>
                </a:solidFill>
                <a:latin typeface="Malgun Gothic"/>
              </a:rPr>
              <a:t>화이트리스트 기반 접근 제어 + 구간 암호화(SSL)로 데이터 유출 최소화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111827"/>
                </a:solidFill>
                <a:latin typeface="Malgun Gothic"/>
              </a:rPr>
              <a:t>Reverse Proxy 구성으로 부하 분산 및 사용자 응답성 개선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</a:rPr>
              <a:t>산출물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972800" cy="27432"/>
          </a:xfrm>
          <a:prstGeom prst="rect">
            <a:avLst/>
          </a:prstGeom>
          <a:solidFill>
            <a:srgbClr val="6E3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972800" cy="5120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Malgun Gothic"/>
              </a:rPr>
              <a:t>2차 프로젝트 기획안 v0.4.1(퍼플).pdf — 초기 요구사항/구성도/테스트·검증 방향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Malgun Gothic"/>
              </a:rPr>
              <a:t>2차 프로젝트 기획안 v0.9.pdf — 최신 버전(네트워크·서버·모의해킹·로그/패킷 분석·정책) 정리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Malgun Gothic"/>
              </a:rPr>
              <a:t>네트워크 보안관제 보고서.pdf — 시나리오별 Wireshark 필터/식별 기준 정리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Malgun Gothic"/>
              </a:rPr>
              <a:t>서버 보안 정책 문서(미완성).pdf — 로그 제출 기준 및 iptables/UFW 차단 가이드(초안)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11827"/>
                </a:solidFill>
                <a:latin typeface="Malgun Gothic"/>
              </a:rPr>
              <a:t>이력서(PDF) — 포함 시 Slide 5 자동 삽입(경로: _private/resume/...)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</a:rPr>
              <a:t>업무 역량 (전 직장 경험 기반)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972800" cy="27432"/>
          </a:xfrm>
          <a:prstGeom prst="rect">
            <a:avLst/>
          </a:prstGeom>
          <a:solidFill>
            <a:srgbClr val="6E3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972800" cy="5120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111827"/>
                </a:solidFill>
                <a:latin typeface="Malgun Gothic"/>
              </a:rPr>
              <a:t>팀장 경험: 기획총괄·아트디렉션·대외 커뮤니케이션·일정/리스크 관리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111827"/>
                </a:solidFill>
                <a:latin typeface="Malgun Gothic"/>
              </a:rPr>
              <a:t>사업 성과: 2년간 입찰/지원사업 총 10.8억 규모 성과 주도, 22건(4.55억) 수행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111827"/>
                </a:solidFill>
                <a:latin typeface="Malgun Gothic"/>
              </a:rPr>
              <a:t>현장 운영: 국제회의/컨벤션 등 대형 행사 기획부터 운영까지 End-to-End 수행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111827"/>
                </a:solidFill>
                <a:latin typeface="Malgun Gothic"/>
              </a:rPr>
              <a:t>보안/네트워크와의 연결: 문서 표준화·현업 협업·운영 관점의 정책 설계/전달 역량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Malgun Gothic"/>
              </a:rPr>
              <a:t>연락처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972800" cy="27432"/>
          </a:xfrm>
          <a:prstGeom prst="rect">
            <a:avLst/>
          </a:prstGeom>
          <a:solidFill>
            <a:srgbClr val="6E3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920240"/>
            <a:ext cx="9509760" cy="27432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8686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4C1D95"/>
                </a:solidFill>
                <a:latin typeface="Malgun Gothic"/>
              </a:rPr>
              <a:t>박신우</a:t>
            </a:r>
          </a:p>
          <a:p>
            <a:r>
              <a:rPr sz="1800" b="0">
                <a:solidFill>
                  <a:srgbClr val="111827"/>
                </a:solidFill>
                <a:latin typeface="Malgun Gothic"/>
              </a:rPr>
              <a:t>E-mail: (옵션)</a:t>
            </a:r>
          </a:p>
          <a:p>
            <a:r>
              <a:rPr sz="1800" b="0">
                <a:solidFill>
                  <a:srgbClr val="111827"/>
                </a:solidFill>
                <a:latin typeface="Malgun Gothic"/>
              </a:rPr>
              <a:t>GitHub: https://github.com/SINUNET1012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