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58" r:id="rId2"/>
    <p:sldId id="310" r:id="rId3"/>
    <p:sldId id="259" r:id="rId4"/>
    <p:sldId id="260" r:id="rId5"/>
    <p:sldId id="297" r:id="rId6"/>
    <p:sldId id="298" r:id="rId7"/>
    <p:sldId id="299" r:id="rId8"/>
    <p:sldId id="301" r:id="rId9"/>
    <p:sldId id="302" r:id="rId10"/>
    <p:sldId id="304" r:id="rId11"/>
    <p:sldId id="265" r:id="rId12"/>
    <p:sldId id="294" r:id="rId13"/>
    <p:sldId id="303" r:id="rId14"/>
    <p:sldId id="315" r:id="rId15"/>
    <p:sldId id="268" r:id="rId16"/>
    <p:sldId id="280" r:id="rId17"/>
    <p:sldId id="275" r:id="rId18"/>
    <p:sldId id="281" r:id="rId19"/>
    <p:sldId id="306" r:id="rId20"/>
    <p:sldId id="307" r:id="rId21"/>
    <p:sldId id="311" r:id="rId22"/>
    <p:sldId id="305" r:id="rId23"/>
    <p:sldId id="308" r:id="rId24"/>
    <p:sldId id="309" r:id="rId25"/>
    <p:sldId id="271" r:id="rId26"/>
    <p:sldId id="289" r:id="rId27"/>
    <p:sldId id="314" r:id="rId28"/>
    <p:sldId id="291" r:id="rId29"/>
    <p:sldId id="313" r:id="rId30"/>
    <p:sldId id="292" r:id="rId31"/>
    <p:sldId id="312" r:id="rId32"/>
    <p:sldId id="264" r:id="rId33"/>
  </p:sldIdLst>
  <p:sldSz cx="12192000" cy="6858000"/>
  <p:notesSz cx="6858000" cy="9144000"/>
  <p:embeddedFontLst>
    <p:embeddedFont>
      <p:font typeface="HG꼬딕씨 60g" panose="02020603020101020101" pitchFamily="18" charset="-127"/>
      <p:regular r:id="rId35"/>
    </p:embeddedFont>
    <p:embeddedFont>
      <p:font typeface="맑은 고딕" panose="020B0503020000020004" pitchFamily="50" charset="-127"/>
      <p:regular r:id="rId36"/>
      <p:bold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DD"/>
    <a:srgbClr val="00BFA6"/>
    <a:srgbClr val="75D1FF"/>
    <a:srgbClr val="BDE9FF"/>
    <a:srgbClr val="FFFFFF"/>
    <a:srgbClr val="ACDEDA"/>
    <a:srgbClr val="005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56" autoAdjust="0"/>
    <p:restoredTop sz="96279" autoAdjust="0"/>
  </p:normalViewPr>
  <p:slideViewPr>
    <p:cSldViewPr snapToGrid="0">
      <p:cViewPr varScale="1">
        <p:scale>
          <a:sx n="73" d="100"/>
          <a:sy n="73" d="100"/>
        </p:scale>
        <p:origin x="56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63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30103-7A0D-44A1-9D40-E5A0F1045153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5153E-8BE3-45E4-AEDB-B7CB7D75E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60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2774-F90F-1023-26F2-CD0B3FA4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14A4DE-BFC1-E065-04E8-9A6A4B7EB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649660-EE78-418E-B5EE-EE30A017C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DBF99A-5470-9025-267E-EF4D3E38E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582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013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7CF1-5A4A-91DA-D9B0-EA0FC121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B61748-1896-9A1C-465C-BFB508B0D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BE7BE0-7CC2-35F9-1D6E-14118CFC1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F3039D-6D79-A786-F7DF-7293F8ED4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810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59CE7-6489-620C-4001-5551FE7B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EAB7D5-FA35-2F92-1A0F-ED146AF4B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189F6-DFE5-A2D5-2943-1E87B32D6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05562-258E-16C7-34D2-B6E7AB2A3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99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C52E95B6-871F-7B75-2ECB-5508A94AFB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7E6D19-FEC4-C150-6C80-BF5B03DE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75" y="809626"/>
            <a:ext cx="9823450" cy="1172256"/>
          </a:xfrm>
          <a:noFill/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ko-KR" altLang="en-US" sz="54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580DD3-F150-D9B5-B6DC-31CA2AC9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8164E-5849-4ABC-BE61-15B5892682E8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C3283C-2A72-B0F4-E7E3-A6479C17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091452-08FF-EDCB-6C60-69AFB6DF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5B2D-8AB5-4CA1-9C78-42B72E28B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2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98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F0FE5306-AD1F-0D40-8E64-E6684E8C95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7927" y="925821"/>
            <a:ext cx="5114924" cy="5006358"/>
          </a:xfrm>
          <a:prstGeom prst="roundRect">
            <a:avLst>
              <a:gd name="adj" fmla="val 5632"/>
            </a:avLst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66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직사각형 828">
            <a:extLst>
              <a:ext uri="{FF2B5EF4-FFF2-40B4-BE49-F238E27FC236}">
                <a16:creationId xmlns:a16="http://schemas.microsoft.com/office/drawing/2014/main" id="{FF8D8E15-FEAE-77AC-4A8F-1456EE09035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5538615-FC6A-6734-D29C-E5D5BD533BC7}"/>
              </a:ext>
            </a:extLst>
          </p:cNvPr>
          <p:cNvSpPr/>
          <p:nvPr userDrawn="1"/>
        </p:nvSpPr>
        <p:spPr>
          <a:xfrm>
            <a:off x="209550" y="184999"/>
            <a:ext cx="11601450" cy="983841"/>
          </a:xfrm>
          <a:prstGeom prst="round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0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0701776-22FD-54EF-A5FA-4ACCCD6C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lang="ko-KR" altLang="en-US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ctr">
              <a:lnSpc>
                <a:spcPct val="100000"/>
              </a:lnSpc>
            </a:pPr>
            <a:r>
              <a:rPr lang="ko-KR" altLang="en-US"/>
              <a:t>마스터 제목 스타일 편집</a:t>
            </a:r>
          </a:p>
        </p:txBody>
      </p:sp>
      <p:sp>
        <p:nvSpPr>
          <p:cNvPr id="4" name="텍스트 개체 틀 8">
            <a:extLst>
              <a:ext uri="{FF2B5EF4-FFF2-40B4-BE49-F238E27FC236}">
                <a16:creationId xmlns:a16="http://schemas.microsoft.com/office/drawing/2014/main" id="{5E9B604B-F87B-E0ED-FD04-77771E4D4A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buNone/>
              <a:defRPr lang="en-US" sz="1050" kern="1200" dirty="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endParaRPr lang="en-US" dirty="0"/>
          </a:p>
        </p:txBody>
      </p:sp>
      <p:grpSp>
        <p:nvGrpSpPr>
          <p:cNvPr id="828" name="그룹 827">
            <a:extLst>
              <a:ext uri="{FF2B5EF4-FFF2-40B4-BE49-F238E27FC236}">
                <a16:creationId xmlns:a16="http://schemas.microsoft.com/office/drawing/2014/main" id="{83E31766-2D7D-8E19-DDC3-1EC0E9D01F9F}"/>
              </a:ext>
            </a:extLst>
          </p:cNvPr>
          <p:cNvGrpSpPr/>
          <p:nvPr userDrawn="1"/>
        </p:nvGrpSpPr>
        <p:grpSpPr>
          <a:xfrm>
            <a:off x="10500390" y="186760"/>
            <a:ext cx="1308489" cy="971953"/>
            <a:chOff x="10172731" y="43496"/>
            <a:chExt cx="1497331" cy="1112226"/>
          </a:xfrm>
        </p:grpSpPr>
        <p:pic>
          <p:nvPicPr>
            <p:cNvPr id="171" name="그림 170">
              <a:extLst>
                <a:ext uri="{FF2B5EF4-FFF2-40B4-BE49-F238E27FC236}">
                  <a16:creationId xmlns:a16="http://schemas.microsoft.com/office/drawing/2014/main" id="{DF8FD337-E5DD-C0A0-F287-B1BA0C47F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29245" y="191663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72" name="그림 171">
              <a:extLst>
                <a:ext uri="{FF2B5EF4-FFF2-40B4-BE49-F238E27FC236}">
                  <a16:creationId xmlns:a16="http://schemas.microsoft.com/office/drawing/2014/main" id="{73B44FBF-A334-EA18-C9E4-7AFC0E9A7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9245" y="756108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29E8A354-429C-86C7-62CD-070AE69CC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29245" y="812552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74" name="그림 173">
              <a:extLst>
                <a:ext uri="{FF2B5EF4-FFF2-40B4-BE49-F238E27FC236}">
                  <a16:creationId xmlns:a16="http://schemas.microsoft.com/office/drawing/2014/main" id="{A5889C0F-7E94-F422-E9E2-02707FB19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47968" y="114052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83" name="그림 182">
              <a:extLst>
                <a:ext uri="{FF2B5EF4-FFF2-40B4-BE49-F238E27FC236}">
                  <a16:creationId xmlns:a16="http://schemas.microsoft.com/office/drawing/2014/main" id="{156F044A-F173-09A6-DB62-CD5FFACD2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19746" y="191663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4CB9A1E8-940F-C262-2606-2628321A2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19746" y="544441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C6B8089E-5418-FE7A-2104-111B8E999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739690" y="114052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86" name="그림 185">
              <a:extLst>
                <a:ext uri="{FF2B5EF4-FFF2-40B4-BE49-F238E27FC236}">
                  <a16:creationId xmlns:a16="http://schemas.microsoft.com/office/drawing/2014/main" id="{30709220-9500-C5C1-9A69-A9D29408F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39690" y="43496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45E4A611-74C2-EA8D-8E25-A19AD4A95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339415" y="600885"/>
              <a:ext cx="330646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128011CA-6970-7E20-D694-2D30B4DFA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064247" y="544441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200" name="그림 199">
              <a:extLst>
                <a:ext uri="{FF2B5EF4-FFF2-40B4-BE49-F238E27FC236}">
                  <a16:creationId xmlns:a16="http://schemas.microsoft.com/office/drawing/2014/main" id="{5B1F4BCB-D240-0AA1-EBD5-4EBF724F0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064247" y="551495"/>
              <a:ext cx="605815" cy="8313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201" name="그림 200">
              <a:extLst>
                <a:ext uri="{FF2B5EF4-FFF2-40B4-BE49-F238E27FC236}">
                  <a16:creationId xmlns:a16="http://schemas.microsoft.com/office/drawing/2014/main" id="{00DC47CE-797F-5807-E09E-E7B2A855A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064247" y="50552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sp>
          <p:nvSpPr>
            <p:cNvPr id="347" name="자유형: 도형 346">
              <a:extLst>
                <a:ext uri="{FF2B5EF4-FFF2-40B4-BE49-F238E27FC236}">
                  <a16:creationId xmlns:a16="http://schemas.microsoft.com/office/drawing/2014/main" id="{D00204EA-3BD5-F784-385B-F369C9C2FFF7}"/>
                </a:ext>
              </a:extLst>
            </p:cNvPr>
            <p:cNvSpPr/>
            <p:nvPr/>
          </p:nvSpPr>
          <p:spPr>
            <a:xfrm>
              <a:off x="10405293" y="1010757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8" name="자유형: 도형 347">
              <a:extLst>
                <a:ext uri="{FF2B5EF4-FFF2-40B4-BE49-F238E27FC236}">
                  <a16:creationId xmlns:a16="http://schemas.microsoft.com/office/drawing/2014/main" id="{D81A5287-85CF-4C54-D51F-8916041AF0CC}"/>
                </a:ext>
              </a:extLst>
            </p:cNvPr>
            <p:cNvSpPr/>
            <p:nvPr/>
          </p:nvSpPr>
          <p:spPr>
            <a:xfrm>
              <a:off x="10621930" y="733725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3" name="자유형: 도형 352">
              <a:extLst>
                <a:ext uri="{FF2B5EF4-FFF2-40B4-BE49-F238E27FC236}">
                  <a16:creationId xmlns:a16="http://schemas.microsoft.com/office/drawing/2014/main" id="{F8976CD4-A408-5419-D382-A5832C6282C8}"/>
                </a:ext>
              </a:extLst>
            </p:cNvPr>
            <p:cNvSpPr/>
            <p:nvPr/>
          </p:nvSpPr>
          <p:spPr>
            <a:xfrm>
              <a:off x="10601735" y="791977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4" name="자유형: 도형 353">
              <a:extLst>
                <a:ext uri="{FF2B5EF4-FFF2-40B4-BE49-F238E27FC236}">
                  <a16:creationId xmlns:a16="http://schemas.microsoft.com/office/drawing/2014/main" id="{B0694218-BF99-DDF6-F740-AE75703AA36C}"/>
                </a:ext>
              </a:extLst>
            </p:cNvPr>
            <p:cNvSpPr/>
            <p:nvPr/>
          </p:nvSpPr>
          <p:spPr>
            <a:xfrm>
              <a:off x="10717793" y="165366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5" name="자유형: 도형 354">
              <a:extLst>
                <a:ext uri="{FF2B5EF4-FFF2-40B4-BE49-F238E27FC236}">
                  <a16:creationId xmlns:a16="http://schemas.microsoft.com/office/drawing/2014/main" id="{AB78E607-0793-A4E4-5106-FCC0759E5D4B}"/>
                </a:ext>
              </a:extLst>
            </p:cNvPr>
            <p:cNvSpPr/>
            <p:nvPr/>
          </p:nvSpPr>
          <p:spPr>
            <a:xfrm>
              <a:off x="10920313" y="91798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6" name="자유형: 도형 355">
              <a:extLst>
                <a:ext uri="{FF2B5EF4-FFF2-40B4-BE49-F238E27FC236}">
                  <a16:creationId xmlns:a16="http://schemas.microsoft.com/office/drawing/2014/main" id="{9EDBA539-A0AF-42F1-EC32-8850C2D1D477}"/>
                </a:ext>
              </a:extLst>
            </p:cNvPr>
            <p:cNvSpPr/>
            <p:nvPr/>
          </p:nvSpPr>
          <p:spPr>
            <a:xfrm>
              <a:off x="11460402" y="827159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1" name="자유형: 도형 360">
              <a:extLst>
                <a:ext uri="{FF2B5EF4-FFF2-40B4-BE49-F238E27FC236}">
                  <a16:creationId xmlns:a16="http://schemas.microsoft.com/office/drawing/2014/main" id="{32D8AD0D-300C-1DF5-1622-022E2EB5D2FF}"/>
                </a:ext>
              </a:extLst>
            </p:cNvPr>
            <p:cNvSpPr/>
            <p:nvPr/>
          </p:nvSpPr>
          <p:spPr>
            <a:xfrm>
              <a:off x="11318504" y="875960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2" name="자유형: 도형 361">
              <a:extLst>
                <a:ext uri="{FF2B5EF4-FFF2-40B4-BE49-F238E27FC236}">
                  <a16:creationId xmlns:a16="http://schemas.microsoft.com/office/drawing/2014/main" id="{23DCB369-0C36-B5D2-84BF-02C7EF634E6C}"/>
                </a:ext>
              </a:extLst>
            </p:cNvPr>
            <p:cNvSpPr/>
            <p:nvPr/>
          </p:nvSpPr>
          <p:spPr>
            <a:xfrm>
              <a:off x="11045461" y="526032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0" name="자유형: 도형 369">
              <a:extLst>
                <a:ext uri="{FF2B5EF4-FFF2-40B4-BE49-F238E27FC236}">
                  <a16:creationId xmlns:a16="http://schemas.microsoft.com/office/drawing/2014/main" id="{487D542B-86FB-9DDB-8F72-0FB367C5726B}"/>
                </a:ext>
              </a:extLst>
            </p:cNvPr>
            <p:cNvSpPr/>
            <p:nvPr/>
          </p:nvSpPr>
          <p:spPr>
            <a:xfrm>
              <a:off x="11562119" y="572607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521" name="그림 520">
              <a:extLst>
                <a:ext uri="{FF2B5EF4-FFF2-40B4-BE49-F238E27FC236}">
                  <a16:creationId xmlns:a16="http://schemas.microsoft.com/office/drawing/2014/main" id="{D3DE2C3C-1F93-B73A-25BB-0DA9070EF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064247" y="904274"/>
              <a:ext cx="529890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548" name="그림 547">
              <a:extLst>
                <a:ext uri="{FF2B5EF4-FFF2-40B4-BE49-F238E27FC236}">
                  <a16:creationId xmlns:a16="http://schemas.microsoft.com/office/drawing/2014/main" id="{4D622BD5-7E11-260D-2641-5CCE0D40A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584468" y="657330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549" name="그림 548">
              <a:extLst>
                <a:ext uri="{FF2B5EF4-FFF2-40B4-BE49-F238E27FC236}">
                  <a16:creationId xmlns:a16="http://schemas.microsoft.com/office/drawing/2014/main" id="{7DC8C25D-601F-9D4F-79CF-07741950A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577412" y="579719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550" name="그림 549">
              <a:extLst>
                <a:ext uri="{FF2B5EF4-FFF2-40B4-BE49-F238E27FC236}">
                  <a16:creationId xmlns:a16="http://schemas.microsoft.com/office/drawing/2014/main" id="{BBB267AA-B2BA-BB4D-BE6F-FEBFE7A2F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000747" y="105098"/>
              <a:ext cx="634032" cy="488733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551" name="그림 550">
              <a:extLst>
                <a:ext uri="{FF2B5EF4-FFF2-40B4-BE49-F238E27FC236}">
                  <a16:creationId xmlns:a16="http://schemas.microsoft.com/office/drawing/2014/main" id="{B6DDD931-54FA-36D5-017E-4FF754D90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993691" y="579719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568" name="그림 567">
              <a:extLst>
                <a:ext uri="{FF2B5EF4-FFF2-40B4-BE49-F238E27FC236}">
                  <a16:creationId xmlns:a16="http://schemas.microsoft.com/office/drawing/2014/main" id="{C1473BBA-24D7-C284-0D32-5568E06DC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203466" y="593830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569" name="그림 568">
              <a:extLst>
                <a:ext uri="{FF2B5EF4-FFF2-40B4-BE49-F238E27FC236}">
                  <a16:creationId xmlns:a16="http://schemas.microsoft.com/office/drawing/2014/main" id="{043AE009-1F33-C6D8-CA57-E7C8D2CB8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203466" y="791385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570" name="그림 569">
              <a:extLst>
                <a:ext uri="{FF2B5EF4-FFF2-40B4-BE49-F238E27FC236}">
                  <a16:creationId xmlns:a16="http://schemas.microsoft.com/office/drawing/2014/main" id="{F1E50514-D3ED-BF52-5533-7B7546E74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203466" y="671441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571" name="그림 570">
              <a:extLst>
                <a:ext uri="{FF2B5EF4-FFF2-40B4-BE49-F238E27FC236}">
                  <a16:creationId xmlns:a16="http://schemas.microsoft.com/office/drawing/2014/main" id="{59288E7F-8918-5E53-724E-74BDE576D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04413" y="593830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572" name="그림 571">
              <a:extLst>
                <a:ext uri="{FF2B5EF4-FFF2-40B4-BE49-F238E27FC236}">
                  <a16:creationId xmlns:a16="http://schemas.microsoft.com/office/drawing/2014/main" id="{F9A3FD06-8A1C-3F36-A8E6-09F33FCA2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704413" y="657330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573" name="그림 572">
              <a:extLst>
                <a:ext uri="{FF2B5EF4-FFF2-40B4-BE49-F238E27FC236}">
                  <a16:creationId xmlns:a16="http://schemas.microsoft.com/office/drawing/2014/main" id="{4A527801-7099-A398-B110-8CF5B07B9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993692" y="502108"/>
              <a:ext cx="655458" cy="202007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574" name="그림 573">
              <a:extLst>
                <a:ext uri="{FF2B5EF4-FFF2-40B4-BE49-F238E27FC236}">
                  <a16:creationId xmlns:a16="http://schemas.microsoft.com/office/drawing/2014/main" id="{A3DDF34D-6CE4-3DE7-FF49-A3F1E6F76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993692" y="132153"/>
              <a:ext cx="615423" cy="539287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594" name="그림 593">
              <a:extLst>
                <a:ext uri="{FF2B5EF4-FFF2-40B4-BE49-F238E27FC236}">
                  <a16:creationId xmlns:a16="http://schemas.microsoft.com/office/drawing/2014/main" id="{E8229A3C-12CB-B9B2-C43B-7F1268FF8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556245" y="784330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596" name="그림 595">
              <a:extLst>
                <a:ext uri="{FF2B5EF4-FFF2-40B4-BE49-F238E27FC236}">
                  <a16:creationId xmlns:a16="http://schemas.microsoft.com/office/drawing/2014/main" id="{0243109D-CF46-0955-D916-B730DCB6F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704413" y="734941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597" name="그림 596">
              <a:extLst>
                <a:ext uri="{FF2B5EF4-FFF2-40B4-BE49-F238E27FC236}">
                  <a16:creationId xmlns:a16="http://schemas.microsoft.com/office/drawing/2014/main" id="{C135145D-E9FC-69D3-114D-C912B75E1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704413" y="593830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616" name="그림 615">
              <a:extLst>
                <a:ext uri="{FF2B5EF4-FFF2-40B4-BE49-F238E27FC236}">
                  <a16:creationId xmlns:a16="http://schemas.microsoft.com/office/drawing/2014/main" id="{2605B56D-56A1-148D-1261-F253F1B67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1353526" y="734941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sp>
          <p:nvSpPr>
            <p:cNvPr id="740" name="자유형: 도형 739">
              <a:extLst>
                <a:ext uri="{FF2B5EF4-FFF2-40B4-BE49-F238E27FC236}">
                  <a16:creationId xmlns:a16="http://schemas.microsoft.com/office/drawing/2014/main" id="{AB667122-4268-EE1A-5EA2-CB5FBB2F3ABF}"/>
                </a:ext>
              </a:extLst>
            </p:cNvPr>
            <p:cNvSpPr/>
            <p:nvPr/>
          </p:nvSpPr>
          <p:spPr>
            <a:xfrm>
              <a:off x="11028923" y="867470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7" name="자유형: 도형 756">
              <a:extLst>
                <a:ext uri="{FF2B5EF4-FFF2-40B4-BE49-F238E27FC236}">
                  <a16:creationId xmlns:a16="http://schemas.microsoft.com/office/drawing/2014/main" id="{56C3BEDF-2B95-A799-07FC-9DEF5AE192E8}"/>
                </a:ext>
              </a:extLst>
            </p:cNvPr>
            <p:cNvSpPr/>
            <p:nvPr/>
          </p:nvSpPr>
          <p:spPr>
            <a:xfrm>
              <a:off x="10550505" y="971545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8" name="자유형: 도형 757">
              <a:extLst>
                <a:ext uri="{FF2B5EF4-FFF2-40B4-BE49-F238E27FC236}">
                  <a16:creationId xmlns:a16="http://schemas.microsoft.com/office/drawing/2014/main" id="{5CD889E1-7937-D848-2958-A35DAEA69047}"/>
                </a:ext>
              </a:extLst>
            </p:cNvPr>
            <p:cNvSpPr/>
            <p:nvPr/>
          </p:nvSpPr>
          <p:spPr>
            <a:xfrm>
              <a:off x="10967529" y="546425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1" name="자유형: 도형 770">
              <a:extLst>
                <a:ext uri="{FF2B5EF4-FFF2-40B4-BE49-F238E27FC236}">
                  <a16:creationId xmlns:a16="http://schemas.microsoft.com/office/drawing/2014/main" id="{522BC4AE-AF60-AF69-EF5D-7B1FCFBEAD0E}"/>
                </a:ext>
              </a:extLst>
            </p:cNvPr>
            <p:cNvSpPr/>
            <p:nvPr/>
          </p:nvSpPr>
          <p:spPr>
            <a:xfrm>
              <a:off x="10172731" y="943737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2" name="자유형: 도형 771">
              <a:extLst>
                <a:ext uri="{FF2B5EF4-FFF2-40B4-BE49-F238E27FC236}">
                  <a16:creationId xmlns:a16="http://schemas.microsoft.com/office/drawing/2014/main" id="{7751478D-8378-0B5C-5FF2-C79C79564AE1}"/>
                </a:ext>
              </a:extLst>
            </p:cNvPr>
            <p:cNvSpPr/>
            <p:nvPr/>
          </p:nvSpPr>
          <p:spPr>
            <a:xfrm>
              <a:off x="10673098" y="642787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3" name="자유형: 도형 772">
              <a:extLst>
                <a:ext uri="{FF2B5EF4-FFF2-40B4-BE49-F238E27FC236}">
                  <a16:creationId xmlns:a16="http://schemas.microsoft.com/office/drawing/2014/main" id="{0714791C-165E-772C-48BE-F68568E1CBB4}"/>
                </a:ext>
              </a:extLst>
            </p:cNvPr>
            <p:cNvSpPr/>
            <p:nvPr/>
          </p:nvSpPr>
          <p:spPr>
            <a:xfrm>
              <a:off x="10964613" y="622855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7" name="자유형: 도형 786">
              <a:extLst>
                <a:ext uri="{FF2B5EF4-FFF2-40B4-BE49-F238E27FC236}">
                  <a16:creationId xmlns:a16="http://schemas.microsoft.com/office/drawing/2014/main" id="{F01F6A4F-5216-AC34-F66E-2CA2CE99E7FE}"/>
                </a:ext>
              </a:extLst>
            </p:cNvPr>
            <p:cNvSpPr/>
            <p:nvPr/>
          </p:nvSpPr>
          <p:spPr>
            <a:xfrm>
              <a:off x="10529123" y="1084885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8" name="자유형: 도형 787">
              <a:extLst>
                <a:ext uri="{FF2B5EF4-FFF2-40B4-BE49-F238E27FC236}">
                  <a16:creationId xmlns:a16="http://schemas.microsoft.com/office/drawing/2014/main" id="{42AC4499-FFAA-865D-76BF-89C9C56B2DEB}"/>
                </a:ext>
              </a:extLst>
            </p:cNvPr>
            <p:cNvSpPr/>
            <p:nvPr/>
          </p:nvSpPr>
          <p:spPr>
            <a:xfrm>
              <a:off x="10679055" y="758889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9" name="자유형: 도형 788">
              <a:extLst>
                <a:ext uri="{FF2B5EF4-FFF2-40B4-BE49-F238E27FC236}">
                  <a16:creationId xmlns:a16="http://schemas.microsoft.com/office/drawing/2014/main" id="{F0B990C3-30E7-8987-F15E-F94036C5D5B0}"/>
                </a:ext>
              </a:extLst>
            </p:cNvPr>
            <p:cNvSpPr/>
            <p:nvPr/>
          </p:nvSpPr>
          <p:spPr>
            <a:xfrm>
              <a:off x="11183538" y="566228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3" name="자유형: 도형 802">
              <a:extLst>
                <a:ext uri="{FF2B5EF4-FFF2-40B4-BE49-F238E27FC236}">
                  <a16:creationId xmlns:a16="http://schemas.microsoft.com/office/drawing/2014/main" id="{5E5E9B8E-0D1E-BBDE-B8D1-C89312E82445}"/>
                </a:ext>
              </a:extLst>
            </p:cNvPr>
            <p:cNvSpPr/>
            <p:nvPr/>
          </p:nvSpPr>
          <p:spPr>
            <a:xfrm>
              <a:off x="11325086" y="1075442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4" name="자유형: 도형 803">
              <a:extLst>
                <a:ext uri="{FF2B5EF4-FFF2-40B4-BE49-F238E27FC236}">
                  <a16:creationId xmlns:a16="http://schemas.microsoft.com/office/drawing/2014/main" id="{1291A1D1-B9E9-56AB-1427-D54AC2ACFAD4}"/>
                </a:ext>
              </a:extLst>
            </p:cNvPr>
            <p:cNvSpPr/>
            <p:nvPr/>
          </p:nvSpPr>
          <p:spPr>
            <a:xfrm>
              <a:off x="11539374" y="705419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293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6">
            <a:extLst>
              <a:ext uri="{FF2B5EF4-FFF2-40B4-BE49-F238E27FC236}">
                <a16:creationId xmlns:a16="http://schemas.microsoft.com/office/drawing/2014/main" id="{AFB0D3FB-F8DE-226C-31B2-B09B9C1A49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971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5E400E-5ACA-7C6C-B677-F4647DEE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57AC2-BCB6-A064-29A8-8CC58A303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4B83FF-A965-DC93-CAC6-BDF0B6EA7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8164E-5849-4ABC-BE61-15B5892682E8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52E09-766D-F857-7E30-7FBDD56CC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10FA4D-81FB-E9D6-79E6-E5B6D0662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55B2D-8AB5-4CA1-9C78-42B72E28B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15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2" r:id="rId3"/>
    <p:sldLayoutId id="2147483651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3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7.png"/><Relationship Id="rId2" Type="http://schemas.openxmlformats.org/officeDocument/2006/relationships/image" Target="../media/image49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9.png"/><Relationship Id="rId2" Type="http://schemas.openxmlformats.org/officeDocument/2006/relationships/image" Target="../media/image49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0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4.png"/><Relationship Id="rId2" Type="http://schemas.openxmlformats.org/officeDocument/2006/relationships/image" Target="../media/image50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7.png"/><Relationship Id="rId2" Type="http://schemas.openxmlformats.org/officeDocument/2006/relationships/image" Target="../media/image50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2.gi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3.gi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4.gif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5.gi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6.gi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74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en-US" altLang="ko-KR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1</a:t>
            </a:r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차 프로젝트 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제목 1">
            <a:extLst>
              <a:ext uri="{FF2B5EF4-FFF2-40B4-BE49-F238E27FC236}">
                <a16:creationId xmlns:a16="http://schemas.microsoft.com/office/drawing/2014/main" id="{B30E757C-43B9-E6B3-15E5-CDDFDFF16DAF}"/>
              </a:ext>
            </a:extLst>
          </p:cNvPr>
          <p:cNvSpPr txBox="1">
            <a:spLocks/>
          </p:cNvSpPr>
          <p:nvPr/>
        </p:nvSpPr>
        <p:spPr>
          <a:xfrm>
            <a:off x="442163" y="1640227"/>
            <a:ext cx="4817447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r>
              <a:rPr lang="ko-KR" altLang="en-US" sz="2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통신사 및 사용자 대역 인프라 구축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663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CAB192-0A20-1563-80DF-74ECC87569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0" name="Freeform 35">
            <a:extLst>
              <a:ext uri="{FF2B5EF4-FFF2-40B4-BE49-F238E27FC236}">
                <a16:creationId xmlns:a16="http://schemas.microsoft.com/office/drawing/2014/main" id="{0C07B076-C09C-CEBC-043E-F861B18E4479}"/>
              </a:ext>
            </a:extLst>
          </p:cNvPr>
          <p:cNvSpPr>
            <a:spLocks/>
          </p:cNvSpPr>
          <p:nvPr/>
        </p:nvSpPr>
        <p:spPr bwMode="auto">
          <a:xfrm>
            <a:off x="895540" y="2352378"/>
            <a:ext cx="5128459" cy="1613308"/>
          </a:xfrm>
          <a:custGeom>
            <a:avLst/>
            <a:gdLst>
              <a:gd name="T0" fmla="*/ 766 w 2334"/>
              <a:gd name="T1" fmla="*/ 2314 h 2334"/>
              <a:gd name="T2" fmla="*/ 2313 w 2334"/>
              <a:gd name="T3" fmla="*/ 766 h 2334"/>
              <a:gd name="T4" fmla="*/ 2334 w 2334"/>
              <a:gd name="T5" fmla="*/ 494 h 2334"/>
              <a:gd name="T6" fmla="*/ 2267 w 2334"/>
              <a:gd name="T7" fmla="*/ 0 h 2334"/>
              <a:gd name="T8" fmla="*/ 522 w 2334"/>
              <a:gd name="T9" fmla="*/ 0 h 2334"/>
              <a:gd name="T10" fmla="*/ 0 w 2334"/>
              <a:gd name="T11" fmla="*/ 522 h 2334"/>
              <a:gd name="T12" fmla="*/ 0 w 2334"/>
              <a:gd name="T13" fmla="*/ 2267 h 2334"/>
              <a:gd name="T14" fmla="*/ 493 w 2334"/>
              <a:gd name="T15" fmla="*/ 2334 h 2334"/>
              <a:gd name="T16" fmla="*/ 766 w 2334"/>
              <a:gd name="T17" fmla="*/ 231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34">
                <a:moveTo>
                  <a:pt x="766" y="2314"/>
                </a:moveTo>
                <a:cubicBezTo>
                  <a:pt x="838" y="1493"/>
                  <a:pt x="1492" y="839"/>
                  <a:pt x="2313" y="766"/>
                </a:cubicBezTo>
                <a:cubicBezTo>
                  <a:pt x="2327" y="677"/>
                  <a:pt x="2334" y="586"/>
                  <a:pt x="2334" y="494"/>
                </a:cubicBezTo>
                <a:cubicBezTo>
                  <a:pt x="2334" y="323"/>
                  <a:pt x="2310" y="157"/>
                  <a:pt x="2267" y="0"/>
                </a:cubicBezTo>
                <a:lnTo>
                  <a:pt x="522" y="0"/>
                </a:lnTo>
                <a:cubicBezTo>
                  <a:pt x="235" y="0"/>
                  <a:pt x="0" y="235"/>
                  <a:pt x="0" y="522"/>
                </a:cubicBezTo>
                <a:lnTo>
                  <a:pt x="0" y="2267"/>
                </a:lnTo>
                <a:cubicBezTo>
                  <a:pt x="157" y="2311"/>
                  <a:pt x="322" y="2334"/>
                  <a:pt x="493" y="2334"/>
                </a:cubicBezTo>
                <a:cubicBezTo>
                  <a:pt x="586" y="2334"/>
                  <a:pt x="677" y="2327"/>
                  <a:pt x="766" y="231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D7D7E8C-FF67-76CD-D65C-7800FC1C8963}"/>
              </a:ext>
            </a:extLst>
          </p:cNvPr>
          <p:cNvGrpSpPr/>
          <p:nvPr/>
        </p:nvGrpSpPr>
        <p:grpSpPr>
          <a:xfrm>
            <a:off x="2300288" y="587989"/>
            <a:ext cx="7591425" cy="1024432"/>
            <a:chOff x="2300288" y="464164"/>
            <a:chExt cx="7591425" cy="1024432"/>
          </a:xfrm>
        </p:grpSpPr>
        <p:sp>
          <p:nvSpPr>
            <p:cNvPr id="14" name="제목 5">
              <a:extLst>
                <a:ext uri="{FF2B5EF4-FFF2-40B4-BE49-F238E27FC236}">
                  <a16:creationId xmlns:a16="http://schemas.microsoft.com/office/drawing/2014/main" id="{8E0915B9-8885-A9DF-B72F-D3281FE93D1D}"/>
                </a:ext>
              </a:extLst>
            </p:cNvPr>
            <p:cNvSpPr txBox="1">
              <a:spLocks/>
            </p:cNvSpPr>
            <p:nvPr/>
          </p:nvSpPr>
          <p:spPr>
            <a:xfrm>
              <a:off x="2300288" y="878694"/>
              <a:ext cx="7591425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ko-KR" altLang="en-US" sz="32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팀원 소개</a:t>
              </a: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2C97BBB6-3DDA-D558-16A7-8DAB66E5FD4F}"/>
                </a:ext>
              </a:extLst>
            </p:cNvPr>
            <p:cNvSpPr/>
            <p:nvPr/>
          </p:nvSpPr>
          <p:spPr>
            <a:xfrm>
              <a:off x="5214938" y="464164"/>
              <a:ext cx="1762125" cy="307361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</a:t>
              </a:r>
              <a:r>
                <a:rPr lang="ko-KR" altLang="en-US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차 프로젝트</a:t>
              </a:r>
            </a:p>
          </p:txBody>
        </p:sp>
      </p:grpSp>
      <p:sp>
        <p:nvSpPr>
          <p:cNvPr id="25" name="Freeform 37">
            <a:extLst>
              <a:ext uri="{FF2B5EF4-FFF2-40B4-BE49-F238E27FC236}">
                <a16:creationId xmlns:a16="http://schemas.microsoft.com/office/drawing/2014/main" id="{DD863FE1-3AFB-F08F-27DF-B628AD38CB28}"/>
              </a:ext>
            </a:extLst>
          </p:cNvPr>
          <p:cNvSpPr>
            <a:spLocks/>
          </p:cNvSpPr>
          <p:nvPr/>
        </p:nvSpPr>
        <p:spPr bwMode="auto">
          <a:xfrm>
            <a:off x="6193386" y="2353415"/>
            <a:ext cx="5103074" cy="1613308"/>
          </a:xfrm>
          <a:custGeom>
            <a:avLst/>
            <a:gdLst>
              <a:gd name="T0" fmla="*/ 21 w 2296"/>
              <a:gd name="T1" fmla="*/ 770 h 2334"/>
              <a:gd name="T2" fmla="*/ 1530 w 2296"/>
              <a:gd name="T3" fmla="*/ 2308 h 2334"/>
              <a:gd name="T4" fmla="*/ 1841 w 2296"/>
              <a:gd name="T5" fmla="*/ 2334 h 2334"/>
              <a:gd name="T6" fmla="*/ 2296 w 2296"/>
              <a:gd name="T7" fmla="*/ 2277 h 2334"/>
              <a:gd name="T8" fmla="*/ 2296 w 2296"/>
              <a:gd name="T9" fmla="*/ 522 h 2334"/>
              <a:gd name="T10" fmla="*/ 1774 w 2296"/>
              <a:gd name="T11" fmla="*/ 0 h 2334"/>
              <a:gd name="T12" fmla="*/ 67 w 2296"/>
              <a:gd name="T13" fmla="*/ 0 h 2334"/>
              <a:gd name="T14" fmla="*/ 0 w 2296"/>
              <a:gd name="T15" fmla="*/ 494 h 2334"/>
              <a:gd name="T16" fmla="*/ 21 w 2296"/>
              <a:gd name="T17" fmla="*/ 77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34">
                <a:moveTo>
                  <a:pt x="21" y="770"/>
                </a:moveTo>
                <a:cubicBezTo>
                  <a:pt x="822" y="859"/>
                  <a:pt x="1455" y="1503"/>
                  <a:pt x="1530" y="2308"/>
                </a:cubicBezTo>
                <a:cubicBezTo>
                  <a:pt x="1631" y="2325"/>
                  <a:pt x="1735" y="2334"/>
                  <a:pt x="1841" y="2334"/>
                </a:cubicBezTo>
                <a:cubicBezTo>
                  <a:pt x="1998" y="2334"/>
                  <a:pt x="2150" y="2314"/>
                  <a:pt x="2296" y="2277"/>
                </a:cubicBezTo>
                <a:lnTo>
                  <a:pt x="2296" y="522"/>
                </a:lnTo>
                <a:cubicBezTo>
                  <a:pt x="2296" y="235"/>
                  <a:pt x="2061" y="0"/>
                  <a:pt x="1774" y="0"/>
                </a:cubicBezTo>
                <a:lnTo>
                  <a:pt x="67" y="0"/>
                </a:lnTo>
                <a:cubicBezTo>
                  <a:pt x="24" y="157"/>
                  <a:pt x="0" y="323"/>
                  <a:pt x="0" y="494"/>
                </a:cubicBezTo>
                <a:cubicBezTo>
                  <a:pt x="0" y="588"/>
                  <a:pt x="7" y="680"/>
                  <a:pt x="21" y="770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6" name="Freeform 39">
            <a:extLst>
              <a:ext uri="{FF2B5EF4-FFF2-40B4-BE49-F238E27FC236}">
                <a16:creationId xmlns:a16="http://schemas.microsoft.com/office/drawing/2014/main" id="{19F3D61A-A15B-DB3E-0A46-D8D0C69FF5AB}"/>
              </a:ext>
            </a:extLst>
          </p:cNvPr>
          <p:cNvSpPr>
            <a:spLocks/>
          </p:cNvSpPr>
          <p:nvPr/>
        </p:nvSpPr>
        <p:spPr bwMode="auto">
          <a:xfrm>
            <a:off x="908113" y="4163610"/>
            <a:ext cx="5128459" cy="1602026"/>
          </a:xfrm>
          <a:custGeom>
            <a:avLst/>
            <a:gdLst>
              <a:gd name="T0" fmla="*/ 2310 w 2334"/>
              <a:gd name="T1" fmla="*/ 1548 h 2315"/>
              <a:gd name="T2" fmla="*/ 767 w 2334"/>
              <a:gd name="T3" fmla="*/ 20 h 2315"/>
              <a:gd name="T4" fmla="*/ 493 w 2334"/>
              <a:gd name="T5" fmla="*/ 0 h 2315"/>
              <a:gd name="T6" fmla="*/ 0 w 2334"/>
              <a:gd name="T7" fmla="*/ 67 h 2315"/>
              <a:gd name="T8" fmla="*/ 0 w 2334"/>
              <a:gd name="T9" fmla="*/ 1793 h 2315"/>
              <a:gd name="T10" fmla="*/ 522 w 2334"/>
              <a:gd name="T11" fmla="*/ 2315 h 2315"/>
              <a:gd name="T12" fmla="*/ 2272 w 2334"/>
              <a:gd name="T13" fmla="*/ 2315 h 2315"/>
              <a:gd name="T14" fmla="*/ 2334 w 2334"/>
              <a:gd name="T15" fmla="*/ 1840 h 2315"/>
              <a:gd name="T16" fmla="*/ 2310 w 2334"/>
              <a:gd name="T17" fmla="*/ 1548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15">
                <a:moveTo>
                  <a:pt x="2310" y="1548"/>
                </a:moveTo>
                <a:cubicBezTo>
                  <a:pt x="1497" y="1475"/>
                  <a:pt x="848" y="831"/>
                  <a:pt x="767" y="20"/>
                </a:cubicBezTo>
                <a:cubicBezTo>
                  <a:pt x="678" y="7"/>
                  <a:pt x="586" y="0"/>
                  <a:pt x="493" y="0"/>
                </a:cubicBezTo>
                <a:cubicBezTo>
                  <a:pt x="322" y="0"/>
                  <a:pt x="157" y="23"/>
                  <a:pt x="0" y="67"/>
                </a:cubicBezTo>
                <a:lnTo>
                  <a:pt x="0" y="1793"/>
                </a:lnTo>
                <a:cubicBezTo>
                  <a:pt x="0" y="2080"/>
                  <a:pt x="235" y="2315"/>
                  <a:pt x="522" y="2315"/>
                </a:cubicBezTo>
                <a:lnTo>
                  <a:pt x="2272" y="2315"/>
                </a:lnTo>
                <a:cubicBezTo>
                  <a:pt x="2312" y="2163"/>
                  <a:pt x="2334" y="2004"/>
                  <a:pt x="2334" y="1840"/>
                </a:cubicBezTo>
                <a:cubicBezTo>
                  <a:pt x="2334" y="1741"/>
                  <a:pt x="2326" y="1644"/>
                  <a:pt x="2310" y="154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7" name="Freeform 41">
            <a:extLst>
              <a:ext uri="{FF2B5EF4-FFF2-40B4-BE49-F238E27FC236}">
                <a16:creationId xmlns:a16="http://schemas.microsoft.com/office/drawing/2014/main" id="{36B17971-6AC8-C3A2-8A57-D4EB15017C60}"/>
              </a:ext>
            </a:extLst>
          </p:cNvPr>
          <p:cNvSpPr>
            <a:spLocks/>
          </p:cNvSpPr>
          <p:nvPr/>
        </p:nvSpPr>
        <p:spPr bwMode="auto">
          <a:xfrm>
            <a:off x="6193386" y="4164157"/>
            <a:ext cx="5103074" cy="1602026"/>
          </a:xfrm>
          <a:custGeom>
            <a:avLst/>
            <a:gdLst>
              <a:gd name="T0" fmla="*/ 2296 w 2296"/>
              <a:gd name="T1" fmla="*/ 1793 h 2315"/>
              <a:gd name="T2" fmla="*/ 2296 w 2296"/>
              <a:gd name="T3" fmla="*/ 57 h 2315"/>
              <a:gd name="T4" fmla="*/ 1841 w 2296"/>
              <a:gd name="T5" fmla="*/ 0 h 2315"/>
              <a:gd name="T6" fmla="*/ 1528 w 2296"/>
              <a:gd name="T7" fmla="*/ 26 h 2315"/>
              <a:gd name="T8" fmla="*/ 24 w 2296"/>
              <a:gd name="T9" fmla="*/ 1545 h 2315"/>
              <a:gd name="T10" fmla="*/ 0 w 2296"/>
              <a:gd name="T11" fmla="*/ 1840 h 2315"/>
              <a:gd name="T12" fmla="*/ 62 w 2296"/>
              <a:gd name="T13" fmla="*/ 2315 h 2315"/>
              <a:gd name="T14" fmla="*/ 1774 w 2296"/>
              <a:gd name="T15" fmla="*/ 2315 h 2315"/>
              <a:gd name="T16" fmla="*/ 2296 w 2296"/>
              <a:gd name="T17" fmla="*/ 1793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15">
                <a:moveTo>
                  <a:pt x="2296" y="1793"/>
                </a:moveTo>
                <a:lnTo>
                  <a:pt x="2296" y="57"/>
                </a:lnTo>
                <a:cubicBezTo>
                  <a:pt x="2150" y="19"/>
                  <a:pt x="1998" y="0"/>
                  <a:pt x="1841" y="0"/>
                </a:cubicBezTo>
                <a:cubicBezTo>
                  <a:pt x="1734" y="0"/>
                  <a:pt x="1630" y="9"/>
                  <a:pt x="1528" y="26"/>
                </a:cubicBezTo>
                <a:cubicBezTo>
                  <a:pt x="1445" y="822"/>
                  <a:pt x="817" y="1455"/>
                  <a:pt x="24" y="1545"/>
                </a:cubicBezTo>
                <a:cubicBezTo>
                  <a:pt x="8" y="1641"/>
                  <a:pt x="0" y="1740"/>
                  <a:pt x="0" y="1840"/>
                </a:cubicBezTo>
                <a:cubicBezTo>
                  <a:pt x="0" y="2004"/>
                  <a:pt x="22" y="2163"/>
                  <a:pt x="62" y="2315"/>
                </a:cubicBezTo>
                <a:lnTo>
                  <a:pt x="1774" y="2315"/>
                </a:lnTo>
                <a:cubicBezTo>
                  <a:pt x="2061" y="2315"/>
                  <a:pt x="2296" y="2080"/>
                  <a:pt x="2296" y="1793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916B296-7F1A-A386-D099-5CDF75E4FDFF}"/>
              </a:ext>
            </a:extLst>
          </p:cNvPr>
          <p:cNvSpPr/>
          <p:nvPr/>
        </p:nvSpPr>
        <p:spPr>
          <a:xfrm>
            <a:off x="4988692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01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1F549D-6EEB-83FF-09A6-E7DC0AE2386A}"/>
              </a:ext>
            </a:extLst>
          </p:cNvPr>
          <p:cNvSpPr/>
          <p:nvPr/>
        </p:nvSpPr>
        <p:spPr>
          <a:xfrm>
            <a:off x="6218804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B1939A1-6654-9FE9-2A69-7C57DB6DFD12}"/>
              </a:ext>
            </a:extLst>
          </p:cNvPr>
          <p:cNvSpPr/>
          <p:nvPr/>
        </p:nvSpPr>
        <p:spPr>
          <a:xfrm>
            <a:off x="4988692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04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4F32EE-EBE4-A6A7-C038-5167B78D1105}"/>
              </a:ext>
            </a:extLst>
          </p:cNvPr>
          <p:cNvSpPr/>
          <p:nvPr/>
        </p:nvSpPr>
        <p:spPr>
          <a:xfrm>
            <a:off x="6218804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B9631FB-6972-B97D-362D-2F9F4EB690D7}"/>
              </a:ext>
            </a:extLst>
          </p:cNvPr>
          <p:cNvSpPr/>
          <p:nvPr/>
        </p:nvSpPr>
        <p:spPr>
          <a:xfrm>
            <a:off x="3186435" y="2494587"/>
            <a:ext cx="1355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dirty="0">
                <a:ln cmpd="dbl">
                  <a:solidFill>
                    <a:srgbClr val="00BFA6">
                      <a:alpha val="15000"/>
                    </a:srgb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박희진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7CC151-A16E-09C5-E0EA-586EAFE10731}"/>
              </a:ext>
            </a:extLst>
          </p:cNvPr>
          <p:cNvSpPr txBox="1"/>
          <p:nvPr/>
        </p:nvSpPr>
        <p:spPr>
          <a:xfrm>
            <a:off x="1279549" y="4677774"/>
            <a:ext cx="3254329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구현 보조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 기능 개발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코드 정리 및 구조화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 내의 </a:t>
            </a:r>
            <a:r>
              <a:rPr lang="ko-KR" altLang="en-US" sz="1200" dirty="0" err="1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시크도도녀</a:t>
            </a: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담당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06E9CBA-2D43-353A-0929-1BA7FE3B34E2}"/>
              </a:ext>
            </a:extLst>
          </p:cNvPr>
          <p:cNvSpPr/>
          <p:nvPr/>
        </p:nvSpPr>
        <p:spPr>
          <a:xfrm>
            <a:off x="1105365" y="4326264"/>
            <a:ext cx="3904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담당</a:t>
            </a:r>
            <a:endParaRPr lang="ko-KR" altLang="en-US" sz="20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CADC87A-A51C-E888-FB06-FEB1433A610A}"/>
              </a:ext>
            </a:extLst>
          </p:cNvPr>
          <p:cNvCxnSpPr/>
          <p:nvPr/>
        </p:nvCxnSpPr>
        <p:spPr>
          <a:xfrm>
            <a:off x="3525055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0BFB6A0-F1F3-2AB1-3C87-C15F9333E859}"/>
              </a:ext>
            </a:extLst>
          </p:cNvPr>
          <p:cNvSpPr/>
          <p:nvPr/>
        </p:nvSpPr>
        <p:spPr>
          <a:xfrm>
            <a:off x="8319466" y="2585365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6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82FABA1-D3E4-1F9D-BB9A-8C1F9A3D0303}"/>
              </a:ext>
            </a:extLst>
          </p:cNvPr>
          <p:cNvCxnSpPr>
            <a:cxnSpLocks/>
          </p:cNvCxnSpPr>
          <p:nvPr/>
        </p:nvCxnSpPr>
        <p:spPr>
          <a:xfrm>
            <a:off x="8401856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4F8B47-6E9B-E32D-8561-3A90A2101655}"/>
              </a:ext>
            </a:extLst>
          </p:cNvPr>
          <p:cNvSpPr/>
          <p:nvPr/>
        </p:nvSpPr>
        <p:spPr>
          <a:xfrm>
            <a:off x="7697797" y="2484741"/>
            <a:ext cx="1355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dirty="0">
                <a:ln cmpd="dbl">
                  <a:solidFill>
                    <a:srgbClr val="00BFA6">
                      <a:alpha val="15000"/>
                    </a:srgb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한준희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DD6953-1A71-4F96-B1C0-6F28EC78E1E4}"/>
              </a:ext>
            </a:extLst>
          </p:cNvPr>
          <p:cNvSpPr/>
          <p:nvPr/>
        </p:nvSpPr>
        <p:spPr>
          <a:xfrm>
            <a:off x="3186435" y="5140430"/>
            <a:ext cx="1355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dirty="0">
                <a:ln cmpd="dbl">
                  <a:solidFill>
                    <a:srgbClr val="00BFA6">
                      <a:alpha val="15000"/>
                    </a:srgb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김윤영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98CA24-EEF1-896E-FB34-108127023E31}"/>
              </a:ext>
            </a:extLst>
          </p:cNvPr>
          <p:cNvSpPr/>
          <p:nvPr/>
        </p:nvSpPr>
        <p:spPr>
          <a:xfrm>
            <a:off x="7675425" y="5140430"/>
            <a:ext cx="1355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dirty="0">
                <a:ln cmpd="dbl">
                  <a:solidFill>
                    <a:srgbClr val="00BFA6">
                      <a:alpha val="15000"/>
                    </a:srgb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이명재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C06376D-68DC-25EC-5EBE-E544DC6076B8}"/>
              </a:ext>
            </a:extLst>
          </p:cNvPr>
          <p:cNvGrpSpPr/>
          <p:nvPr/>
        </p:nvGrpSpPr>
        <p:grpSpPr>
          <a:xfrm>
            <a:off x="3095174" y="3155869"/>
            <a:ext cx="6038994" cy="1806400"/>
            <a:chOff x="3095174" y="3155869"/>
            <a:chExt cx="6038994" cy="1806400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AB0C851-6770-E99C-4C63-C0EC0DDB0DBC}"/>
                </a:ext>
              </a:extLst>
            </p:cNvPr>
            <p:cNvSpPr/>
            <p:nvPr/>
          </p:nvSpPr>
          <p:spPr>
            <a:xfrm>
              <a:off x="3095174" y="3155869"/>
              <a:ext cx="6038994" cy="1806400"/>
            </a:xfrm>
            <a:prstGeom prst="ellipse">
              <a:avLst/>
            </a:prstGeom>
            <a:solidFill>
              <a:srgbClr val="00BFA6"/>
            </a:solidFill>
            <a:ln>
              <a:solidFill>
                <a:srgbClr val="00BF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EA25EC1-D6BB-3E6E-4F96-A8A541937445}"/>
                </a:ext>
              </a:extLst>
            </p:cNvPr>
            <p:cNvSpPr/>
            <p:nvPr/>
          </p:nvSpPr>
          <p:spPr>
            <a:xfrm>
              <a:off x="5055023" y="3390856"/>
              <a:ext cx="203850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800" b="1" dirty="0">
                  <a:ln cmpd="dbl">
                    <a:solidFill>
                      <a:srgbClr val="00BFA6">
                        <a:alpha val="15000"/>
                      </a:srgbClr>
                    </a:solidFill>
                  </a:ln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팀장 </a:t>
              </a:r>
              <a:r>
                <a:rPr lang="ko-KR" altLang="en-US" sz="2800" b="1" dirty="0" err="1">
                  <a:ln cmpd="dbl">
                    <a:solidFill>
                      <a:srgbClr val="00BFA6">
                        <a:alpha val="15000"/>
                      </a:srgbClr>
                    </a:solidFill>
                  </a:ln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이은비</a:t>
              </a:r>
              <a:endParaRPr lang="ko-KR" altLang="en-US" sz="2800" b="1" dirty="0">
                <a:ln cmpd="dbl">
                  <a:solidFill>
                    <a:srgbClr val="00BFA6">
                      <a:alpha val="15000"/>
                    </a:srgb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40047B0-FFE5-29F5-51BC-FE0799C538CD}"/>
                </a:ext>
              </a:extLst>
            </p:cNvPr>
            <p:cNvSpPr/>
            <p:nvPr/>
          </p:nvSpPr>
          <p:spPr>
            <a:xfrm>
              <a:off x="4554569" y="3840422"/>
              <a:ext cx="308261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ko-KR" altLang="en-US" sz="28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네트워크 담당</a:t>
              </a:r>
              <a:r>
                <a:rPr lang="en-US" altLang="ko-KR" sz="28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</a:t>
              </a:r>
              <a:r>
                <a:rPr lang="ko-KR" altLang="en-US" sz="28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총괄</a:t>
              </a:r>
              <a:endParaRPr lang="en-US" altLang="ko-KR" sz="28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0" algn="r">
                <a:defRPr/>
              </a:pPr>
              <a:r>
                <a:rPr lang="en-US" altLang="ko-KR" sz="12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2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팀 내의 바지사장 담당</a:t>
              </a:r>
              <a:endParaRPr lang="en-US" altLang="ko-KR" sz="1200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F4427876-CA86-EE85-7BB9-882F775A7D30}"/>
              </a:ext>
            </a:extLst>
          </p:cNvPr>
          <p:cNvSpPr txBox="1"/>
          <p:nvPr/>
        </p:nvSpPr>
        <p:spPr>
          <a:xfrm>
            <a:off x="7798812" y="4750920"/>
            <a:ext cx="3254329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r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서버 테스트 자동화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 algn="r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패키지 설치 서비스 활성화 코드 작성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 algn="r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 내의 잡도리 담당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550BBBC-9DC4-CFF4-308E-BB11A8A4821E}"/>
              </a:ext>
            </a:extLst>
          </p:cNvPr>
          <p:cNvSpPr/>
          <p:nvPr/>
        </p:nvSpPr>
        <p:spPr>
          <a:xfrm>
            <a:off x="7242942" y="4337019"/>
            <a:ext cx="3904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20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담당</a:t>
            </a:r>
            <a:endParaRPr lang="ko-KR" altLang="en-US" sz="20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EFD7CA-D083-1D7F-1914-8756E41D0E4D}"/>
              </a:ext>
            </a:extLst>
          </p:cNvPr>
          <p:cNvSpPr txBox="1"/>
          <p:nvPr/>
        </p:nvSpPr>
        <p:spPr>
          <a:xfrm>
            <a:off x="7773357" y="2951139"/>
            <a:ext cx="3254329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r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기초 서버 구축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 algn="r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웹 사이트 제작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 algn="r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 내의 장난꾸러기 담당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362F93-6EB6-D8AF-58F4-70A54879EF39}"/>
              </a:ext>
            </a:extLst>
          </p:cNvPr>
          <p:cNvSpPr/>
          <p:nvPr/>
        </p:nvSpPr>
        <p:spPr>
          <a:xfrm>
            <a:off x="7200239" y="2537238"/>
            <a:ext cx="3904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20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담당</a:t>
            </a:r>
            <a:endParaRPr lang="ko-KR" altLang="en-US" sz="20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8138802-198F-1785-E088-31EC1A76CF62}"/>
              </a:ext>
            </a:extLst>
          </p:cNvPr>
          <p:cNvSpPr txBox="1"/>
          <p:nvPr/>
        </p:nvSpPr>
        <p:spPr>
          <a:xfrm>
            <a:off x="1057522" y="2993507"/>
            <a:ext cx="3254329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기초 서버 구축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 내의 묵묵함 담당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035E9A1-0BF4-7D5F-EC24-08CCAB877B8B}"/>
              </a:ext>
            </a:extLst>
          </p:cNvPr>
          <p:cNvSpPr/>
          <p:nvPr/>
        </p:nvSpPr>
        <p:spPr>
          <a:xfrm>
            <a:off x="994177" y="2617697"/>
            <a:ext cx="3904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담당</a:t>
            </a:r>
            <a:endParaRPr lang="ko-KR" altLang="en-US" sz="20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811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3AB8F6-2385-B397-78A8-5CBDC71CE265}"/>
              </a:ext>
            </a:extLst>
          </p:cNvPr>
          <p:cNvSpPr/>
          <p:nvPr/>
        </p:nvSpPr>
        <p:spPr>
          <a:xfrm>
            <a:off x="0" y="8626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F696A95D-2E31-61A6-31C9-A0D1AFAE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334" y="981075"/>
            <a:ext cx="5507832" cy="4895850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CAFEF811-F33C-1424-D764-B9FB6E1FAC90}"/>
              </a:ext>
            </a:extLst>
          </p:cNvPr>
          <p:cNvSpPr txBox="1">
            <a:spLocks/>
          </p:cNvSpPr>
          <p:nvPr/>
        </p:nvSpPr>
        <p:spPr>
          <a:xfrm>
            <a:off x="1233757" y="775969"/>
            <a:ext cx="38862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48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목  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3E6D0F-6C2C-F153-BC40-567D77F8E5EC}"/>
              </a:ext>
            </a:extLst>
          </p:cNvPr>
          <p:cNvSpPr/>
          <p:nvPr/>
        </p:nvSpPr>
        <p:spPr>
          <a:xfrm rot="5400000">
            <a:off x="3126722" y="489501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664F225-C45D-545E-902D-1221A41B6849}"/>
              </a:ext>
            </a:extLst>
          </p:cNvPr>
          <p:cNvGrpSpPr/>
          <p:nvPr/>
        </p:nvGrpSpPr>
        <p:grpSpPr>
          <a:xfrm>
            <a:off x="470124" y="1839974"/>
            <a:ext cx="7022766" cy="3348974"/>
            <a:chOff x="742539" y="2184779"/>
            <a:chExt cx="7022766" cy="334897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4846F1-6E28-F6B1-4386-E8E9167CE931}"/>
                </a:ext>
              </a:extLst>
            </p:cNvPr>
            <p:cNvSpPr txBox="1"/>
            <p:nvPr/>
          </p:nvSpPr>
          <p:spPr>
            <a:xfrm>
              <a:off x="742539" y="2571478"/>
              <a:ext cx="2670447" cy="296227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1.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프로젝트 소개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프로젝트 개요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프로젝트 일정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프로젝트 시나리오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프로젝트 기술리스트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2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(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네트워크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)</a:t>
              </a:r>
            </a:p>
            <a:p>
              <a:pPr marL="971550" lvl="1" indent="-514350">
                <a:spcAft>
                  <a:spcPts val="200"/>
                </a:spcAft>
                <a:buFont typeface="+mj-lt"/>
                <a:buAutoNum type="arabicPeriod"/>
              </a:pP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2.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네트워크 구축 결과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구성도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2">
                <a:spcAft>
                  <a:spcPts val="200"/>
                </a:spcAft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논리 구성도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2">
                <a:spcAft>
                  <a:spcPts val="200"/>
                </a:spcAft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물리 구성도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marL="742950" lvl="1" indent="-285750">
                <a:spcAft>
                  <a:spcPts val="200"/>
                </a:spcAft>
                <a:buFontTx/>
                <a:buChar char="-"/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결과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3.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marL="742950" lvl="1" indent="-285750">
                <a:spcAft>
                  <a:spcPts val="200"/>
                </a:spcAft>
                <a:buFontTx/>
                <a:buChar char="-"/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흐름도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marL="742950" lvl="1" indent="-285750">
                <a:spcAft>
                  <a:spcPts val="200"/>
                </a:spcAft>
                <a:buFontTx/>
                <a:buChar char="-"/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구성도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marL="742950" lvl="1" indent="-285750">
                <a:spcAft>
                  <a:spcPts val="200"/>
                </a:spcAft>
                <a:buFontTx/>
                <a:buChar char="-"/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제원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marL="742950" lvl="1" indent="-285750">
                <a:spcAft>
                  <a:spcPts val="200"/>
                </a:spcAft>
                <a:buFontTx/>
                <a:buChar char="-"/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(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운영체제 정보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서비스별 패키지 정보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)</a:t>
              </a:r>
            </a:p>
            <a:p>
              <a:pPr marL="742950" lvl="1" indent="-285750">
                <a:spcAft>
                  <a:spcPts val="200"/>
                </a:spcAft>
                <a:buFontTx/>
                <a:buChar char="-"/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결과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28EFA1-4F91-3A7D-C9DF-677690E49156}"/>
                </a:ext>
              </a:extLst>
            </p:cNvPr>
            <p:cNvSpPr txBox="1"/>
            <p:nvPr/>
          </p:nvSpPr>
          <p:spPr>
            <a:xfrm>
              <a:off x="2974001" y="2184779"/>
              <a:ext cx="4791304" cy="223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>
                <a:spcAft>
                  <a:spcPts val="200"/>
                </a:spcAft>
              </a:pP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4.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파이썬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로그분석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2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(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주피터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아파치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FTP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로그 분석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)</a:t>
              </a: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네트워크 자동화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자동화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결과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5. </a:t>
              </a:r>
              <a:r>
                <a:rPr lang="ko-KR" altLang="en-US" sz="1400" dirty="0" err="1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미구현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기능 및 마무리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9520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CAB192-0A20-1563-80DF-74ECC87569BB}"/>
              </a:ext>
            </a:extLst>
          </p:cNvPr>
          <p:cNvSpPr/>
          <p:nvPr/>
        </p:nvSpPr>
        <p:spPr>
          <a:xfrm>
            <a:off x="14514" y="-164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D7D7E8C-FF67-76CD-D65C-7800FC1C8963}"/>
              </a:ext>
            </a:extLst>
          </p:cNvPr>
          <p:cNvGrpSpPr/>
          <p:nvPr/>
        </p:nvGrpSpPr>
        <p:grpSpPr>
          <a:xfrm>
            <a:off x="2300288" y="587989"/>
            <a:ext cx="7591425" cy="1024432"/>
            <a:chOff x="2300288" y="464164"/>
            <a:chExt cx="7591425" cy="1024432"/>
          </a:xfrm>
        </p:grpSpPr>
        <p:sp>
          <p:nvSpPr>
            <p:cNvPr id="14" name="제목 5">
              <a:extLst>
                <a:ext uri="{FF2B5EF4-FFF2-40B4-BE49-F238E27FC236}">
                  <a16:creationId xmlns:a16="http://schemas.microsoft.com/office/drawing/2014/main" id="{8E0915B9-8885-A9DF-B72F-D3281FE93D1D}"/>
                </a:ext>
              </a:extLst>
            </p:cNvPr>
            <p:cNvSpPr txBox="1">
              <a:spLocks/>
            </p:cNvSpPr>
            <p:nvPr/>
          </p:nvSpPr>
          <p:spPr>
            <a:xfrm>
              <a:off x="2300288" y="878694"/>
              <a:ext cx="7591425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ko-KR" altLang="en-US" sz="32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프로젝트 목표</a:t>
              </a: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2C97BBB6-3DDA-D558-16A7-8DAB66E5FD4F}"/>
                </a:ext>
              </a:extLst>
            </p:cNvPr>
            <p:cNvSpPr/>
            <p:nvPr/>
          </p:nvSpPr>
          <p:spPr>
            <a:xfrm>
              <a:off x="5214938" y="464164"/>
              <a:ext cx="1762125" cy="307361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</a:t>
              </a:r>
              <a:r>
                <a:rPr lang="ko-KR" altLang="en-US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차 프로젝트 목적</a:t>
              </a:r>
            </a:p>
          </p:txBody>
        </p:sp>
      </p:grpSp>
      <p:sp>
        <p:nvSpPr>
          <p:cNvPr id="20" name="Freeform 35">
            <a:extLst>
              <a:ext uri="{FF2B5EF4-FFF2-40B4-BE49-F238E27FC236}">
                <a16:creationId xmlns:a16="http://schemas.microsoft.com/office/drawing/2014/main" id="{0C07B076-C09C-CEBC-043E-F861B18E4479}"/>
              </a:ext>
            </a:extLst>
          </p:cNvPr>
          <p:cNvSpPr>
            <a:spLocks/>
          </p:cNvSpPr>
          <p:nvPr/>
        </p:nvSpPr>
        <p:spPr bwMode="auto">
          <a:xfrm>
            <a:off x="4391025" y="2343583"/>
            <a:ext cx="1613310" cy="1613308"/>
          </a:xfrm>
          <a:custGeom>
            <a:avLst/>
            <a:gdLst>
              <a:gd name="T0" fmla="*/ 766 w 2334"/>
              <a:gd name="T1" fmla="*/ 2314 h 2334"/>
              <a:gd name="T2" fmla="*/ 2313 w 2334"/>
              <a:gd name="T3" fmla="*/ 766 h 2334"/>
              <a:gd name="T4" fmla="*/ 2334 w 2334"/>
              <a:gd name="T5" fmla="*/ 494 h 2334"/>
              <a:gd name="T6" fmla="*/ 2267 w 2334"/>
              <a:gd name="T7" fmla="*/ 0 h 2334"/>
              <a:gd name="T8" fmla="*/ 522 w 2334"/>
              <a:gd name="T9" fmla="*/ 0 h 2334"/>
              <a:gd name="T10" fmla="*/ 0 w 2334"/>
              <a:gd name="T11" fmla="*/ 522 h 2334"/>
              <a:gd name="T12" fmla="*/ 0 w 2334"/>
              <a:gd name="T13" fmla="*/ 2267 h 2334"/>
              <a:gd name="T14" fmla="*/ 493 w 2334"/>
              <a:gd name="T15" fmla="*/ 2334 h 2334"/>
              <a:gd name="T16" fmla="*/ 766 w 2334"/>
              <a:gd name="T17" fmla="*/ 231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34">
                <a:moveTo>
                  <a:pt x="766" y="2314"/>
                </a:moveTo>
                <a:cubicBezTo>
                  <a:pt x="838" y="1493"/>
                  <a:pt x="1492" y="839"/>
                  <a:pt x="2313" y="766"/>
                </a:cubicBezTo>
                <a:cubicBezTo>
                  <a:pt x="2327" y="677"/>
                  <a:pt x="2334" y="586"/>
                  <a:pt x="2334" y="494"/>
                </a:cubicBezTo>
                <a:cubicBezTo>
                  <a:pt x="2334" y="323"/>
                  <a:pt x="2310" y="157"/>
                  <a:pt x="2267" y="0"/>
                </a:cubicBezTo>
                <a:lnTo>
                  <a:pt x="522" y="0"/>
                </a:lnTo>
                <a:cubicBezTo>
                  <a:pt x="235" y="0"/>
                  <a:pt x="0" y="235"/>
                  <a:pt x="0" y="522"/>
                </a:cubicBezTo>
                <a:lnTo>
                  <a:pt x="0" y="2267"/>
                </a:lnTo>
                <a:cubicBezTo>
                  <a:pt x="157" y="2311"/>
                  <a:pt x="322" y="2334"/>
                  <a:pt x="493" y="2334"/>
                </a:cubicBezTo>
                <a:cubicBezTo>
                  <a:pt x="586" y="2334"/>
                  <a:pt x="677" y="2327"/>
                  <a:pt x="766" y="231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5" name="Freeform 37">
            <a:extLst>
              <a:ext uri="{FF2B5EF4-FFF2-40B4-BE49-F238E27FC236}">
                <a16:creationId xmlns:a16="http://schemas.microsoft.com/office/drawing/2014/main" id="{DD863FE1-3AFB-F08F-27DF-B628AD38CB28}"/>
              </a:ext>
            </a:extLst>
          </p:cNvPr>
          <p:cNvSpPr>
            <a:spLocks/>
          </p:cNvSpPr>
          <p:nvPr/>
        </p:nvSpPr>
        <p:spPr bwMode="auto">
          <a:xfrm>
            <a:off x="6213050" y="2343583"/>
            <a:ext cx="1587925" cy="1613308"/>
          </a:xfrm>
          <a:custGeom>
            <a:avLst/>
            <a:gdLst>
              <a:gd name="T0" fmla="*/ 21 w 2296"/>
              <a:gd name="T1" fmla="*/ 770 h 2334"/>
              <a:gd name="T2" fmla="*/ 1530 w 2296"/>
              <a:gd name="T3" fmla="*/ 2308 h 2334"/>
              <a:gd name="T4" fmla="*/ 1841 w 2296"/>
              <a:gd name="T5" fmla="*/ 2334 h 2334"/>
              <a:gd name="T6" fmla="*/ 2296 w 2296"/>
              <a:gd name="T7" fmla="*/ 2277 h 2334"/>
              <a:gd name="T8" fmla="*/ 2296 w 2296"/>
              <a:gd name="T9" fmla="*/ 522 h 2334"/>
              <a:gd name="T10" fmla="*/ 1774 w 2296"/>
              <a:gd name="T11" fmla="*/ 0 h 2334"/>
              <a:gd name="T12" fmla="*/ 67 w 2296"/>
              <a:gd name="T13" fmla="*/ 0 h 2334"/>
              <a:gd name="T14" fmla="*/ 0 w 2296"/>
              <a:gd name="T15" fmla="*/ 494 h 2334"/>
              <a:gd name="T16" fmla="*/ 21 w 2296"/>
              <a:gd name="T17" fmla="*/ 77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34">
                <a:moveTo>
                  <a:pt x="21" y="770"/>
                </a:moveTo>
                <a:cubicBezTo>
                  <a:pt x="822" y="859"/>
                  <a:pt x="1455" y="1503"/>
                  <a:pt x="1530" y="2308"/>
                </a:cubicBezTo>
                <a:cubicBezTo>
                  <a:pt x="1631" y="2325"/>
                  <a:pt x="1735" y="2334"/>
                  <a:pt x="1841" y="2334"/>
                </a:cubicBezTo>
                <a:cubicBezTo>
                  <a:pt x="1998" y="2334"/>
                  <a:pt x="2150" y="2314"/>
                  <a:pt x="2296" y="2277"/>
                </a:cubicBezTo>
                <a:lnTo>
                  <a:pt x="2296" y="522"/>
                </a:lnTo>
                <a:cubicBezTo>
                  <a:pt x="2296" y="235"/>
                  <a:pt x="2061" y="0"/>
                  <a:pt x="1774" y="0"/>
                </a:cubicBezTo>
                <a:lnTo>
                  <a:pt x="67" y="0"/>
                </a:lnTo>
                <a:cubicBezTo>
                  <a:pt x="24" y="157"/>
                  <a:pt x="0" y="323"/>
                  <a:pt x="0" y="494"/>
                </a:cubicBezTo>
                <a:cubicBezTo>
                  <a:pt x="0" y="588"/>
                  <a:pt x="7" y="680"/>
                  <a:pt x="21" y="770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6" name="Freeform 39">
            <a:extLst>
              <a:ext uri="{FF2B5EF4-FFF2-40B4-BE49-F238E27FC236}">
                <a16:creationId xmlns:a16="http://schemas.microsoft.com/office/drawing/2014/main" id="{19F3D61A-A15B-DB3E-0A46-D8D0C69FF5AB}"/>
              </a:ext>
            </a:extLst>
          </p:cNvPr>
          <p:cNvSpPr>
            <a:spLocks/>
          </p:cNvSpPr>
          <p:nvPr/>
        </p:nvSpPr>
        <p:spPr bwMode="auto">
          <a:xfrm>
            <a:off x="4391025" y="4154325"/>
            <a:ext cx="1613310" cy="1602026"/>
          </a:xfrm>
          <a:custGeom>
            <a:avLst/>
            <a:gdLst>
              <a:gd name="T0" fmla="*/ 2310 w 2334"/>
              <a:gd name="T1" fmla="*/ 1548 h 2315"/>
              <a:gd name="T2" fmla="*/ 767 w 2334"/>
              <a:gd name="T3" fmla="*/ 20 h 2315"/>
              <a:gd name="T4" fmla="*/ 493 w 2334"/>
              <a:gd name="T5" fmla="*/ 0 h 2315"/>
              <a:gd name="T6" fmla="*/ 0 w 2334"/>
              <a:gd name="T7" fmla="*/ 67 h 2315"/>
              <a:gd name="T8" fmla="*/ 0 w 2334"/>
              <a:gd name="T9" fmla="*/ 1793 h 2315"/>
              <a:gd name="T10" fmla="*/ 522 w 2334"/>
              <a:gd name="T11" fmla="*/ 2315 h 2315"/>
              <a:gd name="T12" fmla="*/ 2272 w 2334"/>
              <a:gd name="T13" fmla="*/ 2315 h 2315"/>
              <a:gd name="T14" fmla="*/ 2334 w 2334"/>
              <a:gd name="T15" fmla="*/ 1840 h 2315"/>
              <a:gd name="T16" fmla="*/ 2310 w 2334"/>
              <a:gd name="T17" fmla="*/ 1548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15">
                <a:moveTo>
                  <a:pt x="2310" y="1548"/>
                </a:moveTo>
                <a:cubicBezTo>
                  <a:pt x="1497" y="1475"/>
                  <a:pt x="848" y="831"/>
                  <a:pt x="767" y="20"/>
                </a:cubicBezTo>
                <a:cubicBezTo>
                  <a:pt x="678" y="7"/>
                  <a:pt x="586" y="0"/>
                  <a:pt x="493" y="0"/>
                </a:cubicBezTo>
                <a:cubicBezTo>
                  <a:pt x="322" y="0"/>
                  <a:pt x="157" y="23"/>
                  <a:pt x="0" y="67"/>
                </a:cubicBezTo>
                <a:lnTo>
                  <a:pt x="0" y="1793"/>
                </a:lnTo>
                <a:cubicBezTo>
                  <a:pt x="0" y="2080"/>
                  <a:pt x="235" y="2315"/>
                  <a:pt x="522" y="2315"/>
                </a:cubicBezTo>
                <a:lnTo>
                  <a:pt x="2272" y="2315"/>
                </a:lnTo>
                <a:cubicBezTo>
                  <a:pt x="2312" y="2163"/>
                  <a:pt x="2334" y="2004"/>
                  <a:pt x="2334" y="1840"/>
                </a:cubicBezTo>
                <a:cubicBezTo>
                  <a:pt x="2334" y="1741"/>
                  <a:pt x="2326" y="1644"/>
                  <a:pt x="2310" y="154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7" name="Freeform 41">
            <a:extLst>
              <a:ext uri="{FF2B5EF4-FFF2-40B4-BE49-F238E27FC236}">
                <a16:creationId xmlns:a16="http://schemas.microsoft.com/office/drawing/2014/main" id="{36B17971-6AC8-C3A2-8A57-D4EB15017C60}"/>
              </a:ext>
            </a:extLst>
          </p:cNvPr>
          <p:cNvSpPr>
            <a:spLocks/>
          </p:cNvSpPr>
          <p:nvPr/>
        </p:nvSpPr>
        <p:spPr bwMode="auto">
          <a:xfrm>
            <a:off x="6213050" y="4154325"/>
            <a:ext cx="1587925" cy="1602026"/>
          </a:xfrm>
          <a:custGeom>
            <a:avLst/>
            <a:gdLst>
              <a:gd name="T0" fmla="*/ 2296 w 2296"/>
              <a:gd name="T1" fmla="*/ 1793 h 2315"/>
              <a:gd name="T2" fmla="*/ 2296 w 2296"/>
              <a:gd name="T3" fmla="*/ 57 h 2315"/>
              <a:gd name="T4" fmla="*/ 1841 w 2296"/>
              <a:gd name="T5" fmla="*/ 0 h 2315"/>
              <a:gd name="T6" fmla="*/ 1528 w 2296"/>
              <a:gd name="T7" fmla="*/ 26 h 2315"/>
              <a:gd name="T8" fmla="*/ 24 w 2296"/>
              <a:gd name="T9" fmla="*/ 1545 h 2315"/>
              <a:gd name="T10" fmla="*/ 0 w 2296"/>
              <a:gd name="T11" fmla="*/ 1840 h 2315"/>
              <a:gd name="T12" fmla="*/ 62 w 2296"/>
              <a:gd name="T13" fmla="*/ 2315 h 2315"/>
              <a:gd name="T14" fmla="*/ 1774 w 2296"/>
              <a:gd name="T15" fmla="*/ 2315 h 2315"/>
              <a:gd name="T16" fmla="*/ 2296 w 2296"/>
              <a:gd name="T17" fmla="*/ 1793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15">
                <a:moveTo>
                  <a:pt x="2296" y="1793"/>
                </a:moveTo>
                <a:lnTo>
                  <a:pt x="2296" y="57"/>
                </a:lnTo>
                <a:cubicBezTo>
                  <a:pt x="2150" y="19"/>
                  <a:pt x="1998" y="0"/>
                  <a:pt x="1841" y="0"/>
                </a:cubicBezTo>
                <a:cubicBezTo>
                  <a:pt x="1734" y="0"/>
                  <a:pt x="1630" y="9"/>
                  <a:pt x="1528" y="26"/>
                </a:cubicBezTo>
                <a:cubicBezTo>
                  <a:pt x="1445" y="822"/>
                  <a:pt x="817" y="1455"/>
                  <a:pt x="24" y="1545"/>
                </a:cubicBezTo>
                <a:cubicBezTo>
                  <a:pt x="8" y="1641"/>
                  <a:pt x="0" y="1740"/>
                  <a:pt x="0" y="1840"/>
                </a:cubicBezTo>
                <a:cubicBezTo>
                  <a:pt x="0" y="2004"/>
                  <a:pt x="22" y="2163"/>
                  <a:pt x="62" y="2315"/>
                </a:cubicBezTo>
                <a:lnTo>
                  <a:pt x="1774" y="2315"/>
                </a:lnTo>
                <a:cubicBezTo>
                  <a:pt x="2061" y="2315"/>
                  <a:pt x="2296" y="2080"/>
                  <a:pt x="2296" y="1793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A778920C-45B7-2BBB-C31E-607D1A623F15}"/>
              </a:ext>
            </a:extLst>
          </p:cNvPr>
          <p:cNvSpPr>
            <a:spLocks/>
          </p:cNvSpPr>
          <p:nvPr/>
        </p:nvSpPr>
        <p:spPr bwMode="auto">
          <a:xfrm>
            <a:off x="4921274" y="2873831"/>
            <a:ext cx="1068960" cy="1068959"/>
          </a:xfrm>
          <a:custGeom>
            <a:avLst/>
            <a:gdLst>
              <a:gd name="T0" fmla="*/ 1547 w 1547"/>
              <a:gd name="T1" fmla="*/ 0 h 1548"/>
              <a:gd name="T2" fmla="*/ 0 w 1547"/>
              <a:gd name="T3" fmla="*/ 1548 h 1548"/>
              <a:gd name="T4" fmla="*/ 1547 w 1547"/>
              <a:gd name="T5" fmla="*/ 0 h 1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7" h="1548">
                <a:moveTo>
                  <a:pt x="1547" y="0"/>
                </a:moveTo>
                <a:cubicBezTo>
                  <a:pt x="726" y="73"/>
                  <a:pt x="72" y="727"/>
                  <a:pt x="0" y="1548"/>
                </a:cubicBezTo>
                <a:cubicBezTo>
                  <a:pt x="798" y="1429"/>
                  <a:pt x="1429" y="798"/>
                  <a:pt x="1547" y="0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9" name="Freeform 38">
            <a:extLst>
              <a:ext uri="{FF2B5EF4-FFF2-40B4-BE49-F238E27FC236}">
                <a16:creationId xmlns:a16="http://schemas.microsoft.com/office/drawing/2014/main" id="{232F4D65-61FB-0D62-E1D1-913C407BF3A5}"/>
              </a:ext>
            </a:extLst>
          </p:cNvPr>
          <p:cNvSpPr>
            <a:spLocks/>
          </p:cNvSpPr>
          <p:nvPr/>
        </p:nvSpPr>
        <p:spPr bwMode="auto">
          <a:xfrm>
            <a:off x="6229972" y="2876653"/>
            <a:ext cx="1043574" cy="1063318"/>
          </a:xfrm>
          <a:custGeom>
            <a:avLst/>
            <a:gdLst>
              <a:gd name="T0" fmla="*/ 1509 w 1509"/>
              <a:gd name="T1" fmla="*/ 1538 h 1538"/>
              <a:gd name="T2" fmla="*/ 0 w 1509"/>
              <a:gd name="T3" fmla="*/ 0 h 1538"/>
              <a:gd name="T4" fmla="*/ 1509 w 1509"/>
              <a:gd name="T5" fmla="*/ 1538 h 1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9" h="1538">
                <a:moveTo>
                  <a:pt x="1509" y="1538"/>
                </a:moveTo>
                <a:cubicBezTo>
                  <a:pt x="1434" y="733"/>
                  <a:pt x="801" y="89"/>
                  <a:pt x="0" y="0"/>
                </a:cubicBezTo>
                <a:cubicBezTo>
                  <a:pt x="118" y="784"/>
                  <a:pt x="730" y="1405"/>
                  <a:pt x="1509" y="1538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0" name="Freeform 40">
            <a:extLst>
              <a:ext uri="{FF2B5EF4-FFF2-40B4-BE49-F238E27FC236}">
                <a16:creationId xmlns:a16="http://schemas.microsoft.com/office/drawing/2014/main" id="{D3A48DA6-E9CC-ABA1-AA92-1F26C45F3B50}"/>
              </a:ext>
            </a:extLst>
          </p:cNvPr>
          <p:cNvSpPr>
            <a:spLocks/>
          </p:cNvSpPr>
          <p:nvPr/>
        </p:nvSpPr>
        <p:spPr bwMode="auto">
          <a:xfrm>
            <a:off x="4921274" y="4168428"/>
            <a:ext cx="1066138" cy="1057677"/>
          </a:xfrm>
          <a:custGeom>
            <a:avLst/>
            <a:gdLst>
              <a:gd name="T0" fmla="*/ 0 w 1543"/>
              <a:gd name="T1" fmla="*/ 0 h 1528"/>
              <a:gd name="T2" fmla="*/ 1543 w 1543"/>
              <a:gd name="T3" fmla="*/ 1528 h 1528"/>
              <a:gd name="T4" fmla="*/ 0 w 1543"/>
              <a:gd name="T5" fmla="*/ 0 h 1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3" h="1528">
                <a:moveTo>
                  <a:pt x="0" y="0"/>
                </a:moveTo>
                <a:cubicBezTo>
                  <a:pt x="81" y="811"/>
                  <a:pt x="730" y="1455"/>
                  <a:pt x="1543" y="1528"/>
                </a:cubicBezTo>
                <a:cubicBezTo>
                  <a:pt x="1418" y="740"/>
                  <a:pt x="791" y="118"/>
                  <a:pt x="0" y="0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1" name="Freeform 42">
            <a:extLst>
              <a:ext uri="{FF2B5EF4-FFF2-40B4-BE49-F238E27FC236}">
                <a16:creationId xmlns:a16="http://schemas.microsoft.com/office/drawing/2014/main" id="{D2B49593-EA94-C3BE-B215-F8CB6BEB25A5}"/>
              </a:ext>
            </a:extLst>
          </p:cNvPr>
          <p:cNvSpPr>
            <a:spLocks/>
          </p:cNvSpPr>
          <p:nvPr/>
        </p:nvSpPr>
        <p:spPr bwMode="auto">
          <a:xfrm>
            <a:off x="6229972" y="4174069"/>
            <a:ext cx="1040755" cy="1049214"/>
          </a:xfrm>
          <a:custGeom>
            <a:avLst/>
            <a:gdLst>
              <a:gd name="T0" fmla="*/ 0 w 1504"/>
              <a:gd name="T1" fmla="*/ 1519 h 1519"/>
              <a:gd name="T2" fmla="*/ 1504 w 1504"/>
              <a:gd name="T3" fmla="*/ 0 h 1519"/>
              <a:gd name="T4" fmla="*/ 0 w 1504"/>
              <a:gd name="T5" fmla="*/ 1519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4" h="1519">
                <a:moveTo>
                  <a:pt x="0" y="1519"/>
                </a:moveTo>
                <a:cubicBezTo>
                  <a:pt x="793" y="1429"/>
                  <a:pt x="1421" y="796"/>
                  <a:pt x="1504" y="0"/>
                </a:cubicBezTo>
                <a:cubicBezTo>
                  <a:pt x="732" y="132"/>
                  <a:pt x="125" y="745"/>
                  <a:pt x="0" y="1519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916B296-7F1A-A386-D099-5CDF75E4FDFF}"/>
              </a:ext>
            </a:extLst>
          </p:cNvPr>
          <p:cNvSpPr/>
          <p:nvPr/>
        </p:nvSpPr>
        <p:spPr>
          <a:xfrm>
            <a:off x="4988692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01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1F549D-6EEB-83FF-09A6-E7DC0AE2386A}"/>
              </a:ext>
            </a:extLst>
          </p:cNvPr>
          <p:cNvSpPr/>
          <p:nvPr/>
        </p:nvSpPr>
        <p:spPr>
          <a:xfrm>
            <a:off x="6218804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B1939A1-6654-9FE9-2A69-7C57DB6DFD12}"/>
              </a:ext>
            </a:extLst>
          </p:cNvPr>
          <p:cNvSpPr/>
          <p:nvPr/>
        </p:nvSpPr>
        <p:spPr>
          <a:xfrm>
            <a:off x="4988692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04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4F32EE-EBE4-A6A7-C038-5167B78D1105}"/>
              </a:ext>
            </a:extLst>
          </p:cNvPr>
          <p:cNvSpPr/>
          <p:nvPr/>
        </p:nvSpPr>
        <p:spPr>
          <a:xfrm>
            <a:off x="6218804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B9631FB-6972-B97D-362D-2F9F4EB690D7}"/>
              </a:ext>
            </a:extLst>
          </p:cNvPr>
          <p:cNvSpPr/>
          <p:nvPr/>
        </p:nvSpPr>
        <p:spPr>
          <a:xfrm>
            <a:off x="4443413" y="2538147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F55AF89-5610-ACC2-E7BA-C4D78CC05E15}"/>
              </a:ext>
            </a:extLst>
          </p:cNvPr>
          <p:cNvSpPr/>
          <p:nvPr/>
        </p:nvSpPr>
        <p:spPr>
          <a:xfrm>
            <a:off x="4443413" y="5024172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목표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9B25FE-B84F-CC61-93F6-D6E2DF4C2222}"/>
              </a:ext>
            </a:extLst>
          </p:cNvPr>
          <p:cNvSpPr/>
          <p:nvPr/>
        </p:nvSpPr>
        <p:spPr>
          <a:xfrm>
            <a:off x="6748463" y="2538147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A4C1BE3-D9E7-78FD-A993-D03B07EA027C}"/>
              </a:ext>
            </a:extLst>
          </p:cNvPr>
          <p:cNvSpPr/>
          <p:nvPr/>
        </p:nvSpPr>
        <p:spPr>
          <a:xfrm>
            <a:off x="6748463" y="5024172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기대 효과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04ECEFD-B184-DE61-7D30-A0CF77288461}"/>
              </a:ext>
            </a:extLst>
          </p:cNvPr>
          <p:cNvCxnSpPr/>
          <p:nvPr/>
        </p:nvCxnSpPr>
        <p:spPr>
          <a:xfrm>
            <a:off x="3525055" y="248059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77CC151-A16E-09C5-E0EA-586EAFE10731}"/>
              </a:ext>
            </a:extLst>
          </p:cNvPr>
          <p:cNvSpPr txBox="1"/>
          <p:nvPr/>
        </p:nvSpPr>
        <p:spPr>
          <a:xfrm>
            <a:off x="681903" y="4962269"/>
            <a:ext cx="3254329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r">
              <a:buFontTx/>
              <a:buChar char="-"/>
            </a:pPr>
            <a:r>
              <a:rPr lang="en-US" altLang="ko-KR" sz="105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paramiko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en-US" altLang="ko-KR" sz="105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netmiko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, subprocess 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라이브러리를</a:t>
            </a:r>
            <a:endParaRPr lang="en-US" altLang="ko-KR" sz="105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algn="r"/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 활용하여 서버 및 네트워크 명령어를 자동화</a:t>
            </a:r>
          </a:p>
          <a:p>
            <a:pPr marL="171450" indent="-171450" algn="r">
              <a:buFontTx/>
              <a:buChar char="-"/>
            </a:pPr>
            <a:r>
              <a:rPr lang="en-US" altLang="ko-KR" sz="105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os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라이브러리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특히 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expect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를 활용하여 기존 사용자 </a:t>
            </a:r>
            <a:endParaRPr lang="en-US" altLang="ko-KR" sz="105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algn="r"/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 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입력이 필요한 서비스 설정 과정 자동화</a:t>
            </a:r>
          </a:p>
          <a:p>
            <a:pPr algn="r"/>
            <a:b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06E9CBA-2D43-353A-0929-1BA7FE3B34E2}"/>
              </a:ext>
            </a:extLst>
          </p:cNvPr>
          <p:cNvSpPr/>
          <p:nvPr/>
        </p:nvSpPr>
        <p:spPr>
          <a:xfrm>
            <a:off x="14514" y="4623715"/>
            <a:ext cx="39044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6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문법 활용 및 코딩 실력 증진</a:t>
            </a:r>
            <a:endParaRPr lang="ko-KR" altLang="en-US" sz="16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CADC87A-A51C-E888-FB06-FEB1433A610A}"/>
              </a:ext>
            </a:extLst>
          </p:cNvPr>
          <p:cNvCxnSpPr/>
          <p:nvPr/>
        </p:nvCxnSpPr>
        <p:spPr>
          <a:xfrm>
            <a:off x="3525055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B6C02A6-9532-EA6C-4D3A-0F71AE8BFD9C}"/>
              </a:ext>
            </a:extLst>
          </p:cNvPr>
          <p:cNvSpPr txBox="1"/>
          <p:nvPr/>
        </p:nvSpPr>
        <p:spPr>
          <a:xfrm>
            <a:off x="8287556" y="5006311"/>
            <a:ext cx="3227364" cy="8491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기초 인프라를 구축하여 모든 팀원들이 네트워크 연결의 흐름과 서버의 구축 및 서비스 관리의 과정을 이해함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8B29CB7-8DD7-DBA5-F986-93E568DBE71D}"/>
              </a:ext>
            </a:extLst>
          </p:cNvPr>
          <p:cNvSpPr/>
          <p:nvPr/>
        </p:nvSpPr>
        <p:spPr>
          <a:xfrm>
            <a:off x="8287556" y="4623715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기대 효과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EEA1D86-1281-D57B-7B37-A2B401183AAB}"/>
              </a:ext>
            </a:extLst>
          </p:cNvPr>
          <p:cNvGrpSpPr/>
          <p:nvPr/>
        </p:nvGrpSpPr>
        <p:grpSpPr>
          <a:xfrm>
            <a:off x="8319466" y="2480590"/>
            <a:ext cx="3227364" cy="1056361"/>
            <a:chOff x="8319466" y="2480590"/>
            <a:chExt cx="3227364" cy="105636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B6B8286-FBE8-AEDB-6D92-EFF29A7176E1}"/>
                </a:ext>
              </a:extLst>
            </p:cNvPr>
            <p:cNvSpPr txBox="1"/>
            <p:nvPr/>
          </p:nvSpPr>
          <p:spPr>
            <a:xfrm>
              <a:off x="8319466" y="2923919"/>
              <a:ext cx="3227364" cy="6130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배운 기술 최대한 모두 활용</a:t>
              </a:r>
            </a:p>
            <a:p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각각의 서버에 기획한 서비스들을 적용</a:t>
              </a:r>
            </a:p>
            <a:p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데이터 안정성 및 서비스 이해도 강화</a:t>
              </a:r>
            </a:p>
            <a:p>
              <a:b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</a:b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0BFB6A0-F1F3-2AB1-3C87-C15F9333E859}"/>
                </a:ext>
              </a:extLst>
            </p:cNvPr>
            <p:cNvSpPr/>
            <p:nvPr/>
          </p:nvSpPr>
          <p:spPr>
            <a:xfrm>
              <a:off x="8319466" y="2585365"/>
              <a:ext cx="26670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6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서비스들의 다양한 활용</a:t>
              </a:r>
              <a:endPara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6B6CA673-0CA1-1459-2770-1812AEDAE6C6}"/>
                </a:ext>
              </a:extLst>
            </p:cNvPr>
            <p:cNvCxnSpPr>
              <a:cxnSpLocks/>
            </p:cNvCxnSpPr>
            <p:nvPr/>
          </p:nvCxnSpPr>
          <p:spPr>
            <a:xfrm>
              <a:off x="8401856" y="2480590"/>
              <a:ext cx="247650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82FABA1-D3E4-1F9D-BB9A-8C1F9A3D0303}"/>
              </a:ext>
            </a:extLst>
          </p:cNvPr>
          <p:cNvCxnSpPr>
            <a:cxnSpLocks/>
          </p:cNvCxnSpPr>
          <p:nvPr/>
        </p:nvCxnSpPr>
        <p:spPr>
          <a:xfrm>
            <a:off x="8401856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그림 70" descr="스크린샷, 디자인이(가) 표시된 사진&#10;&#10;자동 생성된 설명">
            <a:extLst>
              <a:ext uri="{FF2B5EF4-FFF2-40B4-BE49-F238E27FC236}">
                <a16:creationId xmlns:a16="http://schemas.microsoft.com/office/drawing/2014/main" id="{6FE905CB-A0B9-B567-AB62-24AEEA013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5" y="3623620"/>
            <a:ext cx="1047750" cy="780676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35DB81B9-E091-1C9D-28CE-104F76C9DAD9}"/>
              </a:ext>
            </a:extLst>
          </p:cNvPr>
          <p:cNvGrpSpPr/>
          <p:nvPr/>
        </p:nvGrpSpPr>
        <p:grpSpPr>
          <a:xfrm>
            <a:off x="875876" y="2580860"/>
            <a:ext cx="3082618" cy="951586"/>
            <a:chOff x="1122614" y="2580860"/>
            <a:chExt cx="3082618" cy="95158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F41F51A-8D3D-62A5-B62B-330DA294A9A6}"/>
                </a:ext>
              </a:extLst>
            </p:cNvPr>
            <p:cNvSpPr txBox="1"/>
            <p:nvPr/>
          </p:nvSpPr>
          <p:spPr>
            <a:xfrm>
              <a:off x="1782121" y="2919414"/>
              <a:ext cx="2417397" cy="6130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배운 기술 최대한 모두 활용</a:t>
              </a:r>
            </a:p>
            <a:p>
              <a:pPr algn="r"/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모든 네트워크 단의 안정적인 연결</a:t>
              </a:r>
            </a:p>
            <a:p>
              <a:pPr algn="r"/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패킷 동작 흐름에 대한 이해도 증진</a:t>
              </a:r>
            </a:p>
            <a:p>
              <a:pPr algn="r"/>
              <a:b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</a:b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40047B0-FFE5-29F5-51BC-FE0799C538CD}"/>
                </a:ext>
              </a:extLst>
            </p:cNvPr>
            <p:cNvSpPr/>
            <p:nvPr/>
          </p:nvSpPr>
          <p:spPr>
            <a:xfrm>
              <a:off x="1122614" y="2580860"/>
              <a:ext cx="308261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ko-KR" altLang="en-US" sz="16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모든 네트워크 단의 안정적인 연결</a:t>
              </a:r>
              <a:endPara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908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8ECD-558F-044F-9B11-AD18832E5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0455D83-C25D-EA46-4081-629CA48235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6BEEA4E3-1479-98EB-29EB-5CACFA402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133" y="1804988"/>
            <a:ext cx="4066581" cy="3614738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82046FAA-0265-647A-0B7F-3695E56F2B52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시나리오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7BE10D-1E66-5719-ECB6-F29FAE8FCAFB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17D3E8-F6C7-4A7A-F12E-1BDFE21EF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5286F69-ABAF-3416-EBD1-6260B305866A}"/>
              </a:ext>
            </a:extLst>
          </p:cNvPr>
          <p:cNvGrpSpPr/>
          <p:nvPr/>
        </p:nvGrpSpPr>
        <p:grpSpPr>
          <a:xfrm>
            <a:off x="1153273" y="1679042"/>
            <a:ext cx="4465810" cy="349815"/>
            <a:chOff x="954357" y="1896756"/>
            <a:chExt cx="4465810" cy="349815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0C871D2-D518-0C1F-6C32-CF03105AB4FA}"/>
                </a:ext>
              </a:extLst>
            </p:cNvPr>
            <p:cNvSpPr/>
            <p:nvPr/>
          </p:nvSpPr>
          <p:spPr>
            <a:xfrm>
              <a:off x="954357" y="1896756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백본망</a:t>
              </a:r>
              <a:endParaRPr lang="ko-KR" altLang="en-US" sz="1600" dirty="0">
                <a:solidFill>
                  <a:schemeClr val="tx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3E3F9D-8F89-3E05-A1A7-0E41950034B1}"/>
                </a:ext>
              </a:extLst>
            </p:cNvPr>
            <p:cNvSpPr txBox="1"/>
            <p:nvPr/>
          </p:nvSpPr>
          <p:spPr>
            <a:xfrm>
              <a:off x="2419024" y="1915854"/>
              <a:ext cx="30011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이더넷 연결 및 메인 </a:t>
              </a:r>
              <a:r>
                <a:rPr lang="ko-KR" altLang="en-US" sz="1400" dirty="0" err="1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코어망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서버 구축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DD702307-12E1-D6A8-C808-FAD1ACD580FC}"/>
              </a:ext>
            </a:extLst>
          </p:cNvPr>
          <p:cNvGrpSpPr/>
          <p:nvPr/>
        </p:nvGrpSpPr>
        <p:grpSpPr>
          <a:xfrm>
            <a:off x="1154636" y="2364995"/>
            <a:ext cx="5520587" cy="523220"/>
            <a:chOff x="954357" y="2804632"/>
            <a:chExt cx="5520587" cy="523220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4370A77-0329-DFEC-F116-B7A23357558E}"/>
                </a:ext>
              </a:extLst>
            </p:cNvPr>
            <p:cNvSpPr/>
            <p:nvPr/>
          </p:nvSpPr>
          <p:spPr>
            <a:xfrm>
              <a:off x="954357" y="2886052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LB</a:t>
              </a:r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본사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B0173C-AF86-71D7-DEFE-0E184718EC73}"/>
                </a:ext>
              </a:extLst>
            </p:cNvPr>
            <p:cNvSpPr txBox="1"/>
            <p:nvPr/>
          </p:nvSpPr>
          <p:spPr>
            <a:xfrm>
              <a:off x="2419025" y="2804632"/>
              <a:ext cx="40559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각 네트워크 대역과의 적절한 통신을 하는 회선 구축</a:t>
              </a:r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</a:t>
              </a:r>
            </a:p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여러 서비스를 하는 서버 구축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D1CB35B-FE4D-E661-3EB4-88FB50A6862C}"/>
              </a:ext>
            </a:extLst>
          </p:cNvPr>
          <p:cNvGrpSpPr/>
          <p:nvPr/>
        </p:nvGrpSpPr>
        <p:grpSpPr>
          <a:xfrm>
            <a:off x="1153272" y="3135726"/>
            <a:ext cx="3350121" cy="523220"/>
            <a:chOff x="954357" y="3784726"/>
            <a:chExt cx="3350121" cy="52322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FFF78D60-075F-A031-D8D8-D7193AD89BBB}"/>
                </a:ext>
              </a:extLst>
            </p:cNvPr>
            <p:cNvSpPr/>
            <p:nvPr/>
          </p:nvSpPr>
          <p:spPr>
            <a:xfrm>
              <a:off x="954357" y="3872172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데이터센터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D0F283-67EB-56FA-B2A9-85E1D1007FE3}"/>
                </a:ext>
              </a:extLst>
            </p:cNvPr>
            <p:cNvSpPr txBox="1"/>
            <p:nvPr/>
          </p:nvSpPr>
          <p:spPr>
            <a:xfrm>
              <a:off x="2419025" y="3784726"/>
              <a:ext cx="18854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안정적인 회선 구축 </a:t>
              </a:r>
              <a:endParaRPr lang="en-US" altLang="ko-KR" sz="1400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KVM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가상화 환경 구축</a:t>
              </a:r>
              <a:endParaRPr lang="en-US" altLang="ko-KR" sz="1400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EF32D17-00B0-8CDF-C1DF-6AA856594946}"/>
              </a:ext>
            </a:extLst>
          </p:cNvPr>
          <p:cNvGrpSpPr/>
          <p:nvPr/>
        </p:nvGrpSpPr>
        <p:grpSpPr>
          <a:xfrm>
            <a:off x="1153272" y="4002428"/>
            <a:ext cx="4058648" cy="349815"/>
            <a:chOff x="954356" y="4756775"/>
            <a:chExt cx="4058648" cy="349815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6EC0807A-F9FD-AD05-9FDE-B0028CB3DC53}"/>
                </a:ext>
              </a:extLst>
            </p:cNvPr>
            <p:cNvSpPr/>
            <p:nvPr/>
          </p:nvSpPr>
          <p:spPr>
            <a:xfrm>
              <a:off x="954356" y="4756775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기지국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D8EC6E-2B94-AE18-57DE-162EB9F7F466}"/>
                </a:ext>
              </a:extLst>
            </p:cNvPr>
            <p:cNvSpPr txBox="1"/>
            <p:nvPr/>
          </p:nvSpPr>
          <p:spPr>
            <a:xfrm>
              <a:off x="2419024" y="4777793"/>
              <a:ext cx="25939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본사와 사용자 사이의 통신 연결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92BFA72-18A8-D52D-5CF3-BDDBB0F734C8}"/>
              </a:ext>
            </a:extLst>
          </p:cNvPr>
          <p:cNvGrpSpPr/>
          <p:nvPr/>
        </p:nvGrpSpPr>
        <p:grpSpPr>
          <a:xfrm>
            <a:off x="1153271" y="5507978"/>
            <a:ext cx="5262503" cy="349815"/>
            <a:chOff x="954356" y="5745853"/>
            <a:chExt cx="5262503" cy="349815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E6418030-F425-5D64-B404-287046B67FE8}"/>
                </a:ext>
              </a:extLst>
            </p:cNvPr>
            <p:cNvSpPr/>
            <p:nvPr/>
          </p:nvSpPr>
          <p:spPr>
            <a:xfrm>
              <a:off x="954356" y="5745853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사용자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010AB1-EEA2-E5DB-0478-AEDF08AB4959}"/>
                </a:ext>
              </a:extLst>
            </p:cNvPr>
            <p:cNvSpPr txBox="1"/>
            <p:nvPr/>
          </p:nvSpPr>
          <p:spPr>
            <a:xfrm>
              <a:off x="2419024" y="5760845"/>
              <a:ext cx="3797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NAT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을 통해 네트워크 대역을 사설 대역으로 변환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E363075-E179-6C1F-BA51-E5D4670D9934}"/>
              </a:ext>
            </a:extLst>
          </p:cNvPr>
          <p:cNvGrpSpPr/>
          <p:nvPr/>
        </p:nvGrpSpPr>
        <p:grpSpPr>
          <a:xfrm>
            <a:off x="1153271" y="4668500"/>
            <a:ext cx="3492627" cy="523220"/>
            <a:chOff x="954356" y="5659150"/>
            <a:chExt cx="3492627" cy="52322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93346FF6-6936-E6FC-999F-8E54B57CAFD7}"/>
                </a:ext>
              </a:extLst>
            </p:cNvPr>
            <p:cNvSpPr/>
            <p:nvPr/>
          </p:nvSpPr>
          <p:spPr>
            <a:xfrm>
              <a:off x="954356" y="5745853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대리점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54B5A0-C3B2-D841-3177-7E9291237046}"/>
                </a:ext>
              </a:extLst>
            </p:cNvPr>
            <p:cNvSpPr txBox="1"/>
            <p:nvPr/>
          </p:nvSpPr>
          <p:spPr>
            <a:xfrm>
              <a:off x="2415658" y="5659150"/>
              <a:ext cx="20313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각 네트워크 회선 분리</a:t>
              </a:r>
              <a:endParaRPr lang="en-US" altLang="ko-KR" sz="1400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VNC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원격제어 환경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4071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6DAB-2904-EE69-C76C-48A8EB3FD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7E7203-161F-380D-7CDC-FDCFEA2D9B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C6650E79-D1FC-A73E-1E87-47A34D052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133" y="1804988"/>
            <a:ext cx="4066581" cy="3614738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64A20916-EADA-69B5-A336-281E2D160651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일정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2D7ABA-7D8C-D428-C4C0-F258BC3676BA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05D4396-8076-F773-C8FE-B04D820BD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24F3E9A-BF19-2CF0-92AE-042FB4664D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607" r="498" b="-1"/>
          <a:stretch>
            <a:fillRect/>
          </a:stretch>
        </p:blipFill>
        <p:spPr>
          <a:xfrm>
            <a:off x="1065104" y="1163715"/>
            <a:ext cx="5375548" cy="525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8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F94C-6BB4-874C-96D2-617B5DA9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19A949-87FB-BC0C-80FA-973D069A53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9" name="제목 5">
            <a:extLst>
              <a:ext uri="{FF2B5EF4-FFF2-40B4-BE49-F238E27FC236}">
                <a16:creationId xmlns:a16="http://schemas.microsoft.com/office/drawing/2014/main" id="{6650D4DB-ED4D-F11F-4BF2-9EAA6F798C0A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네트워크 기술 리스트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4195BA4-D395-8753-CF30-B14011D1FFCE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0A2461E-D925-2902-BBFE-CA5D24912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BEFCA9F-F797-980A-A5D6-DF3E0F54F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904695"/>
              </p:ext>
            </p:extLst>
          </p:nvPr>
        </p:nvGraphicFramePr>
        <p:xfrm>
          <a:off x="755276" y="1364085"/>
          <a:ext cx="10681447" cy="5057745"/>
        </p:xfrm>
        <a:graphic>
          <a:graphicData uri="http://schemas.openxmlformats.org/drawingml/2006/table">
            <a:tbl>
              <a:tblPr/>
              <a:tblGrid>
                <a:gridCol w="1277471">
                  <a:extLst>
                    <a:ext uri="{9D8B030D-6E8A-4147-A177-3AD203B41FA5}">
                      <a16:colId xmlns:a16="http://schemas.microsoft.com/office/drawing/2014/main" val="4082589377"/>
                    </a:ext>
                  </a:extLst>
                </a:gridCol>
                <a:gridCol w="792708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927819">
                  <a:extLst>
                    <a:ext uri="{9D8B030D-6E8A-4147-A177-3AD203B41FA5}">
                      <a16:colId xmlns:a16="http://schemas.microsoft.com/office/drawing/2014/main" val="461927618"/>
                    </a:ext>
                  </a:extLst>
                </a:gridCol>
                <a:gridCol w="7683449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</a:tblGrid>
              <a:tr h="3856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기술명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사용 목적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363666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SWITCH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DHCP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VPCS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 네트워크 내의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DHCP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서버로부터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주소를 자동으로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할당받아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Client Device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의 동적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설정을 테스트</a:t>
                      </a: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 err="1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하나의 스위치를 여러 개의 논리적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Broadcast Domain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으로 분할하여 네트워크의 유연성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보안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성능을 향상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 err="1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InterVlan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서로 다른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에 속한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Host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들이 통신할 수 있도록 라우팅 기능을 제공하여 네트워크 확장성 확보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VTP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 내의 스위치 간에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정보를 자동 동기화하여 대규모 네트워크에서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설정 및 관리를 단순화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Trunk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여러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에 속하는 트래픽을 하나의 물리적인 링크를 통해 전송할 수 있도록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Switch Trunk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포트 구성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STP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스위치 네트워크에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Loop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 발생하는 것을 방지하고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통신 경로의 이중화를 제공하여 안정적인 네트워크 환경 유지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  <a:tr h="3868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Frame Relay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Frame Relay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다수의 원격 네트워크를 하나의 공유된 통신망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WAN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으로 연결하여 전용선 대비 비용 효율적인 통신 환경 구축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119517"/>
                  </a:ext>
                </a:extLst>
              </a:tr>
              <a:tr h="64861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ROUTER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DHCP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소규모 네트워크에서 라우터가 직접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주소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Gateway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등을 할당하여 별도 서버 없이 클라이언트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PC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자동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35355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STATIC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관리자가 수동으로 경로를 지정하여 단순하거나 통제된 네트워크 구조에서 트래픽의 흐름을 명확하게 제어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05092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NAT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summary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사설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(VM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또는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VPC)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Cloud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노드를 통해 외부 공인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네트워크로 접근하도록 주소 변환 기능 구현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965092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PPP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PPP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다양한 벤더 장비 간의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Serial WAN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연결 및 인증 기능을 제공하기 위한 개방형 캡슐화 프로토콜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998135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PAP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PPP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연결 시 비밀번호를 암호화하여 전송하는 보안성이 높은 인증 방식을 설정하여 중간자 공격 방지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506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752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3FF63-9814-55E9-7B5C-3099BB00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4EE86E-A216-4AB2-31DE-E08FCBF957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9" name="제목 5">
            <a:extLst>
              <a:ext uri="{FF2B5EF4-FFF2-40B4-BE49-F238E27FC236}">
                <a16:creationId xmlns:a16="http://schemas.microsoft.com/office/drawing/2014/main" id="{9874E86A-D3FC-D71F-21CA-243AB703D972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서버 기술 리스트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C40BDB-3AA8-E8AF-F1B9-FD112B423FBC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81A63FF-6754-0260-5C3C-6A19A41EC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2DE9305-1DD3-F502-9ACD-9BEEF64FD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419372"/>
              </p:ext>
            </p:extLst>
          </p:nvPr>
        </p:nvGraphicFramePr>
        <p:xfrm>
          <a:off x="755276" y="1440961"/>
          <a:ext cx="10681447" cy="4575651"/>
        </p:xfrm>
        <a:graphic>
          <a:graphicData uri="http://schemas.openxmlformats.org/drawingml/2006/table">
            <a:tbl>
              <a:tblPr/>
              <a:tblGrid>
                <a:gridCol w="1992123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8689324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</a:tblGrid>
              <a:tr h="3856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분류</a:t>
                      </a: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사용 목적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DHCP</a:t>
                      </a:r>
                      <a:endParaRPr 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 내의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PC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에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주소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Gateway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등을 자동으로 할당하여 수동 설정으로 인한 오류 제거 및 관리 부담 최소화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Log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분석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system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및 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jupyter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 로그 파일을 분석하여 서버 오류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보안 침해 시도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비정상적인 접근 패턴 등을 식별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SAMBA</a:t>
                      </a:r>
                      <a:endParaRPr 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Linux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의 특정 디렉터리를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Windows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파일 시스템처럼 네트워크 공유하여 파일 접근성 및 공동 작업 효율성 향상</a:t>
                      </a:r>
                      <a:endParaRPr lang="ko-KR" alt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Partition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하나의 물리적 디스크를 여러 개의 논리적 공간으로 나누어 사용 데이터 격리 및 운영체제 재설치 시 데이터 보호를 위해 사용</a:t>
                      </a:r>
                      <a:endParaRPr lang="ko-KR" alt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RAID 10</a:t>
                      </a:r>
                      <a:endParaRPr 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RAID 10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은 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RAID 1(</a:t>
                      </a:r>
                      <a:r>
                        <a:rPr lang="ko-KR" alt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미러링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과 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RAID 0(</a:t>
                      </a:r>
                      <a:r>
                        <a:rPr lang="ko-KR" alt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스트라이핑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의 기능을 결합한 방식으로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뛰어난 성능과 높은 안정성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데이터 가용성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을 동시에 제공</a:t>
                      </a:r>
                      <a:endParaRPr lang="ko-KR" altLang="en-US" sz="12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NFS-Server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로컬 디스크의 특정 디렉토리를 네트워크를 통해 외부에 공유하여 클라이언트가 원격으로 파일 시스템에 접근할 수 있도록 제공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  <a:tr h="3868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NFS-Client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Server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 공유한 원격 디렉토리를 자신의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Linux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시스템에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마운트하여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로컬 디스크처럼 파일을 읽고 쓸 수 있도록 접근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119517"/>
                  </a:ext>
                </a:extLst>
              </a:tr>
              <a:tr h="4010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RDP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서버에서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Linux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GUI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환경에 원격 접속하여 마우스와 그래픽 인터페이스를  통해 서버를 관리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35355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X-RDP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리눅스 시스템에 원격 데스크톱 접속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(RDP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프로토콜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)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을 가능하게 해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윈도우의 원격 데스크톱처럼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GUI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환경으로 원격 제어하기 위한 도구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05092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VNC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네트워크를 통해 서버의 현재 데스크톱 화면 또는 별도의 가상 세션을 공유하여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로컬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PC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에서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GUI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환경을 제어하고 관리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767544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Monitorix</a:t>
                      </a:r>
                      <a:endParaRPr 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CPU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사용량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메모리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 트래픽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디스크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I/O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등 다양한 시스템 지표를 웹 기반 그래프로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시각화하여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상태 변화를 지속적으로 모니터링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965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662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608C0-2224-44D0-12FB-710383B3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99761C-2CDA-30D6-EAE1-9DEF368AC7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9" name="제목 5">
            <a:extLst>
              <a:ext uri="{FF2B5EF4-FFF2-40B4-BE49-F238E27FC236}">
                <a16:creationId xmlns:a16="http://schemas.microsoft.com/office/drawing/2014/main" id="{9A1C70D8-6A40-FAF6-3B47-16F53ADDF317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서버 기술 리스트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BCA0B0E-F157-CB39-E0A9-F9EA5DBB1D36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D54B72-598E-8D27-3B87-3F349D3C5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3EF7CCE-15A0-8672-A7E3-C95FFDBCB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058970"/>
              </p:ext>
            </p:extLst>
          </p:nvPr>
        </p:nvGraphicFramePr>
        <p:xfrm>
          <a:off x="755276" y="1440961"/>
          <a:ext cx="10681447" cy="3909279"/>
        </p:xfrm>
        <a:graphic>
          <a:graphicData uri="http://schemas.openxmlformats.org/drawingml/2006/table">
            <a:tbl>
              <a:tblPr/>
              <a:tblGrid>
                <a:gridCol w="1992123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8689324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</a:tblGrid>
              <a:tr h="3856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분류</a:t>
                      </a: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사용 목적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Diskquota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서버나 파일 시스템에서 사용자나 그룹별로 사용할 수 있는 디스크 공간과 파일 개수를 제한하여 자원을 효율적으로 관리하고 디스크 고갈을 방지</a:t>
                      </a:r>
                      <a:endParaRPr lang="ko-KR" alt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MariaDB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데이터를 저장</a:t>
                      </a: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관리</a:t>
                      </a: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조회하기 위한 오픈소스 관계형 데이터베이스 관리 시스템</a:t>
                      </a: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(RDBMS)</a:t>
                      </a:r>
                      <a:endParaRPr lang="ko-KR" alt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PHP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웹 서버에서 동적으로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HTML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페이지를 생성하고 데이터베이스와 연동하기 위한 서버사이드 스크립트 언어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APACHE2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웹 페이지를 클라이언트에게 제공하기 위한 오픈소스 웹 서버 소프트웨어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VirtualHost</a:t>
                      </a:r>
                      <a:endParaRPr 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하나의 서버에서 여러 개의 도메인이나 웹사이트를 동시에 운영하기 위한 기능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FTP</a:t>
                      </a:r>
                      <a:endParaRPr 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네트워크를 통해 파일을 업로드하거나 다운로드하기 위한 파일 전송 프로토콜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  <a:tr h="3868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DNS</a:t>
                      </a:r>
                      <a:endParaRPr 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도메인 이름을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주소로 변환하여 사용자가 웹사이트에 쉽게 접근할 수 있도록 하는 시스템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119517"/>
                  </a:ext>
                </a:extLst>
              </a:tr>
              <a:tr h="4010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iSCSI</a:t>
                      </a:r>
                      <a:endParaRPr 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네트워크를 통해 원격 저장장치를 로컬 디스크처럼 사용하기 위한 스토리지 전송 프로토콜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35355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KVM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리눅스에서 가상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머신을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생성하고 관리하기 위한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하이퍼바이저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가상화 기술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)</a:t>
                      </a:r>
                      <a:endParaRPr lang="ko-KR" alt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05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908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5C812-71DB-A623-1E87-4DBE00EE7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6AF2A7A0-EA0A-1549-C52D-F99C9E87E09A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EFBDADD8-DDA3-E1C6-5BB4-3CA073DCBE42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23CEAF6D-5016-C654-3DF8-1820131FB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51A2F0B2-DC16-07EB-A2E6-94AC48D24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BF7CC72F-BF04-D004-9826-585ECA113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50B96DF1-F161-1F16-CD07-6E7468E99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BC1FE810-1169-4D26-DA41-35C47B35A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049195FC-5A50-CEB7-6F1E-751901921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7D10BCA6-2B69-ED53-5D78-FFBC513AF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08378C05-37FB-82E2-D7B2-75C4FAF04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9E2EC6BC-BBEA-88F3-F41A-FDF792518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FC244D40-17D4-A266-449C-083CD9A5C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7D5CE173-24BD-B2CB-E36F-0D4921B85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02C54B17-2E2C-30A1-3163-B5AE2881B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66304955-5D13-A000-3529-01555906F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CD2F3F98-09D5-BCD1-B21A-C838729DD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EF89ECD5-3D00-7581-E769-303043CBB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04CE2817-56C4-2A9C-A328-A5B913FA8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6C13E690-D3BC-8E5F-11F9-37694E961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6855F833-D63F-C2FB-93E9-A44D4DE89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20DD8670-F5CE-14B0-6CD9-86C6DD487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F820DDF6-4C77-095E-88C3-99B37EDEB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05CBCA8A-0279-CF2B-3520-8675180B4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06DB6D02-0315-C56C-87B4-16728D6A7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53650F3A-B5D7-87C3-5898-032DE7559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AA6EBFDF-35F1-7875-701E-0F7F8E249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B3365A5D-0643-BF58-C230-36B89B0CE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7BCEC45E-A107-1C66-FF4C-A00E9496D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F446832-A0CA-18EA-9635-86CC7F3BB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F139FAB0-6163-493C-E589-AE83F6D18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0D85B472-01BB-3EA1-8C63-01A8CD1D2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04354ECA-807E-18F0-F106-C5A4AC1C2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5C68BFD0-B09D-F381-D053-C0B561483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2C372FDC-B8E6-CEA4-7901-D4B4A4720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41265A3A-8D7E-73F4-F80B-2FAE0A215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F5B67496-CB5F-FB9D-DE48-3DA486FBB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44E7351D-7C48-5D7B-6282-A6F4AC9EE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F1E8BD1F-5C89-C99C-0A4A-0A94D364C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CBDA9326-4421-6267-0F5E-7D4847661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CB801DC6-1A23-4237-0A3A-6E25D284A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A204538B-2BC8-C011-9DBE-707415B60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9197E4E4-C2B1-AD46-DEBC-EB1B319EA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0B37591B-C182-C684-2DD1-17FF94E97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2561849-753C-50F8-C187-EAFC42AA7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493C310F-54F6-467A-580E-A37BE3E30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3C05BDF9-895E-0847-AC22-429FB17A2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B4F6BF62-5ADB-6B38-64F7-76248B782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61C0070A-F183-3F4C-A7CE-A5EAA64CB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88799403-95AB-EEC8-CC1B-1420C97D1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ECABEE1F-0F80-4405-D656-0798E0CAD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833B951A-4F9D-C45D-172D-6E5FBB9AE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BD7C893E-562B-501B-7C00-ABDFFA16B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E6FDCD41-5F32-5FDE-A7DF-4A2EC244A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7C18B881-CB5D-8B64-3CD2-76482CE5F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82F3E013-7A23-D08E-7BD2-F3517232A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A57F22AA-4791-40C8-7707-FCE404497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332836ED-D97B-6623-C887-601897392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6BD93883-B847-B5A1-9884-A2A06DEBA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230321D-F1EB-8C63-080B-F9490E30B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5CA2243E-FAD8-116E-E6C4-0D18CF932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3D02E3EC-8F8B-7166-B378-CD7E0CDB5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5BF28A97-9694-3D0E-F49B-58A14439A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D310CEED-33B3-9E35-E57E-1A5BB56B3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85D8B58F-99D8-B88C-A6CA-5B3A90DB7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FEE30183-7461-2820-24BA-1A26D48C2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377BAF25-9FE2-A206-DCFF-D7C78BAA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B1DD8E0D-DE6B-C3D7-3E01-0FE713EDF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C1CA3D5A-19A9-0DC7-5EAA-4FBA6A604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AC4AF080-F14B-D7F1-444A-E0B4AAAD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89BDB5D0-AA48-38ED-0CB9-6B8C21F87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552A05B4-E53C-2E76-BBF6-874E19F97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AB2CDDA7-1BCD-D9D9-945D-DC43D23E5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2DEC6A9C-79A0-25F1-E711-84863261C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825874E2-3309-9697-87A6-E6567F853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87F26FD9-7AFF-1D0E-66A0-9AF605584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8BF276D3-61A4-8D75-8673-545A267F2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7FBF5564-0E4F-2AF5-ADB7-06158DDF0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4882F819-5539-B472-1C35-959C1B19D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6F926BFF-EEBD-D279-CEF7-70609B58C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9DF5B174-7750-DD81-4B2C-579D63B1B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68A8A225-CE2E-0998-2DD4-27332E229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83AF234C-5FB7-7592-735A-2A05FD374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4515D79E-2656-383B-54EC-A566A7D17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B5EB34DF-FD5C-C091-DA0D-2D57E7978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A15669E7-D22D-2F97-5E92-0CF57E5E5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7C07C50E-A994-F013-F751-E35D9D4CA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129985C4-3986-D3A5-F200-09394DAA3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89E33B84-B046-729C-B513-91B33D8A1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4DF051E1-6D37-521D-98C4-7412F922C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45FBF004-3377-28F2-2C5F-004355410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8BC6BD1E-AD23-E6F2-E90F-D85875AD7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7C479930-29C0-251D-B840-6DB4AF376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7CF8DE3-57AC-F060-CD22-CB71FC229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3B803C90-F14D-0BC2-1BCF-10C8DFF2F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B89FBC45-0FC3-87E3-15BA-63451074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A9E4C036-4053-8C3B-FC6E-627B9E04D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D473A4F9-5A47-838B-524C-146F80853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00D1A552-995D-CFD2-12EE-D7D614B99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5259E55-2CCE-DA1E-2E1D-8A1BFC811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4B08689C-4993-1B2D-9393-007C3AFAB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11E07510-CEE4-B6D4-0BA8-E4DC592BE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6D2F2515-B7CA-F101-C269-CED061F77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407CBAE5-3ADA-1487-4DA1-331F7A11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2C23A4D7-3689-6E6D-4744-1A60CE2F7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8B55DCF8-F12C-4C3C-43CB-852C3735D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5AE46415-04EC-096A-FC74-63C150660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A6076BE4-CEAA-1BDB-C88D-6A320285D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F907D8B3-F8C2-A76D-D5EF-DC7A8992C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3B7F6AB8-66C8-73A6-0A1B-7D2AE9037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069E66C5-4E1C-0BBF-107A-3F7650632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61B2FB71-5E89-E61C-1276-EC009A10D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F8B00356-FD4D-E675-165E-993AA4319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81ECC3DE-33E3-5680-E6EF-B7477C067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1140524A-5F27-0F6B-1C21-B31C9862D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62CF8F4-E8B3-B729-D257-1A151F90D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56764D4A-C637-4355-B8D9-D241DBC7D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586BAD15-F09E-4D17-3E4A-B46E484B8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6A5C1508-9571-5B87-48E1-144089D07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353DC07C-B793-83E8-FC95-7BBF6BAC6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76D03B0A-F366-8FBD-B3B4-C39DD66E2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205649D6-BEB5-03D2-AF54-F1DC923BE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C3A00411-02ED-8909-C590-9B873CF48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67BD3878-6084-11FA-3F50-AA2A41AAA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D356A0E3-9387-C709-3DAD-46F62BE47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BDF1F2A3-4F64-D90C-F0D1-8F9A3059A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0CD25A6F-EACF-9BA0-D11B-F6DD9AEFC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BEFE6AEF-BD83-0AD8-614B-8EE163C0A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4D1B5925-B1E6-0D58-6A74-FA9E9F0E3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7CD045BE-1EBE-D6E1-CF84-4AF17B816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5811C1AF-34B0-EEF1-B588-454FFDB61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AD73EEE1-451D-4084-F5E3-6D77DC5F7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E8484BA5-19C4-5C13-1D90-DC204EEC9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2925CA36-9A9B-929F-88AF-B6A93A36C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F659085E-40AD-FCBC-155D-256050890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C536A852-39A6-14C6-8457-CBD3A5F03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9BD55CF1-E5AC-E05C-2E9B-F1CE2A320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7359D6DD-B577-C365-2A1A-A93611235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02FEA94E-15C0-A8F8-B785-F1C688502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E5053760-7412-8B29-59AB-C4973CCE0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EA8D64BA-474D-4F07-1631-A6DEC70BF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F406B7C3-1B63-DD15-FD23-6947EF772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9CEB0758-4668-CE31-CB82-8F54053E0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07A4BE-669D-0109-6D89-C8842E1AC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D8B2B57C-711D-D7E3-7473-3EA97D632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CFE085D6-F85C-1D36-8FD8-54DBA942A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723B8F3C-48ED-F40A-C1DF-D88C0EF40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7D628E1-3A0A-CCC4-F2A9-458930C0D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6C1DF59A-E521-1E50-D1F7-06B56F010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43053D7E-EE8B-A60F-2C6F-1078C99EC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5BCF186-14BA-6AA9-A35F-4BFF9CF18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E81B0D0F-CC41-6A94-7D7B-598C7FBBC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D8317A0-D321-EDAE-E560-FB095832B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32319463-44D2-C6D4-C13A-89B935612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C8C0374B-644F-F720-FE81-FEFC1B7B4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11C051CC-0D2E-D3F0-B2A6-403DFB7B8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8CC14263-1CD0-EB45-DDF1-D301A9895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481573ED-A512-BE14-9B60-C09E6F7E5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AC29C558-E181-E887-36DA-8AB439519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E6BBCDDC-D271-147E-2DEF-6C637F757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01937A7E-F36D-0530-CD08-4BEBBF965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E9E56E98-2CAF-0822-0B10-96800C7F8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9D6E1FF3-C430-B731-C74C-739F10268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A6836865-4700-2511-0D40-0DFBFF6A5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EAB4D658-FA97-F7F6-026E-345C95E05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DEE4C4D2-7AA9-7158-B34C-F6FD8AFAC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F5F8C660-5B1E-5FDB-1288-04971173B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C0585E28-D4B6-A707-C41B-92BD5AFED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A3543B60-BDA1-2360-9FE2-E64C17DE7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56B43265-F51F-687D-08A6-A9170E430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825CF03F-D7BF-EDA4-F8CD-FA8B18B12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2747F402-8348-8384-BD50-CB69EF7CF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8EEE6DC2-7872-3333-1FBD-BB0D539BD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D6BDF2C-8789-40BE-08F0-77146ABC4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62192538-A3F5-CE2A-5598-B8AD225FF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5543FC37-375F-1F7C-4EC5-1426B5786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227CBE06-EEFF-8348-B5E0-E809B2176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9506177C-00D2-468E-8F39-FCE8117AC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C5373F62-0D45-2A43-324C-E24FF59AB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065608A-D4F8-53A0-6DC5-91E99E61D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FD12E8AF-8CF3-4F21-8A78-8345B3785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3B3E4AAD-0226-F61C-B760-738C78CFD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FEC46BA6-3648-8F6A-3DB2-EEEA1C23C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AFDBFC87-475D-F21D-0A76-A5F28DCA3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D04394E6-B121-D70D-32C3-819C02AE0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A7CF9C24-FC4D-72A9-F372-5C02B0A02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200E493E-AFEB-2EBF-C490-CCFB56E83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5F0335A6-9220-B736-173C-24B1044B8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3B868245-CDBB-B189-38D0-AE81C6F4C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B327FCA1-F03D-63A6-1634-2295462BB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6978FDF8-14C6-37EA-C28B-A992D6A48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C1270EA7-6C93-3DFB-0B96-A013B4BD5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9306B8EC-1AA2-DF54-6D18-3782C2EA4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197DD0DD-4C8D-084A-F305-DD0C4EC3E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BA9B1A88-648D-1A76-77F1-33BF4ABC9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57E3C58C-86A9-B5F8-5D08-2CC3FD7AE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0885F67B-3F08-EA2F-2E75-F5BE1181F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12597542-49BA-B3DE-8EE7-A8185C0B4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69CCFF3A-865A-467C-ED90-87487CD45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573EB05E-4C41-25FC-72B2-A8E7689DC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284CEB5F-A7E0-5007-EB52-AB1E65AB2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CE9386E1-39A6-4765-C333-F3229F737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4A56A59D-D75D-39DB-3A9D-8838DBE7D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8A7790F6-1A74-22AB-8BA4-8735A7721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C44F599B-7452-3506-36AB-7A8CACD8B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19AFD52C-D4A1-63DA-35CF-731149510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8C158063-25C4-3DC6-3819-FAB97B1DB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3F85E323-00CA-CE59-AD72-D2A876209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05B94885-A4E6-FA10-2770-3E1C137B4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0EC54FE1-34EE-ACB3-05E4-026DEF33F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EB989C7C-B55C-12B7-4DA2-460ECFE84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81F835F3-F4DA-41D6-086A-C7FFBA021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1D62B2B2-F62F-7019-43E8-BADE16ACA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A139A3DA-AE40-A1E1-C722-7A7A17731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EF1D72FD-4726-CC4E-957F-73FAC010E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504B9E5D-94C0-49A5-2D26-9E669482C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30B4A8EC-528F-D09E-6726-327376F24863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5C5486BC-9D27-9C43-6F2A-B0F30DED560C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15C3D0DE-58F6-E61F-E432-97687E73E14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7F9C7ED0-4469-6CE6-62EA-985EE9EF306C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D5AF387F-3C42-C232-9B39-2B2978ABE76E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1D15B7F-B451-CF77-82DD-1C5398F7F684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4CD631FF-770C-2589-1AC5-F616A6AC228A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CD6203FF-6A11-4B8A-2426-75B37F414371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705B0644-E148-61D3-D28F-949EA5FD2756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F215081A-2BEF-5537-D820-3FB0437A954F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91C5534C-BBEE-057E-F3D0-6B764E263C47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ABF40A7B-658A-0ED9-90E4-4DAD2DBFD655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C4DE7428-86C2-924E-1B9B-E3F78FC59D71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D9134248-B80D-30DA-A293-4CBE0970D5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69749AA7-BB78-B970-F156-64856C48B347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8FC9AB64-C206-F6B7-8CB7-4BC1C06E0234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4D2DF1B7-031D-71A4-386B-6D0AE2E50AF6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A334669D-71DF-4F8B-8F9D-1C191CE0C26B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5F7E8611-C2BB-4FD4-1278-76C53916AE09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6B01A46D-B884-BEF7-44D1-0DF3BD3957BB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2C857463-A881-05C6-FBEA-AE1562DE3038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FF14D7D9-A35C-9EBB-AB28-8A1BE51C6EB2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FB3ACCBC-4A97-66CA-93C5-35C58CD5BD59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25E484DE-D93B-AACF-537B-91EB039920AF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F5708D1C-7FB3-7BF1-B8D7-A49250306470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869F13BC-6989-EA4F-D6F5-45DB00C0FF0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46BEBD9A-E0E9-25CB-0093-B832522E8F30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DE9AA010-C370-BAEE-F592-B42A0C308B6D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A19E3EE1-A140-3E47-AAD6-30658B7232AC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24508735-018F-FFD9-6D19-40845BA115E3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67E19B60-CF9F-FD2B-0DB8-BB5DC79AADDC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B4A94394-6E27-4766-D615-0A1C1D023268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4A401557-E71D-EFD9-A4C7-97F434E522F6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D8E55F4A-9B24-18D1-881F-D1F66BA9D469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0D51F7-64BA-83C3-52D0-B9F3D1218A4B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AB1D2F84-AFE5-5AC5-8A51-D754CE84A623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63577EF3-D895-8909-119D-F07D88CE51F4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272FCB55-C506-1961-9DFE-B839CD967627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4857D617-B022-A445-2B44-F5F03E01339E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9410D4FB-1B1F-C049-94D0-A03353137320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B0CA06E2-9D3A-F0DB-9849-D996A4EBC854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2B3D3430-147D-FCFC-BEFB-BEBEFF08686F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0DFF9F6B-B5A6-A5BF-E57E-B8B0458D3B82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80932906-D2E0-5400-7A34-BA2959D7DAE0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EFE79D7D-F4C8-B9A9-2DE5-079BE4350A77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CAAE45B7-825A-34BA-596A-B45D18C8BD70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726A3303-1991-16EF-10F3-BA706457B684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391C7A3D-0DCE-B7A5-9C79-334BBB991041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2322FE2A-0E7B-6E64-B965-A4EF130E9BF1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8DB7B479-13E4-DC7F-411B-C77BF652B009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EB112839-30B8-038D-5743-B3726263F180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023DE23E-54CE-74A0-7F44-DE719E2C7EF3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5784D028-D23A-31C8-B920-28730BCD2E5A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AF8314BC-98B3-EA0F-45CE-ADF86782D757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6D8F2DED-90BF-8167-D366-B143FE16B3B9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60EEE248-09A1-A6F7-9731-4964BA8CD700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2CBB831C-4FC4-8A95-3F73-2571AE98D9E9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79240A5B-27E9-13EE-EC2B-4533D6E2AE1F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7B4726FE-A2F3-1396-3107-E357AD1F297B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6BCD00B1-CDB8-D04C-BC29-E1CCD6F9C887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15F3C612-248F-310E-E3AF-69803EF830AF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E4BE4A79-CD66-A92A-35B1-30A0E9B68BE8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4420BA66-01A7-6D47-A631-C9122BF2D57A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BF96DD9E-94D4-EA75-0138-DFFA5516F6FB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D3DDBABE-E82E-4816-2F2A-04163EF964CA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BD735907-166E-8518-727A-9E675F257F18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73CA02BC-E185-20C1-9CAE-F7463F5DBAE5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2D927DD2-8CD9-B6CD-842F-508A39BD3582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F909F10F-A3C4-5AD0-44A7-229BA2E0F7F8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2B75D2D8-749F-A803-145F-2879C2CBB97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84D79C64-D983-24CD-C613-263E19D5B416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B8979C0B-8DB6-0C62-B603-3FF4F3CE5BEB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C8A67F37-2CCE-AE47-FEC4-957F030A21EA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17B4E3E7-9EBA-5E8F-465B-A0AC24D989C2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B585C0AD-929A-5D49-EEBB-0465F41A461E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C241894F-21FA-4C9A-F694-1B46D34FF6F1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F2D3F060-7434-458E-4836-301DEDB06845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6BF90CAB-38F6-F92E-F061-E456EE6B0113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77667BDE-DF18-209D-1E13-8189B0A9B5B3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EACCA95A-03D3-21E2-E25D-9C34BAE870F3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B27A4EEB-5420-A341-E2FD-F7121DB7CB8E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F32197C3-164D-50AA-D89C-8112F2BEFD74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5E2FC75D-0BE1-A1EB-828E-5E311AD1FEDF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42919D98-5984-A00F-5092-9CA6CADC7EE5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21ACF51D-357F-82FC-A905-B8933E5406F3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D6517176-1266-E7E1-8BE8-88AB0938E1E3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8BFF72B2-6BC8-6A8C-8CA1-AA5671FA66A8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A48F3BFA-8186-9AEC-531F-D5E10B13FCA3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E3DA3BC0-5369-FC72-1B37-31B02086ADBA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03451660-C265-C775-0B68-AF271DC27B38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589DE79B-E4BF-62EC-3F27-123102A2B29E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44DE90AE-9F6D-65D8-7AF5-FC9D91815EB1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D9D81A79-6F5B-2B63-8925-CBB591E1DE70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786EC559-873E-2317-6EEB-C2F7677DC895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B0DDC2CC-6393-1BA9-D093-681FD11DDF38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A4FE06B-3A54-9E0A-A4A2-7E2861E5A8E0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911A3DD7-CDB7-D1DA-F1AF-024C62176436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4084A730-5676-1784-ACE2-F6A44B934285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6F9466ED-FAFE-5D63-020E-C1ED2E629863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84950F94-852D-95C1-A5AD-493C5BDF5E1E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B9D0FE03-5CD8-C358-2BBA-FD962CC22F29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565E0883-A3E4-4AA0-E49E-9E21BA0875B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91842D7A-83B1-8428-0F34-CF1179CED0FF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9A9845EF-ED80-C836-2DCB-3FDB6E38C21F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56944201-26BE-149B-364E-94CEA7778357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2DA6EA0F-7705-98DC-1083-33271D0C6B2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D23E785E-59B0-5D97-CF1D-517572AB83D1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E8151261-3B0D-0FE2-673D-F95C148B5A52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FEF24A2A-ADA6-17FC-9C40-978A6A76CA06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44F764BE-CE27-1B5D-A495-03C21B75BF99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975028EF-62BA-28AB-4787-29A78797C95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6F643DC5-9DB3-7501-23F7-3FFC2D29485C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3D032978-E5B5-0A4B-F38D-C34598F1CF42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F25F1770-763C-A739-82A6-64CF1DD67040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43ECBA17-ABC3-77D3-5AB1-41ACDBF162BC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02D93807-0E5B-7A2E-9453-591E7285C206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FFA01407-7057-1813-1CD5-5D8AA960219C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C9FED019-D20D-AD2F-987C-C67A73E37B73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9C772921-C136-0A19-6442-6CA27C4C7C33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9B6B22F-66EE-0AB5-F351-8351E136CC90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2ACCBA96-7817-0DA2-0C38-EE70470168A4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508F8A99-4552-B2D2-E797-F38D1C5BF44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410C326F-C49A-3E91-58B1-1DBAD22D6748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0CA5511B-02E5-87B4-0C9C-EE3A199C4B52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12BC224E-C761-0899-5D6C-2945080BEC9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50FB2DFC-0D2D-5F34-5BFC-6528979CFD34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B303684D-F235-4CB4-28A8-C5A9E427505B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A94D300-AB29-3E10-9EAD-12F4419B863F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7629B3-A8C5-9298-4CF2-9A3407134A97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D7C2786A-67DC-95DB-FFFB-81A68B2F81FF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174969E2-F50C-1474-0295-066A0B9A0BD2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E0C32D32-221A-B64C-EC40-C9FAE05F9B85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B13B4FE-B245-8F40-AD9D-F36F41F87908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A709F28A-55EF-DC10-BE1D-FF596DB4B033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8ABA0152-A093-91B0-4416-8F940BCE1200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A41B4A21-0A83-672E-5AB8-D1FD81625C97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EBFA5454-0A8B-813E-A62B-68A3370311E6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DDAAD5F1-D47F-49ED-EF1C-D5D70566E90B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0A220D56-491A-F8D7-76CC-2D0B8A1CEC62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AF08BB10-6689-90C9-060E-4336C639BD1F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AE7C8D97-923C-C29F-F10D-3A2E7F304F73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8E4732D2-A3D7-9CC3-DC97-57ACD4BC1D75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305BDB71-0955-984F-E409-57071B436C80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41E48C8D-A29A-1131-622D-BFEC861B4588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2FBE3D8A-FD42-7740-0160-661C8C74DB5C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2CAD04AC-1A6D-326E-FE62-16B449F3D07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075EB0BA-ADCF-9387-F14A-9BBAC0763A6C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655AC30-CE73-A771-25BC-B29840006B7E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64D21582-6C91-CF94-29D2-C873CF1F51CE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8CAF19C4-DBF6-A7E4-07D8-A3C4CE827A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80CE9F53-AEB2-37DF-7B5F-AEB00D752EBA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B7D99980-C1DE-569C-6CD1-552FE770C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78017D1F-3ED1-9DEA-E67E-ECC79DCB1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A672726D-E298-6AFA-2E3D-C3032AED3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2A00A1DB-B012-0A62-D6E7-71AE12497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30F4545-F35C-827D-F9F3-A3FED6BDD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A4984A6C-3BB0-A246-C6FF-33395D4C4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155DE97B-7AC3-A4BC-6574-2F50C1410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EFF83CDF-D926-12A4-6151-792544A7D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3D9BE055-405D-CF10-3245-392E29284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C80C5D9-2DE8-F6AB-CC62-27B22B0F3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BA57A808-3004-5330-0273-0A38AAD80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870AD610-D5F0-29EE-FF00-0B77FE461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590E29B1-CEF6-6642-1973-0F4DCCE90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69BEF275-D247-B9C4-0CF1-CBFFD27EE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D7CD0D23-8109-8F4C-39BA-65A204692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17F37AF9-21FF-8548-9847-B122F96FB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6378145B-8E21-3DA7-A6CA-879A8B842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9C3D98BA-2506-953A-88A9-68BAC1CFC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E449F842-BDAF-2B15-7B74-02CA1213B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8B494D8-3D48-6834-B7CD-0F70DF389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E14A0424-17B2-5F2A-B586-B4C856AEC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992EEDCF-80B2-B2B0-74A9-DBAF47EEB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9DD4077D-695E-3293-2088-0A0E4DA87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F166AAA4-C571-6FDA-2669-5F6ACBC9B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9EFCEE77-AC7F-B4A9-022E-AFE6AF017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D3693BA5-9970-C3E6-5388-CD975917A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861A5B0A-9E4D-A4FA-AA00-31E7CDB0D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97A7CF6A-4823-6B64-B467-2B88167D9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05301090-C77B-0704-5B49-9F7983BDD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3131CF62-17F3-D6B2-8B9D-B9A412B20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7B0F7B8F-568B-6DE2-CBEC-E403FB07C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5981EB04-3366-2B87-D78B-A5C2E6F1A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6199FA2-4F7A-092C-61F0-DB1DAF0A2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34AB94C0-896E-F5E0-C49F-BEBBF7246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2700C368-DBF9-E5B5-2898-D7A60B21F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A58892B2-612A-D445-A4A3-AA0A8D613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0FCEB7CE-E8F3-035E-0153-B06EB8013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AB96E15F-C364-741D-1371-AA62B3619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C8DEDE33-2A72-0792-0AEF-5B55E1402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943B2FBC-B8D7-F66F-471B-B182A96B9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DE6EE35C-0DDA-3CE4-C0B4-BAF90FB63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E2FA5274-F505-C514-6263-66560BCD2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A0C7F227-B5CF-8907-1533-9574DCEA0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C81D5EF0-3326-B3C4-FB9C-0933FAC19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E867D612-3313-8DA4-7AD9-A1F1C494B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C25F6299-5019-4A3E-909A-2C1A706C2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6CE39E89-00F3-F999-FD9E-B24450408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6AA1915F-2C80-892B-306E-189315EE7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0CAABC98-74ED-7B72-6DA0-E1B4581B3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63A1B07A-AD25-2823-6BFC-63B6A9F5E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CF05BA2B-2E55-5F9E-9A6A-3A41ABF6E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A6A46B38-41FD-CCAA-09E0-7256458F7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21E41E64-DB36-A088-97C0-81192D049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48D0636C-5A17-A3DF-A417-A56D44085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6CBB5DBC-C009-A9E3-2D31-2EFCFAF65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AD6B6884-DA09-3C29-9030-3F3DD318A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8FD356E4-44F6-BD37-DC74-9D5F5A85E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C991E710-18AC-80D6-F61F-3A09C0E3E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ED62FAC6-32E6-C619-8708-4B284A9C9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85959D7A-90D4-46CC-AB50-A717D58D9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4D5C7885-4AE1-ED96-0A3D-9A657BB50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3EABBE09-FC9B-6AF5-32E4-69D7E659A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A09081F3-5A50-7D47-BE50-387E312D7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B5C98618-AD28-569A-F5F5-A54530898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40E142B2-B736-96A5-14A3-5A7F7D434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FAC17508-D31E-DD1C-3686-58D456030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0827522D-AFB3-DD81-ADE0-967231166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903495C5-A8AE-88DD-68E6-291538AF6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7CBE1D15-8EA5-7033-0EF2-FBEF3D4FC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E70E0ABB-0167-175B-F5D5-C099EFA66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F298AD1F-F1AE-7624-F152-B3C44E4EA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34A5DA20-33E6-10E7-7F70-D57EAC35E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B7358C9C-312E-6860-F8D7-82342E473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BA41D240-D5C8-E2B9-CBCB-26F0569C9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F08D7069-ED4E-367C-274F-DC8B369F1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E11C85CA-A30C-43C7-4DEA-425EC43B4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CB3B8976-FF51-890C-AAFD-8F6013B80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4F53F554-7737-65E7-CA34-50FE65153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50711B09-9503-5406-0181-64A4E0474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37A97824-68A6-C7EA-A1C5-465C4F66D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5B770F03-133D-020C-B008-8ECF682E7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6A81B0C3-061B-FD71-1BFE-FBCEABA14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1FD4AFEA-8A71-BE8C-42B7-7CB6C1874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EA075018-A8B7-3384-287B-BE456C4CF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95EFF368-4794-FA07-3967-F7787FA18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7076609C-38F8-1930-B52A-26187E6B3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755E57CC-8EDD-5E2E-BFDE-F474705BF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DC19A19E-163B-EA04-A4B4-3BA174A15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461E384C-3CF8-007C-3723-9910EAD35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51CF8D46-1F5B-5E72-4BD0-3920E77F1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15554F79-0877-9E9B-088C-D549C5AEC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0077B959-8C59-3494-1062-1A9EBD174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2D62A349-2DAD-64F0-FFAC-429428FBA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AD0CF657-A8F3-7FAD-13AB-2384D3468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AE74B9F8-5E17-9871-229D-0198B5EE9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B6B592AB-C3D1-F795-D6AC-06BBBC0C0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9B7899F9-93C9-1464-19AE-C62700018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98B9BABD-D566-F4ED-89DC-FDA09309D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3AA052AE-1AED-4EA3-F92A-39C1B3922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44220D1D-D9F9-6C5B-0FB2-8F9432A75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068409C9-154F-57CA-C307-B3BC28799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87E1980B-2AA6-544D-D287-2385832BD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740AD1E1-D287-98DC-34A1-2DDC05DB0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C5C0F73E-778E-E1BD-7427-26D55E643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D2BF3A3E-D5D4-89FA-605D-BA9549F53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FD1CF1D-83E8-5B43-2B01-FCDC57FC4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3651F839-A500-6B0A-5DD5-8CD969A4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B168EDE7-7E17-DAA8-E291-198A15EA5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279A67C9-8658-3796-9462-905766875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B569D702-25EC-ADAE-DBF3-BD391ABCA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30551571-E7E3-F711-052A-725CDD161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FA60EEE1-238F-544A-BE49-63955CD35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E1B19095-2319-2C25-15DD-539CFD506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FF85883C-0B5D-A71E-2B04-76AA18FE5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4721CA22-271E-6830-F07A-E3B553B95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7C3159F4-91A1-6A21-9746-A4A0916E8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79E02E18-B0B0-B8F9-BCBB-D96933271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0F3FB12D-674A-DB8E-67E1-E2B3A6C84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82439499-A504-5988-B2EF-7D602647F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2A46D708-9B73-A288-BA10-5830F8201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2FF55656-0E32-3675-80CC-A4BDEB461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C6A6E8FF-85ED-56BB-AE22-132879024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461914CF-456E-A053-18E5-8B614D897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64A1B11F-2B23-7636-9184-FFF493FF1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66465DC0-1F2A-A9F7-CA16-1AFAC3323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34698BC-3AF5-CAC4-52DC-CE0C8D73A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119F0823-02CF-01B5-12A9-1251B8DA4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217F2F35-BD0D-E63A-168E-7E71A9CB6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8AC10EC9-6584-15AE-D1DD-416BDF345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17560339-A137-9938-D971-3E23AA360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22E61B67-0ADA-960B-C5E6-19680A2B2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B720E28B-0D1A-8F15-A6FB-BB3D05B39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DE6652FC-CA12-1620-16F1-7F1914E66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A38CAEEF-B1AD-441C-D1AC-9EAE6DF61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6EB06A33-526B-1696-BA91-549678551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D2A74DB0-2638-C340-3F4B-4104C5C78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BD167DC1-2BCA-FE06-CED3-B6F0235D6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9D7EE7B7-7C51-EF9C-8C99-5B3DE28B7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5D2D414B-C8CD-C1B1-CE96-0A818B236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8F332CDA-AF69-A0DE-A79F-851D5A1E4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7BC383AB-B949-139C-71E4-A9727F3DF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81AEA00F-DADA-370F-D5CB-AFAA0B597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4F6413CA-0AC2-D4FC-7740-8BD361041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38C1B9FB-AD7A-EF77-8CAA-C0ADD2753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25DFF507-95E2-A47D-87A2-C4A9425D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66D15DF8-9EA9-B84A-0591-BAA5320F6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4CBC2AED-9504-2D8F-DCC0-9CCAC63D9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EBA0AFDA-2BC1-B3AE-8F08-D2E82F664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79C65D46-086E-5012-B933-0E49A0B5E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7CA21489-BCC7-9BC9-D46F-F4921F209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407B8857-7168-C2A8-C495-C0B6282FF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CB4ABE8D-2F0B-1B32-407C-6B57266AC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9898D362-DFD3-F426-4BD0-9F1DED00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0F1B71BD-D193-09B6-05F5-459447804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38CC429F-B83D-A0D3-24A4-6B1D5E1BF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9E9991EA-55E7-97E1-4BBC-2AD9FEF68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5621E7D5-7C57-C93A-6FF3-7F632C0EE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4CBAA228-36DE-5BBE-C8DB-465ED5F40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553B99E7-A9DD-EF39-EC77-C3B959912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840CEB86-7A10-58D2-6915-B26292103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EC9EFF45-7056-23C2-97A4-73A6B8F61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1D7D54A-4291-09BC-9480-0F4A15B2B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B2416F6C-FF5B-8BE5-4FCF-41F3B1F01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E86A1CE7-A32A-C1D2-4A9A-6104C7DE1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0CB3511D-380B-CBD4-C3CA-B02DCE2F4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326858E3-CE2E-AA69-37A6-09F0AC4D5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93687AC0-65AF-E31E-0C10-CDCF34120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5F9FC25A-C796-7E74-C5F7-58BD65763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8E258F23-6905-DE2C-CB95-2EAAD0FE0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CE48A45A-50C2-9E2F-ED32-23B8C1490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DC11CF2A-DAE9-9F80-9AAE-E9BE8B004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703A55B9-B161-816B-BFAF-B0069CBBF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D3B6FBE0-405A-74C5-1D9D-83F6153F9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BC86208B-73C2-095A-E7FA-4E86FEBAA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802C95F9-C660-E9A6-C003-426A98B37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0AF57674-7ABA-0FE9-868D-90972BE87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785C227D-858B-D691-4447-CA2D80BD9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505057EB-4FC3-99A4-79C6-12DB7C86F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9D7A2B3F-5148-5A50-1840-8BA04FBB2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995BDE85-263F-7677-2367-520C9453A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74E161D5-E43F-F81F-D653-9291EA03E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FCBD0AAA-4F55-92A8-C91F-571BA5D01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A61AC950-3370-4638-525C-88825C82B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9915D28-25F8-6C82-06E5-89EC575CC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494A6340-DE0B-C468-9ECD-51F9B869C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A02F013B-0BAB-9660-7959-C9A47B911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33016044-95FC-AFCC-F0BB-E07088749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E5288C43-1383-10C0-4CCE-B68215BB1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B59BC018-82D2-EA8D-EB49-B199F79F0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49FCFFB1-8F84-20D1-BFCC-1757E8AA1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28FE1AC5-9EFD-268B-7528-30F3657AD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81033FD-20C8-443F-9B87-6A290116C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7DB796F5-2D4E-14F9-B85C-4C50D622E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814610C-09F2-0FC8-F104-BDD20392B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5938A950-9AF9-B132-6960-20D2E1F49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1F81ECA0-089E-21FB-2AE9-8FC3AB8B9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1DAA4291-DDA2-E241-A3A2-5D9CC62CB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F1781859-6AA2-9A24-97FA-A0D086D9D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C6F73B4B-486C-62B6-9BB9-751376567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2B0C8683-EE88-007A-5524-DA64C7C89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EB1590FF-91DF-7902-51C4-3D190EAD7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DE5909D0-C00C-E2BC-BC55-140555628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D3221A87-4F53-B851-FDA0-ACD49A201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4895648E-DD47-8950-9052-44BF18AED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E296F449-C118-D022-186D-E308D7B8B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70259C7B-3D12-C7A6-85A5-0B23C8391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1CF08E59-B8EA-4A28-063B-27A8CAB81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9753B40B-1DAE-6CF6-3532-72A6F634F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ABDE7D39-9B73-87A9-8DDE-D799A33E8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FE4637F1-E587-5938-832D-35EF33412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4D9CF521-3F5A-B5A4-F23D-711258353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102164B7-48D5-E227-9604-AD9F58823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2DDB43A5-4D98-9133-287A-EDA32733D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0B988834-B040-7BE4-A23D-FF8A77DB9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3AE13647-4412-156C-B060-94F40015F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B135ABC1-8F97-EAF3-798F-5C4A2142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01E3EA38-8E0D-C2AB-5773-3CE5AE045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A24B617D-E93D-2AD7-F404-21407852C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799E29B4-A218-BBCF-952E-18B4ECC63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C8FB2EA0-0D3B-7C50-3840-2FD1DCC97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15376226-3BB4-8AF1-4434-C5C1255D4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F3B9072D-DEB5-55B4-85E0-8CE2B41DB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7A7DC747-BC31-EC07-A816-EE6B95CAC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55D841CB-8B97-2892-607C-A88FC6044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648BF61A-87D3-57C5-E463-121C3B1A5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311670F9-A51D-2BF6-5525-092655621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E18A7248-1B65-C870-A6E6-EEAA70CA6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874E0819-2FE1-833F-FC0C-6FE418D00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0427D0A3-4D2A-C587-014B-43B34F62B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F0015A9D-27B1-8872-0618-9FC846E91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2CCBA555-494C-6F07-EFCF-77931416D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11523598-9974-69C2-9F57-02B1901DD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012D372B-C9BD-F5FA-FA89-661179BFA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0B8B860C-5E1F-E99E-74EA-DCC091415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BCFC7B-2732-93A6-7AAF-A9FE900B8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EB1B8805-EDDE-091B-1BD3-863CDFA30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FB98A00B-31A2-6C97-5CC1-4E2AF6DE2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768A5952-94A5-A9A4-38EB-F30A82EED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854C079D-98CE-6878-6151-FC00B1C93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FF685395-AD29-EE1E-71CC-12427D564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1489249F-391A-3DFC-FC76-8757868CF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C68D12D-4D85-2514-B681-E3874AB4E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EC243210-8C48-6C6D-52E0-3F90D74A4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5C7FB261-AB21-119E-6B37-6D8DAAF3F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CE01AD0C-71CA-9FD9-9E44-CB62212DA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8BB794BB-FAA0-F07F-D6BE-582C3F0A6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148E29DB-4FCC-A75F-BC09-60B19820C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718226B9-F1B6-6B29-B817-8CE397349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0E79D58-8BD6-DF8F-BB7A-EE8C3EEE4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48AE92C5-3588-8BAA-CC37-1F2012C52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B354A8F7-D9E0-958D-9D72-5E8B9DAD6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C45A6D28-33FB-A87A-064A-A0C4388D6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F1BAE71-AAF7-A8D6-DC1D-81E39325B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8B8D6347-5380-F765-5380-78AD84755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393AC4B0-0868-71D0-0F9F-1EBDAE6EB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16FF3CD7-5C3F-9762-2D78-89DC87290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ACD51444-5AC8-56F0-0C18-C143D9662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36703D50-A40C-9C8B-16DC-02EE23371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F986DE22-127E-5D31-1FCC-E05BCD7B7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985A6ECE-5DB1-8487-41F7-61983E98F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178C597-03E3-6E6D-E143-ED0E75B82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E4B4B41-41A3-A73C-FE78-B1A22742F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D1C2C98D-2B72-0550-7C87-F26D6AE52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6BDD9CFB-2728-FCBF-75CF-2BD5F9BEF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AA5D00B5-37CE-380A-1724-035C835CE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68261536-500C-BDD0-DBDC-E584AF46A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6E7D2350-C44E-52D7-14E9-14F3F462A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F5E3BB4C-ED2B-ADCE-E35E-E1D337C67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028F8D59-B859-839A-9FE9-43F977103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E9DD4316-C23A-0886-FD71-BD19B97CC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7287CE6D-EE7C-AD75-1B0E-C8EDA6DA9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ECA4CAEF-FC60-E5DF-E6C9-E8B5CBD61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DAC20844-442A-F621-61FE-251A91A3C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92815CC3-23AD-6485-1666-67B0153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8F7236EA-B08B-AB78-1B95-D821DBA33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EE692D0A-FD7B-099D-B3C0-2258532D8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B2CD2BFE-700D-784D-EF0E-F47A43D30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E5BDF5BB-C749-BB96-076F-DEEEC505A266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3A0C8641-3ADC-2556-9D43-019F5D408DA0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A32ABD55-B5D9-3F60-0A86-09CB624560BF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3DFD57FE-4581-1AB4-2947-954915C2C0D2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8A491CFB-E820-FEFD-0A5A-5646A236CBDC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253C59B6-6ED2-E88E-3948-01E467A00AF1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E63F1258-C9C9-BE4A-3916-00CEB15B7B67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F69BC1AC-3AD8-FCC3-1511-6B018526E7CA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4F31BEC9-5F26-1500-DC5C-8ACEC65B7678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15F5CF4C-33DE-FFAA-8027-155BA2BE202D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9030FD63-600A-EABB-D13D-77BA1AB6060C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562B45F9-AE40-EB3C-F31A-D3FE5F8A842C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7C0B177A-5F5E-27A3-4CFE-A5AE0A94B511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DEB9F6DC-8A34-E947-46B9-C9D6785B1DF4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14360B9-09AB-3A2F-6B5B-E6774955B8F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CB6C64AD-1470-25B9-1B5A-F957DB307821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303DB10C-BF0A-7DFD-4A80-9F4E1ABF85B3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CDCE8F3A-665A-4547-B163-D24FE7F5DC33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236A2D40-F434-6D1A-F327-C43CD836F4C8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721B0A34-B8A7-F108-E6D8-4E2A0BBAF81D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6487BDDC-BFEC-B633-2C87-1F58389B39AE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AC3D92B8-F210-529F-0581-86E632D9F2AC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B25A834B-98EC-5B43-F6C5-2109E85B3E0E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E7814D5C-1F16-53A2-1D22-D31EF6A616AE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6EDE9A0F-8C28-764C-CCEB-7B15342EEE57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97639BAF-4046-726D-3C87-59F0584364C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D9CD2D89-80E9-6795-01B6-8481EC4E02F1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ECE9C97E-C088-2329-6C9A-009749C2BD13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81055C2F-E982-4AED-0E22-8B5E006B775A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E6F977E7-CE22-D77F-F607-668ADE4E3B9F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8D024AAA-5827-8BE6-6D84-C867C3F47794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A8AA33FB-28D6-C071-F23A-37652FFAD637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18D6D833-F7BC-E40A-848B-DE72FCA1F469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1CC85FE6-12D1-A0B6-FA7F-A9D2D1ED224A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7C0B47F7-CDCC-B0D0-8ECD-F8C189F0C6D9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59DF2179-1033-6971-25DC-3A378BBB856D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582573ED-4BE2-C959-816C-615E16F8259B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B7E8078C-EE97-7700-8186-84F8383E89C3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070834C8-6E59-BF2E-6F04-EF9334366472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22E31D09-10BE-67C0-9CEA-8A9C225B17AE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479FCC86-9A4D-A76A-9874-267660E0DE1E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7B261C87-A1D5-D490-2593-1DC39676B960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0BE0E693-8588-9D0A-8DAA-C72575FE0693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A591285F-4FB1-B5D5-F098-7ED7B04EDAFB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A7E09382-D5DE-ED7E-D0CC-E25BB696AA09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51EA50BC-1A3B-B328-6C87-1AF31A126B1D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D9F71061-C53C-55FA-C887-45AA12B407A4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3D62F491-EC50-89B6-D86E-BA3461B15217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3627E95D-3345-F694-B89F-B31AE8EC448D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78A7CBA-54A9-A773-7F4A-7AF6DC46552E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B774D8A3-4EB4-F17D-366B-0605B560DF26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F63E3D11-7E21-3F86-4868-31DCB028F706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75054FD5-7135-0E84-43E0-5CF7A3C181D2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1842CA53-AB6F-6807-D05D-3DF90BE1AB44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423FEC63-7B8A-A0A8-6E5D-DDA3038085AB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5E89C7E5-7D58-C8D9-FE44-A749AC68509E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A25822AE-8028-8CC4-0D1A-92C4158574A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2E2D317-4CA3-F06D-5FA9-9C500BDB356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87049769-81F8-4E7B-FC7F-2B65F315701C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2E9E307B-56E1-AA31-CAEC-0584FE858823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ECD8E298-C3AE-F245-80CB-60254F440C77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639752F3-3469-4D31-91BC-F0293AB36043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05316F48-1F5E-48EA-B034-38CB406570A4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F6BB7699-3B08-198E-D644-9FBE10EEAC50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FD6C5C76-6342-D56D-FFEA-BFD6A75855D1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EFC24175-B351-6CF8-6D74-6AEDA1B29399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76CAE00E-69BB-912E-024E-51AD39321208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35F240F6-7E21-6C04-0616-FCE79F3DA13B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69B58B10-AE65-0B53-D54F-07B5D66DCAC7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C99DBCF1-F27B-565D-BBFB-9534BFC31BFB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BF73C8B1-57A9-278E-280E-5B1F726AF90F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3D23A8CA-39B5-383F-0131-1B68EBF56A0B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96FC4BB3-5F93-F197-EDE4-C90E0F669905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2F8478F-083F-D4A9-CCB0-724C127E6840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5C8D245E-5077-BC7F-CC56-8769F0215E7A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4772C2E5-B211-28EE-4AA7-8D7045F6EA57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14C6824B-3523-65BF-C5C1-DEA87FF0C27B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7963C401-1F49-CD06-C61D-8F97916DE70B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436DCE6F-7C8F-4A16-06A7-E4442B00EF7A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75B35E4A-996F-9298-0494-18C9677E81C2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7934C64E-AAE1-C789-4512-CD1210C839F2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2A052FB8-7BF6-8DBE-A159-6DC37CEB02D4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125C8E36-ADD7-08C8-C8E2-980700B8FE35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CE8F27F5-A4D8-F2D4-8435-9FCA8452C3F7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0A4EEAD8-29D0-D477-6162-E2A949FBD72C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66EC10F7-A676-2BD7-20A6-DE857E186EF1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5995486C-E492-343B-EC15-972161B45CA0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4113E187-0CDB-87AC-8F70-2942F2A2B9DB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31362BCA-9F06-1840-3CE3-A8A46482DCD7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64A0CFA6-D169-A57E-20F0-6BD3B797EC90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ACF3D435-5EEF-7D8F-D3FC-8E4A4AF6080B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A04C155E-828B-D1FC-E727-B9DD3DC1C9D2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46780863-19BF-C807-FFD7-F282D0246F33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AA1F3D86-2583-4218-3CFB-5FBB5037B345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3EBAE2B4-2BDB-A14C-BBB2-8B7EC5335FE5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3FCC7A8A-304F-6F92-21AA-680A32573810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945587D1-CB1A-A38E-317A-0742B9B20D6E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05416298-C85D-0C45-C7B4-6E917376F662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0294FA79-8A82-8C73-2678-FBB81C90A7A6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0E4004C5-7C8E-7BC1-9112-EA67FA0C3E91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6C0DF598-6406-2646-11EF-66AA6A66E74C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5E293462-DE18-ABF6-0125-2036CAE607BE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B4E3F6E4-483E-0C1F-1427-688EE8DB6377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97A19006-514C-5921-66FA-5A2FFDE752CF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0725E305-97EB-01B4-22CC-EC93A4B60167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F6485DC9-1039-4F8A-FD0D-2337EFA8B9D4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F451C07C-6211-4988-AA5C-136EAE5F05D4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190AF5AD-4E57-48E0-2E7D-D449252E6587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4440FC67-CF0E-D8CD-4287-35058352B246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EF171C1C-A969-EFA5-5E34-CE5BA53B97DC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98CA508C-1AD9-8060-DFED-EEC4630B6E87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44694AB3-D911-DC2A-043E-11613B562E8A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B6F5A785-F43A-B20C-D895-3537E636A112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B78DCB83-CE1B-1FDC-6855-FD8B2D205BF3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754D8E1B-DE30-8077-3627-62FCDAFF833E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6CADA25C-7BCB-F87C-525B-C4CE8BA40DFA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D32C8955-77CB-F35D-78FE-3B01FB2348AC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DBBE806D-128D-B4AC-5B4D-9C37FD39A490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DCC27517-E9E8-BDD8-389F-8931CB693912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B1CE67C0-DF13-E021-8D11-584059D937A8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609485B1-795B-5323-E8D1-ACD3C282EF69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F575F4F9-DDD9-886D-A7A7-6B99A81DD09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D2436144-48B0-03E0-2EEB-43EA2BB3A9FD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E25CE13F-554F-D6B1-3F8A-8473B21960F5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72B8CE53-A01F-ADC5-0E25-833BEB9BB330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FA81BD16-60AA-F30C-D351-2676AEA7D997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483A93E8-CCF6-DD0A-B588-7330E07A7B1B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947761EA-D1DA-3FF3-F69D-CE714B6F599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00DF4700-23AD-A407-F530-0B51C314D475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D85E0B4E-9AD6-2AC0-A2A5-4DBA034FF118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15FFF885-4490-EA4F-6CC4-B9E3A3FA7C05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B823D8C3-C78E-2954-6006-C4E2AD18C519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837DC66C-5379-AD05-F258-578D72C81693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75DEACD5-02DA-CB49-708B-CA1774B2A144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DC0D3BD0-3777-BE58-7AEB-870E0F28A851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8D8F369F-A396-B6CB-D174-3B893DB6AE35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95161301-93B4-6C85-CB49-85C870DE2603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030F3632-A490-E775-B07F-50072E868733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B2012E4A-E6CD-283E-FFAF-A35B47956DA1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98CD57A4-FB88-922B-B2F7-32D31F41E5D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BD1DC7EE-5F8B-580D-7206-8E2535191808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613F69C5-C908-2342-BFC6-F23545A3E9C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C9A9529B-77AD-5F2E-1F6E-FC70FF17F1B6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441664F8-2FD6-38E2-A146-1EF721EEDC88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12D4A1C-F794-37F5-B6C2-76D3BCFD3BAB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4FFFF6FE-75EB-2C3F-30B9-B886B67622C6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45FCEC4B-D9D5-17A0-411A-44D3B1B53B8F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A3F06323-0AD0-A723-AFEE-E4609D9BC1AC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CB58A921-B235-5428-4455-DA3099CF946A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AC5DE7D5-B618-6717-D480-39039D4EEAA9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FC653631-191A-5E7F-59D2-44B7083303C9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58328014-6A35-9D5C-56D0-5C3FF8E7589D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4D2A7224-A951-89EC-BE73-E525101A8098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397B14C4-47A7-BCD0-6965-0ADD288BD4D6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36EB31CF-0AB0-E536-B784-8E277D6B0809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1869B8D8-D4E5-3C9A-EC2D-632FEBCC8A77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88EB9EE6-5538-3984-6001-4FF43D4E80E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DE2EEA73-64B5-9B75-28FC-ECB06E442752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23527B74-CCB3-D1C3-CB7C-750E9867C63B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9DE897B9-482A-D1A9-DB2E-3D05B3499BCD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393B8BA9-8BEC-C128-85D1-E0EA515C68E9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5110CE88-2921-73DB-0F83-1571A2D5DA10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B332A8E5-8EFA-BCAD-3FE1-90C6657C283B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521D6C17-50D5-7E6C-C7C3-DEE6D367B63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9D290793-493B-C688-CAFA-DC5A2FDC7CCB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8E3F10AC-03BE-5715-BC44-75A8D8CA9DAE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A2B4CF08-166B-DED4-0168-27B66B4509FD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8F6154EE-8838-B3A2-35DB-4B8A4AE1395D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FB33951A-38F7-B5AA-199D-3338EAC53A19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267B9745-1E6F-8FC6-4C80-B638130BBE49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F0567C60-A77E-1E27-94AD-AA4E2581C7CE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2EC796EC-040A-F050-A8CC-15F8C94F3C7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33ABB309-FC9E-8435-A2CE-041E9163E8E2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12F4E45D-ABDE-BBF8-E416-83B3002F8260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B0BAF7AD-A7D4-FF36-FB57-CEF1EBF31A8F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A16EA109-6EDB-D567-2B80-E646A34316EC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36676220-5C95-FA1F-1641-AB33051F24F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8239B4D2-10AF-7AAC-A169-D8EC4AC116EC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8935BDFB-1807-F9FD-5AFF-C6E80FBFDF24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181D778-3B07-9EFC-245F-474864012158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996648-822E-678F-9B51-3E4BD502C7F9}"/>
              </a:ext>
            </a:extLst>
          </p:cNvPr>
          <p:cNvSpPr/>
          <p:nvPr/>
        </p:nvSpPr>
        <p:spPr>
          <a:xfrm rot="5400000" flipH="1">
            <a:off x="1732498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94DD741-F68E-3918-AA04-B4CD2B80434E}"/>
              </a:ext>
            </a:extLst>
          </p:cNvPr>
          <p:cNvSpPr txBox="1">
            <a:spLocks/>
          </p:cNvSpPr>
          <p:nvPr/>
        </p:nvSpPr>
        <p:spPr>
          <a:xfrm>
            <a:off x="887635" y="1356572"/>
            <a:ext cx="6454459" cy="4791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논리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물리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결과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1A0BA86-E61F-6D7F-4847-23C13BFFDC9F}"/>
              </a:ext>
            </a:extLst>
          </p:cNvPr>
          <p:cNvSpPr txBox="1">
            <a:spLocks/>
          </p:cNvSpPr>
          <p:nvPr/>
        </p:nvSpPr>
        <p:spPr>
          <a:xfrm>
            <a:off x="442164" y="467971"/>
            <a:ext cx="7330236" cy="117225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06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논리 구성도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B47603-48FE-AE3C-21BF-5E91406F48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55"/>
          <a:stretch>
            <a:fillRect/>
          </a:stretch>
        </p:blipFill>
        <p:spPr bwMode="auto">
          <a:xfrm>
            <a:off x="1737593" y="1466935"/>
            <a:ext cx="8716814" cy="4973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575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ADB00-52DB-D002-F997-4B9399021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8F32E-BBD5-89D3-EEFE-8511A8E4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물리 구성도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54E9543-450A-5073-C8B6-707787BB3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154" y="1380971"/>
            <a:ext cx="9066955" cy="511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319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53250-9B90-4399-1A4B-8402479F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304E3-EB65-96F4-E33B-B74DB8B2E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도메인 기반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Ping 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테스트 결과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B790863-2C65-9398-431D-E731A4AB2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710" y="1506026"/>
            <a:ext cx="4029075" cy="482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5989227-64DF-EE0E-75FB-4C47740DC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217" y="1294785"/>
            <a:ext cx="4438650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73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53250-9B90-4399-1A4B-8402479F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304E3-EB65-96F4-E33B-B74DB8B2E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</a:t>
            </a:r>
            <a:r>
              <a:rPr lang="en-US" altLang="ko-KR">
                <a:latin typeface="HG꼬딕씨 60g" panose="02020603020101020101" pitchFamily="18" charset="-127"/>
                <a:ea typeface="HG꼬딕씨 60g" panose="02020603020101020101" pitchFamily="18" charset="-127"/>
              </a:rPr>
              <a:t>show running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7A4537-0D22-9150-D042-3D062EC5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52" y="1525168"/>
            <a:ext cx="5623120" cy="21150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108803F-1AB6-88C2-3ACE-DA646344F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23" y="3883594"/>
            <a:ext cx="5812645" cy="21150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FB6DDF8-BDB6-65A8-F2D6-0CBA020C8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969" y="1525168"/>
            <a:ext cx="2844043" cy="460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20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2578" y="467971"/>
            <a:ext cx="7330236" cy="1172256"/>
          </a:xfrm>
        </p:spPr>
        <p:txBody>
          <a:bodyPr/>
          <a:lstStyle/>
          <a:p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서버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037B1B-C9AA-60C4-1FC0-83E314429CDE}"/>
              </a:ext>
            </a:extLst>
          </p:cNvPr>
          <p:cNvSpPr/>
          <p:nvPr/>
        </p:nvSpPr>
        <p:spPr>
          <a:xfrm rot="5400000" flipH="1">
            <a:off x="1732498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94E2397-483F-24BE-050E-ECC6F23A6161}"/>
              </a:ext>
            </a:extLst>
          </p:cNvPr>
          <p:cNvSpPr txBox="1">
            <a:spLocks/>
          </p:cNvSpPr>
          <p:nvPr/>
        </p:nvSpPr>
        <p:spPr>
          <a:xfrm>
            <a:off x="887635" y="1356572"/>
            <a:ext cx="6454459" cy="4791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흐름도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제원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운영체제 정보</a:t>
            </a: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서비스별 패키지 정보</a:t>
            </a: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결과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3156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EC06-1ADF-2E22-6FCA-904CF0089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47D4C-05B6-82AD-3FA8-FEFBC07BA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D7FC683-F20C-67E7-A35A-F22B3E33F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71" y="1363611"/>
            <a:ext cx="9157058" cy="487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528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5588977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흐름도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8AE7F2E-3E47-A233-D2E1-D3EFEBAAB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282" y="1238987"/>
            <a:ext cx="9163435" cy="561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625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A59A3-0FB6-AD59-F33D-FBE5B0C6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30FD6-A743-C164-823E-59C5B9B4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제원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운영체제 정보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9117D8B-0547-A69E-9CC9-5DDAE7171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381033"/>
              </p:ext>
            </p:extLst>
          </p:nvPr>
        </p:nvGraphicFramePr>
        <p:xfrm>
          <a:off x="1828799" y="1426446"/>
          <a:ext cx="8563429" cy="5003384"/>
        </p:xfrm>
        <a:graphic>
          <a:graphicData uri="http://schemas.openxmlformats.org/drawingml/2006/table">
            <a:tbl>
              <a:tblPr/>
              <a:tblGrid>
                <a:gridCol w="1597109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6966320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</a:tblGrid>
              <a:tr h="4574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OS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버전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Rocky-9.6-x86_64-dvd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ubuntu-25.04-desktop-amd64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Rocky_CLI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Rocky-9.5-x86_64-minimal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Ubuntu_CLI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ubuntu-25.04-live-server-amd64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Windows 10 LTSB Remiz 1510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윈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10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커스텀 윈도우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en-US" alt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vm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용</a:t>
                      </a:r>
                      <a:endParaRPr lang="ko-KR" alt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92146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Window22-server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Windows_2022Server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484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41D07-C230-D3BC-D3BF-DFC6DD77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B80C9-6DC9-9175-5723-A5CA56FAB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제원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서비스별 패키지 정보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B7EB61-2BEE-DF42-F544-8B08854CB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677075"/>
              </p:ext>
            </p:extLst>
          </p:nvPr>
        </p:nvGraphicFramePr>
        <p:xfrm>
          <a:off x="1654629" y="1378857"/>
          <a:ext cx="8577940" cy="5191156"/>
        </p:xfrm>
        <a:graphic>
          <a:graphicData uri="http://schemas.openxmlformats.org/drawingml/2006/table">
            <a:tbl>
              <a:tblPr/>
              <a:tblGrid>
                <a:gridCol w="1721231">
                  <a:extLst>
                    <a:ext uri="{9D8B030D-6E8A-4147-A177-3AD203B41FA5}">
                      <a16:colId xmlns:a16="http://schemas.microsoft.com/office/drawing/2014/main" val="2124897204"/>
                    </a:ext>
                  </a:extLst>
                </a:gridCol>
                <a:gridCol w="1848208">
                  <a:extLst>
                    <a:ext uri="{9D8B030D-6E8A-4147-A177-3AD203B41FA5}">
                      <a16:colId xmlns:a16="http://schemas.microsoft.com/office/drawing/2014/main" val="3597375325"/>
                    </a:ext>
                  </a:extLst>
                </a:gridCol>
                <a:gridCol w="5008501">
                  <a:extLst>
                    <a:ext uri="{9D8B030D-6E8A-4147-A177-3AD203B41FA5}">
                      <a16:colId xmlns:a16="http://schemas.microsoft.com/office/drawing/2014/main" val="2175572874"/>
                    </a:ext>
                  </a:extLst>
                </a:gridCol>
              </a:tblGrid>
              <a:tr h="36286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Service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OS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Version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82549"/>
                  </a:ext>
                </a:extLst>
              </a:tr>
              <a:tr h="34487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SMB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samba 4.20.2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00388"/>
                  </a:ext>
                </a:extLst>
              </a:tr>
              <a:tr h="344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samba 4.21.0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56497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DNS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bind 9.20.3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62629"/>
                  </a:ext>
                </a:extLst>
              </a:tr>
              <a:tr h="34487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FTP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vsftpd 4.0.5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705358"/>
                  </a:ext>
                </a:extLst>
              </a:tr>
              <a:tr h="344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IIS FTP 10.0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376426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iSCSI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targetcli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2.1.58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8660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X-RDP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xrdp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0.9.24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816388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RDP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RDP 10.0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402874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Putty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Putty 0.83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722045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WEB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apache2 2.4.62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31477"/>
                  </a:ext>
                </a:extLst>
              </a:tr>
              <a:tr h="34487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-kerel-server 2.6.4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536251"/>
                  </a:ext>
                </a:extLst>
              </a:tr>
              <a:tr h="344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 Client 10.0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515019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VNC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tigervnc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-server 1.13.1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570810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KVM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qemu-kvm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9.0.1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802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3BC0B1E-A13C-14EA-0A75-557633183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18018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69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009C-1FD6-72CE-1E09-42AAE068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1326C-2078-FAE4-A6AA-5CBA0E81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결과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1D825E8-D296-366D-A842-64965726654B}"/>
              </a:ext>
            </a:extLst>
          </p:cNvPr>
          <p:cNvGrpSpPr/>
          <p:nvPr/>
        </p:nvGrpSpPr>
        <p:grpSpPr>
          <a:xfrm>
            <a:off x="1243856" y="1464619"/>
            <a:ext cx="9704288" cy="5105400"/>
            <a:chOff x="1198461" y="1577770"/>
            <a:chExt cx="9704288" cy="5105400"/>
          </a:xfrm>
        </p:grpSpPr>
        <p:pic>
          <p:nvPicPr>
            <p:cNvPr id="6148" name="Picture 4">
              <a:extLst>
                <a:ext uri="{FF2B5EF4-FFF2-40B4-BE49-F238E27FC236}">
                  <a16:creationId xmlns:a16="http://schemas.microsoft.com/office/drawing/2014/main" id="{C26F8956-AEF0-3139-C734-09EE2D4BA5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8461" y="1971060"/>
              <a:ext cx="4505325" cy="403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ED1079CE-138B-8809-7B69-3EDE459A64DA}"/>
                </a:ext>
              </a:extLst>
            </p:cNvPr>
            <p:cNvGrpSpPr/>
            <p:nvPr/>
          </p:nvGrpSpPr>
          <p:grpSpPr>
            <a:xfrm>
              <a:off x="6027174" y="1577770"/>
              <a:ext cx="4875575" cy="5105400"/>
              <a:chOff x="6096000" y="1538441"/>
              <a:chExt cx="4875575" cy="5105400"/>
            </a:xfrm>
          </p:grpSpPr>
          <p:pic>
            <p:nvPicPr>
              <p:cNvPr id="6150" name="Picture 6">
                <a:extLst>
                  <a:ext uri="{FF2B5EF4-FFF2-40B4-BE49-F238E27FC236}">
                    <a16:creationId xmlns:a16="http://schemas.microsoft.com/office/drawing/2014/main" id="{21741423-BEF9-E225-580D-19CC81C98C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6000" y="4091141"/>
                <a:ext cx="4410075" cy="2552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52" name="Picture 8">
                <a:extLst>
                  <a:ext uri="{FF2B5EF4-FFF2-40B4-BE49-F238E27FC236}">
                    <a16:creationId xmlns:a16="http://schemas.microsoft.com/office/drawing/2014/main" id="{FE2445A7-31EF-6C35-A3FF-D8FF8016AB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6000" y="1538441"/>
                <a:ext cx="4875575" cy="2552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052674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40384-172D-5FA2-4A65-F90A2BDCC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0B058-5FA3-298E-5625-C6B0B80B4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결과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C13AB27-6B4D-B5C4-18D3-81268DD88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187" y="3146477"/>
            <a:ext cx="441960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7C93D525-AF15-BFCF-79DE-3E5FC84B1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549" y="1907023"/>
            <a:ext cx="4448175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240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4292C-E5D2-DE23-B894-C8605607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DA56CEDD-5307-0233-6C31-CD98A330EAD0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C023DD67-AB78-9DDC-8790-AF2D56D6F28F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E73AB8B7-FF16-A3F7-390A-24B82B5B1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5A32EFDA-BADF-B457-F469-058A8234D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B10EA802-389C-59D4-4E85-83B9C18A7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B3B1AC98-FD0E-1B23-ACE9-9EE463D05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0AAC88A1-71A2-BC73-7835-2DEF0F013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158BDD72-868F-18DA-A2DD-BE89FAAC4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32FD0329-C693-8733-CD3D-3E6350D21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F3072EF8-30AD-9752-DD89-B3B996DC5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6E87DD5-15FE-D330-7B4D-F0EE2F450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44400FDB-676E-CF10-7DCE-2C001533A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F4431748-AC17-AC80-5AC8-82AFFF8C4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4AB35277-B78C-8048-4FBE-2556DFF3F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B48309D3-771D-273A-81E3-79C4A1FE9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C1F00069-FE21-5CE7-79E9-A30629993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6C61A8AF-75EB-A6CC-295B-167406CAA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A7386B9-6D0F-E890-93E5-C4218569A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74638F76-E360-DB2A-C18F-4530B4F1C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D82435C8-09FF-C02B-86CD-51AE42E75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4D790CB0-C913-A24E-F17C-D38E9EABD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3089FE0B-4311-B794-C922-E89C6BBF0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668D5C52-D2B0-701C-8367-EFB3031CF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8A5CB36D-B024-223D-3ECB-5B4EDBFB6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9060AEFA-5457-F770-01F5-DF6D077C5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F9E8D7F0-FFF2-D7F8-BDCD-3F3FC6C68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DA8DB160-C9ED-CB5D-9CBB-F60E8210D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2BCE2BF3-2C8A-C558-213F-C66788B3D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3AA010A6-C9CE-4D3B-6685-22087EE37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3186BF84-ECD0-B65F-BC49-CD9A63BD8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493F7EF4-CD60-19DD-C0B5-86FAE8A26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0489BFAA-6CB1-6FA8-D86D-696E38CBE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AC27F34F-4BD8-B08C-8AC9-0D1DE51D0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A43A699A-20E3-F91E-5625-40CBF5089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D3A9DA45-3AEE-2791-DBBA-BE5DAADB5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BF8D6346-A31D-6B0C-484C-FF480E066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D68102DA-A08C-1459-07D8-A19F06773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831E710F-2791-BE46-732C-62FE6006B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7AF8EA6-7DBA-5567-80C7-8A572805A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F4F82025-9EB9-A3BE-7E3C-20B52B780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C8C9CAB4-136C-9612-1FCE-C44752932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A9EA00AE-3F73-9864-0A7F-5F3CA248C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A3D69C90-5307-FE52-167C-2044DD566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7229D41A-6141-EC2E-CD5D-8745DB1AD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62619BDD-5E1F-8DCF-F02B-0275FB849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8293E46D-250E-2CDC-3051-3F6723BB7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C7138CBC-0F47-C608-EF64-316FBD828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851C5F65-342B-6C36-3376-437622A4B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EA93A861-C56F-0FB5-C6C1-D468C292F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652204F1-0B61-3D0B-B6B3-677A4DB4E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6756DDBD-22AC-FC38-C5AB-599695E83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96B56CC4-E3B0-A145-C931-69B606A9D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DBC22ED5-BF0D-B65A-E01B-B23C3F181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C69F97A6-5E55-A355-4CDD-F646C1703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302E7275-3B09-C3AD-A760-9ED181AE5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D1E34000-33AC-B244-7D02-3BCAD1682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CAEC7994-6870-944B-EE2A-B22FD4BC5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F813D1D2-8F92-AE1E-1BDE-8243A41BC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DFEC4457-1431-D9FB-15A0-DA06BE02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B07C2663-5816-9EAC-EAFA-E21568B59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8D19EAFC-CA6C-B422-5641-6AA5E403F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802432CA-3C60-8EB6-4DB5-211A430B2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3C041BDE-EA5D-DBAC-E5A3-AA512CFD7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828F293C-D7E9-8D31-45E6-52C45DC20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E15C0486-6E57-8886-DE59-0F56E96FE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2E61CBB6-9DCB-8B94-D38F-4BEE5F076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FBF6A4B0-D63C-DDD4-A35A-D6A5E3A1B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BBB070B0-83CC-355D-B415-ACDA63C29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AE6CE342-A99B-7D88-3219-9A2F528EE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EBB2237A-5620-54A7-9DB2-D076E700E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B39F691B-C65D-BF05-8046-77F0857CD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855FBFBB-4DDE-9ED4-7132-C6F863549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0D47944F-E743-F271-941B-A1A8D5EEB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D5268565-6BEB-B02A-805A-C43091613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22DBC8B8-8CFD-926C-E429-5DE01BCF8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1A99B090-E69B-2654-75F2-45E48ADFD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DCA603E6-D60F-5C39-A4F7-DB05053E1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7BE26EFD-3FBD-1489-D19E-CB57DC5F7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613CB8A2-20E7-33BA-02B9-6A41B6312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A625170-14FF-0D0D-353E-B67D07F8F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540A66B8-8A23-34DA-AE05-95B425A30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7C3C8CB5-F17D-40A1-E4B1-CB371FB31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07E8F46B-EA71-C771-924F-C5C704334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A68EDEA5-8FDA-5EB1-5A5D-333FC469F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D97E63BD-B668-374B-4067-802BA6EB1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A107787-49B2-098D-CE2E-120E64555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62343890-33A2-E023-6953-9DA312BA9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D9763C30-BB40-BF3F-A517-E83B8B983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733C40C6-3B25-CBFE-050D-D9D2BEE1D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556D5159-D2F1-0C80-207F-31F7FB7C6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8941A1B5-CB18-383F-D084-5CAF45B84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F54956DB-394C-225F-FB5C-7A6BCFC89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4E4FD7C0-204F-0611-5398-AD916D9D9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3747984-F6D2-DBE8-9046-A27036444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5ADC113E-3AF9-5F52-BCB1-57379BFF2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8BED3464-4AC3-F88E-D43A-38B46EA9D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AB68115A-2C39-9E27-00C6-4A25A7BC8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63BE173A-B430-D388-9E42-3EDF0DE15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D012933E-1341-E53C-FA97-E8A9C7123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F891EDBB-AF9C-66CC-34A0-2A10A96ED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CA946036-2937-085B-2037-D9550ECFA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F5E8ADE6-28FC-6581-EB9B-D642CD727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7F74CDE9-7B43-6CC7-8955-A6DD5DBCB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F17AE227-3B3F-5B7B-BB68-4723196DD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EBB21273-234C-60D3-D8FD-4F6250718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96A99A64-1E46-CAF6-A77D-D0D3A55E7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CB048178-E95D-01CA-1E5D-11AF324D5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ED1BDC8C-C356-0442-9ED8-5D46AD376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23DF1746-82FC-0876-0E49-C87390965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C9B2B126-00D7-3996-32D4-48767CB3D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77A6A8FF-CBDF-3B10-801C-2EE74CF9A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20864FAC-63CC-FEF5-ADA1-A1BBE6E4C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0F8A39D-6E26-A0FE-30E4-878C38CAE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113B7DDA-BEB1-7740-E0F3-115C1978F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78F711E3-7195-E380-0375-D5061EFB3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248CC1AC-D768-40B3-6183-E2BB319FB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C8678771-309A-3D74-5C5E-7DAA767FF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29C0AAF2-A258-6771-D489-0EBFD8A8A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6D1CC953-7A6A-DD3F-F5B7-26181801E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8387CDA8-61F6-B9E8-D59A-70EC9E6D2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49283D91-E443-451D-269C-7000CCFE8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5BB74BEA-AAE4-FF09-2C12-3655815FC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5B9736D-C77C-5C8D-FA52-ECABF3E3F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28E1875A-2A17-2916-4C96-FC67DF03F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8F7E2211-7CF7-C7B9-FF9C-DAE2EF57A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6F618BC7-C30F-D923-A5BF-C3140F236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E2D9513-F936-180F-AC58-F6F00F7B9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5EA77BA2-5DC5-6172-6777-A85B967B2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8A7B79BC-6E43-1542-7F58-7F5E23D66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C2A88714-AD99-10D5-AF99-FBD52D5CA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5A53CFAE-D664-389B-DF06-DDE5AAAD0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51A5CC81-B31C-6F61-684E-9B16D1CE6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B424C813-26C1-6BAB-E580-C8EA8AF68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F1FFD2AE-E72E-99ED-3203-CED48F808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C37829D8-A632-D87E-146A-D48B4CBD1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1986C6E2-DA6B-72A8-B579-9F5AB8756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BCE4F447-0C03-B018-098E-4D358E43F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0C61D3DA-B13C-7F9B-DE73-0CEEEDC03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C58111A1-6CBB-DC3C-7E5B-D93129714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9E0D931E-509B-1D31-5520-FA5F9A52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B0668EF4-560B-4259-01AF-99D5F6F4E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E83575F5-A367-5FA1-E02C-87182234E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C23427A1-47D1-B771-D519-327B55EC2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D4801077-49FA-2A0D-3434-2263F34AB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32D482CF-EAB6-A8FA-2DAE-7B0366A37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CDD1B924-7C15-E0DE-E5AF-3F6EFE917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CB5E1AC8-09EF-CE5D-86A3-6ED67235E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7BBECCC6-170D-D1F6-6101-D05C29E6D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D135D827-5187-2777-E2EC-2E9F21069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B0E147FA-32EA-0050-246F-DC37AD393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09A172CD-1BC4-5192-2C97-D2BF8088A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4030CD13-903B-DA5E-CFAA-ED34DAE0F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2806BA7B-351A-C5C6-BA7D-7CD624664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D020A313-9DFB-706E-85B4-DF9113CEE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DF321110-C8A8-614E-6544-8D88FE360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BFD4F67C-BA2D-4FE2-D6AC-A5BB6C232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BD4D3EB9-5D2A-9DF2-EDE9-67B651930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D0AA9536-192B-1B1F-7BCE-39316EE89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B0E7A4AA-2E82-0EDE-5743-434645A78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4FD1037D-8924-CE81-3289-22FFB4591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C0F5B00D-6804-A0CF-97DE-BE7EA6E03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68035A33-1918-AE2F-CFB9-92CC78320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BC66A62F-BC6E-F703-BE16-40CA7228A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BB37D0E4-FB9E-6058-411C-7EB534201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8849A44D-A27A-247E-4514-2FDAFF398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379F54A5-1F14-0D7B-DE03-B1BFCF4F1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DC75D990-0696-7B4C-41DF-36115B26D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9B43A9E9-4AB5-B545-DF29-5D7509158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2AA4E4F2-43FD-8905-72B2-A425E3A51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0C49111C-F092-6F0F-084D-FBCB72D18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8C89D6E3-698D-8C1F-68F6-AEC2F3851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24F9BBE9-E545-C58B-1D41-D75964564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47525FC8-53A6-2CBB-AE76-D9A92ED76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7BCD2FCB-2E44-3E0D-DD32-9B75BCFBF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F61AF404-9F0E-EE61-E762-5E54A88C0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E62DC24D-1D56-48E4-9E47-2252348D3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E1BD8FB5-92CA-F9C2-139B-F7F227D99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D7A5049B-4758-5A97-1D08-C31C5BABE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57D5CEC2-BA04-06AA-427C-75FD97D71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C980EBF1-D36E-B1A5-D8D8-2B8FE2FF3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3587E5B5-F246-D18D-539D-0B9513388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0ADAA6E-4DF1-2599-FD8F-97F70DCC3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AFB16F57-8A68-22C1-01DA-2ED175736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5D748C4E-A0AD-FBB4-D427-2F437719E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86495CFA-838A-1A71-811E-64D6CC8E3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84DD1428-7666-7E40-D478-002F86067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DB28ED1D-3ABB-6558-0E42-3BE2B7C70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FECA3976-D10A-4BB3-FDC9-1E8C24477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6374ECCF-393B-227B-9AED-B58B655AF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FFC679C5-EC22-655E-44FD-E406BBDF6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94AD4846-EA12-560D-7CE6-54ED1C8FB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93890ED1-A180-001F-78B8-BC7BCDAF6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283A5BC0-E85B-646C-FF87-A93E3FD83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890B1FD0-A8CD-EBA2-0CD6-C10110875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25D02DCA-2903-9E63-48DB-38A680C71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F4693C40-9A4F-40EB-DC2D-F05EE6FBF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D60945F5-0A42-2E51-198C-9544E4505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2AAC4D29-1624-5ADB-C540-6FC29A93F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A578C95C-F82B-6346-28D2-180D87CDE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F3114C3A-37CF-FA89-7A23-BEB80EDA2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3C46E6FB-D3D7-50A1-DC08-BF1AD1049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246D99CC-08C2-A421-0278-B8C1FA4D3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9A979AB4-C6FE-0B44-D76C-86E2134F6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C88AAB90-2664-8310-B334-CD3886C43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D82C5764-94AA-2A1C-5911-D1810B504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335391AF-C170-7A17-F985-43BE1DB0B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6359D6B3-FD92-C963-41C8-DF73F8B52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EF5FB219-9F5D-7562-B9DD-4732DB3E0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2B971EBD-4C9A-4503-5963-4251CFBF9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4A59C254-BDED-884D-E65B-60272F806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3C6C602D-C5E1-6072-5D87-0DFF96714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79E77705-80EE-8FB0-685E-CCCB708D3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D9F72600-FD9A-8652-5884-9678D0DD1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4F422361-2573-AAEC-CBD4-59A765C1C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E54F147-BBE0-696D-49AF-3E78C7A35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CCE0900F-FC1F-ED51-B0DD-1A1CB6B97241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02A66A53-25DD-E600-8051-79FBCEC190AA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81DF0F5B-ED43-C934-C335-630DFAE359D1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91629F39-2F22-8B58-74AE-C25D93A60350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CEC8FE9B-C52C-E68D-5EED-D3641C6D3E36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0934B1B5-4B0A-8A33-89D4-F68CB50F0A54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4353DD33-29DD-F534-77DA-62DEEB5584C1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4FE69E6C-AE2A-1000-23B6-DB033A33702D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08D92FD7-E7ED-4700-88FE-C36027563013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8AAEE918-3AB2-E309-49C4-A30318879BB6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F4C70A05-E876-88D4-5180-08A7538C39EF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8C02D4CB-577B-1A8B-8737-3C8F32F97E4D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148C47C3-45EB-7377-E406-C3AEAF0884D3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6B672DA2-1ADE-E5BB-4BD9-3670C353126E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48741656-4AAC-692C-A64C-CDA67DB0177D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A2046EDF-49F3-03CF-C570-30A78223C960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451B5FEB-5046-B44F-CAC0-4A10021AB020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F30BD87C-C38A-F1DC-795B-1AB3E9025BC1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DB80E47C-8E60-DC13-BE9A-0202FAC079FA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84E4BFB4-2B70-9A68-2268-739BC1A5E1B0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12DE59A3-BE28-DA4A-000E-CE45A951D1E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270D48E5-C47F-6083-538A-E4ADB66EF8EE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BA54DCE5-5D5E-F2E7-7CDF-9DFDCF08C7E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F33CD78E-0406-851A-385E-E4C1BF4C41FF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8655ACE6-AB87-3C44-AA9B-0ABEA2BE127D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7D145FF1-6DEA-DF0D-9585-BEBB8274B5C1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6D7397E9-3869-AB70-3BE2-C6C7003C8C34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9B49D21F-A7AF-069A-D7F8-CAC5B43E2AA2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F531A642-46F5-A931-E6B3-44BCCCEFEBA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7FDE99D-5D1F-BC49-7A28-B8C957B9A59B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59FA4233-42A8-9BB2-B017-8B15DE3673F6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F310F77E-F517-3DCC-6C72-046720A4C93D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6FE8683B-AE86-2B83-E8FC-4FE83D0FB8E3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0AD3BC98-9098-3603-DA1F-2B6C2779FFD5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BEFCC4A5-4465-1D04-E3D0-79617848109A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EC385658-62B3-3E7C-E40E-614819CFAD87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71C693F-2915-DD87-5057-87306741BEAD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1E30EAEB-C412-B1AA-7DAC-E9CEA3EE9EC9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E7F2A98C-CBA9-0FD9-7B0B-B2F0B6C9586C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624BB628-21F2-0DAE-D84C-0B1175BD1C05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524AC7B1-60AF-7534-004B-5E713B9714B3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E5A0D209-B8DE-C6DD-A2D0-91ADC5DA6BB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21377788-A91A-DC92-87B2-DD930A939ADC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6FEC64FF-C656-8EA5-2372-50B972E5001B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7B5DF47F-9438-7A8F-868E-5B1A280F283D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A8B372E4-DDA9-9DAB-67A9-24760D702EF0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5870BDFB-EA62-93AC-94E1-DB46A0C515B7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B5773A9A-9FAB-1C9A-3AAF-F723DFD7ABB2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81F1D11E-1E67-5A0E-0CB6-88EDD37EA0B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61FA80AD-7BCE-5F2C-0DBD-0E58BD3C5308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DD90D450-7BF0-E1D5-2524-63BF16937119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2D88C559-DC00-F7B5-01BE-59C77F7F938D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1A60C185-E827-FA01-425D-0D08E7887046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E1DCBAE6-1E80-61A1-C376-E28EF350DF38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D44F5077-EC07-1F90-82C6-32D16148DA52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ED43DF67-48C3-83C4-647F-17CEFE5B4AA0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8ECB4ABA-D5AB-D4CE-2ECB-81A5A6DCD726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F16A7105-2211-CC80-B5EC-58213286368D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E147B64A-7C33-EEA7-DFF9-B96EA3BC7625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2A06596A-7E1D-C87B-45EB-4CA8CA0C76BA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32A9AD35-177D-2426-706E-4C036CF80677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B19B17E7-EF97-A3DF-43C3-19275F281155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F028F2AD-DE86-4DD5-323C-8DA38842EBF4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46DF7D1C-DFA2-CB58-382F-7DAB1575BC16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E6BBA72A-FB6E-6B42-6152-774ADA2CDB24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20B8111E-EC80-A432-1E76-B37D7C76931E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2081FAA2-6A36-CCC7-409C-C19102BCDE55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BBFAEBB8-3FE9-86BD-545E-7F5C004E1E37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F0D8FDBA-498C-E5CE-7DA8-CCB9E944EBF1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A41DD34-C3CF-66DE-E8CB-C1A3E8F0DF31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0D51C4DA-FE75-EF50-F919-D3C32D9D6C0B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BEE08A2-75F7-D11B-F1E7-5195A67D72E2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333CA894-E0FD-DCC4-B737-1EE14B388D6D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9E48AFB7-84F2-C5FC-2CB6-5889914E4D81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CB9EA5F0-22EC-3470-2A33-9E7509AFE244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D2ABF6DA-40B0-788D-088C-142B7B969F3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233608CF-E17D-8DE7-4D00-EEC01684EB7F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11CF7594-E51D-43E2-FA9C-65D601B1C1B4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8CE9B0ED-1C59-7CE0-6255-6FE30DB8B93A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665C0E0B-21DB-851D-744F-602D124F8207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0944C6D0-9243-86F2-C73B-286A0A9ADB4A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0A54DE0F-61BC-BC80-E036-A554E3A49F80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9D64D449-563C-EA93-EB3A-C113F041619A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BCECB59E-B2E3-CCEF-5286-73F3C83D236D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8B4598B6-1238-FBE2-56EC-FEB09F860D9B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F720F311-8A56-678D-1758-AEBC67ACC569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5251DD01-939C-2B43-5FDC-C5641F345F60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05A1BCEB-0666-96F1-1F78-4744AC7138A5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527B6943-EC58-9BEF-887C-6265662B8424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14DAC32-002A-9946-4926-344EAB27A450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9625983E-EF80-84FC-9633-69B496173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1AC013A8-9EFC-663B-7870-EEED95231284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94E06CA4-EDED-A69A-BCFC-32EBF0816281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BFD3C8D9-79ED-7619-69C3-A7E39359857C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7B08EFC9-4306-E399-8F55-A25C7F38026A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60786F08-340E-AAD9-430C-73E41D9CA71C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8E47D121-98F5-1D95-FB6C-69779683DD25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8908EB88-95F6-9B50-25AA-EC902DF4D342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969A82F9-3D4F-EF2A-967C-40E488539B73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5609C8AA-5A28-673F-6D63-14C3D1F5F848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7CD15E95-2ABB-7028-0FAE-9981E1C65E16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1FA54861-F5D3-6126-53CF-E94EEF9DA709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6E78C7BA-F3CD-B4B8-8EA8-6886E83258EC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DB86B2D6-B409-4FF1-854D-DF7C8CB135F5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0943E9-60F8-B6CD-EAD0-4CEAD1B7E490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65098740-ABF8-B3D2-25A7-0385979E8657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503945FB-8189-9B63-AEEC-20C1CA3C281B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79CF3E15-500E-452C-72B6-55A9E3DC9099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3724B2BC-FEB0-B6CF-3571-68648AA5331E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4F7A8D8C-512B-2328-941B-D21CA60DF96E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AA78440D-6369-1E7A-BDBA-C099C7CBEF6A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2BBB7B01-8B9E-4ADC-ECA1-54841EA2B4D8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60C90F3A-25FD-4C7E-546B-7735AD2B7EBD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7FD62893-8C0F-BA9C-D698-7BD0E0948DE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47B4D4EC-467E-2C08-3B1F-48DABDB9923A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ECEECB1D-216C-1EC0-4882-0A5021A76AF9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22491CBA-CAD7-3A6C-39B5-5EC9651AD767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D8A0E79A-3195-19C0-D4A4-5F3C28FA9079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6279081A-8DC5-20A5-E833-1885688F0F65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380ECFAE-25ED-21A8-8F2D-B49245584CCF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87A61690-91CD-3FB1-AA72-63F8B13017C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F0D365BF-959C-5CE0-4FC8-73571B704E8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DD779F40-C140-BDC1-BF40-1B11FD66FF58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2299BB6E-2238-83B2-4D55-D73513781996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B25A0D6B-9DB7-B6CD-01C2-7F8D4362A548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2A769B0E-1DCC-9DB8-B9C0-775495B2D48D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27CA4D87-4815-6377-CCF1-202351822BD6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7641AC43-8362-9B44-42B4-178A36DD23F8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0A914B26-5DEC-0E7C-55A3-45FF34F6E0AA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A9B5CB26-16E0-9EAB-1123-8C21F06B301D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F328E38E-68A3-49F5-DC8F-8E820C16B531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DB2E6B8B-1E8A-77FA-F3CE-5F399CC72770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10BBF479-E111-85E5-8EA6-29D646EBD241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3241BD58-7FED-8E46-F63E-6BBC486BBFE7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489B1052-D6F9-B067-91E1-788C4F58A947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F71AF5D9-3797-874D-15A5-CE0833968E4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8733A8CE-7626-34C7-02CC-D7295F4C4DC2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4A6CE70B-8693-E3BD-F628-C7B937C5636B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67A0D6F8-D9FA-EAB4-35D7-940843B8F429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64D75351-882D-35F6-23A6-49B608343348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997B84B6-F213-DF44-EC17-FA3FA911E06D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705BECC1-C7CA-8094-0AF7-1E2B9332F8AD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07EA5622-D614-BDE8-201C-2686CEBFC030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9F19BDBC-CA2F-2D56-077D-A1FCDF1ACC0D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E370FA25-D2E2-742E-3F70-8B31E5B848D4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FB30384A-17DE-2B7F-150A-7FACC9923331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589D95AF-F596-6B68-F3D3-8B61AD906E06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051C0A0B-6B0F-BE88-9E03-4E55A8F84B9B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112E3DFD-E301-9BB1-CC6F-D674F6C0F213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652F3927-27E8-3F86-452A-83BBD36A124C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388165A2-D1AF-F676-89AB-8EF2D9E288CA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678913D9-E24C-91DC-55D0-779A6CC5B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021713C8-29E9-1A09-4669-8A892E782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6E3C7D1D-6646-084D-DFFE-08734D140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3A70B752-0969-7E2D-0F04-AC6CD8925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772E365B-A84D-4901-464A-094A501BD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C2607F90-F279-C0CE-A252-677D00FE4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A4B6D3B1-DEA8-4289-1121-052DEFA83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995A2438-7D50-D501-E7B5-2771220C7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CCF92604-F19C-7E84-EDD1-B203225F2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9951BCAE-A482-9743-A9DA-40CB083C0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CA0BF953-0C8A-5C8B-8B74-BC2A258E5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24E664C2-402E-9C5D-23BE-99D2B376B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3D71232F-0194-0FB5-6ACC-EE15F17DB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B5151F4C-25D6-D05D-CD28-1443269C0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A4A3305D-41ED-3D23-7E3A-05D1012DD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A4D5BE6C-BBB3-CA6C-B1D9-C61646216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EB00CDE0-443A-782F-6CFA-2219F4D07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F91CA20C-6121-9D1B-B796-0015012C0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057BBA72-D78E-EE6E-171E-EDCE3EB70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434E2B1A-8D26-6CD2-A008-41E7E15FA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BF804828-84E5-9906-D2AB-733AFD604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494B5D11-CD2F-04FF-C4A1-B4ABA5C54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95DA7271-7B74-61F5-B58B-6F3E2DB0E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EB9B7A2C-BCD5-EFB8-504D-032C7F132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8A077339-C9E7-B80B-45E0-1509839F1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4321F467-5B5D-9F6F-4343-1BA2B2FCB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24157C36-952A-965E-7EC5-E9602D4E8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206B2F9E-81CA-32FE-9EC7-CFEBC7922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5118F7C0-90B0-B8E6-DF84-C39671150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7EEF7110-EB38-5F47-2C1E-4F2C1CD42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D96974C1-E2CC-8B6A-D998-6DA5BC901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B9AAB78F-87BE-939B-2D03-CB75C231A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E7CC61BF-BEEA-24EB-DBD2-459D048F5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F4F093B9-3B2A-ADAB-06F6-31568CEAA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29406810-D909-3DE0-69B3-806ED4ACF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A681C52B-4448-5C40-D471-13F35CDDB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B616B2ED-F80C-C51A-A40A-6A6A2A58A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D60513DD-28FA-721D-10B2-AA58E09BD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3C7557D-F859-F5BA-3ADA-45C4173DA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DA980245-FD2E-2139-F617-D04F484DC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843979E5-7FDD-B432-EE24-4F8A730A9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959AE60D-BAB3-8AA0-1C1C-D57E5B3F1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640B38FA-A672-B584-31D1-210952220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3CA4A91D-D002-51C9-0A30-0FCB5D4E7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812D5186-BA8D-3457-E152-13F3B9584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D16C9C-7696-FA59-196B-53FA3782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06D096F6-ED62-9E4B-4D58-71FF5A579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375CB719-B928-249A-D398-7ECDC3CD2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F6102E43-5D56-14C6-FDBC-5B09FE117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233B9A57-BA58-2FF5-9D10-617D59717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20AB8420-03E5-2EB1-ABE2-9D30FA89D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C71FCC8F-EF7C-9909-0FB0-46054581B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DF1DE6E6-D8DD-CE24-C067-8A183C98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CBFAA0AE-A74A-80F8-352C-3EB517490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9E2E472D-460C-9569-AFA6-2E28AE959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FC5F8053-4A69-D1B6-1FF2-411E9BC80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E1997F30-2AAB-9CE6-4810-8E5553D7F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ECFED0CC-DFB1-BE3E-1A62-44B2659E2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0FF02505-2609-63F0-D987-2BD5B1673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83873F52-FD65-A172-0DEF-F41484D8B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F17F47FF-382F-8886-23B6-E600C21FB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18362AF5-84C5-B30E-2B51-284BCAE84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2C40E330-9B1B-E163-81A8-FACEC42E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105A225D-B2DB-1C2D-E7DE-608B45FCF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E4BEC035-3B22-4F4B-41D8-469DBC47F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7FE9172-8872-1EE2-5F69-4402C993D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9F0113C2-0B21-D1F3-BB3F-7A5955582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860EB94A-B880-8098-E50E-F5BC6AAE3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FE84FCF4-8E0C-E8F4-E9B6-8F52FDBCB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40AB8C0C-38D4-324C-841C-855571538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8D2BD13A-6298-54E8-2AA6-4C61198AC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E2B8AA6E-F697-2949-8354-450A897B3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FE82A10D-4CA1-04E2-9882-86D158071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E78CC919-2C05-9556-8A65-33B86A810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E1B7BF43-0D46-44FB-A960-15626ACCD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AB244EBD-1027-3C81-881E-D6393422A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058DF27C-BAC6-62A0-040A-7807D3D35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AF2BB95-1872-442C-D27C-E704791FA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372ED099-6CF1-D17B-C66B-B8D647DD8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9F9900D-75EB-6D28-0E8F-E36F9543B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FC663EB8-8BB1-0DCA-5C19-AFDAF02AA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5200FE50-9901-323D-D046-D22048345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59DAD624-580E-A77E-A661-CF2050C83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46E75E7E-DA83-A07A-6FBF-877CFC269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A9B6FF0A-5A41-A801-B556-C7AF37EE4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30A81B40-FA08-3700-D5C0-2BBE98DC0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1CAB2803-E75B-B03C-1BCF-7589CED5F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4FADBA13-F384-549C-5FDE-68814CFB6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1F1770BF-725F-D537-25D9-3342EB932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3DDD8A83-C2E5-91B2-91FB-3B57B16DF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54A3EDE0-534C-D43B-A6A4-BD9F4470D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783A530C-DD71-979E-EB32-2269E8AFB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396E6BCA-88B2-2DA1-5689-5A9982EFC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B141AF7A-53F2-5A6C-4B1D-D1689029C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7C95AD9A-FFB0-B50D-0539-EA9C0531F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2768012C-EAD1-328A-FB06-25CABDE46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78FF8AF2-1735-3DAD-14FF-FC39AE5DE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978DDE7B-3746-111D-305D-318A29F50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DBB0121B-42DF-4AD8-0464-63623DB6B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716780E9-FCBA-CBA4-2D58-AF8030984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026FCDDF-94A5-F0E3-7889-C92C91D71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BDF073E0-EAA6-50DF-1761-885CFBD0A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F14118E2-C9B1-7A6B-7858-B57AE06D2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7273E4E9-14FA-A193-F4E2-1EC62E870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C0F25B9A-E87E-7A0B-7844-E1ABE13AE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7F53C101-DBE0-7051-B68D-91E976487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0A50CB46-0D8C-BFB9-3D6C-752F02D19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6428DD67-65B3-8704-6FE1-F7C8164EF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659F6A5D-66F4-86FD-5A66-92A538F32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B85425AB-3560-2C18-396D-A730A7D40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F0A828B0-4F03-99E7-9C86-9A6DDF15A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8F0690F7-768A-C030-15D8-D359BB150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85AFB58D-2F58-CDDF-16B5-7828EADDA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F4019128-3EF6-FBD3-C0B5-20C5DA533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28F53BB7-DCC1-F718-89A1-FD8969C13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00C773B5-C08B-A4C7-0692-88BAA0682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18498CC2-F2F4-8280-4493-A442E4E9F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1430CFEB-29C1-C32C-8CB0-7B6F69136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E75521CD-1E31-BECB-C1B6-480FC019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086C8039-7CF7-5830-8A46-CCB946A3E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0C615619-7F3F-3BB2-7778-2CB7DFAB0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ACB7CE5A-9EC2-AE6E-AE5F-BA8237D1C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A74434A6-A1EC-800A-BAE9-7FC32E6D2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59F17522-8F15-C957-80F1-B1E440A9D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C4D222A1-8397-B0BA-92A0-9934765E5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A651AF44-5B45-29FE-15D1-23E6DD378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5E5222A1-28B9-B2DC-1DDD-B7A40217C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7E05CA5B-017E-BCA7-F1B8-66738D57E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A9C418F-A0DB-27B9-EFD3-DD6C0C4BF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76696274-3E1D-F0A7-A938-C70083E3D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1A460BCB-6A2B-246F-8875-A25D5AAFF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DCAAF677-CD66-0DCD-1D44-5395C3D53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576BD4C9-F585-8559-AE35-8EF0ED256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C9A2A55E-30E5-6C9B-C791-B2E3013A9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1A326DC9-2AC2-BE02-5A60-36CD110D3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DAAF3B1C-00A8-9313-D031-48594D05F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43889ADA-E16A-731F-7151-69EF55849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ECA15ECF-FF74-AF46-3B31-5BEF38943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2A64E0B9-5D9F-5D98-B31A-DC60E0EBA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8B2BD610-0657-5455-C75A-F1153DF90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8511C99E-CBE4-4607-216B-D3EC1EC53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58475338-0D11-6AA2-4EEE-31138799B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EA052C44-2908-3FBA-64EC-821EDB209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A15E528E-4E71-556F-6C34-C1754D5A1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76A82996-7621-366B-80D7-7B7702777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04ECF591-44C7-267C-3C11-CF5A388E7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012417EB-D354-7029-97F2-3B1F25F95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92BB58B3-42BA-359C-1487-DDB7C2627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2EE13FE6-7D8D-37F2-FA44-EED1A3B18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83CCB783-42B0-376C-984C-D3304889A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DB1BD2E9-BA49-E040-157A-5790D78D4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AE32C8A3-7F67-4654-3ADA-010E4C191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A3CF9E98-335E-C67E-C544-31E21CF1B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7FB8FA59-9FFA-4AF0-D530-AAA373D8D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15720B21-F494-035D-AAA6-3BADF8AF7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9C414486-BD01-C595-8BC5-5753AC25C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ECA14F0F-A944-C606-DB7E-ADAD73145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3068F5D2-41E0-1B76-32ED-5B9CAC79B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4E30335-4677-6DD4-CB83-6B93558CD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497F67EF-5373-7990-1C76-AF14C367F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8FF8B4F0-EC37-CD81-C659-FB05C375B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B34C6B9F-61C5-FAEB-027F-1D0D53225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522D163D-EF12-FF69-7DD5-C5044CB89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F78EE81C-AC5D-49D2-65DB-1EC184D94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46EF91B3-73CD-6F01-E96A-53D5A77F9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EAFD1764-22FF-63F7-3EF8-784AA1E56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A5477AD4-9F16-CBA7-9301-7DCC60217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EA99C8EA-BEAF-AB0E-75D6-2980E04B8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F2542301-AD64-5407-FA0F-D5A6CDFBF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C44F0B4C-3B64-539B-66EA-FF569243F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78E926D3-EE21-4D19-1AB5-505AA4533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A0CC956A-AE8E-8172-BEDA-CCB99BF3D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752CD12C-429A-B979-DEC5-221163EA5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C44A33EF-35F4-1A3F-4A08-7775CA7DD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E8B73707-BACB-CD11-4582-B1285DD2D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2FBF885-C792-7B11-A019-EA4A7164F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3E100B29-C07D-6CC5-0E33-48DEB0E11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FD37A2AF-8ABF-71D5-9E4D-7DACEC7DD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9229094C-85E2-F6B6-B73A-EB5D8F881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28444973-7C06-973E-5352-DDCD2040D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16CC211C-BC81-9C5B-F6F3-51A79F9C9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84DB171C-14DC-CDBF-6780-AF62A761B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ACDB4807-CB1F-12D2-0C36-CC7012B1F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66F47141-74B1-97E2-F6F8-11F400C80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2FF90BA8-3F8B-B125-2804-FF37EB074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924178CA-CED2-E14C-EFB3-650173AA7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261F7B2F-4ADE-1C36-CBA7-FDF8DEC6B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1A10AB60-4B25-C127-6B35-EE8712422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A6597A59-FED9-D137-EB76-05C5212E7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383CAB3-E4E9-C9DB-0DA5-019CB88EA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D1A090C0-4B30-FD45-D40D-641660565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81807A31-2CFB-1A96-E423-3C2B973A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DEBB7AF9-3502-25BA-3032-9A1AFAA78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79776BE1-1853-AE74-B87B-8768C74D2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D9E72115-835F-D9CC-36D4-0683A5047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731D04C0-CEEC-75CE-DE55-8D821E08C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88DC145B-4BBC-596B-6888-692325A4D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202266C9-6C19-011B-8D2F-DC51AB9E9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270AFB54-1E51-F24E-291F-2F5347F47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146A4064-2316-9739-E5A9-003E0C951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7C5AA923-9756-C402-CA51-C8DE40217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372E014-213C-4D2D-43A0-3A44D216F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E18B0F56-6398-0E51-C7B1-B33B3B43A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CC3AE4F1-16FF-3C54-A58A-7A4D4768F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3C0EACF4-DD77-05F5-1E81-C662BCFB3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7E332EDE-9533-A14F-66D0-13D553CCE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B0B7F2C5-49A3-19B3-FCDC-3741FC2FD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EFFD1D20-A2D3-CC2F-39B2-75E5FA258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2BD85DD0-0C23-407B-C15C-551BCF5FF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23EA41B2-82F0-2904-03BA-FDA4047F6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6DCB1F20-DDF3-DFE6-EE39-1BEC5F629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C050070-6FA3-AA3B-8C17-31BCA1557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50FD58C5-AF26-6833-F0D2-44CA15E53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F2348A46-3881-46D0-FDB6-A82025F49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EA648F6C-909A-A84A-75AE-61127B1D9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D4DD632E-2F49-BA18-2C4B-31ED69B26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D99E7B10-F4D7-2E62-5829-1442F1AA1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1BB8FDF8-F9B6-D95A-3766-76943881C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FD71754A-E420-4CA5-8D96-856ABA4D4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EB4DA42E-FE90-96A4-7CE1-00AC5413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F7A040EF-C511-3798-5A44-1310ECB4F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546EDEC7-257B-DCB3-3823-9DB0ECAF3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70C81F9B-9910-7ED2-C9E7-36838D5C2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5FD13592-57D8-5231-A224-73D40DABE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533EE2DE-9DB5-6962-2809-6E2C4942D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FA215D38-678B-6E3E-4890-FDFE954EB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609CA655-3D06-36A5-2371-85ED093F2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E3FA5AE1-07AE-334E-B205-0B9F284CB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CC2D966-5B54-4380-8674-A00D02B1D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3DF7798D-FC0D-5E64-9C70-D7D1DEE6C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8C8384CA-347B-92A1-3985-85F2BA5CC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91BD218B-7DB8-E33B-AE45-5304AB561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C1860E32-00F6-43C0-3F55-B3500BC5F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512C76E6-95DF-995B-306A-1AD8818FE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06D6190F-F890-9B08-418E-E15BAE11D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44EBD851-85D8-EFE8-5E12-3F9E2DF98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8309BA2B-E1B9-492E-5C09-F17184A54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2D76EC0C-988C-DC60-6CC2-A6008C7F5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3B31028-268E-16AA-C8F4-97C8C68EC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6F7194E8-A057-3A2C-C293-9C53A709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71306F43-7FE9-FE55-15B3-32F56F4DE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5A9506AE-15F9-0F7A-93A8-2DDEB316F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6D91E6A5-6B67-8C72-C351-8EAE0D107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F3606588-61C7-38D0-6EA9-DD649EC8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586875DE-BBA2-8D62-0998-18E97D1F6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A3CB4279-0835-DC12-D67B-7F958D929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503E4908-C4F9-B7D7-57EC-B239B27FA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BA129717-94F0-0463-AEAB-A522F3703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58AEF3EA-ABB3-17B1-7BEE-14B830BF7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EA457F9C-E675-6399-C267-4655B7904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41F0086-F496-FF62-B06C-7BD159A1E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9AE73F40-4F60-7983-9386-960FFDC5A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CBC9FA56-7938-11E1-FF83-003707262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3FADB0A6-FAEB-C000-D0E7-6C9724B03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DD82EB47-0FA6-5AC5-AD0F-BA17F879A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AE47E1FE-4BDE-5EF3-8668-F644D6E2A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7578A77F-3DD4-E44C-3862-07FD5127A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0551FA80-CC6F-8149-BBAF-8830EFB21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D5234BD6-6A68-2081-3871-37229E533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8AAB8EAC-E8EB-D454-DB3A-9091B20FA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B7DDE139-AC5E-E9D0-48CE-8D20E5466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951D4379-F1C1-5BE7-5B0C-187A79ACD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2679E187-5C48-7B21-0B9F-52764C1F3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F0CCA70C-B542-F8AE-2498-4546298BD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12A0FC61-E0B4-1C57-1060-A453326BF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8F0425FA-2302-BE1D-6161-610F023AB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643C5FB9-A3DD-F717-61B5-940872D76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63E61BF6-4508-332A-0AF1-BDE04ADCF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BDE2FEAE-D5B0-8BD3-516E-9E3519932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EFFD381C-8ACC-EDEB-D9C7-003C2E6B8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97641E2E-5A32-C0BC-F244-263FE9059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67A34103-49CA-FBDD-8E1A-D47B77225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EBCB3C98-D847-EC35-CB25-C1150A1AD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1C3D2792-F846-9AAE-94DC-6EEB12867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BAEA0F63-8C34-BEA5-C4D0-D116CED20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D248F3CA-7F1F-B3EA-D9BC-0638E6DC3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B376A024-8F0B-A36F-860F-9280584E0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20B42169-B063-8352-CA5D-6B34EF926F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C1A79CAA-AE76-C3D7-A08D-8D11208C9837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24B4EFA4-AA7E-139F-3052-6A16B163B1B4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BB56415A-9760-FA03-F49F-55BEBD973572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28901AD2-06FE-E8B3-5195-6E57BB762A91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CA443DFB-01B7-29D3-6E5A-0909D461A5E8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14B1B856-C6E9-6D9B-939D-CB6BED6705E8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99047536-257C-D76F-C089-A2914763C66A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BD150C02-669E-78E1-E056-136B45538C7F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D979CBDF-BCC6-572D-245C-F2BE10CFE778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345B7B1A-8472-7AE8-75A2-9615488C8948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2FB7BB1E-344C-2157-37D7-FA2C5872C10A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DBD1F899-4A5A-4996-9914-2E926373FE78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1694FD8B-88C4-2FEC-D5C7-8E72341171FC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D019A95C-BD6F-A397-CDC3-C7F7DE6DF9B9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13631638-8E2B-33AE-95A3-4EBD3F7F273C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6E90D2C8-200E-48A1-36E6-7A415830D8EC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BAB2977C-B65E-2297-AD0E-D484E2284DD3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6A707022-1760-C79D-F700-0B75C5CEC87E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4F370445-9538-3809-17E4-F8B6D7B12C6D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3CB274FB-BF8A-FAFB-0EBB-17A2B6C7FC2B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7E82C15-7617-F56C-6F7A-52304FD6D042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57A745D2-B6C2-0412-50B4-CFF65BACAA2A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FCB2BC85-0DC3-A867-9674-84FF7EE28594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CDC061F1-BB46-F591-50DC-5271ED5EC089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A52EDBF2-0B11-E465-8A81-404717FF125E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0582D2B6-FC98-97EE-06C6-35AF44BABF75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35B1354A-4A21-07C9-FEA3-D412A274951C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114F36B9-A7CD-5F10-A9D8-0485C42C22C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283C8432-E0B8-DE45-212C-F2954142BD7A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9D021B3E-C4BD-1F43-C0C4-5B96FD6123BC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1C33A1E-0448-EB29-C61C-922569664ABD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5629C047-6551-37D8-5BCC-D58CD795AB5C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5B00C9E3-C076-228F-34C5-DC8D917154A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3B9A9767-874A-087C-B2BA-EF5A580094B6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DA63571-F00F-6855-2A84-6F665AAD8F4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B02A8C25-F450-1FFF-62DE-AB88B46003ED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E07E8E2F-6249-6242-1F78-F8E25DA2D720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88BDEFD4-C4A8-EDDC-274D-B25BD9BE01DF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DF7663DA-8BD7-16A9-3E6D-0E167836112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0B3757AF-F847-8D47-34C3-D3E616DB6986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326A9134-F33D-E835-51D9-8D6C2E6AA513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E5136A97-3452-EBFC-02A2-EA5667717C68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56B68C27-3020-FF88-9192-3C5CC7C125E1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885060E9-533D-2AEC-BC77-6790AFE33BD5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CC4EF67-630F-F980-A0DB-D866EA27D4EE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305713A-243F-7890-9D37-8F9245A2CCE5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06258E52-AC1C-28EB-1A7D-D120BC5A8A4C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473AA301-6E36-4BA7-E9E4-76CAF9DC46DD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6CDE0779-A15F-6E0C-D1EF-BE9F8E827CE8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58B290FD-2893-3C21-2A33-F6E066BD68A7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472DF5EB-AC76-B503-C3B9-2E0AE303E1B8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FE50F1AB-B731-6E52-9D88-10378C38F974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6BFF01FB-7CC8-F6BD-C85A-3C3BA241BDBA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D1318064-2BFC-4061-6A75-CCB2A388D5DB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E4D4E844-1467-7D53-52DC-F879EC766294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4DC22EFD-17B0-3FFF-CB98-A21126A57142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8E4C48A9-FEE6-75DA-59F0-1E1C5C5A619E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0B572EB4-0A0F-299A-D2A1-EAE2C44EEEE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53CA67AE-5B63-0FAA-54BC-F87DAC8EB842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E43AC418-A396-406A-A485-2E41B1934AA8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51671F59-2A34-7A76-2585-BE04A71F1129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4F68D42F-B7F4-0697-F8B5-CAEE1B78EFC6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8FDAB05E-0148-262D-0946-D021C6546B63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011AE518-4780-3ED8-E392-582D76ACA70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D1177BA2-0852-31D7-8401-94EAE89BDA63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73B98414-58D4-6587-B2E3-E9E92193295F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9FA33D57-0FD1-427D-B334-A8A62CF5D642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C05AAC7E-7A55-1B18-5231-24AB5602C888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9F59880A-631D-5BE6-182D-8C1047814BEB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2B3936E4-B487-4425-91F3-DC22A320895F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CD1304F-53C3-8DF5-C37C-B7E6E3F2C41F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6E4EAEC0-03D6-7C83-5501-412D56DEE31F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CA249BCD-EED1-9B3E-8A14-EC18140E5613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41795B0F-D38E-A12A-01DA-847A6F4D659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469733D3-2D8F-DB06-DEA2-22F2AE158F0E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C7A1467D-3CFE-6FC9-36C7-F1FED4E5400E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9318A6F0-5529-149A-FD4C-9BF7C751624C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73812D56-EB4D-CF6F-399D-B0F17F86BDCE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19AE854-3160-0D00-C3F5-98398E625FE7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D2508A03-4FA0-5877-CF91-91E5F15D1C81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35A6640C-AE6C-386E-6F36-F33647BFCE61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2BAFB3B9-8E69-0B5D-DD41-1C1CF2BB479F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AEB70A1F-8D47-5C97-CDF0-24162D8B63F5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C2B4ADF4-CAD1-F01F-7A38-49EC1480715B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18BD0B9F-BBE2-380C-B578-BC48ADB34DE3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FC134039-6D9B-9027-270C-E43CD66C2288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753E9B90-C9C4-25A8-01DB-E623BAF44348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5333C8ED-C2ED-3F27-4DEE-41D19B29934A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22D321B9-8D1D-C09F-5804-362EF6B85032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057B62EE-1CE2-4F6F-1C8A-9E4D659586BF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5F4A4326-FE0C-6104-BEFC-7599CF99BE6D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8C8CF954-C339-E572-DF11-092176DF436A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5BC50CB1-3DB2-367A-D775-CA2EF33C3623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E18A6334-92FF-43B6-FAD2-63C71E93423F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DE65AF9D-B484-B548-C511-88887D5301DB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C1AADB03-89C2-0279-995F-8EE4E41498BA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48FB74FE-8267-601B-89A6-7887D63F90BC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53A0237E-9F7A-C219-B575-6AED4F53C575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9E6BED3E-E36A-E9E3-1713-8F537618A591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E2C992DD-5C4C-2E1C-6D9C-E72CAFFDBF7A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DFE1BD59-BD30-D645-3642-495F1EF84B50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27B9B75A-C237-B3C0-3CA8-9CD4D1D1702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2DF2A192-010B-FB09-CB40-1200FA44E7F7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FEB227C6-64BA-ADD7-FB4E-E7615247E866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8678D4EF-F6A9-CBB6-72D1-EA9C9547BCDD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06A4E756-2EE2-6AB1-7F36-91407C4D3801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83E6F5B1-CEC1-5330-8814-48C7DCD339D2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32DB4B34-1A39-7A8C-0E3A-D9C531C3F71D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FAE578A9-8A3A-1615-F3DD-F62D4604C04D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B63FB0CA-CF20-C552-E08A-9F822657FA40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DEB56565-2C44-C242-0845-5DAFFA61FFE0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109D69E7-8D4A-61A5-E9C4-C7C3CAF0CDC8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B33CE431-1BE5-C6A6-5224-CED72539F8E5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D4EC8256-9CD5-2224-3C90-8DBE3E596971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51B55FF7-9CAA-476A-CA63-A065F8AE8489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7C7ADCA0-740D-FFAA-8139-E1B5339028B0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2AD6C0BC-9553-F7E9-FEDE-F3A23F36D242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A911D66C-09FC-BED2-C215-B4159667E73A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2254FFC8-B6A4-3001-2DC6-4A37E3621C28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A7D38FCB-4903-E756-C2A0-94B895AB8F9C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D1A05662-807E-CF19-8ED5-55066DA9DFF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453453E3-427D-8B3C-3F5A-F9782F839E59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AEAA38B5-395F-3B2A-23FC-54FB9B64CE65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4C91BFF1-5A6B-01F6-7C62-5E965AAFA028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F4F2DA71-1DD6-555E-CD4B-245BEEAEC67B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3752EF1F-D864-3B0B-7C6D-59ACCAF0CD0F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9D66B90E-A1B1-98BB-D998-F1BD895163D0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900362D4-DCF0-A7F3-930A-3D17DAE49D3A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B53E5428-BA44-2026-BA70-A8AF98385105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A66DA509-DD91-6DA0-C828-AC330306DCDB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9DABA2BF-575D-A4E0-A0F3-A0CB01A4DC4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64511A87-BF86-AD5E-64AD-3F9B9534BF62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33356656-F57E-A56B-475E-2698641EE1D5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519E0F96-B24A-238B-6F89-1447BBA20693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4E5AAE97-4934-0D3D-9300-97395450199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9FBA146D-108F-1CF4-110F-C4B3186AC4AD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64F3CC7B-4E9E-2FCD-E6FA-649869D9120E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C2E35AFD-A105-7074-F492-DDB37FDA3246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2137D90D-972D-B787-F738-2755AC1E605F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FB76C61A-8F02-2902-FE5F-77815120A134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760B4197-14F2-0D21-FFA0-212F6784C83F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00E7F6F9-EBF2-2E30-34A3-76EF6FABC340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06879E18-A05C-AA3B-651D-5822A5475C8D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53500822-A9BC-3659-3F7C-1C8709B1355E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14756998-2407-03FF-7FA4-F42556A20D76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DB9FE86D-457F-D38B-E622-CB7E5D77E473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6583120F-696D-AB4B-51FB-316A00777CB7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DE0C5E07-AEB8-5C98-34B0-329804DF9B56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2EA7773-29DD-924E-6012-060BA25832F4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7CE5E219-19BC-6A83-2590-B364C3BDE3AA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69CFA1E0-7C57-47EA-07A0-94536315D197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B54696E6-C55F-65B9-8059-692473147F27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92969C7F-2E2A-C460-B0CA-B02A62726397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1F79F15-BB3C-E12E-0B40-11018A9B2D40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AAE7C55-E6FC-0363-3A97-1378FE2B32F5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08E0D942-7445-2416-8822-22A3BC15D13C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D8337D94-21CC-BFC3-27CD-E9A6C457E5C1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5D5AB64F-CC7D-5187-E434-CA4663DD97C7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B7685FFF-6C94-1036-9780-A20CC2327775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BC31EA56-48A7-9D29-18D4-573B07253B42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F1D39B4F-ABCA-01B8-5C49-779F6D67B11E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FF2FFB61-9891-34D7-D1B3-96D9382F715D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3BDEB77B-C8D6-8E38-0A85-7B311BD8C81A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D13A1EC6-BCAD-9BC1-7F64-26F5F1FF6D57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1B01F09D-F476-3979-B464-45BAA2D7267D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F35725A2-394E-4E17-19FB-0BD35E83BC2E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E3BEB18D-C1DB-7103-CEB7-2EE3E48BAC0A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1DE3ABF9-E33F-9E7F-E9C3-97C16CDD21C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3EC6E035-03C8-167E-31D4-F5777C218B4E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13F6A5D0-40B6-10CC-1C2A-1D3E7DF20DC3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8E414FF5-A477-2423-9D35-255146F7EC94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64485A63-24B5-FD9B-C126-4DB005CF78A4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72C5D15B-1EA3-BEFF-64BE-2A78577ED87C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3B80F87D-1D35-F997-D7DD-96C6B1DD7883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D43BEC4F-2E16-6580-64CC-5A8A5BFD0604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30C75DCE-3FE8-15BD-2F64-29EF9CE443EF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346EF56A-C295-EF25-E6E1-44A1C7BC1CDB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B39F1B34-CDF5-3CED-355D-BD3A4BA1F2C5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596218F-11DB-4D45-8266-0D3C9BD70B62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4E0511-4DB7-E70A-6BCF-326C71DDB833}"/>
              </a:ext>
            </a:extLst>
          </p:cNvPr>
          <p:cNvSpPr/>
          <p:nvPr/>
        </p:nvSpPr>
        <p:spPr>
          <a:xfrm rot="5400000" flipH="1">
            <a:off x="1732498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1A47DC0-BEB8-AF8A-E9D8-0F03D339A952}"/>
              </a:ext>
            </a:extLst>
          </p:cNvPr>
          <p:cNvSpPr txBox="1">
            <a:spLocks/>
          </p:cNvSpPr>
          <p:nvPr/>
        </p:nvSpPr>
        <p:spPr>
          <a:xfrm>
            <a:off x="887636" y="1356572"/>
            <a:ext cx="4671336" cy="4791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주피터 로그 분석</a:t>
            </a: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아파치 로그 분석</a:t>
            </a: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FTP </a:t>
            </a: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로그 분석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자동화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50B168A-BADF-0092-6816-3AA4AFAC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7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파이썬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ACD45A3-25A4-4AD2-2760-3119451C2BB7}"/>
              </a:ext>
            </a:extLst>
          </p:cNvPr>
          <p:cNvSpPr txBox="1">
            <a:spLocks/>
          </p:cNvSpPr>
          <p:nvPr/>
        </p:nvSpPr>
        <p:spPr>
          <a:xfrm>
            <a:off x="6112783" y="1370513"/>
            <a:ext cx="4671336" cy="4791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자동화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1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주피터 로그 분석</a:t>
            </a:r>
            <a:endParaRPr lang="en-US" altLang="ko-KR" sz="1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기타 서비스 개발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결과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4507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D3059-1E12-A986-4DEA-8E83E17F8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195C65-A135-C24C-3A48-B253CBC6F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주피터 로그 분석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63F4DFE-A188-7EA4-92CB-7AC60346E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255" y="1327604"/>
            <a:ext cx="8976859" cy="547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151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7995E-891C-8B8D-519A-460B84AE6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E9FDA-324A-C425-9F40-0978F4F00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아파치 로그 분석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7EC053F5-B96E-CA37-ABC3-A2F71E7AF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364" y="1309007"/>
            <a:ext cx="5413271" cy="554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320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en-US" altLang="ko-KR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FTP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로그 분석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1DE6FE18-CDB1-54C4-C5DC-DFE525E22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678" y="1320541"/>
            <a:ext cx="6304643" cy="540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632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자동화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5843633E-9E24-F14B-CC22-2CB53AD6AA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34"/>
          <a:stretch>
            <a:fillRect/>
          </a:stretch>
        </p:blipFill>
        <p:spPr bwMode="auto">
          <a:xfrm>
            <a:off x="1998161" y="1291771"/>
            <a:ext cx="8195678" cy="556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234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64B5F-9E7C-A58E-D0BD-AFB135A1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FC521-DF43-9043-E624-A275BE0E0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자동화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6FF33F-2981-E095-966C-0E5E6E219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993" y="1573314"/>
            <a:ext cx="5986013" cy="467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86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자동화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3A2688-963E-14D3-655B-F0ACF303F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781" y="2046800"/>
            <a:ext cx="8074437" cy="331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15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167C-469B-130A-3C65-302E3FAC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856E1-46A9-A168-BE29-66A386B4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자동화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2C4133-D320-0700-90F2-296FDFCC0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68" y="1867361"/>
            <a:ext cx="10250663" cy="408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01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서비스 패키지 설치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(Rocky)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F6DBAE-ECC6-E60C-7564-628556622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131" y="2003145"/>
            <a:ext cx="8941738" cy="385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222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39072-B035-5225-DEF8-E93968CD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44AE10-C6F1-9A3D-916E-688CD2D5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서비스 패키지 설치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(Ubuntu)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4D6EF6-7ED7-4FAB-154D-04BE3192B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699" y="1886255"/>
            <a:ext cx="7558601" cy="387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641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 descr="빛, 레이저이(가) 표시된 사진&#10;&#10;자동 생성된 설명">
            <a:extLst>
              <a:ext uri="{FF2B5EF4-FFF2-40B4-BE49-F238E27FC236}">
                <a16:creationId xmlns:a16="http://schemas.microsoft.com/office/drawing/2014/main" id="{9EA60598-6594-5E74-F6A4-114E36C7FC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>
            <a:fillRect/>
          </a:stretch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CB1B6-71BF-845A-2336-66979399E5BA}"/>
              </a:ext>
            </a:extLst>
          </p:cNvPr>
          <p:cNvSpPr txBox="1"/>
          <p:nvPr/>
        </p:nvSpPr>
        <p:spPr>
          <a:xfrm>
            <a:off x="3114675" y="1093136"/>
            <a:ext cx="5962650" cy="8402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ko-KR" altLang="en-US" sz="660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감사합니다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7F7AF4D2-1842-312B-04A4-A95CA5974FD7}"/>
              </a:ext>
            </a:extLst>
          </p:cNvPr>
          <p:cNvSpPr txBox="1">
            <a:spLocks/>
          </p:cNvSpPr>
          <p:nvPr/>
        </p:nvSpPr>
        <p:spPr>
          <a:xfrm>
            <a:off x="4261203" y="2045894"/>
            <a:ext cx="3669595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pPr algn="ctr"/>
            <a:endParaRPr lang="ko-KR" altLang="en-US" sz="24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9B7AA7-9049-EFAD-0691-3C8DEA4158A1}"/>
              </a:ext>
            </a:extLst>
          </p:cNvPr>
          <p:cNvSpPr/>
          <p:nvPr/>
        </p:nvSpPr>
        <p:spPr>
          <a:xfrm rot="5400000">
            <a:off x="6015038" y="-1131092"/>
            <a:ext cx="161925" cy="2424110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4632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809">
      <a:dk1>
        <a:sysClr val="windowText" lastClr="000000"/>
      </a:dk1>
      <a:lt1>
        <a:sysClr val="window" lastClr="FFFFFF"/>
      </a:lt1>
      <a:dk2>
        <a:srgbClr val="001621"/>
      </a:dk2>
      <a:lt2>
        <a:srgbClr val="CDFFF8"/>
      </a:lt2>
      <a:accent1>
        <a:srgbClr val="00FFDD"/>
      </a:accent1>
      <a:accent2>
        <a:srgbClr val="04DEFC"/>
      </a:accent2>
      <a:accent3>
        <a:srgbClr val="9AED13"/>
      </a:accent3>
      <a:accent4>
        <a:srgbClr val="EAEE3E"/>
      </a:accent4>
      <a:accent5>
        <a:srgbClr val="F7CA8D"/>
      </a:accent5>
      <a:accent6>
        <a:srgbClr val="0F55F1"/>
      </a:accent6>
      <a:hlink>
        <a:srgbClr val="467886"/>
      </a:hlink>
      <a:folHlink>
        <a:srgbClr val="96607D"/>
      </a:folHlink>
    </a:clrScheme>
    <a:fontScheme name="사용자 지정 562">
      <a:majorFont>
        <a:latin typeface="맑은 고딕"/>
        <a:ea typeface="Pretendard SemiBold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3826</TotalTime>
  <Words>1151</Words>
  <Application>Microsoft Office PowerPoint</Application>
  <PresentationFormat>와이드스크린</PresentationFormat>
  <Paragraphs>305</Paragraphs>
  <Slides>32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Arial</vt:lpstr>
      <vt:lpstr>HG꼬딕씨 60g</vt:lpstr>
      <vt:lpstr>맑은 고딕</vt:lpstr>
      <vt:lpstr>Office 테마</vt:lpstr>
      <vt:lpstr>1차 프로젝트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네트워크 논리 구성도</vt:lpstr>
      <vt:lpstr>네트워크 물리 구성도</vt:lpstr>
      <vt:lpstr>네트워크 도메인 기반 Ping 테스트 결과</vt:lpstr>
      <vt:lpstr>네트워크 show running</vt:lpstr>
      <vt:lpstr>        서버</vt:lpstr>
      <vt:lpstr>서버 구성도</vt:lpstr>
      <vt:lpstr>서버 흐름도</vt:lpstr>
      <vt:lpstr>서버 제원 - 운영체제 정보</vt:lpstr>
      <vt:lpstr>서버 제원 - 서비스별 패키지 정보</vt:lpstr>
      <vt:lpstr>서버 결과</vt:lpstr>
      <vt:lpstr>서버 결과</vt:lpstr>
      <vt:lpstr>    파이썬</vt:lpstr>
      <vt:lpstr>로그분석 - 주피터 로그 분석</vt:lpstr>
      <vt:lpstr>로그분석 - 아파치 로그 분석</vt:lpstr>
      <vt:lpstr>로그분석 - FTP 로그 분석</vt:lpstr>
      <vt:lpstr>네트워크 자동화</vt:lpstr>
      <vt:lpstr>네트워크 자동화</vt:lpstr>
      <vt:lpstr>서버 자동화</vt:lpstr>
      <vt:lpstr>서버 자동화</vt:lpstr>
      <vt:lpstr>서비스 패키지 설치(Rocky)</vt:lpstr>
      <vt:lpstr>서비스 패키지 설치(Ubuntu)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TJ</dc:creator>
  <cp:lastModifiedBy>명재 이</cp:lastModifiedBy>
  <cp:revision>39</cp:revision>
  <dcterms:created xsi:type="dcterms:W3CDTF">2024-08-08T03:38:21Z</dcterms:created>
  <dcterms:modified xsi:type="dcterms:W3CDTF">2025-11-07T07:19:36Z</dcterms:modified>
</cp:coreProperties>
</file>