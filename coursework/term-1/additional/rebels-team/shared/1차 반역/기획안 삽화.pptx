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7925"/>
    <a:srgbClr val="00FFC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77" autoAdjust="0"/>
    <p:restoredTop sz="94660"/>
  </p:normalViewPr>
  <p:slideViewPr>
    <p:cSldViewPr snapToGrid="0">
      <p:cViewPr>
        <p:scale>
          <a:sx n="125" d="100"/>
          <a:sy n="125" d="100"/>
        </p:scale>
        <p:origin x="336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3E70F-48F2-4DF1-A7CF-356A59E14C5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AC23A-609A-45EA-AA0D-80121DB09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97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AC23A-609A-45EA-AA0D-80121DB09D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74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D73C-5F9E-A4FD-DACB-9275AFBDE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0F9E1B-92E0-C890-5D0B-377E386A5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7AF30-135C-4037-BBFC-BFFAD6A8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4430B-FE8F-7A20-C36C-967EBC7D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95787-E7F3-4E91-F5E2-FAA3E0AE3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8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B5229-3C17-037B-AFA8-A9AD8EBD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2000DF-A48A-70AA-B874-EDE5DF3A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033FA-FC62-0365-8184-25EAF22E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3B612-2879-D657-2242-F20CD1C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EBA93-16C2-5C6E-1AC5-E2D869D59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28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26139-5511-8C7B-6D6E-6EB26768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7EE6B4-FF74-7542-852D-D4E51561C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C7E855-AADC-07C4-B957-C6A9CAD3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8C0002-CB24-CAB2-8F6F-14926B0D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5D05F-7245-FA7B-716B-B7D425A7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59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1448D-1879-3455-908F-15E640C7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F3C17-192C-171E-0B87-148DC66DE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A41C8C-997F-423C-281E-2DA1242CD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F3784-CE0A-ED8B-006D-EEE0E3E3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3F0AA5-7CE0-00DE-A0D1-C3D39371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51408C-58C2-1B06-0247-87F59A33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486DB-B434-C7E0-1CF6-B1287C98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C063DA-3772-CB13-B2EC-F873E194A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14DCAB-5EE3-D745-A0BF-BB38F520B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643E5D-41DE-B555-D750-7017F902F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81FDDE-FFF2-9C53-A8B8-C01B4AD641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9E7879-3A5F-B310-3A18-4F8F4C13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884609-79A3-5470-6B83-E06CDE0B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3C0795-CF2C-871D-72B2-7AAE2C05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0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0C593-7E99-4CBD-D80E-FD67D9A8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C6FAB4-77E9-4112-3075-050FF8A9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E5610C-2605-678C-9C8A-02DA0610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04E44A-6206-1CB5-9914-D867DCDF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89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DCD366-0713-5540-FE32-14B18085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EE9869-493F-9201-E1CF-A26EA974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5A1A0F-0BC8-2FA6-D265-831A3B99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BB137-A574-0BD7-5C87-3C2FD679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99B3E-A54F-607B-CD59-17E546543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1D42DC-ABBF-7709-1A99-A9CFB1939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FC64FE-A449-C081-0350-4654A96C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C91F4E-D0C2-E42F-605D-D1531DC0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EA4C9D-E401-362C-1241-234785DE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12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02C7B-6E3B-058A-8DDD-7CE93422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B6326D-7A94-F5A2-E32C-7D1820C95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EE5CCE-181B-D966-EA76-02ACA8B01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205C4E-484D-870C-7AC8-63D8FC8A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3FC3F3-1D56-911C-A6FC-CCF0D1C5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C1BBE5-F79D-4284-77FD-A597B8C0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70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DCD57-ECA0-0037-C28C-F4DC010A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B4C5AA-C930-AE37-6A08-B676BE777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8408E-4002-0B8F-98ED-CF5198A3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6ACF46-1AF8-E82E-138F-91253C74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68715-A8FB-0516-E922-BB12AEE7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42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6C8E20-2C85-091D-0CEE-EDBB9C373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D4FF6F-063F-0047-9757-529669541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1140D2-B64D-E795-8FC7-BC3151AC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1F212-463C-0019-5460-998DE90A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6D6D8-0F22-A7C3-4D92-FC7B5549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9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513A69-B7B2-3557-3428-8870DF8B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3ABF5-876E-BFEA-9931-F3B27F05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188-8734-9E70-8E7E-631EFEF7A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54D23-43B7-42BB-9A00-3C6240E723A2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01F3A-D980-943C-2DE7-9D21A89C4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D4647-9786-5384-813D-A7E8BE028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5E104-9B11-425C-8E32-958C579608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31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CD09D60-A886-61E4-8DEA-5027AAD9F3AB}"/>
              </a:ext>
            </a:extLst>
          </p:cNvPr>
          <p:cNvGrpSpPr/>
          <p:nvPr/>
        </p:nvGrpSpPr>
        <p:grpSpPr>
          <a:xfrm>
            <a:off x="8104102" y="1279156"/>
            <a:ext cx="227519" cy="419824"/>
            <a:chOff x="5171886" y="1487173"/>
            <a:chExt cx="271604" cy="501171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0343099-AE46-5AC1-7E46-35824B495842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78A467B-FC22-50CA-1A27-FD834E31971F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749051-AB7E-41E6-2528-A2C45C238C39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7EC01D2-0322-5410-38E1-9CB259707A2A}"/>
              </a:ext>
            </a:extLst>
          </p:cNvPr>
          <p:cNvGrpSpPr/>
          <p:nvPr/>
        </p:nvGrpSpPr>
        <p:grpSpPr>
          <a:xfrm>
            <a:off x="2918231" y="1086424"/>
            <a:ext cx="227562" cy="419904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EB80F0D-C99E-32DC-6CAD-A2425E21052F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879443A-AECE-0C08-B090-E10B9541930A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B4A8C0B-EAA3-E5C6-6D85-E53E2604B4C4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62E53B5-8EC2-9004-140E-B1E6E341D676}"/>
              </a:ext>
            </a:extLst>
          </p:cNvPr>
          <p:cNvGrpSpPr/>
          <p:nvPr/>
        </p:nvGrpSpPr>
        <p:grpSpPr>
          <a:xfrm>
            <a:off x="176024" y="0"/>
            <a:ext cx="1008250" cy="1015663"/>
            <a:chOff x="7738874" y="1718742"/>
            <a:chExt cx="1008250" cy="10156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C80535-E23A-0F79-A872-3057CB5DE8A0}"/>
                </a:ext>
              </a:extLst>
            </p:cNvPr>
            <p:cNvSpPr txBox="1"/>
            <p:nvPr/>
          </p:nvSpPr>
          <p:spPr>
            <a:xfrm>
              <a:off x="7738874" y="1718742"/>
              <a:ext cx="2970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dirty="0">
                  <a:solidFill>
                    <a:srgbClr val="A50021"/>
                  </a:solidFill>
                  <a:latin typeface="Bauhaus 93" panose="04030905020B02020C02" pitchFamily="82" charset="0"/>
                </a:rPr>
                <a:t>R</a:t>
              </a:r>
              <a:endParaRPr lang="ko-KR" altLang="en-US" sz="6000" dirty="0">
                <a:solidFill>
                  <a:srgbClr val="A5002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C58D64F-802C-402F-2AFC-921B2D1032DB}"/>
                </a:ext>
              </a:extLst>
            </p:cNvPr>
            <p:cNvSpPr/>
            <p:nvPr/>
          </p:nvSpPr>
          <p:spPr>
            <a:xfrm>
              <a:off x="8035926" y="2279650"/>
              <a:ext cx="66357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C541AC1-8FE7-BCC3-04C0-2E3DFE2C7DEC}"/>
                </a:ext>
              </a:extLst>
            </p:cNvPr>
            <p:cNvSpPr/>
            <p:nvPr/>
          </p:nvSpPr>
          <p:spPr>
            <a:xfrm flipV="1">
              <a:off x="8083550" y="2409825"/>
              <a:ext cx="663574" cy="4571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EC13270B-3193-25BD-57FC-A96ABFEE0272}"/>
              </a:ext>
            </a:extLst>
          </p:cNvPr>
          <p:cNvGrpSpPr/>
          <p:nvPr/>
        </p:nvGrpSpPr>
        <p:grpSpPr>
          <a:xfrm>
            <a:off x="7119192" y="1592706"/>
            <a:ext cx="466722" cy="741044"/>
            <a:chOff x="6306266" y="2447669"/>
            <a:chExt cx="466722" cy="741044"/>
          </a:xfrm>
        </p:grpSpPr>
        <p:sp>
          <p:nvSpPr>
            <p:cNvPr id="28" name="정육면체 27">
              <a:extLst>
                <a:ext uri="{FF2B5EF4-FFF2-40B4-BE49-F238E27FC236}">
                  <a16:creationId xmlns:a16="http://schemas.microsoft.com/office/drawing/2014/main" id="{757727B1-7B35-D94D-C96B-011B868148E6}"/>
                </a:ext>
              </a:extLst>
            </p:cNvPr>
            <p:cNvSpPr/>
            <p:nvPr/>
          </p:nvSpPr>
          <p:spPr>
            <a:xfrm>
              <a:off x="6306266" y="2447669"/>
              <a:ext cx="466722" cy="741044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DC848E81-53B5-1017-86CD-75EB8E7BBBF7}"/>
                </a:ext>
              </a:extLst>
            </p:cNvPr>
            <p:cNvGrpSpPr/>
            <p:nvPr/>
          </p:nvGrpSpPr>
          <p:grpSpPr>
            <a:xfrm>
              <a:off x="6360318" y="2629120"/>
              <a:ext cx="226223" cy="511968"/>
              <a:chOff x="5450681" y="2676745"/>
              <a:chExt cx="226223" cy="51196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95F78084-2061-CD57-DCD2-F7D86600CCC7}"/>
                  </a:ext>
                </a:extLst>
              </p:cNvPr>
              <p:cNvCxnSpPr/>
              <p:nvPr/>
            </p:nvCxnSpPr>
            <p:spPr>
              <a:xfrm>
                <a:off x="5450681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C07CE755-B03C-89A6-41A2-84586DB81367}"/>
                  </a:ext>
                </a:extLst>
              </p:cNvPr>
              <p:cNvCxnSpPr/>
              <p:nvPr/>
            </p:nvCxnSpPr>
            <p:spPr>
              <a:xfrm>
                <a:off x="554116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54C18A16-4BC3-2BD0-A411-6C8A4BF2B2CB}"/>
                  </a:ext>
                </a:extLst>
              </p:cNvPr>
              <p:cNvCxnSpPr/>
              <p:nvPr/>
            </p:nvCxnSpPr>
            <p:spPr>
              <a:xfrm>
                <a:off x="563403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8BE2E593-5CBD-0E3C-3605-6D34047B797A}"/>
                  </a:ext>
                </a:extLst>
              </p:cNvPr>
              <p:cNvCxnSpPr/>
              <p:nvPr/>
            </p:nvCxnSpPr>
            <p:spPr>
              <a:xfrm>
                <a:off x="5450681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C9B2F1C3-A3E9-E3A2-F615-C310EBAEB088}"/>
                  </a:ext>
                </a:extLst>
              </p:cNvPr>
              <p:cNvCxnSpPr/>
              <p:nvPr/>
            </p:nvCxnSpPr>
            <p:spPr>
              <a:xfrm>
                <a:off x="554116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A4042550-4C19-67E5-7130-705F90CFC8D4}"/>
                  </a:ext>
                </a:extLst>
              </p:cNvPr>
              <p:cNvCxnSpPr/>
              <p:nvPr/>
            </p:nvCxnSpPr>
            <p:spPr>
              <a:xfrm>
                <a:off x="563403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CB429572-057A-13CF-4687-FD977C606E3E}"/>
                  </a:ext>
                </a:extLst>
              </p:cNvPr>
              <p:cNvCxnSpPr/>
              <p:nvPr/>
            </p:nvCxnSpPr>
            <p:spPr>
              <a:xfrm>
                <a:off x="5450681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143B00C-16DB-A20B-3F1A-347A0AF28F16}"/>
                  </a:ext>
                </a:extLst>
              </p:cNvPr>
              <p:cNvCxnSpPr/>
              <p:nvPr/>
            </p:nvCxnSpPr>
            <p:spPr>
              <a:xfrm>
                <a:off x="554116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BB3EF80C-86B1-001E-66F0-37DB1E7049C6}"/>
                  </a:ext>
                </a:extLst>
              </p:cNvPr>
              <p:cNvCxnSpPr/>
              <p:nvPr/>
            </p:nvCxnSpPr>
            <p:spPr>
              <a:xfrm>
                <a:off x="563403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A86268E7-E1CB-804D-7501-B31A437512CB}"/>
                  </a:ext>
                </a:extLst>
              </p:cNvPr>
              <p:cNvCxnSpPr/>
              <p:nvPr/>
            </p:nvCxnSpPr>
            <p:spPr>
              <a:xfrm>
                <a:off x="5453064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AA94F778-4EA5-6E06-23D7-2D4205E82738}"/>
                  </a:ext>
                </a:extLst>
              </p:cNvPr>
              <p:cNvCxnSpPr/>
              <p:nvPr/>
            </p:nvCxnSpPr>
            <p:spPr>
              <a:xfrm>
                <a:off x="554355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BA4E7D46-A35E-92A4-0B64-4954BDB42088}"/>
                  </a:ext>
                </a:extLst>
              </p:cNvPr>
              <p:cNvCxnSpPr/>
              <p:nvPr/>
            </p:nvCxnSpPr>
            <p:spPr>
              <a:xfrm>
                <a:off x="563642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DFA1E930-8B11-8DB6-D523-BE5F270EAFDE}"/>
                  </a:ext>
                </a:extLst>
              </p:cNvPr>
              <p:cNvCxnSpPr/>
              <p:nvPr/>
            </p:nvCxnSpPr>
            <p:spPr>
              <a:xfrm>
                <a:off x="5453064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B559C051-3039-A4B0-2DF4-3F741E505AAB}"/>
                  </a:ext>
                </a:extLst>
              </p:cNvPr>
              <p:cNvCxnSpPr/>
              <p:nvPr/>
            </p:nvCxnSpPr>
            <p:spPr>
              <a:xfrm>
                <a:off x="554355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557B360-F1D1-CF69-D9E0-7B4AE727AF2D}"/>
                  </a:ext>
                </a:extLst>
              </p:cNvPr>
              <p:cNvCxnSpPr/>
              <p:nvPr/>
            </p:nvCxnSpPr>
            <p:spPr>
              <a:xfrm>
                <a:off x="563642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83650618-490B-ACF4-8380-EADF2ADABDBB}"/>
                  </a:ext>
                </a:extLst>
              </p:cNvPr>
              <p:cNvCxnSpPr/>
              <p:nvPr/>
            </p:nvCxnSpPr>
            <p:spPr>
              <a:xfrm>
                <a:off x="5455445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BBBFDBF8-FC95-0742-963A-686AFF9F27FF}"/>
                  </a:ext>
                </a:extLst>
              </p:cNvPr>
              <p:cNvCxnSpPr/>
              <p:nvPr/>
            </p:nvCxnSpPr>
            <p:spPr>
              <a:xfrm>
                <a:off x="554593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DB05BFF8-D0FD-849B-E796-48A2B8F5B993}"/>
                  </a:ext>
                </a:extLst>
              </p:cNvPr>
              <p:cNvCxnSpPr/>
              <p:nvPr/>
            </p:nvCxnSpPr>
            <p:spPr>
              <a:xfrm>
                <a:off x="563880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0819EE4F-8631-29EB-7D6B-67278DF8A336}"/>
                  </a:ext>
                </a:extLst>
              </p:cNvPr>
              <p:cNvCxnSpPr/>
              <p:nvPr/>
            </p:nvCxnSpPr>
            <p:spPr>
              <a:xfrm>
                <a:off x="5455446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4ECFB2E7-AC8D-C369-FBF2-CEB5913870DE}"/>
                  </a:ext>
                </a:extLst>
              </p:cNvPr>
              <p:cNvCxnSpPr/>
              <p:nvPr/>
            </p:nvCxnSpPr>
            <p:spPr>
              <a:xfrm>
                <a:off x="554593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F52039AC-A0C9-88C6-0856-E6D9542AF88C}"/>
                  </a:ext>
                </a:extLst>
              </p:cNvPr>
              <p:cNvCxnSpPr/>
              <p:nvPr/>
            </p:nvCxnSpPr>
            <p:spPr>
              <a:xfrm>
                <a:off x="563880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1EB57015-1FE1-4B9A-4A4F-8A852C5F44F9}"/>
                  </a:ext>
                </a:extLst>
              </p:cNvPr>
              <p:cNvCxnSpPr/>
              <p:nvPr/>
            </p:nvCxnSpPr>
            <p:spPr>
              <a:xfrm>
                <a:off x="5455448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D46A4DE0-2861-9A53-4238-2AF08DF73B47}"/>
                  </a:ext>
                </a:extLst>
              </p:cNvPr>
              <p:cNvCxnSpPr/>
              <p:nvPr/>
            </p:nvCxnSpPr>
            <p:spPr>
              <a:xfrm>
                <a:off x="554593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5C67735C-F638-067C-D712-41CA715749FA}"/>
                  </a:ext>
                </a:extLst>
              </p:cNvPr>
              <p:cNvCxnSpPr/>
              <p:nvPr/>
            </p:nvCxnSpPr>
            <p:spPr>
              <a:xfrm>
                <a:off x="563880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93C9A69E-B237-E992-218C-B6FFBEBC8698}"/>
                  </a:ext>
                </a:extLst>
              </p:cNvPr>
              <p:cNvCxnSpPr/>
              <p:nvPr/>
            </p:nvCxnSpPr>
            <p:spPr>
              <a:xfrm>
                <a:off x="5455448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FCB8D74E-B228-42F6-CAD6-75D40049C52C}"/>
                  </a:ext>
                </a:extLst>
              </p:cNvPr>
              <p:cNvCxnSpPr/>
              <p:nvPr/>
            </p:nvCxnSpPr>
            <p:spPr>
              <a:xfrm>
                <a:off x="554593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A9ADD41-91C1-EC85-F98B-6B9C7BFF3A48}"/>
                  </a:ext>
                </a:extLst>
              </p:cNvPr>
              <p:cNvCxnSpPr/>
              <p:nvPr/>
            </p:nvCxnSpPr>
            <p:spPr>
              <a:xfrm>
                <a:off x="563880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B89A860D-356E-575A-C407-2FC26ED5D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8781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48289E20-1998-2910-31DB-EF1D1EA5C7FC}"/>
                  </a:ext>
                </a:extLst>
              </p:cNvPr>
              <p:cNvCxnSpPr/>
              <p:nvPr/>
            </p:nvCxnSpPr>
            <p:spPr>
              <a:xfrm>
                <a:off x="557926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C28F56C8-5C15-25AA-99F9-6D610C2F688F}"/>
                  </a:ext>
                </a:extLst>
              </p:cNvPr>
              <p:cNvCxnSpPr/>
              <p:nvPr/>
            </p:nvCxnSpPr>
            <p:spPr>
              <a:xfrm>
                <a:off x="567213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1BF5C54F-B1A0-CFC4-A6F6-6900E99F3BAA}"/>
              </a:ext>
            </a:extLst>
          </p:cNvPr>
          <p:cNvGrpSpPr/>
          <p:nvPr/>
        </p:nvGrpSpPr>
        <p:grpSpPr>
          <a:xfrm>
            <a:off x="5430642" y="3485522"/>
            <a:ext cx="466722" cy="741044"/>
            <a:chOff x="6306266" y="2447669"/>
            <a:chExt cx="466722" cy="741044"/>
          </a:xfrm>
        </p:grpSpPr>
        <p:sp>
          <p:nvSpPr>
            <p:cNvPr id="71" name="정육면체 70">
              <a:extLst>
                <a:ext uri="{FF2B5EF4-FFF2-40B4-BE49-F238E27FC236}">
                  <a16:creationId xmlns:a16="http://schemas.microsoft.com/office/drawing/2014/main" id="{9D7AF964-677A-D47A-5C7C-9EBF927B35F0}"/>
                </a:ext>
              </a:extLst>
            </p:cNvPr>
            <p:cNvSpPr/>
            <p:nvPr/>
          </p:nvSpPr>
          <p:spPr>
            <a:xfrm>
              <a:off x="6306266" y="2447669"/>
              <a:ext cx="466722" cy="741044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F02FD54-6905-081A-0164-A48716CFC246}"/>
                </a:ext>
              </a:extLst>
            </p:cNvPr>
            <p:cNvGrpSpPr/>
            <p:nvPr/>
          </p:nvGrpSpPr>
          <p:grpSpPr>
            <a:xfrm>
              <a:off x="6360318" y="2629120"/>
              <a:ext cx="226223" cy="511968"/>
              <a:chOff x="5450681" y="2676745"/>
              <a:chExt cx="226223" cy="511968"/>
            </a:xfrm>
          </p:grpSpPr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C4BE9275-16C0-6657-EE79-AD22B18D802F}"/>
                  </a:ext>
                </a:extLst>
              </p:cNvPr>
              <p:cNvCxnSpPr/>
              <p:nvPr/>
            </p:nvCxnSpPr>
            <p:spPr>
              <a:xfrm>
                <a:off x="5450681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F52017F4-21F8-CB41-31F7-7AA35F36877C}"/>
                  </a:ext>
                </a:extLst>
              </p:cNvPr>
              <p:cNvCxnSpPr/>
              <p:nvPr/>
            </p:nvCxnSpPr>
            <p:spPr>
              <a:xfrm>
                <a:off x="554116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783F5362-71CD-04D2-FBE9-84AC937E6C06}"/>
                  </a:ext>
                </a:extLst>
              </p:cNvPr>
              <p:cNvCxnSpPr/>
              <p:nvPr/>
            </p:nvCxnSpPr>
            <p:spPr>
              <a:xfrm>
                <a:off x="563403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AE8F7702-0C04-2CE3-E102-B4036AB7F406}"/>
                  </a:ext>
                </a:extLst>
              </p:cNvPr>
              <p:cNvCxnSpPr/>
              <p:nvPr/>
            </p:nvCxnSpPr>
            <p:spPr>
              <a:xfrm>
                <a:off x="5450681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13D75B40-96AB-C724-9488-3EE4BA675615}"/>
                  </a:ext>
                </a:extLst>
              </p:cNvPr>
              <p:cNvCxnSpPr/>
              <p:nvPr/>
            </p:nvCxnSpPr>
            <p:spPr>
              <a:xfrm>
                <a:off x="554116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87DDA418-01B8-D4A9-94D8-2885EED03FE0}"/>
                  </a:ext>
                </a:extLst>
              </p:cNvPr>
              <p:cNvCxnSpPr/>
              <p:nvPr/>
            </p:nvCxnSpPr>
            <p:spPr>
              <a:xfrm>
                <a:off x="563403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58B65D33-4233-949E-C23E-8EBDE860E235}"/>
                  </a:ext>
                </a:extLst>
              </p:cNvPr>
              <p:cNvCxnSpPr/>
              <p:nvPr/>
            </p:nvCxnSpPr>
            <p:spPr>
              <a:xfrm>
                <a:off x="5450681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C975AF6E-A825-CD80-1A74-1493156A18BD}"/>
                  </a:ext>
                </a:extLst>
              </p:cNvPr>
              <p:cNvCxnSpPr/>
              <p:nvPr/>
            </p:nvCxnSpPr>
            <p:spPr>
              <a:xfrm>
                <a:off x="554116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1328C0DB-1080-6111-BF01-F0D2E899A16C}"/>
                  </a:ext>
                </a:extLst>
              </p:cNvPr>
              <p:cNvCxnSpPr/>
              <p:nvPr/>
            </p:nvCxnSpPr>
            <p:spPr>
              <a:xfrm>
                <a:off x="563403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>
                <a:extLst>
                  <a:ext uri="{FF2B5EF4-FFF2-40B4-BE49-F238E27FC236}">
                    <a16:creationId xmlns:a16="http://schemas.microsoft.com/office/drawing/2014/main" id="{A013B307-0DBA-82BE-ADF5-D0582950A978}"/>
                  </a:ext>
                </a:extLst>
              </p:cNvPr>
              <p:cNvCxnSpPr/>
              <p:nvPr/>
            </p:nvCxnSpPr>
            <p:spPr>
              <a:xfrm>
                <a:off x="5453064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8F498A15-C20F-A853-9DFB-32096BF1DB0B}"/>
                  </a:ext>
                </a:extLst>
              </p:cNvPr>
              <p:cNvCxnSpPr/>
              <p:nvPr/>
            </p:nvCxnSpPr>
            <p:spPr>
              <a:xfrm>
                <a:off x="554355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C109ACCF-BF03-6CCD-D932-A7651F5D9564}"/>
                  </a:ext>
                </a:extLst>
              </p:cNvPr>
              <p:cNvCxnSpPr/>
              <p:nvPr/>
            </p:nvCxnSpPr>
            <p:spPr>
              <a:xfrm>
                <a:off x="563642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59875B3D-753D-1863-39B7-EF1B515600EB}"/>
                  </a:ext>
                </a:extLst>
              </p:cNvPr>
              <p:cNvCxnSpPr/>
              <p:nvPr/>
            </p:nvCxnSpPr>
            <p:spPr>
              <a:xfrm>
                <a:off x="5453064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3853F51-E4CF-5CDA-0B31-4A2DFBA92F49}"/>
                  </a:ext>
                </a:extLst>
              </p:cNvPr>
              <p:cNvCxnSpPr/>
              <p:nvPr/>
            </p:nvCxnSpPr>
            <p:spPr>
              <a:xfrm>
                <a:off x="554355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015E2838-2AB9-4BD6-7B24-4583EE3A62D4}"/>
                  </a:ext>
                </a:extLst>
              </p:cNvPr>
              <p:cNvCxnSpPr/>
              <p:nvPr/>
            </p:nvCxnSpPr>
            <p:spPr>
              <a:xfrm>
                <a:off x="563642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742FBA80-2BA5-5AF1-FC41-B27E647D8B1A}"/>
                  </a:ext>
                </a:extLst>
              </p:cNvPr>
              <p:cNvCxnSpPr/>
              <p:nvPr/>
            </p:nvCxnSpPr>
            <p:spPr>
              <a:xfrm>
                <a:off x="5455445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734AFA0F-E9AB-C23E-1ED1-51B84EE7E789}"/>
                  </a:ext>
                </a:extLst>
              </p:cNvPr>
              <p:cNvCxnSpPr/>
              <p:nvPr/>
            </p:nvCxnSpPr>
            <p:spPr>
              <a:xfrm>
                <a:off x="554593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9A06DEE8-3D17-A261-F7C4-EEE37A6D0B63}"/>
                  </a:ext>
                </a:extLst>
              </p:cNvPr>
              <p:cNvCxnSpPr/>
              <p:nvPr/>
            </p:nvCxnSpPr>
            <p:spPr>
              <a:xfrm>
                <a:off x="563880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D9F18F56-5A44-CC8F-53E1-D259059D8777}"/>
                  </a:ext>
                </a:extLst>
              </p:cNvPr>
              <p:cNvCxnSpPr/>
              <p:nvPr/>
            </p:nvCxnSpPr>
            <p:spPr>
              <a:xfrm>
                <a:off x="5455446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21F6ACD1-F9B1-5051-5110-227EDFAC96F0}"/>
                  </a:ext>
                </a:extLst>
              </p:cNvPr>
              <p:cNvCxnSpPr/>
              <p:nvPr/>
            </p:nvCxnSpPr>
            <p:spPr>
              <a:xfrm>
                <a:off x="554593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63925A6B-2ABD-9806-CE07-E6398EE6F1E3}"/>
                  </a:ext>
                </a:extLst>
              </p:cNvPr>
              <p:cNvCxnSpPr/>
              <p:nvPr/>
            </p:nvCxnSpPr>
            <p:spPr>
              <a:xfrm>
                <a:off x="563880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693828DF-11E6-4F5A-EC62-0CCF94F12887}"/>
                  </a:ext>
                </a:extLst>
              </p:cNvPr>
              <p:cNvCxnSpPr/>
              <p:nvPr/>
            </p:nvCxnSpPr>
            <p:spPr>
              <a:xfrm>
                <a:off x="5455448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7BD0DC74-ECB0-F455-6799-FF22B9BB7FBF}"/>
                  </a:ext>
                </a:extLst>
              </p:cNvPr>
              <p:cNvCxnSpPr/>
              <p:nvPr/>
            </p:nvCxnSpPr>
            <p:spPr>
              <a:xfrm>
                <a:off x="554593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843F232B-13F8-D303-110A-114A2136A69D}"/>
                  </a:ext>
                </a:extLst>
              </p:cNvPr>
              <p:cNvCxnSpPr/>
              <p:nvPr/>
            </p:nvCxnSpPr>
            <p:spPr>
              <a:xfrm>
                <a:off x="563880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5233DF54-8F1A-996E-19C1-B975ED53B422}"/>
                  </a:ext>
                </a:extLst>
              </p:cNvPr>
              <p:cNvCxnSpPr/>
              <p:nvPr/>
            </p:nvCxnSpPr>
            <p:spPr>
              <a:xfrm>
                <a:off x="5455448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72EFA2FE-B236-2B60-AD7C-F23DDF3666C1}"/>
                  </a:ext>
                </a:extLst>
              </p:cNvPr>
              <p:cNvCxnSpPr/>
              <p:nvPr/>
            </p:nvCxnSpPr>
            <p:spPr>
              <a:xfrm>
                <a:off x="554593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50A0BFE5-A114-7655-A43D-F588165A7D87}"/>
                  </a:ext>
                </a:extLst>
              </p:cNvPr>
              <p:cNvCxnSpPr/>
              <p:nvPr/>
            </p:nvCxnSpPr>
            <p:spPr>
              <a:xfrm>
                <a:off x="563880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3841CCCB-E8BE-6952-9988-76B761DF1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8781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4A50CBBB-3ACE-8A31-83C1-68419AEDDA5D}"/>
                  </a:ext>
                </a:extLst>
              </p:cNvPr>
              <p:cNvCxnSpPr/>
              <p:nvPr/>
            </p:nvCxnSpPr>
            <p:spPr>
              <a:xfrm>
                <a:off x="557926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88509DD-5536-2FFB-BF8F-5B237B93478E}"/>
                  </a:ext>
                </a:extLst>
              </p:cNvPr>
              <p:cNvCxnSpPr/>
              <p:nvPr/>
            </p:nvCxnSpPr>
            <p:spPr>
              <a:xfrm>
                <a:off x="567213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1F92B4E9-B4F9-6923-9520-611F40D48488}"/>
              </a:ext>
            </a:extLst>
          </p:cNvPr>
          <p:cNvSpPr txBox="1"/>
          <p:nvPr/>
        </p:nvSpPr>
        <p:spPr>
          <a:xfrm>
            <a:off x="6937068" y="1086424"/>
            <a:ext cx="87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공유 오피스</a:t>
            </a:r>
            <a:endParaRPr lang="en-US" altLang="ko-KR" sz="1200" b="1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고객 </a:t>
            </a:r>
            <a:r>
              <a:rPr lang="en-US" altLang="ko-KR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A </a:t>
            </a:r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그룹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55A1A44-3C6E-E2BC-7B4A-61EEE6CAA851}"/>
              </a:ext>
            </a:extLst>
          </p:cNvPr>
          <p:cNvSpPr txBox="1"/>
          <p:nvPr/>
        </p:nvSpPr>
        <p:spPr>
          <a:xfrm>
            <a:off x="5233454" y="2957033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중소기업</a:t>
            </a:r>
            <a:endParaRPr lang="en-US" altLang="ko-KR" sz="1200" b="1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고객 </a:t>
            </a:r>
            <a:r>
              <a:rPr lang="en-US" altLang="ko-KR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B </a:t>
            </a:r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그룹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04F365F-9FAC-D996-D526-3F1862FBF8F8}"/>
              </a:ext>
            </a:extLst>
          </p:cNvPr>
          <p:cNvGrpSpPr/>
          <p:nvPr/>
        </p:nvGrpSpPr>
        <p:grpSpPr>
          <a:xfrm>
            <a:off x="8100187" y="1832180"/>
            <a:ext cx="227519" cy="419824"/>
            <a:chOff x="5171886" y="1487173"/>
            <a:chExt cx="271604" cy="50117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CD611153-8B71-1CF0-B5B2-4B1D1A3F0DDB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59DABC8-EE3F-6E07-873F-D176E24092EE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2274566-DE43-9A8F-399B-C5E068802EFF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D9D419D-F412-CE98-CE83-A913465D9652}"/>
              </a:ext>
            </a:extLst>
          </p:cNvPr>
          <p:cNvGrpSpPr/>
          <p:nvPr/>
        </p:nvGrpSpPr>
        <p:grpSpPr>
          <a:xfrm>
            <a:off x="8100186" y="2406718"/>
            <a:ext cx="227519" cy="419824"/>
            <a:chOff x="5171886" y="1487173"/>
            <a:chExt cx="271604" cy="501171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6CE1E4A-53DB-5907-7153-AE17420B81DE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4FA654C-3EEB-0B6C-42C0-81541CDED1BF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1B27B73-A323-F9A1-7776-06AF66E42443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F8BF17E-CC29-EA39-032D-7A17B2A92C45}"/>
              </a:ext>
            </a:extLst>
          </p:cNvPr>
          <p:cNvGrpSpPr/>
          <p:nvPr/>
        </p:nvGrpSpPr>
        <p:grpSpPr>
          <a:xfrm>
            <a:off x="3485070" y="1330161"/>
            <a:ext cx="727736" cy="1215330"/>
            <a:chOff x="6306266" y="2447669"/>
            <a:chExt cx="466722" cy="741044"/>
          </a:xfrm>
        </p:grpSpPr>
        <p:sp>
          <p:nvSpPr>
            <p:cNvPr id="22" name="정육면체 21">
              <a:extLst>
                <a:ext uri="{FF2B5EF4-FFF2-40B4-BE49-F238E27FC236}">
                  <a16:creationId xmlns:a16="http://schemas.microsoft.com/office/drawing/2014/main" id="{2588B65A-8BD7-D21C-165E-59E22A212E96}"/>
                </a:ext>
              </a:extLst>
            </p:cNvPr>
            <p:cNvSpPr/>
            <p:nvPr/>
          </p:nvSpPr>
          <p:spPr>
            <a:xfrm>
              <a:off x="6306266" y="2447669"/>
              <a:ext cx="466722" cy="741044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F46D0BB-A743-8264-ED49-749A188CD882}"/>
                </a:ext>
              </a:extLst>
            </p:cNvPr>
            <p:cNvGrpSpPr/>
            <p:nvPr/>
          </p:nvGrpSpPr>
          <p:grpSpPr>
            <a:xfrm>
              <a:off x="6360318" y="2629120"/>
              <a:ext cx="226223" cy="511968"/>
              <a:chOff x="5450681" y="2676745"/>
              <a:chExt cx="226223" cy="511968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CC928CBF-72F5-52C9-BFF1-76B9DD4A3404}"/>
                  </a:ext>
                </a:extLst>
              </p:cNvPr>
              <p:cNvCxnSpPr/>
              <p:nvPr/>
            </p:nvCxnSpPr>
            <p:spPr>
              <a:xfrm>
                <a:off x="5450681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237ACBC0-FD90-7BB9-2086-88094ECBA497}"/>
                  </a:ext>
                </a:extLst>
              </p:cNvPr>
              <p:cNvCxnSpPr/>
              <p:nvPr/>
            </p:nvCxnSpPr>
            <p:spPr>
              <a:xfrm>
                <a:off x="554116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01DD533-2B6F-8F09-585B-7C4A5730A578}"/>
                  </a:ext>
                </a:extLst>
              </p:cNvPr>
              <p:cNvCxnSpPr/>
              <p:nvPr/>
            </p:nvCxnSpPr>
            <p:spPr>
              <a:xfrm>
                <a:off x="5634037" y="267674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6B5C477-2FEE-987E-6022-7B5B7C94109B}"/>
                  </a:ext>
                </a:extLst>
              </p:cNvPr>
              <p:cNvCxnSpPr/>
              <p:nvPr/>
            </p:nvCxnSpPr>
            <p:spPr>
              <a:xfrm>
                <a:off x="5450681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BBA91179-A2E1-D860-84D6-DD5DB4FDE626}"/>
                  </a:ext>
                </a:extLst>
              </p:cNvPr>
              <p:cNvCxnSpPr/>
              <p:nvPr/>
            </p:nvCxnSpPr>
            <p:spPr>
              <a:xfrm>
                <a:off x="554116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78AE6795-3AE5-67B1-8A5B-348B65B22973}"/>
                  </a:ext>
                </a:extLst>
              </p:cNvPr>
              <p:cNvCxnSpPr/>
              <p:nvPr/>
            </p:nvCxnSpPr>
            <p:spPr>
              <a:xfrm>
                <a:off x="5634037" y="274580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D30C3515-CBB8-BB49-46AF-921BA4B30D18}"/>
                  </a:ext>
                </a:extLst>
              </p:cNvPr>
              <p:cNvCxnSpPr/>
              <p:nvPr/>
            </p:nvCxnSpPr>
            <p:spPr>
              <a:xfrm>
                <a:off x="5450681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0A4A0566-D057-869E-B751-6D4C5DCB44DD}"/>
                  </a:ext>
                </a:extLst>
              </p:cNvPr>
              <p:cNvCxnSpPr/>
              <p:nvPr/>
            </p:nvCxnSpPr>
            <p:spPr>
              <a:xfrm>
                <a:off x="554116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BD798690-D3FC-9ACF-E8CA-DB582F326232}"/>
                  </a:ext>
                </a:extLst>
              </p:cNvPr>
              <p:cNvCxnSpPr/>
              <p:nvPr/>
            </p:nvCxnSpPr>
            <p:spPr>
              <a:xfrm>
                <a:off x="5634037" y="281009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43DE8062-A7BB-1CE5-8668-0D9C0B758E99}"/>
                  </a:ext>
                </a:extLst>
              </p:cNvPr>
              <p:cNvCxnSpPr/>
              <p:nvPr/>
            </p:nvCxnSpPr>
            <p:spPr>
              <a:xfrm>
                <a:off x="5453064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302B9F06-9C4C-2BE8-8F4B-49DB2E59B056}"/>
                  </a:ext>
                </a:extLst>
              </p:cNvPr>
              <p:cNvCxnSpPr/>
              <p:nvPr/>
            </p:nvCxnSpPr>
            <p:spPr>
              <a:xfrm>
                <a:off x="554355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D49C17A8-5721-2395-158F-DCA094EADE06}"/>
                  </a:ext>
                </a:extLst>
              </p:cNvPr>
              <p:cNvCxnSpPr/>
              <p:nvPr/>
            </p:nvCxnSpPr>
            <p:spPr>
              <a:xfrm>
                <a:off x="5636420" y="2869625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E62A8566-4F74-67B7-CF76-53874C8C2AD8}"/>
                  </a:ext>
                </a:extLst>
              </p:cNvPr>
              <p:cNvCxnSpPr/>
              <p:nvPr/>
            </p:nvCxnSpPr>
            <p:spPr>
              <a:xfrm>
                <a:off x="5453064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455C71E2-4805-7F02-D453-E885253BD455}"/>
                  </a:ext>
                </a:extLst>
              </p:cNvPr>
              <p:cNvCxnSpPr/>
              <p:nvPr/>
            </p:nvCxnSpPr>
            <p:spPr>
              <a:xfrm>
                <a:off x="554355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778E9BD5-FB3C-97AD-8482-FDE47CE7D63C}"/>
                  </a:ext>
                </a:extLst>
              </p:cNvPr>
              <p:cNvCxnSpPr/>
              <p:nvPr/>
            </p:nvCxnSpPr>
            <p:spPr>
              <a:xfrm>
                <a:off x="5636420" y="2938681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060A68B7-FBC4-8D3D-1B50-2A0637188FB6}"/>
                  </a:ext>
                </a:extLst>
              </p:cNvPr>
              <p:cNvCxnSpPr/>
              <p:nvPr/>
            </p:nvCxnSpPr>
            <p:spPr>
              <a:xfrm>
                <a:off x="5455445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1DF1F99-B093-15F8-3235-8B628542FB61}"/>
                  </a:ext>
                </a:extLst>
              </p:cNvPr>
              <p:cNvCxnSpPr/>
              <p:nvPr/>
            </p:nvCxnSpPr>
            <p:spPr>
              <a:xfrm>
                <a:off x="554593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64759EBA-F06E-FF82-7729-4F51E8CD7B21}"/>
                  </a:ext>
                </a:extLst>
              </p:cNvPr>
              <p:cNvCxnSpPr/>
              <p:nvPr/>
            </p:nvCxnSpPr>
            <p:spPr>
              <a:xfrm>
                <a:off x="5638801" y="300297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53F3790-4603-C172-BEA8-1547A078F518}"/>
                  </a:ext>
                </a:extLst>
              </p:cNvPr>
              <p:cNvCxnSpPr/>
              <p:nvPr/>
            </p:nvCxnSpPr>
            <p:spPr>
              <a:xfrm>
                <a:off x="5455446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1131F28C-A882-A321-357D-9FB4460A3B6F}"/>
                  </a:ext>
                </a:extLst>
              </p:cNvPr>
              <p:cNvCxnSpPr/>
              <p:nvPr/>
            </p:nvCxnSpPr>
            <p:spPr>
              <a:xfrm>
                <a:off x="554593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104CC1FD-18E5-1D16-4238-94D7810CEF6C}"/>
                  </a:ext>
                </a:extLst>
              </p:cNvPr>
              <p:cNvCxnSpPr/>
              <p:nvPr/>
            </p:nvCxnSpPr>
            <p:spPr>
              <a:xfrm>
                <a:off x="5638802" y="3060129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A31AD9CE-0C81-AEF4-ECC9-F1469EDB05E5}"/>
                  </a:ext>
                </a:extLst>
              </p:cNvPr>
              <p:cNvCxnSpPr/>
              <p:nvPr/>
            </p:nvCxnSpPr>
            <p:spPr>
              <a:xfrm>
                <a:off x="5455448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69E1287-0403-6820-1330-C89C024FF59F}"/>
                  </a:ext>
                </a:extLst>
              </p:cNvPr>
              <p:cNvCxnSpPr/>
              <p:nvPr/>
            </p:nvCxnSpPr>
            <p:spPr>
              <a:xfrm>
                <a:off x="554593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C7813ED0-BF4D-718A-9807-4D9AF45EA329}"/>
                  </a:ext>
                </a:extLst>
              </p:cNvPr>
              <p:cNvCxnSpPr/>
              <p:nvPr/>
            </p:nvCxnSpPr>
            <p:spPr>
              <a:xfrm>
                <a:off x="5638804" y="3119657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FBCE0955-D1E5-2AA3-C6BD-F96A51BC46FC}"/>
                  </a:ext>
                </a:extLst>
              </p:cNvPr>
              <p:cNvCxnSpPr/>
              <p:nvPr/>
            </p:nvCxnSpPr>
            <p:spPr>
              <a:xfrm>
                <a:off x="5455448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0EB15812-9F36-ACBD-ED47-90A84BB19D80}"/>
                  </a:ext>
                </a:extLst>
              </p:cNvPr>
              <p:cNvCxnSpPr/>
              <p:nvPr/>
            </p:nvCxnSpPr>
            <p:spPr>
              <a:xfrm>
                <a:off x="554593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32A4360F-BFF9-CF4C-580C-C0A98793831D}"/>
                  </a:ext>
                </a:extLst>
              </p:cNvPr>
              <p:cNvCxnSpPr/>
              <p:nvPr/>
            </p:nvCxnSpPr>
            <p:spPr>
              <a:xfrm>
                <a:off x="5638804" y="3188713"/>
                <a:ext cx="381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DB0A7918-BBB3-1BD0-8F2A-644D890248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8781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>
                <a:extLst>
                  <a:ext uri="{FF2B5EF4-FFF2-40B4-BE49-F238E27FC236}">
                    <a16:creationId xmlns:a16="http://schemas.microsoft.com/office/drawing/2014/main" id="{4D8DD82C-5823-C236-4725-236957453E75}"/>
                  </a:ext>
                </a:extLst>
              </p:cNvPr>
              <p:cNvCxnSpPr/>
              <p:nvPr/>
            </p:nvCxnSpPr>
            <p:spPr>
              <a:xfrm>
                <a:off x="557926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2B153DF2-4656-343B-950F-ECFA01E3F6E0}"/>
                  </a:ext>
                </a:extLst>
              </p:cNvPr>
              <p:cNvCxnSpPr/>
              <p:nvPr/>
            </p:nvCxnSpPr>
            <p:spPr>
              <a:xfrm>
                <a:off x="5672137" y="2676745"/>
                <a:ext cx="0" cy="51196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D463ABEE-84D7-D049-E47D-1F07FDCA93A4}"/>
              </a:ext>
            </a:extLst>
          </p:cNvPr>
          <p:cNvGrpSpPr/>
          <p:nvPr/>
        </p:nvGrpSpPr>
        <p:grpSpPr>
          <a:xfrm>
            <a:off x="2395819" y="1086424"/>
            <a:ext cx="227562" cy="419904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4FFE2C3E-9EFD-49F9-2E1C-AB6DC608AEF8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FFE6F5D8-A4EB-3711-B062-D26F64ABE4DF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14509536-5E0A-23E5-C91B-FD694E2A9411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E9846446-79CF-6E7C-8CDA-19EF361963D3}"/>
              </a:ext>
            </a:extLst>
          </p:cNvPr>
          <p:cNvGrpSpPr/>
          <p:nvPr/>
        </p:nvGrpSpPr>
        <p:grpSpPr>
          <a:xfrm>
            <a:off x="2912807" y="1922372"/>
            <a:ext cx="227562" cy="419904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5EF5CE9F-1CA6-424D-AC5D-7C414D97813B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AA8EAEF2-0F80-0CB0-CBA2-A47C82D317AE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BC43BBA-D5EB-BEB6-8D2A-07FEA7BC28E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80C56269-A177-0290-D48A-962009745F32}"/>
              </a:ext>
            </a:extLst>
          </p:cNvPr>
          <p:cNvSpPr txBox="1"/>
          <p:nvPr/>
        </p:nvSpPr>
        <p:spPr>
          <a:xfrm>
            <a:off x="3485070" y="784830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가상 호스팅</a:t>
            </a:r>
            <a:endParaRPr lang="en-US" altLang="ko-KR" sz="1200" b="1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서비스 회사</a:t>
            </a: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10F6D1D5-3D84-71EF-816E-568B21DFDA63}"/>
              </a:ext>
            </a:extLst>
          </p:cNvPr>
          <p:cNvGrpSpPr/>
          <p:nvPr/>
        </p:nvGrpSpPr>
        <p:grpSpPr>
          <a:xfrm>
            <a:off x="5738689" y="4731541"/>
            <a:ext cx="227519" cy="419824"/>
            <a:chOff x="5171886" y="1487173"/>
            <a:chExt cx="271604" cy="501171"/>
          </a:xfrm>
        </p:grpSpPr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AFDE9885-1680-54D7-63D5-E770A622A454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2D402B50-59EE-3D71-BDB2-D0E48D353599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DFE5693-71D9-9134-0B68-80FEBC48886F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9DC76E2D-0FC2-09E9-F85A-E00FF12CC76E}"/>
              </a:ext>
            </a:extLst>
          </p:cNvPr>
          <p:cNvGrpSpPr/>
          <p:nvPr/>
        </p:nvGrpSpPr>
        <p:grpSpPr>
          <a:xfrm>
            <a:off x="5370560" y="4731541"/>
            <a:ext cx="227519" cy="419824"/>
            <a:chOff x="5171886" y="1487173"/>
            <a:chExt cx="271604" cy="501171"/>
          </a:xfrm>
        </p:grpSpPr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C6231B40-F2AC-58E5-3F6C-AF3FA734602F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085E808A-CD20-F550-0C7F-B6EA9BC471C6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403A25D3-B5B3-7129-CF88-43238E74B98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1D316E1-27B7-1C9F-9556-672C48F8EF2D}"/>
              </a:ext>
            </a:extLst>
          </p:cNvPr>
          <p:cNvGrpSpPr/>
          <p:nvPr/>
        </p:nvGrpSpPr>
        <p:grpSpPr>
          <a:xfrm>
            <a:off x="4795862" y="1439155"/>
            <a:ext cx="2059293" cy="741044"/>
            <a:chOff x="4821740" y="962615"/>
            <a:chExt cx="2059293" cy="741044"/>
          </a:xfrm>
        </p:grpSpPr>
        <p:sp>
          <p:nvSpPr>
            <p:cNvPr id="150" name="설명선: 오른쪽 화살표 149">
              <a:extLst>
                <a:ext uri="{FF2B5EF4-FFF2-40B4-BE49-F238E27FC236}">
                  <a16:creationId xmlns:a16="http://schemas.microsoft.com/office/drawing/2014/main" id="{2BF097D1-6AAA-97E9-BF80-DC2747F8F4E2}"/>
                </a:ext>
              </a:extLst>
            </p:cNvPr>
            <p:cNvSpPr/>
            <p:nvPr/>
          </p:nvSpPr>
          <p:spPr>
            <a:xfrm>
              <a:off x="4821740" y="962615"/>
              <a:ext cx="2059293" cy="741044"/>
            </a:xfrm>
            <a:prstGeom prst="rightArrowCallout">
              <a:avLst>
                <a:gd name="adj1" fmla="val 12500"/>
                <a:gd name="adj2" fmla="val 15625"/>
                <a:gd name="adj3" fmla="val 13542"/>
                <a:gd name="adj4" fmla="val 42313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575682E-AEFC-C0B8-12BD-6D05ECA818AA}"/>
                </a:ext>
              </a:extLst>
            </p:cNvPr>
            <p:cNvSpPr txBox="1"/>
            <p:nvPr/>
          </p:nvSpPr>
          <p:spPr>
            <a:xfrm>
              <a:off x="4906629" y="1103569"/>
              <a:ext cx="7296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b="1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웹 사이트</a:t>
              </a:r>
              <a:endParaRPr lang="en-US" altLang="ko-KR" sz="1200" b="1" dirty="0">
                <a:latin typeface="세종글꽃체" panose="02020503000000000000" pitchFamily="18" charset="-127"/>
                <a:ea typeface="세종글꽃체" panose="02020503000000000000" pitchFamily="18" charset="-127"/>
              </a:endParaRPr>
            </a:p>
            <a:p>
              <a:pPr algn="ctr"/>
              <a:r>
                <a:rPr lang="ko-KR" altLang="en-US" sz="1200" b="1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서비스</a:t>
              </a:r>
            </a:p>
          </p:txBody>
        </p:sp>
      </p:grpSp>
      <p:sp>
        <p:nvSpPr>
          <p:cNvPr id="154" name="설명선: 오른쪽 화살표 153">
            <a:extLst>
              <a:ext uri="{FF2B5EF4-FFF2-40B4-BE49-F238E27FC236}">
                <a16:creationId xmlns:a16="http://schemas.microsoft.com/office/drawing/2014/main" id="{960C3410-40DB-A423-E6CF-E803E03CEEF6}"/>
              </a:ext>
            </a:extLst>
          </p:cNvPr>
          <p:cNvSpPr/>
          <p:nvPr/>
        </p:nvSpPr>
        <p:spPr>
          <a:xfrm rot="2592923">
            <a:off x="3819277" y="2988121"/>
            <a:ext cx="1631658" cy="741044"/>
          </a:xfrm>
          <a:prstGeom prst="rightArrowCallout">
            <a:avLst>
              <a:gd name="adj1" fmla="val 12500"/>
              <a:gd name="adj2" fmla="val 15625"/>
              <a:gd name="adj3" fmla="val 13542"/>
              <a:gd name="adj4" fmla="val 5099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FB59B0C-1416-01C0-CAF6-A34B00BBC081}"/>
              </a:ext>
            </a:extLst>
          </p:cNvPr>
          <p:cNvSpPr txBox="1"/>
          <p:nvPr/>
        </p:nvSpPr>
        <p:spPr>
          <a:xfrm>
            <a:off x="3997389" y="2840289"/>
            <a:ext cx="684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스토리지</a:t>
            </a:r>
            <a:endParaRPr lang="en-US" altLang="ko-KR" sz="1200" b="1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pPr algn="ctr"/>
            <a:r>
              <a:rPr lang="ko-KR" altLang="en-US" sz="1200" b="1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서비스</a:t>
            </a: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E583E1FF-D0BE-336F-D361-296FA55C48C6}"/>
              </a:ext>
            </a:extLst>
          </p:cNvPr>
          <p:cNvCxnSpPr>
            <a:cxnSpLocks/>
          </p:cNvCxnSpPr>
          <p:nvPr/>
        </p:nvCxnSpPr>
        <p:spPr>
          <a:xfrm>
            <a:off x="7979196" y="1726907"/>
            <a:ext cx="1374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885442BF-0A98-C37E-4D62-9500A0E748C1}"/>
              </a:ext>
            </a:extLst>
          </p:cNvPr>
          <p:cNvCxnSpPr>
            <a:cxnSpLocks/>
          </p:cNvCxnSpPr>
          <p:nvPr/>
        </p:nvCxnSpPr>
        <p:spPr>
          <a:xfrm>
            <a:off x="7979196" y="2293247"/>
            <a:ext cx="1374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7EAA336E-038A-A3EC-0989-C944D685FA66}"/>
              </a:ext>
            </a:extLst>
          </p:cNvPr>
          <p:cNvCxnSpPr>
            <a:cxnSpLocks/>
          </p:cNvCxnSpPr>
          <p:nvPr/>
        </p:nvCxnSpPr>
        <p:spPr>
          <a:xfrm>
            <a:off x="7979196" y="2859596"/>
            <a:ext cx="1374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972951D7-3DCF-8B18-7F2C-A4B50ECB23D5}"/>
              </a:ext>
            </a:extLst>
          </p:cNvPr>
          <p:cNvSpPr txBox="1"/>
          <p:nvPr/>
        </p:nvSpPr>
        <p:spPr>
          <a:xfrm>
            <a:off x="8271529" y="1295233"/>
            <a:ext cx="1082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웹 사이트 주세요</a:t>
            </a:r>
            <a:r>
              <a:rPr lang="en-US" altLang="ko-KR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!</a:t>
            </a:r>
            <a:endParaRPr lang="ko-KR" altLang="en-US" sz="1050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471807E-F7D1-E3F1-1D26-98FF38D7C579}"/>
              </a:ext>
            </a:extLst>
          </p:cNvPr>
          <p:cNvSpPr txBox="1"/>
          <p:nvPr/>
        </p:nvSpPr>
        <p:spPr>
          <a:xfrm>
            <a:off x="8271529" y="1841613"/>
            <a:ext cx="1082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웹 사이트 주세요</a:t>
            </a:r>
            <a:r>
              <a:rPr lang="en-US" altLang="ko-KR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!</a:t>
            </a:r>
            <a:endParaRPr lang="ko-KR" altLang="en-US" sz="1050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BB00847-D4D3-2D7F-DE70-A78D95420524}"/>
              </a:ext>
            </a:extLst>
          </p:cNvPr>
          <p:cNvSpPr txBox="1"/>
          <p:nvPr/>
        </p:nvSpPr>
        <p:spPr>
          <a:xfrm>
            <a:off x="8271529" y="2428949"/>
            <a:ext cx="1082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웹 사이트 주세요</a:t>
            </a:r>
            <a:r>
              <a:rPr lang="en-US" altLang="ko-KR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!</a:t>
            </a:r>
            <a:endParaRPr lang="ko-KR" altLang="en-US" sz="1050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423CBEB7-B6DF-7A13-1C1E-9736426DF551}"/>
              </a:ext>
            </a:extLst>
          </p:cNvPr>
          <p:cNvCxnSpPr>
            <a:cxnSpLocks/>
          </p:cNvCxnSpPr>
          <p:nvPr/>
        </p:nvCxnSpPr>
        <p:spPr>
          <a:xfrm flipV="1">
            <a:off x="7613180" y="1603691"/>
            <a:ext cx="354534" cy="3221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A6F480B5-3E03-3B5C-E41E-0A1E84C0541D}"/>
              </a:ext>
            </a:extLst>
          </p:cNvPr>
          <p:cNvCxnSpPr>
            <a:cxnSpLocks/>
          </p:cNvCxnSpPr>
          <p:nvPr/>
        </p:nvCxnSpPr>
        <p:spPr>
          <a:xfrm flipV="1">
            <a:off x="7608878" y="2041574"/>
            <a:ext cx="367926" cy="2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AA937081-D234-E474-C724-45F1204E0FC6}"/>
              </a:ext>
            </a:extLst>
          </p:cNvPr>
          <p:cNvCxnSpPr>
            <a:cxnSpLocks/>
          </p:cNvCxnSpPr>
          <p:nvPr/>
        </p:nvCxnSpPr>
        <p:spPr>
          <a:xfrm>
            <a:off x="7608878" y="2164293"/>
            <a:ext cx="358836" cy="3559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6AA6C71-A908-F8FF-68AD-502A18110E6A}"/>
              </a:ext>
            </a:extLst>
          </p:cNvPr>
          <p:cNvSpPr/>
          <p:nvPr/>
        </p:nvSpPr>
        <p:spPr>
          <a:xfrm>
            <a:off x="5233454" y="4564380"/>
            <a:ext cx="873958" cy="74104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E09FB3F9-4D3D-8295-827B-5E3F7D0F6C54}"/>
              </a:ext>
            </a:extLst>
          </p:cNvPr>
          <p:cNvCxnSpPr>
            <a:cxnSpLocks/>
            <a:endCxn id="176" idx="0"/>
          </p:cNvCxnSpPr>
          <p:nvPr/>
        </p:nvCxnSpPr>
        <p:spPr>
          <a:xfrm flipH="1">
            <a:off x="5670433" y="4293390"/>
            <a:ext cx="10277" cy="27099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F3A382DD-44C6-CFB0-AC52-A7A7290C966C}"/>
              </a:ext>
            </a:extLst>
          </p:cNvPr>
          <p:cNvSpPr txBox="1"/>
          <p:nvPr/>
        </p:nvSpPr>
        <p:spPr>
          <a:xfrm>
            <a:off x="6392314" y="4551390"/>
            <a:ext cx="12586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새롭게 증설한 팀에</a:t>
            </a:r>
            <a:endParaRPr lang="en-US" altLang="ko-KR" sz="1050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ko-KR" altLang="en-US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스토리지가 필요해요</a:t>
            </a:r>
            <a:r>
              <a:rPr lang="en-US" altLang="ko-KR" sz="105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!</a:t>
            </a:r>
            <a:endParaRPr lang="ko-KR" altLang="en-US" sz="1050" dirty="0"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3D7A50-1CBC-B879-EFF8-EDBF654C9BDB}"/>
              </a:ext>
            </a:extLst>
          </p:cNvPr>
          <p:cNvSpPr txBox="1"/>
          <p:nvPr/>
        </p:nvSpPr>
        <p:spPr>
          <a:xfrm>
            <a:off x="8254031" y="1509740"/>
            <a:ext cx="691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세종글꽃체" panose="02020503000000000000" pitchFamily="18" charset="-127"/>
                <a:ea typeface="세종글꽃체" panose="02020503000000000000" pitchFamily="18" charset="-127"/>
              </a:rPr>
              <a:t>소기업 </a:t>
            </a:r>
            <a:r>
              <a:rPr lang="en-US" altLang="ko-KR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a</a:t>
            </a:r>
            <a:r>
              <a:rPr lang="ko-KR" altLang="en-US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사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3BC22BE-1963-11F5-426A-9E88B9C9F5CF}"/>
              </a:ext>
            </a:extLst>
          </p:cNvPr>
          <p:cNvSpPr txBox="1"/>
          <p:nvPr/>
        </p:nvSpPr>
        <p:spPr>
          <a:xfrm>
            <a:off x="8249365" y="2073374"/>
            <a:ext cx="6928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소기업 </a:t>
            </a:r>
            <a:r>
              <a:rPr lang="en-US" altLang="ko-KR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b</a:t>
            </a:r>
            <a:r>
              <a:rPr lang="ko-KR" altLang="en-US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사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AF29670-C056-3A82-7540-1DFF2C76E138}"/>
              </a:ext>
            </a:extLst>
          </p:cNvPr>
          <p:cNvSpPr txBox="1"/>
          <p:nvPr/>
        </p:nvSpPr>
        <p:spPr>
          <a:xfrm>
            <a:off x="8271529" y="2652418"/>
            <a:ext cx="6928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소기업 </a:t>
            </a:r>
            <a:r>
              <a:rPr lang="en-US" altLang="ko-KR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c</a:t>
            </a:r>
            <a:r>
              <a:rPr lang="ko-KR" altLang="en-US" sz="1000" dirty="0">
                <a:latin typeface="세종글꽃체" panose="02020503000000000000" pitchFamily="18" charset="-127"/>
                <a:ea typeface="세종글꽃체" panose="02020503000000000000" pitchFamily="18" charset="-127"/>
              </a:rPr>
              <a:t>사</a:t>
            </a:r>
          </a:p>
        </p:txBody>
      </p: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5A13B615-0045-07AE-60CB-BA3EB2F091C3}"/>
              </a:ext>
            </a:extLst>
          </p:cNvPr>
          <p:cNvGrpSpPr/>
          <p:nvPr/>
        </p:nvGrpSpPr>
        <p:grpSpPr>
          <a:xfrm>
            <a:off x="2389752" y="1922372"/>
            <a:ext cx="227562" cy="419904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25B2204D-EE13-EED9-262A-F60F686C1450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DB347D71-2197-79B0-FA77-8B418A81AF04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45A2D0A1-48D9-15C9-CFE3-42F33B5F8D9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880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B7A8-58B7-E3A7-7A3F-B26945D1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타원 440">
            <a:extLst>
              <a:ext uri="{FF2B5EF4-FFF2-40B4-BE49-F238E27FC236}">
                <a16:creationId xmlns:a16="http://schemas.microsoft.com/office/drawing/2014/main" id="{07E752F8-422A-B6A7-6C7A-EB3C7B99EAA6}"/>
              </a:ext>
            </a:extLst>
          </p:cNvPr>
          <p:cNvSpPr/>
          <p:nvPr/>
        </p:nvSpPr>
        <p:spPr>
          <a:xfrm>
            <a:off x="4953154" y="1439578"/>
            <a:ext cx="2602491" cy="2305916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EFDA48BD-BB02-48D4-6E62-9682BE527A66}"/>
              </a:ext>
            </a:extLst>
          </p:cNvPr>
          <p:cNvSpPr/>
          <p:nvPr/>
        </p:nvSpPr>
        <p:spPr>
          <a:xfrm>
            <a:off x="5019656" y="3927876"/>
            <a:ext cx="3055639" cy="174712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84EF0ABE-DCAE-7DB9-D977-AD95332BC3B9}"/>
              </a:ext>
            </a:extLst>
          </p:cNvPr>
          <p:cNvSpPr/>
          <p:nvPr/>
        </p:nvSpPr>
        <p:spPr>
          <a:xfrm>
            <a:off x="7650520" y="1557223"/>
            <a:ext cx="2314929" cy="236084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31B964-4B2C-82F6-0CE4-56EB37A83448}"/>
              </a:ext>
            </a:extLst>
          </p:cNvPr>
          <p:cNvGrpSpPr/>
          <p:nvPr/>
        </p:nvGrpSpPr>
        <p:grpSpPr>
          <a:xfrm>
            <a:off x="4168829" y="1710148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F604FD7-CBFE-4947-A251-906B01ECC27F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1EBF054-E7A7-FB47-D5FD-42C5036B40EC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F53149B-86A6-DDEA-6300-086B9D68D2BD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EC07F54-B113-97E3-8A9E-9EDC3160494F}"/>
              </a:ext>
            </a:extLst>
          </p:cNvPr>
          <p:cNvGrpSpPr/>
          <p:nvPr/>
        </p:nvGrpSpPr>
        <p:grpSpPr>
          <a:xfrm>
            <a:off x="176024" y="0"/>
            <a:ext cx="1008250" cy="1015663"/>
            <a:chOff x="7738874" y="1718742"/>
            <a:chExt cx="1008250" cy="10156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A8B61E-C8AB-27B8-F732-11CC50CA1C19}"/>
                </a:ext>
              </a:extLst>
            </p:cNvPr>
            <p:cNvSpPr txBox="1"/>
            <p:nvPr/>
          </p:nvSpPr>
          <p:spPr>
            <a:xfrm>
              <a:off x="7738874" y="1718742"/>
              <a:ext cx="2970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dirty="0">
                  <a:solidFill>
                    <a:srgbClr val="A50021"/>
                  </a:solidFill>
                  <a:latin typeface="Bauhaus 93" panose="04030905020B02020C02" pitchFamily="82" charset="0"/>
                </a:rPr>
                <a:t>R</a:t>
              </a:r>
              <a:endParaRPr lang="ko-KR" altLang="en-US" sz="6000" dirty="0">
                <a:solidFill>
                  <a:srgbClr val="A5002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8BE37C4-42BE-6BC9-89F0-27AF7AF28FFA}"/>
                </a:ext>
              </a:extLst>
            </p:cNvPr>
            <p:cNvSpPr/>
            <p:nvPr/>
          </p:nvSpPr>
          <p:spPr>
            <a:xfrm>
              <a:off x="8035926" y="2279650"/>
              <a:ext cx="66357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9ABF4DD-A7AA-486F-B733-B22283DFB9CB}"/>
                </a:ext>
              </a:extLst>
            </p:cNvPr>
            <p:cNvSpPr/>
            <p:nvPr/>
          </p:nvSpPr>
          <p:spPr>
            <a:xfrm flipV="1">
              <a:off x="8083550" y="2409825"/>
              <a:ext cx="663574" cy="4571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681238E-4BD3-05E0-F464-94B6456E7296}"/>
              </a:ext>
            </a:extLst>
          </p:cNvPr>
          <p:cNvSpPr/>
          <p:nvPr/>
        </p:nvSpPr>
        <p:spPr>
          <a:xfrm>
            <a:off x="5961514" y="1124287"/>
            <a:ext cx="663575" cy="27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이더넷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D8E9D703-1856-CC3B-EECC-CC0EF5EE71B9}"/>
              </a:ext>
            </a:extLst>
          </p:cNvPr>
          <p:cNvSpPr/>
          <p:nvPr/>
        </p:nvSpPr>
        <p:spPr>
          <a:xfrm>
            <a:off x="3271772" y="2185071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EE2AE2E-D4F4-8A90-BCBE-BEEACE16D6A6}"/>
              </a:ext>
            </a:extLst>
          </p:cNvPr>
          <p:cNvSpPr/>
          <p:nvPr/>
        </p:nvSpPr>
        <p:spPr>
          <a:xfrm>
            <a:off x="3262816" y="2812463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272AC03-BD32-BAC6-FA11-1F46AF622293}"/>
              </a:ext>
            </a:extLst>
          </p:cNvPr>
          <p:cNvSpPr/>
          <p:nvPr/>
        </p:nvSpPr>
        <p:spPr>
          <a:xfrm>
            <a:off x="4036433" y="2812463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3AFB3441-D193-168F-BC05-463F34A5D998}"/>
              </a:ext>
            </a:extLst>
          </p:cNvPr>
          <p:cNvSpPr/>
          <p:nvPr/>
        </p:nvSpPr>
        <p:spPr>
          <a:xfrm>
            <a:off x="4036433" y="2185071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67215E6-BA35-10AB-DF65-D2DA6674886C}"/>
              </a:ext>
            </a:extLst>
          </p:cNvPr>
          <p:cNvSpPr/>
          <p:nvPr/>
        </p:nvSpPr>
        <p:spPr>
          <a:xfrm>
            <a:off x="6557849" y="4607286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94576609-898B-BEC0-8EBE-905E0A15DF35}"/>
              </a:ext>
            </a:extLst>
          </p:cNvPr>
          <p:cNvSpPr/>
          <p:nvPr/>
        </p:nvSpPr>
        <p:spPr>
          <a:xfrm>
            <a:off x="6143651" y="5232621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A73F8C67-A653-81E7-7185-A7C70C679F19}"/>
              </a:ext>
            </a:extLst>
          </p:cNvPr>
          <p:cNvSpPr/>
          <p:nvPr/>
        </p:nvSpPr>
        <p:spPr>
          <a:xfrm>
            <a:off x="6143651" y="4000953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0E221029-3EA9-2D1C-C7C3-CFEEE0A1707B}"/>
              </a:ext>
            </a:extLst>
          </p:cNvPr>
          <p:cNvSpPr/>
          <p:nvPr/>
        </p:nvSpPr>
        <p:spPr>
          <a:xfrm>
            <a:off x="6988599" y="5232649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CC32D0BB-4807-E586-F12A-9E6D59819C74}"/>
              </a:ext>
            </a:extLst>
          </p:cNvPr>
          <p:cNvSpPr/>
          <p:nvPr/>
        </p:nvSpPr>
        <p:spPr>
          <a:xfrm>
            <a:off x="8829541" y="2190576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49B5AA99-7C17-0F29-348D-0A2D108CDB83}"/>
              </a:ext>
            </a:extLst>
          </p:cNvPr>
          <p:cNvSpPr/>
          <p:nvPr/>
        </p:nvSpPr>
        <p:spPr>
          <a:xfrm>
            <a:off x="8830112" y="2754058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765995F-416A-EF2E-F545-1FC8DC3FBBC8}"/>
              </a:ext>
            </a:extLst>
          </p:cNvPr>
          <p:cNvSpPr/>
          <p:nvPr/>
        </p:nvSpPr>
        <p:spPr>
          <a:xfrm>
            <a:off x="8834874" y="3324342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</a:t>
            </a:r>
            <a:endParaRPr lang="ko-KR" altLang="en-US" sz="20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B7B4E546-596A-7FD2-9BC5-D64A8549DE3E}"/>
              </a:ext>
            </a:extLst>
          </p:cNvPr>
          <p:cNvCxnSpPr>
            <a:cxnSpLocks/>
            <a:stCxn id="158" idx="3"/>
          </p:cNvCxnSpPr>
          <p:nvPr/>
        </p:nvCxnSpPr>
        <p:spPr>
          <a:xfrm>
            <a:off x="6439561" y="4148908"/>
            <a:ext cx="53500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54629DBC-AF82-01E5-7653-A16E19B3A8B5}"/>
              </a:ext>
            </a:extLst>
          </p:cNvPr>
          <p:cNvCxnSpPr>
            <a:cxnSpLocks/>
          </p:cNvCxnSpPr>
          <p:nvPr/>
        </p:nvCxnSpPr>
        <p:spPr>
          <a:xfrm>
            <a:off x="6861814" y="4750545"/>
            <a:ext cx="53500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76A3E338-D0B5-A507-73F3-C79F78AF2DC5}"/>
              </a:ext>
            </a:extLst>
          </p:cNvPr>
          <p:cNvCxnSpPr>
            <a:cxnSpLocks/>
          </p:cNvCxnSpPr>
          <p:nvPr/>
        </p:nvCxnSpPr>
        <p:spPr>
          <a:xfrm>
            <a:off x="7291793" y="5379354"/>
            <a:ext cx="53500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516E9E21-8B2E-89B7-E0AC-D4B0BBE8C4BA}"/>
              </a:ext>
            </a:extLst>
          </p:cNvPr>
          <p:cNvCxnSpPr>
            <a:stCxn id="158" idx="2"/>
            <a:endCxn id="158" idx="2"/>
          </p:cNvCxnSpPr>
          <p:nvPr/>
        </p:nvCxnSpPr>
        <p:spPr>
          <a:xfrm>
            <a:off x="6291606" y="429686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745AE8A-EBF7-39A7-1CCA-E48B09866F6C}"/>
              </a:ext>
            </a:extLst>
          </p:cNvPr>
          <p:cNvCxnSpPr>
            <a:cxnSpLocks/>
          </p:cNvCxnSpPr>
          <p:nvPr/>
        </p:nvCxnSpPr>
        <p:spPr>
          <a:xfrm>
            <a:off x="6446696" y="4306298"/>
            <a:ext cx="111153" cy="3009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9AA5F29E-071D-4C0B-5021-EC289B932D64}"/>
              </a:ext>
            </a:extLst>
          </p:cNvPr>
          <p:cNvCxnSpPr>
            <a:cxnSpLocks/>
          </p:cNvCxnSpPr>
          <p:nvPr/>
        </p:nvCxnSpPr>
        <p:spPr>
          <a:xfrm>
            <a:off x="6857134" y="4919150"/>
            <a:ext cx="124033" cy="29844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4825E6A5-4D83-1420-B573-91D598777CFD}"/>
              </a:ext>
            </a:extLst>
          </p:cNvPr>
          <p:cNvCxnSpPr>
            <a:stCxn id="159" idx="1"/>
            <a:endCxn id="156" idx="3"/>
          </p:cNvCxnSpPr>
          <p:nvPr/>
        </p:nvCxnSpPr>
        <p:spPr>
          <a:xfrm flipH="1" flipV="1">
            <a:off x="6439561" y="5380576"/>
            <a:ext cx="549038" cy="2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타원 208">
            <a:extLst>
              <a:ext uri="{FF2B5EF4-FFF2-40B4-BE49-F238E27FC236}">
                <a16:creationId xmlns:a16="http://schemas.microsoft.com/office/drawing/2014/main" id="{17D225B5-F993-9D1E-1332-CB3DA7837BCD}"/>
              </a:ext>
            </a:extLst>
          </p:cNvPr>
          <p:cNvSpPr/>
          <p:nvPr/>
        </p:nvSpPr>
        <p:spPr>
          <a:xfrm>
            <a:off x="4734343" y="2174839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FAF41798-09F6-E00B-3411-BF4A847ED877}"/>
              </a:ext>
            </a:extLst>
          </p:cNvPr>
          <p:cNvGrpSpPr/>
          <p:nvPr/>
        </p:nvGrpSpPr>
        <p:grpSpPr>
          <a:xfrm>
            <a:off x="3952010" y="1708591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49" name="타원 248">
              <a:extLst>
                <a:ext uri="{FF2B5EF4-FFF2-40B4-BE49-F238E27FC236}">
                  <a16:creationId xmlns:a16="http://schemas.microsoft.com/office/drawing/2014/main" id="{13541E92-C564-E643-58AA-EAB84AB43CC4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CB9B27EA-8F72-DC2C-AB27-AD8288ED6D82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13D517CC-7C7F-5EFE-13EB-B274A0A5B73A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0E8E0C5B-201A-07E4-FE3E-0CA42B9596DB}"/>
              </a:ext>
            </a:extLst>
          </p:cNvPr>
          <p:cNvGrpSpPr/>
          <p:nvPr/>
        </p:nvGrpSpPr>
        <p:grpSpPr>
          <a:xfrm>
            <a:off x="2766969" y="2198671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54680817-B9EE-7EDD-1A86-EEB74CF4D9B5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9531837C-B973-0441-313C-3C2C04579139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A58D1FCB-BE69-EAB1-8C80-04C4672DB244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54FE15B7-93FE-FAAA-01A5-CBB82F1E733A}"/>
              </a:ext>
            </a:extLst>
          </p:cNvPr>
          <p:cNvGrpSpPr/>
          <p:nvPr/>
        </p:nvGrpSpPr>
        <p:grpSpPr>
          <a:xfrm>
            <a:off x="2769150" y="1861008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9BF13E16-7BD1-2983-A180-A23F9318A133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C0B50CAA-D79E-6756-C00F-C6FA1B4350DB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9611543B-5604-51FC-F6D8-AC15F0263C75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8244C610-A5D5-91FD-0E9F-B752B4A07462}"/>
              </a:ext>
            </a:extLst>
          </p:cNvPr>
          <p:cNvGrpSpPr/>
          <p:nvPr/>
        </p:nvGrpSpPr>
        <p:grpSpPr>
          <a:xfrm>
            <a:off x="2755422" y="2963612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5410FDD0-5367-F764-E09F-00BD362292D6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8DDE97F6-C5CC-7ADC-98DF-9401D51CB0E3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직사각형 262">
              <a:extLst>
                <a:ext uri="{FF2B5EF4-FFF2-40B4-BE49-F238E27FC236}">
                  <a16:creationId xmlns:a16="http://schemas.microsoft.com/office/drawing/2014/main" id="{640A8AB2-7008-E6AC-D837-0061AE0E926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BA9817F-9BB7-417F-483E-AB15E5D002EE}"/>
              </a:ext>
            </a:extLst>
          </p:cNvPr>
          <p:cNvGrpSpPr/>
          <p:nvPr/>
        </p:nvGrpSpPr>
        <p:grpSpPr>
          <a:xfrm>
            <a:off x="2750111" y="3319983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65" name="타원 264">
              <a:extLst>
                <a:ext uri="{FF2B5EF4-FFF2-40B4-BE49-F238E27FC236}">
                  <a16:creationId xmlns:a16="http://schemas.microsoft.com/office/drawing/2014/main" id="{76D5C585-3178-3CBD-768B-EEF80708530F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82CB928A-4068-F7DB-BFAF-BCD018DEFBFA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055D3F89-EF3D-5EB9-8767-FBE05C8CA99B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9F381841-D368-AFD8-A415-EF61C02CAA55}"/>
              </a:ext>
            </a:extLst>
          </p:cNvPr>
          <p:cNvGrpSpPr/>
          <p:nvPr/>
        </p:nvGrpSpPr>
        <p:grpSpPr>
          <a:xfrm>
            <a:off x="4209335" y="3319983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477B7D3E-215B-3DEE-7D6B-3DE446EB8C79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67B4D5CD-E706-929A-8B65-478C59F9EF51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55095D93-69B7-77B8-D4E1-D8D41DC22BB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9072C33B-4F11-0571-4F24-F25298F72021}"/>
              </a:ext>
            </a:extLst>
          </p:cNvPr>
          <p:cNvGrpSpPr/>
          <p:nvPr/>
        </p:nvGrpSpPr>
        <p:grpSpPr>
          <a:xfrm>
            <a:off x="3986552" y="3320345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91D70F82-FE36-4963-97B4-FB13F3181F95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53ABB33C-A93E-D780-B685-64C5E6B04A72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B99C3E27-A647-0D03-F111-C4DB0626EC5E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D1682379-4214-C303-576F-29ECA624B9D8}"/>
              </a:ext>
            </a:extLst>
          </p:cNvPr>
          <p:cNvGrpSpPr/>
          <p:nvPr/>
        </p:nvGrpSpPr>
        <p:grpSpPr>
          <a:xfrm>
            <a:off x="9569137" y="2184643"/>
            <a:ext cx="163514" cy="301721"/>
            <a:chOff x="5171886" y="1487173"/>
            <a:chExt cx="271604" cy="50117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39B8A06-586F-64F6-1FFF-29905FC14BF9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59260905-1E9C-0A0E-C107-A6745EFFAFC3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003F2CFD-65BF-5F89-B676-EEFD7DEC348C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3FFCD9C3-DA7E-6454-8E09-81B615A1C322}"/>
              </a:ext>
            </a:extLst>
          </p:cNvPr>
          <p:cNvGrpSpPr/>
          <p:nvPr/>
        </p:nvGrpSpPr>
        <p:grpSpPr>
          <a:xfrm>
            <a:off x="9569137" y="2754058"/>
            <a:ext cx="163514" cy="301721"/>
            <a:chOff x="5171886" y="1487173"/>
            <a:chExt cx="271604" cy="50117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7F188245-D01D-8290-8227-B8B47C13A4C3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D900DC7D-F55D-63C7-973A-CC2C6896B82A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직사각형 282">
              <a:extLst>
                <a:ext uri="{FF2B5EF4-FFF2-40B4-BE49-F238E27FC236}">
                  <a16:creationId xmlns:a16="http://schemas.microsoft.com/office/drawing/2014/main" id="{DC1C23F1-3E12-5E08-E157-8047B74BAB7D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F4F25C1D-88B1-9051-41A3-C5DDF7254628}"/>
              </a:ext>
            </a:extLst>
          </p:cNvPr>
          <p:cNvGrpSpPr/>
          <p:nvPr/>
        </p:nvGrpSpPr>
        <p:grpSpPr>
          <a:xfrm>
            <a:off x="9569137" y="3324342"/>
            <a:ext cx="163514" cy="301721"/>
            <a:chOff x="5171886" y="1487173"/>
            <a:chExt cx="271604" cy="50117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5" name="타원 284">
              <a:extLst>
                <a:ext uri="{FF2B5EF4-FFF2-40B4-BE49-F238E27FC236}">
                  <a16:creationId xmlns:a16="http://schemas.microsoft.com/office/drawing/2014/main" id="{C3D133C0-C044-CEEC-AD05-269F0BB1C50B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타원 285">
              <a:extLst>
                <a:ext uri="{FF2B5EF4-FFF2-40B4-BE49-F238E27FC236}">
                  <a16:creationId xmlns:a16="http://schemas.microsoft.com/office/drawing/2014/main" id="{C9C8708C-624A-27C1-920D-80580677D790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직사각형 286">
              <a:extLst>
                <a:ext uri="{FF2B5EF4-FFF2-40B4-BE49-F238E27FC236}">
                  <a16:creationId xmlns:a16="http://schemas.microsoft.com/office/drawing/2014/main" id="{F3CC0D38-F42C-B356-CA9C-CCA5BE66A9B3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94BD4DBA-DC8A-DA2B-6E3A-3140BC7C075D}"/>
              </a:ext>
            </a:extLst>
          </p:cNvPr>
          <p:cNvGrpSpPr/>
          <p:nvPr/>
        </p:nvGrpSpPr>
        <p:grpSpPr>
          <a:xfrm>
            <a:off x="5535621" y="4921363"/>
            <a:ext cx="163514" cy="301721"/>
            <a:chOff x="5171886" y="1487173"/>
            <a:chExt cx="271604" cy="50117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CCF2A6BE-B841-9D8F-5A65-DC19A1C2A25E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4" name="타원 293">
              <a:extLst>
                <a:ext uri="{FF2B5EF4-FFF2-40B4-BE49-F238E27FC236}">
                  <a16:creationId xmlns:a16="http://schemas.microsoft.com/office/drawing/2014/main" id="{8885E6FB-9262-023D-D1C0-5FED7F286AB2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760AE886-1789-58DF-7910-ECBBC831ACCA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0C019593-1B8E-7157-14CB-85765ABD25C6}"/>
              </a:ext>
            </a:extLst>
          </p:cNvPr>
          <p:cNvGrpSpPr/>
          <p:nvPr/>
        </p:nvGrpSpPr>
        <p:grpSpPr>
          <a:xfrm>
            <a:off x="5535621" y="5248887"/>
            <a:ext cx="163514" cy="301721"/>
            <a:chOff x="5171886" y="1487173"/>
            <a:chExt cx="271604" cy="50117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" name="타원 296">
              <a:extLst>
                <a:ext uri="{FF2B5EF4-FFF2-40B4-BE49-F238E27FC236}">
                  <a16:creationId xmlns:a16="http://schemas.microsoft.com/office/drawing/2014/main" id="{0F1F4A1E-2C56-D43D-9EDE-492D90209E2B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타원 297">
              <a:extLst>
                <a:ext uri="{FF2B5EF4-FFF2-40B4-BE49-F238E27FC236}">
                  <a16:creationId xmlns:a16="http://schemas.microsoft.com/office/drawing/2014/main" id="{CED530CD-B9CF-C86C-25CF-B375F5107F22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E82AA577-27C0-B32F-2B79-27B18F372A54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56EFE885-24BF-D31D-2405-CFECAB8E3299}"/>
              </a:ext>
            </a:extLst>
          </p:cNvPr>
          <p:cNvGrpSpPr/>
          <p:nvPr/>
        </p:nvGrpSpPr>
        <p:grpSpPr>
          <a:xfrm>
            <a:off x="6988599" y="3961842"/>
            <a:ext cx="163514" cy="301721"/>
            <a:chOff x="5171886" y="1487173"/>
            <a:chExt cx="271604" cy="501171"/>
          </a:xfrm>
          <a:solidFill>
            <a:schemeClr val="bg1">
              <a:lumMod val="85000"/>
            </a:schemeClr>
          </a:solidFill>
        </p:grpSpPr>
        <p:sp>
          <p:nvSpPr>
            <p:cNvPr id="301" name="타원 300">
              <a:extLst>
                <a:ext uri="{FF2B5EF4-FFF2-40B4-BE49-F238E27FC236}">
                  <a16:creationId xmlns:a16="http://schemas.microsoft.com/office/drawing/2014/main" id="{590344EF-4291-95F9-BF43-AB56EB5A182D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타원 301">
              <a:extLst>
                <a:ext uri="{FF2B5EF4-FFF2-40B4-BE49-F238E27FC236}">
                  <a16:creationId xmlns:a16="http://schemas.microsoft.com/office/drawing/2014/main" id="{B86E0CDF-D76C-BF0B-3DED-AD2439C34EDF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0D5F6ADD-2FBF-D1F1-8C9C-09C481916340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CC802E7A-11EC-3E14-1FB9-1EC403BF4C3E}"/>
              </a:ext>
            </a:extLst>
          </p:cNvPr>
          <p:cNvGrpSpPr/>
          <p:nvPr/>
        </p:nvGrpSpPr>
        <p:grpSpPr>
          <a:xfrm>
            <a:off x="7389636" y="4569204"/>
            <a:ext cx="163514" cy="301721"/>
            <a:chOff x="5171886" y="1487173"/>
            <a:chExt cx="271604" cy="501171"/>
          </a:xfrm>
          <a:solidFill>
            <a:schemeClr val="bg1">
              <a:lumMod val="85000"/>
            </a:schemeClr>
          </a:solidFill>
        </p:grpSpPr>
        <p:sp>
          <p:nvSpPr>
            <p:cNvPr id="305" name="타원 304">
              <a:extLst>
                <a:ext uri="{FF2B5EF4-FFF2-40B4-BE49-F238E27FC236}">
                  <a16:creationId xmlns:a16="http://schemas.microsoft.com/office/drawing/2014/main" id="{5AD251AE-DE48-5A77-B150-4469084A3EF9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6" name="타원 305">
              <a:extLst>
                <a:ext uri="{FF2B5EF4-FFF2-40B4-BE49-F238E27FC236}">
                  <a16:creationId xmlns:a16="http://schemas.microsoft.com/office/drawing/2014/main" id="{05A7A620-5E52-0752-A6A3-13E6CD1C6015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6889F7D8-B4AE-359C-391A-DD04B929F75A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1391C509-5368-CE29-942A-C98E698FB167}"/>
              </a:ext>
            </a:extLst>
          </p:cNvPr>
          <p:cNvGrpSpPr/>
          <p:nvPr/>
        </p:nvGrpSpPr>
        <p:grpSpPr>
          <a:xfrm>
            <a:off x="7843137" y="5188710"/>
            <a:ext cx="163514" cy="301721"/>
            <a:chOff x="5171886" y="1487173"/>
            <a:chExt cx="271604" cy="501171"/>
          </a:xfrm>
          <a:solidFill>
            <a:schemeClr val="bg1">
              <a:lumMod val="85000"/>
            </a:schemeClr>
          </a:solidFill>
        </p:grpSpPr>
        <p:sp>
          <p:nvSpPr>
            <p:cNvPr id="309" name="타원 308">
              <a:extLst>
                <a:ext uri="{FF2B5EF4-FFF2-40B4-BE49-F238E27FC236}">
                  <a16:creationId xmlns:a16="http://schemas.microsoft.com/office/drawing/2014/main" id="{283CA895-384B-37FC-7047-567B4238CACF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타원 309">
              <a:extLst>
                <a:ext uri="{FF2B5EF4-FFF2-40B4-BE49-F238E27FC236}">
                  <a16:creationId xmlns:a16="http://schemas.microsoft.com/office/drawing/2014/main" id="{8D35F6F5-BA31-15E0-0876-7FA3EFF3EE7A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16160A37-1869-57A2-9208-825A79F55C80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12" name="타원 311">
            <a:extLst>
              <a:ext uri="{FF2B5EF4-FFF2-40B4-BE49-F238E27FC236}">
                <a16:creationId xmlns:a16="http://schemas.microsoft.com/office/drawing/2014/main" id="{D400ECAE-87AF-739B-4DA8-F2A5F8D91EF6}"/>
              </a:ext>
            </a:extLst>
          </p:cNvPr>
          <p:cNvSpPr/>
          <p:nvPr/>
        </p:nvSpPr>
        <p:spPr>
          <a:xfrm>
            <a:off x="5761089" y="2174839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8EF148A9-DEF6-BCF7-F5C7-87A06914ECDC}"/>
              </a:ext>
            </a:extLst>
          </p:cNvPr>
          <p:cNvSpPr/>
          <p:nvPr/>
        </p:nvSpPr>
        <p:spPr>
          <a:xfrm>
            <a:off x="6145347" y="1791885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C00C0D1C-3EE3-D66E-6210-292B946ED4C8}"/>
              </a:ext>
            </a:extLst>
          </p:cNvPr>
          <p:cNvSpPr/>
          <p:nvPr/>
        </p:nvSpPr>
        <p:spPr>
          <a:xfrm>
            <a:off x="6557849" y="2185071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9ED9D2D4-234B-F4E1-3B93-6CEA2C1A9361}"/>
              </a:ext>
            </a:extLst>
          </p:cNvPr>
          <p:cNvSpPr/>
          <p:nvPr/>
        </p:nvSpPr>
        <p:spPr>
          <a:xfrm>
            <a:off x="6145347" y="2524675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6" name="타원 315">
            <a:extLst>
              <a:ext uri="{FF2B5EF4-FFF2-40B4-BE49-F238E27FC236}">
                <a16:creationId xmlns:a16="http://schemas.microsoft.com/office/drawing/2014/main" id="{E499EBA7-AC05-B308-B7D8-F289D11D4D67}"/>
              </a:ext>
            </a:extLst>
          </p:cNvPr>
          <p:cNvSpPr/>
          <p:nvPr/>
        </p:nvSpPr>
        <p:spPr>
          <a:xfrm>
            <a:off x="8213755" y="2184643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794E5AB0-9572-8874-4DE8-D48B38F39171}"/>
              </a:ext>
            </a:extLst>
          </p:cNvPr>
          <p:cNvSpPr/>
          <p:nvPr/>
        </p:nvSpPr>
        <p:spPr>
          <a:xfrm>
            <a:off x="8213755" y="2754058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8" name="타원 317">
            <a:extLst>
              <a:ext uri="{FF2B5EF4-FFF2-40B4-BE49-F238E27FC236}">
                <a16:creationId xmlns:a16="http://schemas.microsoft.com/office/drawing/2014/main" id="{8C61D382-0FCC-5A97-9AC7-2D5DC94EF742}"/>
              </a:ext>
            </a:extLst>
          </p:cNvPr>
          <p:cNvSpPr/>
          <p:nvPr/>
        </p:nvSpPr>
        <p:spPr>
          <a:xfrm>
            <a:off x="8213755" y="3324342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93A364B3-EF07-85FE-AE46-9C537D661F84}"/>
              </a:ext>
            </a:extLst>
          </p:cNvPr>
          <p:cNvSpPr/>
          <p:nvPr/>
        </p:nvSpPr>
        <p:spPr>
          <a:xfrm>
            <a:off x="7650520" y="2185071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9BB92FD2-B342-0C74-82B1-9D0B41CE9897}"/>
              </a:ext>
            </a:extLst>
          </p:cNvPr>
          <p:cNvSpPr/>
          <p:nvPr/>
        </p:nvSpPr>
        <p:spPr>
          <a:xfrm>
            <a:off x="6145347" y="3233752"/>
            <a:ext cx="295910" cy="295910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3E06C610-C89A-404F-3CC2-219463532348}"/>
              </a:ext>
            </a:extLst>
          </p:cNvPr>
          <p:cNvGrpSpPr/>
          <p:nvPr/>
        </p:nvGrpSpPr>
        <p:grpSpPr>
          <a:xfrm>
            <a:off x="2969186" y="3319983"/>
            <a:ext cx="163514" cy="301721"/>
            <a:chOff x="5171886" y="1487173"/>
            <a:chExt cx="271604" cy="501171"/>
          </a:xfrm>
          <a:solidFill>
            <a:schemeClr val="accent2">
              <a:lumMod val="75000"/>
            </a:schemeClr>
          </a:solidFill>
        </p:grpSpPr>
        <p:sp>
          <p:nvSpPr>
            <p:cNvPr id="322" name="타원 321">
              <a:extLst>
                <a:ext uri="{FF2B5EF4-FFF2-40B4-BE49-F238E27FC236}">
                  <a16:creationId xmlns:a16="http://schemas.microsoft.com/office/drawing/2014/main" id="{E6A2785F-18F3-6BCC-820A-899B1A38A815}"/>
                </a:ext>
              </a:extLst>
            </p:cNvPr>
            <p:cNvSpPr/>
            <p:nvPr/>
          </p:nvSpPr>
          <p:spPr>
            <a:xfrm>
              <a:off x="5199300" y="1487173"/>
              <a:ext cx="216776" cy="209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3" name="타원 322">
              <a:extLst>
                <a:ext uri="{FF2B5EF4-FFF2-40B4-BE49-F238E27FC236}">
                  <a16:creationId xmlns:a16="http://schemas.microsoft.com/office/drawing/2014/main" id="{25F3BCA4-C987-4930-6E47-54347133D6E2}"/>
                </a:ext>
              </a:extLst>
            </p:cNvPr>
            <p:cNvSpPr/>
            <p:nvPr/>
          </p:nvSpPr>
          <p:spPr>
            <a:xfrm>
              <a:off x="5171886" y="1696723"/>
              <a:ext cx="271604" cy="262550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A92C02BF-421B-A66E-84D4-61499BC1869C}"/>
                </a:ext>
              </a:extLst>
            </p:cNvPr>
            <p:cNvSpPr/>
            <p:nvPr/>
          </p:nvSpPr>
          <p:spPr>
            <a:xfrm>
              <a:off x="5171886" y="1827998"/>
              <a:ext cx="271604" cy="160346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2054FE85-1598-DF5D-B38B-CFEB770FFA5C}"/>
              </a:ext>
            </a:extLst>
          </p:cNvPr>
          <p:cNvSpPr/>
          <p:nvPr/>
        </p:nvSpPr>
        <p:spPr>
          <a:xfrm>
            <a:off x="6145347" y="2184643"/>
            <a:ext cx="295910" cy="29591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rgbClr val="FFC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1B616EFE-1BC9-2B0A-0E0B-365FEADA0B01}"/>
              </a:ext>
            </a:extLst>
          </p:cNvPr>
          <p:cNvSpPr txBox="1"/>
          <p:nvPr/>
        </p:nvSpPr>
        <p:spPr>
          <a:xfrm>
            <a:off x="6073332" y="2178709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FR</a:t>
            </a:r>
            <a:endParaRPr lang="ko-KR" altLang="en-US" sz="1400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43B2CE1-052C-A79D-9ECB-FC90FE3E2346}"/>
              </a:ext>
            </a:extLst>
          </p:cNvPr>
          <p:cNvCxnSpPr>
            <a:cxnSpLocks/>
            <a:stCxn id="313" idx="0"/>
            <a:endCxn id="132" idx="2"/>
          </p:cNvCxnSpPr>
          <p:nvPr/>
        </p:nvCxnSpPr>
        <p:spPr>
          <a:xfrm flipV="1">
            <a:off x="6293302" y="1399127"/>
            <a:ext cx="0" cy="3927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직선 연결선 337">
            <a:extLst>
              <a:ext uri="{FF2B5EF4-FFF2-40B4-BE49-F238E27FC236}">
                <a16:creationId xmlns:a16="http://schemas.microsoft.com/office/drawing/2014/main" id="{5F71713E-65F1-9EA9-DA85-FD0B4D04AB22}"/>
              </a:ext>
            </a:extLst>
          </p:cNvPr>
          <p:cNvCxnSpPr>
            <a:stCxn id="312" idx="2"/>
            <a:endCxn id="209" idx="6"/>
          </p:cNvCxnSpPr>
          <p:nvPr/>
        </p:nvCxnSpPr>
        <p:spPr>
          <a:xfrm flipH="1">
            <a:off x="5030253" y="2322794"/>
            <a:ext cx="730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8958BDD-67D9-08D1-A6FE-2C5B7866C061}"/>
              </a:ext>
            </a:extLst>
          </p:cNvPr>
          <p:cNvCxnSpPr>
            <a:stCxn id="315" idx="4"/>
            <a:endCxn id="320" idx="0"/>
          </p:cNvCxnSpPr>
          <p:nvPr/>
        </p:nvCxnSpPr>
        <p:spPr>
          <a:xfrm>
            <a:off x="6293302" y="2820585"/>
            <a:ext cx="0" cy="4131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4A157C2C-5330-5C27-649E-99C17D125E59}"/>
              </a:ext>
            </a:extLst>
          </p:cNvPr>
          <p:cNvCxnSpPr>
            <a:stCxn id="314" idx="6"/>
            <a:endCxn id="319" idx="2"/>
          </p:cNvCxnSpPr>
          <p:nvPr/>
        </p:nvCxnSpPr>
        <p:spPr>
          <a:xfrm>
            <a:off x="6853759" y="2333026"/>
            <a:ext cx="7967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36235B8F-5808-9E02-70AB-E076A344D698}"/>
              </a:ext>
            </a:extLst>
          </p:cNvPr>
          <p:cNvCxnSpPr>
            <a:cxnSpLocks/>
          </p:cNvCxnSpPr>
          <p:nvPr/>
        </p:nvCxnSpPr>
        <p:spPr>
          <a:xfrm flipH="1">
            <a:off x="6058970" y="2087795"/>
            <a:ext cx="236303" cy="23499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F9D6C2D3-8289-89AD-230F-712A31B6C809}"/>
              </a:ext>
            </a:extLst>
          </p:cNvPr>
          <p:cNvCxnSpPr>
            <a:stCxn id="314" idx="2"/>
            <a:endCxn id="313" idx="4"/>
          </p:cNvCxnSpPr>
          <p:nvPr/>
        </p:nvCxnSpPr>
        <p:spPr>
          <a:xfrm flipH="1" flipV="1">
            <a:off x="6293302" y="2087795"/>
            <a:ext cx="264547" cy="24523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68574A17-9636-6AB1-91A5-0665DC787CAB}"/>
              </a:ext>
            </a:extLst>
          </p:cNvPr>
          <p:cNvCxnSpPr>
            <a:stCxn id="315" idx="0"/>
            <a:endCxn id="313" idx="4"/>
          </p:cNvCxnSpPr>
          <p:nvPr/>
        </p:nvCxnSpPr>
        <p:spPr>
          <a:xfrm flipV="1">
            <a:off x="6293302" y="2087795"/>
            <a:ext cx="0" cy="43688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0" name="직선 연결선 349">
            <a:extLst>
              <a:ext uri="{FF2B5EF4-FFF2-40B4-BE49-F238E27FC236}">
                <a16:creationId xmlns:a16="http://schemas.microsoft.com/office/drawing/2014/main" id="{1A55CC27-6EA7-C3CB-F65D-CC75AE7E834B}"/>
              </a:ext>
            </a:extLst>
          </p:cNvPr>
          <p:cNvCxnSpPr>
            <a:stCxn id="326" idx="1"/>
            <a:endCxn id="326" idx="3"/>
          </p:cNvCxnSpPr>
          <p:nvPr/>
        </p:nvCxnSpPr>
        <p:spPr>
          <a:xfrm>
            <a:off x="6073332" y="2332598"/>
            <a:ext cx="44755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E79D4005-168C-129E-34AC-DD075131A2AF}"/>
              </a:ext>
            </a:extLst>
          </p:cNvPr>
          <p:cNvCxnSpPr>
            <a:stCxn id="312" idx="5"/>
            <a:endCxn id="315" idx="1"/>
          </p:cNvCxnSpPr>
          <p:nvPr/>
        </p:nvCxnSpPr>
        <p:spPr>
          <a:xfrm>
            <a:off x="6013664" y="2427414"/>
            <a:ext cx="175018" cy="1405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5BDDF552-D4E1-EB01-7699-2B3E07DA2053}"/>
              </a:ext>
            </a:extLst>
          </p:cNvPr>
          <p:cNvCxnSpPr>
            <a:stCxn id="319" idx="6"/>
            <a:endCxn id="316" idx="2"/>
          </p:cNvCxnSpPr>
          <p:nvPr/>
        </p:nvCxnSpPr>
        <p:spPr>
          <a:xfrm flipV="1">
            <a:off x="7946430" y="2332598"/>
            <a:ext cx="267325" cy="42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6" name="직선 연결선 355">
            <a:extLst>
              <a:ext uri="{FF2B5EF4-FFF2-40B4-BE49-F238E27FC236}">
                <a16:creationId xmlns:a16="http://schemas.microsoft.com/office/drawing/2014/main" id="{C6F39ED1-E5EA-74B4-40B1-D8FB2388C0C4}"/>
              </a:ext>
            </a:extLst>
          </p:cNvPr>
          <p:cNvCxnSpPr>
            <a:stCxn id="317" idx="2"/>
            <a:endCxn id="319" idx="6"/>
          </p:cNvCxnSpPr>
          <p:nvPr/>
        </p:nvCxnSpPr>
        <p:spPr>
          <a:xfrm flipH="1" flipV="1">
            <a:off x="7946430" y="2333026"/>
            <a:ext cx="267325" cy="5689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8" name="직선 연결선 357">
            <a:extLst>
              <a:ext uri="{FF2B5EF4-FFF2-40B4-BE49-F238E27FC236}">
                <a16:creationId xmlns:a16="http://schemas.microsoft.com/office/drawing/2014/main" id="{8BCA2EDC-681F-97C4-F180-4C4E8A7F8ADE}"/>
              </a:ext>
            </a:extLst>
          </p:cNvPr>
          <p:cNvCxnSpPr>
            <a:cxnSpLocks/>
            <a:stCxn id="318" idx="2"/>
            <a:endCxn id="319" idx="6"/>
          </p:cNvCxnSpPr>
          <p:nvPr/>
        </p:nvCxnSpPr>
        <p:spPr>
          <a:xfrm flipH="1" flipV="1">
            <a:off x="7946430" y="2333026"/>
            <a:ext cx="267325" cy="113927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8E730155-D484-F0A6-4B10-2DA3AD5873E1}"/>
              </a:ext>
            </a:extLst>
          </p:cNvPr>
          <p:cNvGrpSpPr/>
          <p:nvPr/>
        </p:nvGrpSpPr>
        <p:grpSpPr>
          <a:xfrm>
            <a:off x="7876532" y="1766247"/>
            <a:ext cx="447558" cy="307777"/>
            <a:chOff x="7010615" y="1987316"/>
            <a:chExt cx="447558" cy="307777"/>
          </a:xfrm>
        </p:grpSpPr>
        <p:sp>
          <p:nvSpPr>
            <p:cNvPr id="359" name="직사각형 358">
              <a:extLst>
                <a:ext uri="{FF2B5EF4-FFF2-40B4-BE49-F238E27FC236}">
                  <a16:creationId xmlns:a16="http://schemas.microsoft.com/office/drawing/2014/main" id="{213502DD-935D-2860-839D-2A6E59C2E910}"/>
                </a:ext>
              </a:extLst>
            </p:cNvPr>
            <p:cNvSpPr/>
            <p:nvPr/>
          </p:nvSpPr>
          <p:spPr>
            <a:xfrm>
              <a:off x="7081723" y="1987316"/>
              <a:ext cx="295910" cy="2959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7CD64FB5-DED6-5043-DAE7-4FEF10A6298A}"/>
                </a:ext>
              </a:extLst>
            </p:cNvPr>
            <p:cNvSpPr txBox="1"/>
            <p:nvPr/>
          </p:nvSpPr>
          <p:spPr>
            <a:xfrm>
              <a:off x="7010615" y="1987316"/>
              <a:ext cx="447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7030A0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FR</a:t>
              </a:r>
              <a:endParaRPr lang="ko-KR" altLang="en-US" sz="1400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362" name="직선 연결선 361">
            <a:extLst>
              <a:ext uri="{FF2B5EF4-FFF2-40B4-BE49-F238E27FC236}">
                <a16:creationId xmlns:a16="http://schemas.microsoft.com/office/drawing/2014/main" id="{82B346D6-1F61-D11E-93D8-BEE11E7979EA}"/>
              </a:ext>
            </a:extLst>
          </p:cNvPr>
          <p:cNvCxnSpPr>
            <a:stCxn id="316" idx="6"/>
            <a:endCxn id="160" idx="1"/>
          </p:cNvCxnSpPr>
          <p:nvPr/>
        </p:nvCxnSpPr>
        <p:spPr>
          <a:xfrm>
            <a:off x="8509665" y="2332598"/>
            <a:ext cx="319876" cy="59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4" name="직선 연결선 363">
            <a:extLst>
              <a:ext uri="{FF2B5EF4-FFF2-40B4-BE49-F238E27FC236}">
                <a16:creationId xmlns:a16="http://schemas.microsoft.com/office/drawing/2014/main" id="{C76836C1-1A30-DF36-6513-38703E6F873E}"/>
              </a:ext>
            </a:extLst>
          </p:cNvPr>
          <p:cNvCxnSpPr>
            <a:stCxn id="317" idx="6"/>
            <a:endCxn id="161" idx="1"/>
          </p:cNvCxnSpPr>
          <p:nvPr/>
        </p:nvCxnSpPr>
        <p:spPr>
          <a:xfrm>
            <a:off x="8509665" y="2902013"/>
            <a:ext cx="320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6" name="직선 연결선 365">
            <a:extLst>
              <a:ext uri="{FF2B5EF4-FFF2-40B4-BE49-F238E27FC236}">
                <a16:creationId xmlns:a16="http://schemas.microsoft.com/office/drawing/2014/main" id="{1AE0B793-EEB8-DEE7-DA51-42A250731A09}"/>
              </a:ext>
            </a:extLst>
          </p:cNvPr>
          <p:cNvCxnSpPr>
            <a:stCxn id="318" idx="6"/>
            <a:endCxn id="162" idx="1"/>
          </p:cNvCxnSpPr>
          <p:nvPr/>
        </p:nvCxnSpPr>
        <p:spPr>
          <a:xfrm>
            <a:off x="8509665" y="3472297"/>
            <a:ext cx="3252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EF861B18-E0AB-0A70-D5C8-96BEAB1CF404}"/>
              </a:ext>
            </a:extLst>
          </p:cNvPr>
          <p:cNvCxnSpPr>
            <a:stCxn id="160" idx="3"/>
            <a:endCxn id="278" idx="1"/>
          </p:cNvCxnSpPr>
          <p:nvPr/>
        </p:nvCxnSpPr>
        <p:spPr>
          <a:xfrm flipV="1">
            <a:off x="9125451" y="2333947"/>
            <a:ext cx="467632" cy="4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46163A1F-A2F9-305D-D71E-9F3498C8080A}"/>
              </a:ext>
            </a:extLst>
          </p:cNvPr>
          <p:cNvCxnSpPr>
            <a:stCxn id="161" idx="3"/>
            <a:endCxn id="282" idx="1"/>
          </p:cNvCxnSpPr>
          <p:nvPr/>
        </p:nvCxnSpPr>
        <p:spPr>
          <a:xfrm>
            <a:off x="9126022" y="2902013"/>
            <a:ext cx="467061" cy="1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8EF1CC6A-1FA3-1D55-D223-118762850431}"/>
              </a:ext>
            </a:extLst>
          </p:cNvPr>
          <p:cNvCxnSpPr>
            <a:stCxn id="162" idx="3"/>
            <a:endCxn id="286" idx="1"/>
          </p:cNvCxnSpPr>
          <p:nvPr/>
        </p:nvCxnSpPr>
        <p:spPr>
          <a:xfrm>
            <a:off x="9130784" y="3472297"/>
            <a:ext cx="462299" cy="1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EC73916B-3105-2AAE-E189-5E3EF44AA61C}"/>
              </a:ext>
            </a:extLst>
          </p:cNvPr>
          <p:cNvCxnSpPr>
            <a:stCxn id="320" idx="4"/>
            <a:endCxn id="158" idx="0"/>
          </p:cNvCxnSpPr>
          <p:nvPr/>
        </p:nvCxnSpPr>
        <p:spPr>
          <a:xfrm flipH="1">
            <a:off x="6291606" y="3529662"/>
            <a:ext cx="1696" cy="471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FC9901EE-CE44-3C09-F644-48A64962E7FC}"/>
              </a:ext>
            </a:extLst>
          </p:cNvPr>
          <p:cNvCxnSpPr>
            <a:stCxn id="156" idx="1"/>
            <a:endCxn id="298" idx="0"/>
          </p:cNvCxnSpPr>
          <p:nvPr/>
        </p:nvCxnSpPr>
        <p:spPr>
          <a:xfrm flipH="1" flipV="1">
            <a:off x="5617378" y="5375043"/>
            <a:ext cx="526273" cy="5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B3431FEF-2D01-B44B-DFE6-A9BAB4587005}"/>
              </a:ext>
            </a:extLst>
          </p:cNvPr>
          <p:cNvCxnSpPr>
            <a:stCxn id="156" idx="1"/>
            <a:endCxn id="294" idx="7"/>
          </p:cNvCxnSpPr>
          <p:nvPr/>
        </p:nvCxnSpPr>
        <p:spPr>
          <a:xfrm flipH="1" flipV="1">
            <a:off x="5675189" y="5070667"/>
            <a:ext cx="468462" cy="30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225CB5DA-422D-2F21-BE9E-AF4E209F3E15}"/>
              </a:ext>
            </a:extLst>
          </p:cNvPr>
          <p:cNvCxnSpPr>
            <a:stCxn id="149" idx="3"/>
            <a:endCxn id="209" idx="2"/>
          </p:cNvCxnSpPr>
          <p:nvPr/>
        </p:nvCxnSpPr>
        <p:spPr>
          <a:xfrm flipV="1">
            <a:off x="4332343" y="2322794"/>
            <a:ext cx="402000" cy="10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7DC9C437-02FE-6FF9-8CC0-DB0B1C62BB83}"/>
              </a:ext>
            </a:extLst>
          </p:cNvPr>
          <p:cNvCxnSpPr>
            <a:cxnSpLocks/>
          </p:cNvCxnSpPr>
          <p:nvPr/>
        </p:nvCxnSpPr>
        <p:spPr>
          <a:xfrm flipH="1">
            <a:off x="3558726" y="2925493"/>
            <a:ext cx="4777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D500B869-827A-8E2E-2DB5-E359324D0593}"/>
              </a:ext>
            </a:extLst>
          </p:cNvPr>
          <p:cNvCxnSpPr>
            <a:cxnSpLocks/>
          </p:cNvCxnSpPr>
          <p:nvPr/>
        </p:nvCxnSpPr>
        <p:spPr>
          <a:xfrm flipH="1">
            <a:off x="3558726" y="2969943"/>
            <a:ext cx="4777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25039872-8216-8235-89E3-670F576EF178}"/>
              </a:ext>
            </a:extLst>
          </p:cNvPr>
          <p:cNvCxnSpPr>
            <a:cxnSpLocks/>
          </p:cNvCxnSpPr>
          <p:nvPr/>
        </p:nvCxnSpPr>
        <p:spPr>
          <a:xfrm flipH="1">
            <a:off x="3567682" y="2322794"/>
            <a:ext cx="4777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F8A68C36-4C85-5C53-7556-67220A4DEBFB}"/>
              </a:ext>
            </a:extLst>
          </p:cNvPr>
          <p:cNvCxnSpPr>
            <a:cxnSpLocks/>
          </p:cNvCxnSpPr>
          <p:nvPr/>
        </p:nvCxnSpPr>
        <p:spPr>
          <a:xfrm flipH="1">
            <a:off x="3567682" y="2367244"/>
            <a:ext cx="4777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직선 연결선 390">
            <a:extLst>
              <a:ext uri="{FF2B5EF4-FFF2-40B4-BE49-F238E27FC236}">
                <a16:creationId xmlns:a16="http://schemas.microsoft.com/office/drawing/2014/main" id="{69FAE404-D84B-1461-B08D-B8E75F2B5A29}"/>
              </a:ext>
            </a:extLst>
          </p:cNvPr>
          <p:cNvCxnSpPr>
            <a:cxnSpLocks/>
          </p:cNvCxnSpPr>
          <p:nvPr/>
        </p:nvCxnSpPr>
        <p:spPr>
          <a:xfrm>
            <a:off x="3377723" y="2488184"/>
            <a:ext cx="0" cy="321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9E5CFD72-BF36-39DF-9362-933141F107DA}"/>
              </a:ext>
            </a:extLst>
          </p:cNvPr>
          <p:cNvCxnSpPr>
            <a:cxnSpLocks/>
          </p:cNvCxnSpPr>
          <p:nvPr/>
        </p:nvCxnSpPr>
        <p:spPr>
          <a:xfrm>
            <a:off x="3425600" y="2488184"/>
            <a:ext cx="0" cy="321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CCA483A9-8969-E054-565A-B49C856F5728}"/>
              </a:ext>
            </a:extLst>
          </p:cNvPr>
          <p:cNvCxnSpPr>
            <a:cxnSpLocks/>
          </p:cNvCxnSpPr>
          <p:nvPr/>
        </p:nvCxnSpPr>
        <p:spPr>
          <a:xfrm>
            <a:off x="4156392" y="2488184"/>
            <a:ext cx="0" cy="321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직선 연결선 399">
            <a:extLst>
              <a:ext uri="{FF2B5EF4-FFF2-40B4-BE49-F238E27FC236}">
                <a16:creationId xmlns:a16="http://schemas.microsoft.com/office/drawing/2014/main" id="{45A8D549-5741-9584-207B-C041E81BF9DC}"/>
              </a:ext>
            </a:extLst>
          </p:cNvPr>
          <p:cNvCxnSpPr>
            <a:cxnSpLocks/>
          </p:cNvCxnSpPr>
          <p:nvPr/>
        </p:nvCxnSpPr>
        <p:spPr>
          <a:xfrm>
            <a:off x="4204269" y="2488184"/>
            <a:ext cx="0" cy="3218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70553F8A-3F95-F87F-BF6B-A27432B9F0C1}"/>
              </a:ext>
            </a:extLst>
          </p:cNvPr>
          <p:cNvCxnSpPr>
            <a:stCxn id="135" idx="2"/>
            <a:endCxn id="273" idx="0"/>
          </p:cNvCxnSpPr>
          <p:nvPr/>
        </p:nvCxnSpPr>
        <p:spPr>
          <a:xfrm flipH="1">
            <a:off x="4068309" y="3108373"/>
            <a:ext cx="116079" cy="211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직선 연결선 403">
            <a:extLst>
              <a:ext uri="{FF2B5EF4-FFF2-40B4-BE49-F238E27FC236}">
                <a16:creationId xmlns:a16="http://schemas.microsoft.com/office/drawing/2014/main" id="{08AA40D0-70F0-326F-1215-6C133A1A097F}"/>
              </a:ext>
            </a:extLst>
          </p:cNvPr>
          <p:cNvCxnSpPr>
            <a:stCxn id="135" idx="2"/>
            <a:endCxn id="269" idx="7"/>
          </p:cNvCxnSpPr>
          <p:nvPr/>
        </p:nvCxnSpPr>
        <p:spPr>
          <a:xfrm>
            <a:off x="4184388" y="3108373"/>
            <a:ext cx="106704" cy="211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직선 연결선 405">
            <a:extLst>
              <a:ext uri="{FF2B5EF4-FFF2-40B4-BE49-F238E27FC236}">
                <a16:creationId xmlns:a16="http://schemas.microsoft.com/office/drawing/2014/main" id="{1FF94765-19E5-BDCA-E713-87D0E5C1002E}"/>
              </a:ext>
            </a:extLst>
          </p:cNvPr>
          <p:cNvCxnSpPr>
            <a:endCxn id="322" idx="0"/>
          </p:cNvCxnSpPr>
          <p:nvPr/>
        </p:nvCxnSpPr>
        <p:spPr>
          <a:xfrm flipH="1">
            <a:off x="3050943" y="3108373"/>
            <a:ext cx="211873" cy="211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01A5E35C-6540-C651-FE47-52867F27CBBF}"/>
              </a:ext>
            </a:extLst>
          </p:cNvPr>
          <p:cNvCxnSpPr>
            <a:endCxn id="265" idx="7"/>
          </p:cNvCxnSpPr>
          <p:nvPr/>
        </p:nvCxnSpPr>
        <p:spPr>
          <a:xfrm flipH="1">
            <a:off x="2878009" y="3108373"/>
            <a:ext cx="393763" cy="2300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15EE8952-5506-6B72-4EB5-BD70B95907F9}"/>
              </a:ext>
            </a:extLst>
          </p:cNvPr>
          <p:cNvCxnSpPr>
            <a:endCxn id="262" idx="7"/>
          </p:cNvCxnSpPr>
          <p:nvPr/>
        </p:nvCxnSpPr>
        <p:spPr>
          <a:xfrm flipH="1">
            <a:off x="2894990" y="3108373"/>
            <a:ext cx="376782" cy="45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" name="직선 연결선 411">
            <a:extLst>
              <a:ext uri="{FF2B5EF4-FFF2-40B4-BE49-F238E27FC236}">
                <a16:creationId xmlns:a16="http://schemas.microsoft.com/office/drawing/2014/main" id="{B1C5A65A-80D2-C6B0-38A7-B5B46B6A78F9}"/>
              </a:ext>
            </a:extLst>
          </p:cNvPr>
          <p:cNvCxnSpPr>
            <a:stCxn id="133" idx="1"/>
            <a:endCxn id="254" idx="0"/>
          </p:cNvCxnSpPr>
          <p:nvPr/>
        </p:nvCxnSpPr>
        <p:spPr>
          <a:xfrm flipH="1" flipV="1">
            <a:off x="2848726" y="2324827"/>
            <a:ext cx="423046" cy="81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직선 연결선 413">
            <a:extLst>
              <a:ext uri="{FF2B5EF4-FFF2-40B4-BE49-F238E27FC236}">
                <a16:creationId xmlns:a16="http://schemas.microsoft.com/office/drawing/2014/main" id="{CA146B4B-3884-9B09-AC50-247017442DA5}"/>
              </a:ext>
            </a:extLst>
          </p:cNvPr>
          <p:cNvCxnSpPr>
            <a:stCxn id="133" idx="1"/>
            <a:endCxn id="258" idx="7"/>
          </p:cNvCxnSpPr>
          <p:nvPr/>
        </p:nvCxnSpPr>
        <p:spPr>
          <a:xfrm flipH="1" flipV="1">
            <a:off x="2908718" y="2010312"/>
            <a:ext cx="363054" cy="322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6" name="직선 연결선 415">
            <a:extLst>
              <a:ext uri="{FF2B5EF4-FFF2-40B4-BE49-F238E27FC236}">
                <a16:creationId xmlns:a16="http://schemas.microsoft.com/office/drawing/2014/main" id="{C5BD7B6D-A8F1-5E64-8797-793A779E966A}"/>
              </a:ext>
            </a:extLst>
          </p:cNvPr>
          <p:cNvCxnSpPr>
            <a:stCxn id="149" idx="0"/>
            <a:endCxn id="251" idx="2"/>
          </p:cNvCxnSpPr>
          <p:nvPr/>
        </p:nvCxnSpPr>
        <p:spPr>
          <a:xfrm flipH="1" flipV="1">
            <a:off x="4033767" y="2010312"/>
            <a:ext cx="150621" cy="1747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8" name="직선 연결선 417">
            <a:extLst>
              <a:ext uri="{FF2B5EF4-FFF2-40B4-BE49-F238E27FC236}">
                <a16:creationId xmlns:a16="http://schemas.microsoft.com/office/drawing/2014/main" id="{52A766E1-521D-9E29-9E96-1ED8ED787DCC}"/>
              </a:ext>
            </a:extLst>
          </p:cNvPr>
          <p:cNvCxnSpPr>
            <a:stCxn id="149" idx="0"/>
            <a:endCxn id="11" idx="2"/>
          </p:cNvCxnSpPr>
          <p:nvPr/>
        </p:nvCxnSpPr>
        <p:spPr>
          <a:xfrm flipV="1">
            <a:off x="4184388" y="2011869"/>
            <a:ext cx="66198" cy="173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직선 연결선 420">
            <a:extLst>
              <a:ext uri="{FF2B5EF4-FFF2-40B4-BE49-F238E27FC236}">
                <a16:creationId xmlns:a16="http://schemas.microsoft.com/office/drawing/2014/main" id="{848614B3-229E-74B5-989B-4FC27259EB92}"/>
              </a:ext>
            </a:extLst>
          </p:cNvPr>
          <p:cNvCxnSpPr>
            <a:cxnSpLocks/>
          </p:cNvCxnSpPr>
          <p:nvPr/>
        </p:nvCxnSpPr>
        <p:spPr>
          <a:xfrm flipH="1">
            <a:off x="2398395" y="1326392"/>
            <a:ext cx="91740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5" name="직선 연결선 424">
            <a:extLst>
              <a:ext uri="{FF2B5EF4-FFF2-40B4-BE49-F238E27FC236}">
                <a16:creationId xmlns:a16="http://schemas.microsoft.com/office/drawing/2014/main" id="{DBA73D26-8301-BBC1-5BD3-8A9A7F92ACBC}"/>
              </a:ext>
            </a:extLst>
          </p:cNvPr>
          <p:cNvCxnSpPr/>
          <p:nvPr/>
        </p:nvCxnSpPr>
        <p:spPr>
          <a:xfrm>
            <a:off x="2383155" y="1326391"/>
            <a:ext cx="0" cy="25916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4A640310-AC6D-818A-F255-C994CA3FA7F3}"/>
              </a:ext>
            </a:extLst>
          </p:cNvPr>
          <p:cNvCxnSpPr>
            <a:cxnSpLocks/>
          </p:cNvCxnSpPr>
          <p:nvPr/>
        </p:nvCxnSpPr>
        <p:spPr>
          <a:xfrm>
            <a:off x="2398395" y="3918075"/>
            <a:ext cx="22402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9" name="직선 연결선 428">
            <a:extLst>
              <a:ext uri="{FF2B5EF4-FFF2-40B4-BE49-F238E27FC236}">
                <a16:creationId xmlns:a16="http://schemas.microsoft.com/office/drawing/2014/main" id="{C6E7ED5C-3098-2987-6E0A-94587864F831}"/>
              </a:ext>
            </a:extLst>
          </p:cNvPr>
          <p:cNvCxnSpPr>
            <a:cxnSpLocks/>
          </p:cNvCxnSpPr>
          <p:nvPr/>
        </p:nvCxnSpPr>
        <p:spPr>
          <a:xfrm flipV="1">
            <a:off x="4638675" y="1326391"/>
            <a:ext cx="0" cy="25916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1" name="직선 연결선 430">
            <a:extLst>
              <a:ext uri="{FF2B5EF4-FFF2-40B4-BE49-F238E27FC236}">
                <a16:creationId xmlns:a16="http://schemas.microsoft.com/office/drawing/2014/main" id="{06A7DB25-DCD4-EA99-0889-3A11D2924C3E}"/>
              </a:ext>
            </a:extLst>
          </p:cNvPr>
          <p:cNvCxnSpPr>
            <a:cxnSpLocks/>
          </p:cNvCxnSpPr>
          <p:nvPr/>
        </p:nvCxnSpPr>
        <p:spPr>
          <a:xfrm>
            <a:off x="4170518" y="1326392"/>
            <a:ext cx="46815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7" name="TextBox 436">
            <a:extLst>
              <a:ext uri="{FF2B5EF4-FFF2-40B4-BE49-F238E27FC236}">
                <a16:creationId xmlns:a16="http://schemas.microsoft.com/office/drawing/2014/main" id="{B3E3680F-ADD0-FA43-3249-9A3CE26870B7}"/>
              </a:ext>
            </a:extLst>
          </p:cNvPr>
          <p:cNvSpPr txBox="1"/>
          <p:nvPr/>
        </p:nvSpPr>
        <p:spPr>
          <a:xfrm>
            <a:off x="5116630" y="2015017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chap</a:t>
            </a:r>
            <a:endParaRPr lang="ko-KR" altLang="en-US" sz="1400" dirty="0"/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46A1166-FB7B-62AE-107E-4EC2B25FD75B}"/>
              </a:ext>
            </a:extLst>
          </p:cNvPr>
          <p:cNvSpPr txBox="1"/>
          <p:nvPr/>
        </p:nvSpPr>
        <p:spPr>
          <a:xfrm>
            <a:off x="6947075" y="2042666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chap</a:t>
            </a:r>
            <a:endParaRPr lang="ko-KR" altLang="en-US" sz="1400" dirty="0"/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63DC4514-209A-184E-88D6-00DC573E829C}"/>
              </a:ext>
            </a:extLst>
          </p:cNvPr>
          <p:cNvSpPr txBox="1"/>
          <p:nvPr/>
        </p:nvSpPr>
        <p:spPr>
          <a:xfrm>
            <a:off x="6270751" y="2863634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chap</a:t>
            </a:r>
            <a:endParaRPr lang="ko-KR" altLang="en-US" sz="14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8CC06BA1-5ACF-DBC7-E75B-2989E916F544}"/>
              </a:ext>
            </a:extLst>
          </p:cNvPr>
          <p:cNvSpPr txBox="1"/>
          <p:nvPr/>
        </p:nvSpPr>
        <p:spPr>
          <a:xfrm>
            <a:off x="4913518" y="2700732"/>
            <a:ext cx="1112732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Chap,</a:t>
            </a:r>
          </a:p>
          <a:p>
            <a:pPr algn="ctr"/>
            <a:r>
              <a:rPr lang="en-US" altLang="ko-KR" sz="1000" dirty="0"/>
              <a:t>Frame-relay</a:t>
            </a:r>
          </a:p>
          <a:p>
            <a:pPr algn="ctr"/>
            <a:r>
              <a:rPr lang="ko-KR" altLang="en-US" sz="1000" dirty="0"/>
              <a:t>보안 강화</a:t>
            </a:r>
            <a:r>
              <a:rPr lang="en-US" altLang="ko-KR" sz="1000" dirty="0"/>
              <a:t>!</a:t>
            </a:r>
            <a:r>
              <a:rPr lang="ko-KR" altLang="en-US" sz="1000" dirty="0"/>
              <a:t> 강화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107039C5-39DA-64F3-ED7E-51BE4F9188AC}"/>
              </a:ext>
            </a:extLst>
          </p:cNvPr>
          <p:cNvSpPr txBox="1"/>
          <p:nvPr/>
        </p:nvSpPr>
        <p:spPr>
          <a:xfrm>
            <a:off x="3083380" y="1072825"/>
            <a:ext cx="1167203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STP</a:t>
            </a:r>
          </a:p>
          <a:p>
            <a:pPr algn="ctr"/>
            <a:r>
              <a:rPr lang="ko-KR" altLang="en-US" sz="1000" dirty="0"/>
              <a:t>안정적이고</a:t>
            </a:r>
            <a:endParaRPr lang="en-US" altLang="ko-KR" sz="1000" dirty="0"/>
          </a:p>
          <a:p>
            <a:pPr algn="ctr"/>
            <a:r>
              <a:rPr lang="ko-KR" altLang="en-US" sz="1000" dirty="0"/>
              <a:t>빠른 서비스 유지</a:t>
            </a: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BF9EA11F-8E35-1623-6264-3663D4423F71}"/>
              </a:ext>
            </a:extLst>
          </p:cNvPr>
          <p:cNvSpPr txBox="1"/>
          <p:nvPr/>
        </p:nvSpPr>
        <p:spPr>
          <a:xfrm>
            <a:off x="8386248" y="1295187"/>
            <a:ext cx="1167203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Frame-relay</a:t>
            </a:r>
          </a:p>
          <a:p>
            <a:pPr algn="ctr"/>
            <a:r>
              <a:rPr lang="ko-KR" altLang="en-US" sz="1000" dirty="0"/>
              <a:t>개별 회사 구분</a:t>
            </a:r>
            <a:endParaRPr lang="en-US" altLang="ko-KR" sz="1000" dirty="0"/>
          </a:p>
          <a:p>
            <a:pPr algn="ctr"/>
            <a:r>
              <a:rPr lang="ko-KR" altLang="en-US" sz="1000" dirty="0"/>
              <a:t>효율성 업</a:t>
            </a:r>
            <a:r>
              <a:rPr lang="en-US" altLang="ko-KR" sz="1000" dirty="0"/>
              <a:t>!</a:t>
            </a:r>
            <a:endParaRPr lang="ko-KR" altLang="en-US" sz="1000" dirty="0"/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EED7D02D-B306-5279-1E6A-CEF7810A010C}"/>
              </a:ext>
            </a:extLst>
          </p:cNvPr>
          <p:cNvSpPr txBox="1"/>
          <p:nvPr/>
        </p:nvSpPr>
        <p:spPr>
          <a:xfrm>
            <a:off x="4809924" y="3828868"/>
            <a:ext cx="1167203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VTP</a:t>
            </a:r>
          </a:p>
          <a:p>
            <a:pPr algn="ctr"/>
            <a:r>
              <a:rPr lang="en-US" altLang="ko-KR" sz="1000" dirty="0" err="1"/>
              <a:t>Vlan</a:t>
            </a:r>
            <a:r>
              <a:rPr lang="ko-KR" altLang="en-US" sz="1000" dirty="0"/>
              <a:t>으로</a:t>
            </a:r>
            <a:endParaRPr lang="en-US" altLang="ko-KR" sz="1000" dirty="0"/>
          </a:p>
          <a:p>
            <a:pPr algn="ctr"/>
            <a:r>
              <a:rPr lang="ko-KR" altLang="en-US" sz="1000" dirty="0"/>
              <a:t>사내 부서들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구분짓기</a:t>
            </a:r>
            <a:r>
              <a:rPr lang="en-US" altLang="ko-KR" sz="1000" dirty="0"/>
              <a:t>~!</a:t>
            </a:r>
            <a:endParaRPr lang="ko-KR" altLang="en-US" sz="1000" dirty="0"/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07906A54-B398-1065-1300-80AD5881F3FA}"/>
              </a:ext>
            </a:extLst>
          </p:cNvPr>
          <p:cNvSpPr txBox="1"/>
          <p:nvPr/>
        </p:nvSpPr>
        <p:spPr>
          <a:xfrm>
            <a:off x="4456025" y="1071388"/>
            <a:ext cx="1167203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NAT</a:t>
            </a:r>
          </a:p>
          <a:p>
            <a:pPr algn="ctr"/>
            <a:r>
              <a:rPr lang="ko-KR" altLang="en-US" sz="1000" dirty="0"/>
              <a:t>서비스사 </a:t>
            </a:r>
            <a:r>
              <a:rPr lang="en-US" altLang="ko-KR" sz="1000" dirty="0"/>
              <a:t>IP</a:t>
            </a:r>
            <a:r>
              <a:rPr lang="ko-KR" altLang="en-US" sz="1000" dirty="0"/>
              <a:t>를</a:t>
            </a:r>
            <a:endParaRPr lang="en-US" altLang="ko-KR" sz="1000" dirty="0"/>
          </a:p>
          <a:p>
            <a:pPr algn="ctr"/>
            <a:r>
              <a:rPr lang="ko-KR" altLang="en-US" sz="1000" dirty="0"/>
              <a:t>보호 </a:t>
            </a:r>
            <a:r>
              <a:rPr lang="ko-KR" altLang="en-US" sz="1000" dirty="0" err="1"/>
              <a:t>할래요</a:t>
            </a:r>
            <a:r>
              <a:rPr lang="en-US" altLang="ko-KR" sz="1000" dirty="0"/>
              <a:t>~</a:t>
            </a:r>
            <a:endParaRPr lang="ko-KR" altLang="en-US" sz="1000" dirty="0"/>
          </a:p>
        </p:txBody>
      </p:sp>
      <p:sp>
        <p:nvSpPr>
          <p:cNvPr id="446" name="화살표: 아래쪽 445">
            <a:extLst>
              <a:ext uri="{FF2B5EF4-FFF2-40B4-BE49-F238E27FC236}">
                <a16:creationId xmlns:a16="http://schemas.microsoft.com/office/drawing/2014/main" id="{14B16938-DB05-417D-403B-C458EE02DAD6}"/>
              </a:ext>
            </a:extLst>
          </p:cNvPr>
          <p:cNvSpPr/>
          <p:nvPr/>
        </p:nvSpPr>
        <p:spPr>
          <a:xfrm>
            <a:off x="4737309" y="1659026"/>
            <a:ext cx="268175" cy="49558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0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4672-8F11-2451-0FE3-61AFBFA2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B7EF4AC4-DD46-7EFE-0298-D4FDA3FABE83}"/>
              </a:ext>
            </a:extLst>
          </p:cNvPr>
          <p:cNvGrpSpPr/>
          <p:nvPr/>
        </p:nvGrpSpPr>
        <p:grpSpPr>
          <a:xfrm>
            <a:off x="176024" y="0"/>
            <a:ext cx="1008250" cy="1015663"/>
            <a:chOff x="7738874" y="1718742"/>
            <a:chExt cx="1008250" cy="10156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291E1F-1534-9521-1D3F-8CB5E11423AD}"/>
                </a:ext>
              </a:extLst>
            </p:cNvPr>
            <p:cNvSpPr txBox="1"/>
            <p:nvPr/>
          </p:nvSpPr>
          <p:spPr>
            <a:xfrm>
              <a:off x="7738874" y="1718742"/>
              <a:ext cx="2970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dirty="0">
                  <a:solidFill>
                    <a:srgbClr val="A50021"/>
                  </a:solidFill>
                  <a:latin typeface="Bauhaus 93" panose="04030905020B02020C02" pitchFamily="82" charset="0"/>
                </a:rPr>
                <a:t>R</a:t>
              </a:r>
              <a:endParaRPr lang="ko-KR" altLang="en-US" sz="6000" dirty="0">
                <a:solidFill>
                  <a:srgbClr val="A50021"/>
                </a:solidFill>
                <a:latin typeface="Bauhaus 93" panose="04030905020B02020C02" pitchFamily="82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0FF2609-67D0-83C1-6DCB-5DB2002A1DD4}"/>
                </a:ext>
              </a:extLst>
            </p:cNvPr>
            <p:cNvSpPr/>
            <p:nvPr/>
          </p:nvSpPr>
          <p:spPr>
            <a:xfrm>
              <a:off x="8035926" y="2279650"/>
              <a:ext cx="66357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66E8C5F-B70C-763D-C62E-451BB35FBB51}"/>
                </a:ext>
              </a:extLst>
            </p:cNvPr>
            <p:cNvSpPr/>
            <p:nvPr/>
          </p:nvSpPr>
          <p:spPr>
            <a:xfrm flipV="1">
              <a:off x="8083550" y="2409825"/>
              <a:ext cx="663574" cy="4571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80A93744-E06E-2A9C-EBB5-6BFF8610293E}"/>
              </a:ext>
            </a:extLst>
          </p:cNvPr>
          <p:cNvCxnSpPr>
            <a:cxnSpLocks/>
          </p:cNvCxnSpPr>
          <p:nvPr/>
        </p:nvCxnSpPr>
        <p:spPr>
          <a:xfrm>
            <a:off x="7885732" y="58631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130F858-D264-969A-EE53-9D5BC3A34C80}"/>
              </a:ext>
            </a:extLst>
          </p:cNvPr>
          <p:cNvGrpSpPr/>
          <p:nvPr/>
        </p:nvGrpSpPr>
        <p:grpSpPr>
          <a:xfrm>
            <a:off x="4724367" y="622089"/>
            <a:ext cx="1421541" cy="548129"/>
            <a:chOff x="4732382" y="622089"/>
            <a:chExt cx="1421541" cy="548129"/>
          </a:xfrm>
        </p:grpSpPr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D43CD3FE-AB7C-C76C-BAA0-A481CF733B8D}"/>
                </a:ext>
              </a:extLst>
            </p:cNvPr>
            <p:cNvGrpSpPr/>
            <p:nvPr/>
          </p:nvGrpSpPr>
          <p:grpSpPr>
            <a:xfrm>
              <a:off x="4732382" y="622089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57" name="타원 256">
                <a:extLst>
                  <a:ext uri="{FF2B5EF4-FFF2-40B4-BE49-F238E27FC236}">
                    <a16:creationId xmlns:a16="http://schemas.microsoft.com/office/drawing/2014/main" id="{699BA8C6-32FE-8A53-A3D6-6DE66A53CA09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428F9FC9-652B-3793-F960-977816FF4CE6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08418609-E492-B208-7FFA-2A8F615D5D73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46F09F-1C78-1C51-E07E-A0ACC1027E31}"/>
                </a:ext>
              </a:extLst>
            </p:cNvPr>
            <p:cNvSpPr txBox="1"/>
            <p:nvPr/>
          </p:nvSpPr>
          <p:spPr>
            <a:xfrm>
              <a:off x="4998635" y="745809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메인 서버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59655A-63D2-375E-8830-A589B8B95A8E}"/>
                </a:ext>
              </a:extLst>
            </p:cNvPr>
            <p:cNvSpPr txBox="1"/>
            <p:nvPr/>
          </p:nvSpPr>
          <p:spPr>
            <a:xfrm>
              <a:off x="5002646" y="625934"/>
              <a:ext cx="11512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SU1-Mainserver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7D99243-B989-38D5-CF4D-3A79904FC0A7}"/>
              </a:ext>
            </a:extLst>
          </p:cNvPr>
          <p:cNvGrpSpPr/>
          <p:nvPr/>
        </p:nvGrpSpPr>
        <p:grpSpPr>
          <a:xfrm>
            <a:off x="4724367" y="3896830"/>
            <a:ext cx="1488062" cy="549243"/>
            <a:chOff x="4732382" y="1399100"/>
            <a:chExt cx="1488062" cy="549243"/>
          </a:xfrm>
        </p:grpSpPr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809D479B-E34A-D25D-BFBA-C6EFBBDC81AA}"/>
                </a:ext>
              </a:extLst>
            </p:cNvPr>
            <p:cNvGrpSpPr/>
            <p:nvPr/>
          </p:nvGrpSpPr>
          <p:grpSpPr>
            <a:xfrm>
              <a:off x="4732382" y="1400214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53" name="타원 252">
                <a:extLst>
                  <a:ext uri="{FF2B5EF4-FFF2-40B4-BE49-F238E27FC236}">
                    <a16:creationId xmlns:a16="http://schemas.microsoft.com/office/drawing/2014/main" id="{1F5B28E3-B5AE-12F1-047A-1AE995D3D56B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타원 253">
                <a:extLst>
                  <a:ext uri="{FF2B5EF4-FFF2-40B4-BE49-F238E27FC236}">
                    <a16:creationId xmlns:a16="http://schemas.microsoft.com/office/drawing/2014/main" id="{E1639018-E027-F613-DD51-725D05A6A459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8B1FDF87-AE79-0B7B-4214-8A2B75BA18C5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E7BF3A-9F97-E71B-3345-E3B4E7813285}"/>
                </a:ext>
              </a:extLst>
            </p:cNvPr>
            <p:cNvSpPr txBox="1"/>
            <p:nvPr/>
          </p:nvSpPr>
          <p:spPr>
            <a:xfrm>
              <a:off x="4998635" y="1527633"/>
              <a:ext cx="122180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스토리지 서비스 서버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AED8B5-B15F-4457-1093-D83AF4CA1C4B}"/>
                </a:ext>
              </a:extLst>
            </p:cNvPr>
            <p:cNvSpPr txBox="1"/>
            <p:nvPr/>
          </p:nvSpPr>
          <p:spPr>
            <a:xfrm>
              <a:off x="5002646" y="1399100"/>
              <a:ext cx="9541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SU2-Storage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4F02760-08D3-1559-AA9A-4D1D84D5D199}"/>
              </a:ext>
            </a:extLst>
          </p:cNvPr>
          <p:cNvGrpSpPr/>
          <p:nvPr/>
        </p:nvGrpSpPr>
        <p:grpSpPr>
          <a:xfrm>
            <a:off x="4724367" y="2806531"/>
            <a:ext cx="1496077" cy="554202"/>
            <a:chOff x="4732382" y="2172266"/>
            <a:chExt cx="1496077" cy="554202"/>
          </a:xfrm>
        </p:grpSpPr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DA4C5CA-2A30-7342-E19E-F7150F39AE70}"/>
                </a:ext>
              </a:extLst>
            </p:cNvPr>
            <p:cNvGrpSpPr/>
            <p:nvPr/>
          </p:nvGrpSpPr>
          <p:grpSpPr>
            <a:xfrm>
              <a:off x="4732382" y="2178339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61" name="타원 260">
                <a:extLst>
                  <a:ext uri="{FF2B5EF4-FFF2-40B4-BE49-F238E27FC236}">
                    <a16:creationId xmlns:a16="http://schemas.microsoft.com/office/drawing/2014/main" id="{7D60E466-15DF-F786-356B-7BACB758C747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타원 261">
                <a:extLst>
                  <a:ext uri="{FF2B5EF4-FFF2-40B4-BE49-F238E27FC236}">
                    <a16:creationId xmlns:a16="http://schemas.microsoft.com/office/drawing/2014/main" id="{BD210D29-D168-8E0B-0F2F-6E407CFE1994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FA9259CB-242E-A0E1-3F04-76E504349024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79D095-82F7-6C77-0BA0-943D955700C3}"/>
                </a:ext>
              </a:extLst>
            </p:cNvPr>
            <p:cNvSpPr txBox="1"/>
            <p:nvPr/>
          </p:nvSpPr>
          <p:spPr>
            <a:xfrm>
              <a:off x="4998635" y="2309457"/>
              <a:ext cx="122982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웹사이트 서비스 서버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5608687-92B8-91E5-5216-522A5AE4E310}"/>
                </a:ext>
              </a:extLst>
            </p:cNvPr>
            <p:cNvSpPr txBox="1"/>
            <p:nvPr/>
          </p:nvSpPr>
          <p:spPr>
            <a:xfrm>
              <a:off x="5002646" y="2172266"/>
              <a:ext cx="7489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SR3-Web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F9A6E7B-1738-7E58-50FE-8858B7FF1DB2}"/>
              </a:ext>
            </a:extLst>
          </p:cNvPr>
          <p:cNvGrpSpPr/>
          <p:nvPr/>
        </p:nvGrpSpPr>
        <p:grpSpPr>
          <a:xfrm>
            <a:off x="4724367" y="4982171"/>
            <a:ext cx="1646759" cy="559161"/>
            <a:chOff x="4732382" y="2945432"/>
            <a:chExt cx="1646759" cy="559161"/>
          </a:xfrm>
        </p:grpSpPr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C7A7D88A-9488-0F34-9BFE-1CE401781DA4}"/>
                </a:ext>
              </a:extLst>
            </p:cNvPr>
            <p:cNvGrpSpPr/>
            <p:nvPr/>
          </p:nvGrpSpPr>
          <p:grpSpPr>
            <a:xfrm>
              <a:off x="4732382" y="2956464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65" name="타원 264">
                <a:extLst>
                  <a:ext uri="{FF2B5EF4-FFF2-40B4-BE49-F238E27FC236}">
                    <a16:creationId xmlns:a16="http://schemas.microsoft.com/office/drawing/2014/main" id="{BCB98AD5-E695-5A3E-8B64-A2F0BEA0D4DF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" name="타원 265">
                <a:extLst>
                  <a:ext uri="{FF2B5EF4-FFF2-40B4-BE49-F238E27FC236}">
                    <a16:creationId xmlns:a16="http://schemas.microsoft.com/office/drawing/2014/main" id="{7EA347F9-2A51-438C-97DC-264BFC8BE289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7" name="직사각형 266">
                <a:extLst>
                  <a:ext uri="{FF2B5EF4-FFF2-40B4-BE49-F238E27FC236}">
                    <a16:creationId xmlns:a16="http://schemas.microsoft.com/office/drawing/2014/main" id="{D5A5DEF9-C849-897A-3213-5B360ADA88B9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ED83C1-CB53-3570-ABB8-F35F5515335D}"/>
                </a:ext>
              </a:extLst>
            </p:cNvPr>
            <p:cNvSpPr txBox="1"/>
            <p:nvPr/>
          </p:nvSpPr>
          <p:spPr>
            <a:xfrm>
              <a:off x="4998635" y="3091281"/>
              <a:ext cx="13805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스토리지 고객 관리 서버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E95D0-37E5-3B24-844E-6CE772857FAD}"/>
                </a:ext>
              </a:extLst>
            </p:cNvPr>
            <p:cNvSpPr txBox="1"/>
            <p:nvPr/>
          </p:nvSpPr>
          <p:spPr>
            <a:xfrm>
              <a:off x="5002646" y="2945432"/>
              <a:ext cx="6431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SR4-DB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57CFFB2-6F80-643B-CEC8-A4B91495E858}"/>
              </a:ext>
            </a:extLst>
          </p:cNvPr>
          <p:cNvGrpSpPr/>
          <p:nvPr/>
        </p:nvGrpSpPr>
        <p:grpSpPr>
          <a:xfrm>
            <a:off x="4724367" y="1706315"/>
            <a:ext cx="1420737" cy="564119"/>
            <a:chOff x="4732381" y="3718599"/>
            <a:chExt cx="1420737" cy="564119"/>
          </a:xfrm>
        </p:grpSpPr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5A069FB0-5814-4D01-E64A-813BD21A1A72}"/>
                </a:ext>
              </a:extLst>
            </p:cNvPr>
            <p:cNvGrpSpPr/>
            <p:nvPr/>
          </p:nvGrpSpPr>
          <p:grpSpPr>
            <a:xfrm>
              <a:off x="4732381" y="3734589"/>
              <a:ext cx="297060" cy="548129"/>
              <a:chOff x="5171879" y="1487173"/>
              <a:chExt cx="271611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322" name="타원 321">
                <a:extLst>
                  <a:ext uri="{FF2B5EF4-FFF2-40B4-BE49-F238E27FC236}">
                    <a16:creationId xmlns:a16="http://schemas.microsoft.com/office/drawing/2014/main" id="{67D76305-8B3F-9DE9-2F74-2D2E73774716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3" name="타원 322">
                <a:extLst>
                  <a:ext uri="{FF2B5EF4-FFF2-40B4-BE49-F238E27FC236}">
                    <a16:creationId xmlns:a16="http://schemas.microsoft.com/office/drawing/2014/main" id="{19C42CD0-D830-1BC0-B0BE-13CF1B8CA345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0EF25BAD-EF80-59B8-439C-734EE3192905}"/>
                  </a:ext>
                </a:extLst>
              </p:cNvPr>
              <p:cNvSpPr/>
              <p:nvPr/>
            </p:nvSpPr>
            <p:spPr>
              <a:xfrm>
                <a:off x="5171879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CB1CC3-FEED-AE0C-8136-A455B9F305B8}"/>
                </a:ext>
              </a:extLst>
            </p:cNvPr>
            <p:cNvSpPr txBox="1"/>
            <p:nvPr/>
          </p:nvSpPr>
          <p:spPr>
            <a:xfrm>
              <a:off x="4998635" y="3873107"/>
              <a:ext cx="115448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고객 원격 관리 서버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674A08-8325-4009-1A59-DF0E0D789C33}"/>
                </a:ext>
              </a:extLst>
            </p:cNvPr>
            <p:cNvSpPr txBox="1"/>
            <p:nvPr/>
          </p:nvSpPr>
          <p:spPr>
            <a:xfrm>
              <a:off x="5002646" y="3718599"/>
              <a:ext cx="75373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SU3-xrdp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5648B29-1DDF-F975-547E-9AD78BF2D3D7}"/>
              </a:ext>
            </a:extLst>
          </p:cNvPr>
          <p:cNvGrpSpPr/>
          <p:nvPr/>
        </p:nvGrpSpPr>
        <p:grpSpPr>
          <a:xfrm>
            <a:off x="1681665" y="3336556"/>
            <a:ext cx="1250151" cy="569786"/>
            <a:chOff x="1681665" y="2653964"/>
            <a:chExt cx="1250151" cy="569786"/>
          </a:xfrm>
        </p:grpSpPr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949B3E4E-E17E-74B2-20ED-2C70FD0618AC}"/>
                </a:ext>
              </a:extLst>
            </p:cNvPr>
            <p:cNvGrpSpPr/>
            <p:nvPr/>
          </p:nvGrpSpPr>
          <p:grpSpPr>
            <a:xfrm>
              <a:off x="1681665" y="2675621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73" name="타원 272">
                <a:extLst>
                  <a:ext uri="{FF2B5EF4-FFF2-40B4-BE49-F238E27FC236}">
                    <a16:creationId xmlns:a16="http://schemas.microsoft.com/office/drawing/2014/main" id="{BC774020-1D91-D9A5-8E2C-9D9A3ACE9B65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" name="타원 273">
                <a:extLst>
                  <a:ext uri="{FF2B5EF4-FFF2-40B4-BE49-F238E27FC236}">
                    <a16:creationId xmlns:a16="http://schemas.microsoft.com/office/drawing/2014/main" id="{CBA0F71B-D8F9-F839-0EF9-813A235BA7A0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16C5DF39-6A0D-D2BC-33F5-9E350F67A334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73956E-6CF8-122D-E0F3-AA0CF6E48913}"/>
                </a:ext>
              </a:extLst>
            </p:cNvPr>
            <p:cNvSpPr txBox="1"/>
            <p:nvPr/>
          </p:nvSpPr>
          <p:spPr>
            <a:xfrm>
              <a:off x="1964972" y="2803669"/>
              <a:ext cx="85472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모니터링 서버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7F460C-C3B6-A021-D6AE-F4E528BFE13E}"/>
                </a:ext>
              </a:extLst>
            </p:cNvPr>
            <p:cNvSpPr txBox="1"/>
            <p:nvPr/>
          </p:nvSpPr>
          <p:spPr>
            <a:xfrm>
              <a:off x="1972899" y="2653964"/>
              <a:ext cx="9589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SR2-Monitor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24897B8-57C9-8CD7-4D75-2131CC49DE35}"/>
              </a:ext>
            </a:extLst>
          </p:cNvPr>
          <p:cNvGrpSpPr/>
          <p:nvPr/>
        </p:nvGrpSpPr>
        <p:grpSpPr>
          <a:xfrm>
            <a:off x="1681665" y="2263767"/>
            <a:ext cx="1168397" cy="556832"/>
            <a:chOff x="1681665" y="1869742"/>
            <a:chExt cx="1168397" cy="556832"/>
          </a:xfrm>
        </p:grpSpPr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8CDAFCF7-DFA3-64FF-0D04-5A7E599702D9}"/>
                </a:ext>
              </a:extLst>
            </p:cNvPr>
            <p:cNvGrpSpPr/>
            <p:nvPr/>
          </p:nvGrpSpPr>
          <p:grpSpPr>
            <a:xfrm>
              <a:off x="1681665" y="1878445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49" name="타원 248">
                <a:extLst>
                  <a:ext uri="{FF2B5EF4-FFF2-40B4-BE49-F238E27FC236}">
                    <a16:creationId xmlns:a16="http://schemas.microsoft.com/office/drawing/2014/main" id="{A0836CE5-986C-9D87-0307-9CB9B8C813A4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타원 249">
                <a:extLst>
                  <a:ext uri="{FF2B5EF4-FFF2-40B4-BE49-F238E27FC236}">
                    <a16:creationId xmlns:a16="http://schemas.microsoft.com/office/drawing/2014/main" id="{E188E1BC-A23F-E789-1A0B-91D7055BA45F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8F6DA99B-3865-864D-5D0F-FE8460F64E59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F2DABB-9E34-23A7-F48E-6EBF33210053}"/>
                </a:ext>
              </a:extLst>
            </p:cNvPr>
            <p:cNvSpPr txBox="1"/>
            <p:nvPr/>
          </p:nvSpPr>
          <p:spPr>
            <a:xfrm>
              <a:off x="1972899" y="2013905"/>
              <a:ext cx="87716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로그분석 서버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F4EB3D-8314-5EA4-0714-E305DED08EA6}"/>
                </a:ext>
              </a:extLst>
            </p:cNvPr>
            <p:cNvSpPr txBox="1"/>
            <p:nvPr/>
          </p:nvSpPr>
          <p:spPr>
            <a:xfrm>
              <a:off x="1972899" y="1869742"/>
              <a:ext cx="69442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SR1-Log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9490677-9CB4-4364-9E34-7BC39C8EEF1C}"/>
              </a:ext>
            </a:extLst>
          </p:cNvPr>
          <p:cNvGrpSpPr/>
          <p:nvPr/>
        </p:nvGrpSpPr>
        <p:grpSpPr>
          <a:xfrm>
            <a:off x="1681665" y="4422298"/>
            <a:ext cx="1115499" cy="582742"/>
            <a:chOff x="1681665" y="3438185"/>
            <a:chExt cx="1115499" cy="582742"/>
          </a:xfrm>
        </p:grpSpPr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41D4A800-9B99-08BA-E463-F5B4B60BE30D}"/>
                </a:ext>
              </a:extLst>
            </p:cNvPr>
            <p:cNvGrpSpPr/>
            <p:nvPr/>
          </p:nvGrpSpPr>
          <p:grpSpPr>
            <a:xfrm>
              <a:off x="1681665" y="3472798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153F3BD9-30A5-D79A-08E7-CD70DA4E1D40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0" name="타원 269">
                <a:extLst>
                  <a:ext uri="{FF2B5EF4-FFF2-40B4-BE49-F238E27FC236}">
                    <a16:creationId xmlns:a16="http://schemas.microsoft.com/office/drawing/2014/main" id="{FDDDD03F-FFA8-18B3-670E-5A40808C1A62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AD4D980A-0FEB-15D6-62D5-62F9A67B68E0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CBB7DF-0B44-512C-4843-560E82052233}"/>
                </a:ext>
              </a:extLst>
            </p:cNvPr>
            <p:cNvSpPr txBox="1"/>
            <p:nvPr/>
          </p:nvSpPr>
          <p:spPr>
            <a:xfrm>
              <a:off x="1972899" y="3585430"/>
              <a:ext cx="72648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DHCP</a:t>
              </a:r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서버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CA2ED24-3FA4-0D71-37B7-079AC6EEEDFC}"/>
                </a:ext>
              </a:extLst>
            </p:cNvPr>
            <p:cNvSpPr txBox="1"/>
            <p:nvPr/>
          </p:nvSpPr>
          <p:spPr>
            <a:xfrm>
              <a:off x="1972899" y="3438185"/>
              <a:ext cx="8242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SR5-DHCP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A8E53F6-193B-429A-BCE2-E77C88F9FD2D}"/>
              </a:ext>
            </a:extLst>
          </p:cNvPr>
          <p:cNvGrpSpPr/>
          <p:nvPr/>
        </p:nvGrpSpPr>
        <p:grpSpPr>
          <a:xfrm>
            <a:off x="1681665" y="1199681"/>
            <a:ext cx="976037" cy="548129"/>
            <a:chOff x="1681665" y="1081269"/>
            <a:chExt cx="976037" cy="54812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4E16A08-9615-7F37-DF66-127247A39DAB}"/>
                </a:ext>
              </a:extLst>
            </p:cNvPr>
            <p:cNvGrpSpPr/>
            <p:nvPr/>
          </p:nvGrpSpPr>
          <p:grpSpPr>
            <a:xfrm>
              <a:off x="1681665" y="1081269"/>
              <a:ext cx="297052" cy="548129"/>
              <a:chOff x="5171886" y="1487173"/>
              <a:chExt cx="271604" cy="501171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C479C32-80CB-6CA0-A057-31C69F10298D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A80DFF9A-5807-25EA-A90E-E9DD0025BB0B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4021C9F-6604-6814-E692-AACDBBF2307E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44F942-8058-3982-DA00-2DDA54F6784F}"/>
                </a:ext>
              </a:extLst>
            </p:cNvPr>
            <p:cNvSpPr txBox="1"/>
            <p:nvPr/>
          </p:nvSpPr>
          <p:spPr>
            <a:xfrm>
              <a:off x="1972899" y="1229683"/>
              <a:ext cx="6463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백업 서버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6EE024-020B-1AF6-4003-7A2362D30D2F}"/>
                </a:ext>
              </a:extLst>
            </p:cNvPr>
            <p:cNvSpPr txBox="1"/>
            <p:nvPr/>
          </p:nvSpPr>
          <p:spPr>
            <a:xfrm>
              <a:off x="1972899" y="1085520"/>
              <a:ext cx="68480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SR6-Bak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0DA0C11-FCA5-A9E4-68F9-7DD12D14B1BA}"/>
              </a:ext>
            </a:extLst>
          </p:cNvPr>
          <p:cNvGrpSpPr/>
          <p:nvPr/>
        </p:nvGrpSpPr>
        <p:grpSpPr>
          <a:xfrm>
            <a:off x="7885732" y="586984"/>
            <a:ext cx="1575613" cy="583234"/>
            <a:chOff x="7885732" y="586984"/>
            <a:chExt cx="1575613" cy="583234"/>
          </a:xfrm>
        </p:grpSpPr>
        <p:grpSp>
          <p:nvGrpSpPr>
            <p:cNvPr id="276" name="그룹 275">
              <a:extLst>
                <a:ext uri="{FF2B5EF4-FFF2-40B4-BE49-F238E27FC236}">
                  <a16:creationId xmlns:a16="http://schemas.microsoft.com/office/drawing/2014/main" id="{51E55C99-89E6-0127-057D-DEB8A443BE41}"/>
                </a:ext>
              </a:extLst>
            </p:cNvPr>
            <p:cNvGrpSpPr/>
            <p:nvPr/>
          </p:nvGrpSpPr>
          <p:grpSpPr>
            <a:xfrm>
              <a:off x="7885732" y="622089"/>
              <a:ext cx="297052" cy="548129"/>
              <a:chOff x="5171886" y="1487173"/>
              <a:chExt cx="271604" cy="501171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77" name="타원 276">
                <a:extLst>
                  <a:ext uri="{FF2B5EF4-FFF2-40B4-BE49-F238E27FC236}">
                    <a16:creationId xmlns:a16="http://schemas.microsoft.com/office/drawing/2014/main" id="{A9E15FBB-E4A2-6C7E-DF10-C0C432D03999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" name="타원 277">
                <a:extLst>
                  <a:ext uri="{FF2B5EF4-FFF2-40B4-BE49-F238E27FC236}">
                    <a16:creationId xmlns:a16="http://schemas.microsoft.com/office/drawing/2014/main" id="{A104C362-139D-231C-7F8D-633F6F58D895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A0E8C3AC-D717-A485-4AB0-4B9E02AFA227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374859-BD2D-BF74-B2A7-065FF3766B21}"/>
                </a:ext>
              </a:extLst>
            </p:cNvPr>
            <p:cNvSpPr txBox="1"/>
            <p:nvPr/>
          </p:nvSpPr>
          <p:spPr>
            <a:xfrm>
              <a:off x="8204270" y="760190"/>
              <a:ext cx="12570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윈도우 웹사이트 고객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58B3E1-2468-72C6-582F-E72500338031}"/>
                </a:ext>
              </a:extLst>
            </p:cNvPr>
            <p:cNvSpPr txBox="1"/>
            <p:nvPr/>
          </p:nvSpPr>
          <p:spPr>
            <a:xfrm>
              <a:off x="8190484" y="586984"/>
              <a:ext cx="6639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SW1-CL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613B037-A198-0E4E-F24A-C21DC0057CB3}"/>
              </a:ext>
            </a:extLst>
          </p:cNvPr>
          <p:cNvGrpSpPr/>
          <p:nvPr/>
        </p:nvGrpSpPr>
        <p:grpSpPr>
          <a:xfrm>
            <a:off x="7885732" y="2841191"/>
            <a:ext cx="1530729" cy="571864"/>
            <a:chOff x="7885732" y="2154604"/>
            <a:chExt cx="1530729" cy="571864"/>
          </a:xfrm>
        </p:grpSpPr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00D9F3E6-8E4F-7187-2F10-28D486565E16}"/>
                </a:ext>
              </a:extLst>
            </p:cNvPr>
            <p:cNvGrpSpPr/>
            <p:nvPr/>
          </p:nvGrpSpPr>
          <p:grpSpPr>
            <a:xfrm>
              <a:off x="7885732" y="2178339"/>
              <a:ext cx="297052" cy="548129"/>
              <a:chOff x="5171886" y="1487173"/>
              <a:chExt cx="271604" cy="501171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5" name="타원 284">
                <a:extLst>
                  <a:ext uri="{FF2B5EF4-FFF2-40B4-BE49-F238E27FC236}">
                    <a16:creationId xmlns:a16="http://schemas.microsoft.com/office/drawing/2014/main" id="{F8BDF7FF-2894-3717-0007-C95AA5BAB7DF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" name="타원 285">
                <a:extLst>
                  <a:ext uri="{FF2B5EF4-FFF2-40B4-BE49-F238E27FC236}">
                    <a16:creationId xmlns:a16="http://schemas.microsoft.com/office/drawing/2014/main" id="{E1EBB24F-CE7F-D2F4-0C8B-D7C635E9AD36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57BAA326-E031-64BC-83CC-F80B69D17568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320594-1011-1F18-90C3-0EE9FE2D9A21}"/>
                </a:ext>
              </a:extLst>
            </p:cNvPr>
            <p:cNvSpPr txBox="1"/>
            <p:nvPr/>
          </p:nvSpPr>
          <p:spPr>
            <a:xfrm>
              <a:off x="8204270" y="2323838"/>
              <a:ext cx="121219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록키</a:t>
              </a:r>
              <a:r>
                <a:rPr lang="en-US" altLang="ko-KR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9</a:t>
              </a:r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 웹사이트 고객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C43562-C7D4-B5CE-595A-23734E4A0E53}"/>
                </a:ext>
              </a:extLst>
            </p:cNvPr>
            <p:cNvSpPr txBox="1"/>
            <p:nvPr/>
          </p:nvSpPr>
          <p:spPr>
            <a:xfrm>
              <a:off x="8190484" y="2154604"/>
              <a:ext cx="6174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SR8-CL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56E36FC-44A9-0EF2-026A-9290CB8187FA}"/>
              </a:ext>
            </a:extLst>
          </p:cNvPr>
          <p:cNvGrpSpPr/>
          <p:nvPr/>
        </p:nvGrpSpPr>
        <p:grpSpPr>
          <a:xfrm>
            <a:off x="7885732" y="5072659"/>
            <a:ext cx="1569201" cy="560495"/>
            <a:chOff x="7885732" y="5072659"/>
            <a:chExt cx="1569201" cy="560495"/>
          </a:xfrm>
        </p:grpSpPr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12B3D01B-9A97-4C94-086B-4DBD86E1A3B0}"/>
                </a:ext>
              </a:extLst>
            </p:cNvPr>
            <p:cNvGrpSpPr/>
            <p:nvPr/>
          </p:nvGrpSpPr>
          <p:grpSpPr>
            <a:xfrm>
              <a:off x="7885732" y="5085025"/>
              <a:ext cx="297052" cy="548129"/>
              <a:chOff x="5171886" y="1487173"/>
              <a:chExt cx="271604" cy="501171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93" name="타원 292">
                <a:extLst>
                  <a:ext uri="{FF2B5EF4-FFF2-40B4-BE49-F238E27FC236}">
                    <a16:creationId xmlns:a16="http://schemas.microsoft.com/office/drawing/2014/main" id="{9D4C152F-0049-F1DC-0475-BAE9254C83D5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4" name="타원 293">
                <a:extLst>
                  <a:ext uri="{FF2B5EF4-FFF2-40B4-BE49-F238E27FC236}">
                    <a16:creationId xmlns:a16="http://schemas.microsoft.com/office/drawing/2014/main" id="{ABAE15F6-9CDE-1FDD-BA84-62D4A591DC1C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A8B99741-28CD-C85B-87BA-19B63C11D307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F119AD-276A-9120-D2DC-3FFB8EB54219}"/>
                </a:ext>
              </a:extLst>
            </p:cNvPr>
            <p:cNvSpPr txBox="1"/>
            <p:nvPr/>
          </p:nvSpPr>
          <p:spPr>
            <a:xfrm>
              <a:off x="8204270" y="5237924"/>
              <a:ext cx="125066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우분투 스토리지 고객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8A9F37-ECDE-ED5F-0BEF-9A4C50BC78ED}"/>
                </a:ext>
              </a:extLst>
            </p:cNvPr>
            <p:cNvSpPr txBox="1"/>
            <p:nvPr/>
          </p:nvSpPr>
          <p:spPr>
            <a:xfrm>
              <a:off x="8190484" y="5072659"/>
              <a:ext cx="63030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SU4-CL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6349C4E-2414-91BC-3532-54960DEE17B8}"/>
              </a:ext>
            </a:extLst>
          </p:cNvPr>
          <p:cNvGrpSpPr/>
          <p:nvPr/>
        </p:nvGrpSpPr>
        <p:grpSpPr>
          <a:xfrm>
            <a:off x="7885732" y="1716930"/>
            <a:ext cx="1582025" cy="577549"/>
            <a:chOff x="7885732" y="1370794"/>
            <a:chExt cx="1582025" cy="577549"/>
          </a:xfrm>
        </p:grpSpPr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2ED06E95-D1AE-9A43-30BC-3742D4D49D36}"/>
                </a:ext>
              </a:extLst>
            </p:cNvPr>
            <p:cNvGrpSpPr/>
            <p:nvPr/>
          </p:nvGrpSpPr>
          <p:grpSpPr>
            <a:xfrm>
              <a:off x="7885732" y="1400214"/>
              <a:ext cx="297052" cy="548129"/>
              <a:chOff x="5171886" y="1487173"/>
              <a:chExt cx="271604" cy="501171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81" name="타원 280">
                <a:extLst>
                  <a:ext uri="{FF2B5EF4-FFF2-40B4-BE49-F238E27FC236}">
                    <a16:creationId xmlns:a16="http://schemas.microsoft.com/office/drawing/2014/main" id="{7555DD39-8A8E-E2C7-7DB2-2F0C917AA5CE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타원 281">
                <a:extLst>
                  <a:ext uri="{FF2B5EF4-FFF2-40B4-BE49-F238E27FC236}">
                    <a16:creationId xmlns:a16="http://schemas.microsoft.com/office/drawing/2014/main" id="{515C6192-60F6-B966-092B-F18E5DE07952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3DCAB608-A5C0-DF0A-9F0A-B7883C39160C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AA81F2-1B7A-65C7-E1CB-96483B08B61E}"/>
                </a:ext>
              </a:extLst>
            </p:cNvPr>
            <p:cNvSpPr txBox="1"/>
            <p:nvPr/>
          </p:nvSpPr>
          <p:spPr>
            <a:xfrm>
              <a:off x="8204270" y="1542014"/>
              <a:ext cx="12634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우분투 웹사이트 고객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02FFF5-C9CB-E0FA-8B4D-55026086268A}"/>
                </a:ext>
              </a:extLst>
            </p:cNvPr>
            <p:cNvSpPr txBox="1"/>
            <p:nvPr/>
          </p:nvSpPr>
          <p:spPr>
            <a:xfrm>
              <a:off x="8190484" y="1370794"/>
              <a:ext cx="63030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SU5-CL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12B0AA5-A6E0-B74B-8327-28D60626A339}"/>
              </a:ext>
            </a:extLst>
          </p:cNvPr>
          <p:cNvGrpSpPr/>
          <p:nvPr/>
        </p:nvGrpSpPr>
        <p:grpSpPr>
          <a:xfrm>
            <a:off x="7885732" y="3959767"/>
            <a:ext cx="1525920" cy="566179"/>
            <a:chOff x="7885732" y="2938414"/>
            <a:chExt cx="1525920" cy="566179"/>
          </a:xfrm>
        </p:grpSpPr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C359FB1D-88DE-FFF5-35EB-DB20204257BD}"/>
                </a:ext>
              </a:extLst>
            </p:cNvPr>
            <p:cNvGrpSpPr/>
            <p:nvPr/>
          </p:nvGrpSpPr>
          <p:grpSpPr>
            <a:xfrm>
              <a:off x="7885732" y="2956464"/>
              <a:ext cx="297052" cy="548129"/>
              <a:chOff x="5171886" y="1487173"/>
              <a:chExt cx="271604" cy="501171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97" name="타원 296">
                <a:extLst>
                  <a:ext uri="{FF2B5EF4-FFF2-40B4-BE49-F238E27FC236}">
                    <a16:creationId xmlns:a16="http://schemas.microsoft.com/office/drawing/2014/main" id="{1DDB7D43-DEBB-B404-0864-B9F7E4195201}"/>
                  </a:ext>
                </a:extLst>
              </p:cNvPr>
              <p:cNvSpPr/>
              <p:nvPr/>
            </p:nvSpPr>
            <p:spPr>
              <a:xfrm>
                <a:off x="5199300" y="1487173"/>
                <a:ext cx="216776" cy="209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8" name="타원 297">
                <a:extLst>
                  <a:ext uri="{FF2B5EF4-FFF2-40B4-BE49-F238E27FC236}">
                    <a16:creationId xmlns:a16="http://schemas.microsoft.com/office/drawing/2014/main" id="{EDC5BF19-E987-1C19-7DE9-72571AE5C493}"/>
                  </a:ext>
                </a:extLst>
              </p:cNvPr>
              <p:cNvSpPr/>
              <p:nvPr/>
            </p:nvSpPr>
            <p:spPr>
              <a:xfrm>
                <a:off x="5171886" y="1696723"/>
                <a:ext cx="271604" cy="2625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9" name="직사각형 298">
                <a:extLst>
                  <a:ext uri="{FF2B5EF4-FFF2-40B4-BE49-F238E27FC236}">
                    <a16:creationId xmlns:a16="http://schemas.microsoft.com/office/drawing/2014/main" id="{3A65C8C3-4E3A-956C-C3D6-32FF37BA9604}"/>
                  </a:ext>
                </a:extLst>
              </p:cNvPr>
              <p:cNvSpPr/>
              <p:nvPr/>
            </p:nvSpPr>
            <p:spPr>
              <a:xfrm>
                <a:off x="5171886" y="1827998"/>
                <a:ext cx="271604" cy="1603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584FC9-67A0-D5AC-65CD-A3166396E4B0}"/>
                </a:ext>
              </a:extLst>
            </p:cNvPr>
            <p:cNvSpPr txBox="1"/>
            <p:nvPr/>
          </p:nvSpPr>
          <p:spPr>
            <a:xfrm>
              <a:off x="8204270" y="3105662"/>
              <a:ext cx="120738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록키</a:t>
              </a:r>
              <a:r>
                <a:rPr lang="en-US" altLang="ko-KR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9</a:t>
              </a:r>
              <a:r>
                <a:rPr lang="ko-KR" altLang="en-US" sz="1050" dirty="0"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 스토리지 고객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64B7F3-8F1F-C44D-BFA8-00930EF92E48}"/>
                </a:ext>
              </a:extLst>
            </p:cNvPr>
            <p:cNvSpPr txBox="1"/>
            <p:nvPr/>
          </p:nvSpPr>
          <p:spPr>
            <a:xfrm>
              <a:off x="8190484" y="2938414"/>
              <a:ext cx="61747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SR7-CL</a:t>
              </a:r>
            </a:p>
          </p:txBody>
        </p:sp>
      </p:grp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6CB41486-FA17-40B8-426C-042E010F5868}"/>
              </a:ext>
            </a:extLst>
          </p:cNvPr>
          <p:cNvSpPr/>
          <p:nvPr/>
        </p:nvSpPr>
        <p:spPr>
          <a:xfrm>
            <a:off x="4281289" y="3069202"/>
            <a:ext cx="237086" cy="2244993"/>
          </a:xfrm>
          <a:prstGeom prst="leftBrace">
            <a:avLst>
              <a:gd name="adj1" fmla="val 8333"/>
              <a:gd name="adj2" fmla="val 926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35CDB336-6DE9-4D00-6074-AF3D3C00CB85}"/>
              </a:ext>
            </a:extLst>
          </p:cNvPr>
          <p:cNvCxnSpPr>
            <a:cxnSpLocks/>
            <a:stCxn id="34" idx="3"/>
            <a:endCxn id="54" idx="1"/>
          </p:cNvCxnSpPr>
          <p:nvPr/>
        </p:nvCxnSpPr>
        <p:spPr>
          <a:xfrm>
            <a:off x="2657702" y="1330890"/>
            <a:ext cx="1623587" cy="1946400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AA8A7CD-A0BC-FDA0-27F9-3EB0BF738B42}"/>
              </a:ext>
            </a:extLst>
          </p:cNvPr>
          <p:cNvSpPr txBox="1"/>
          <p:nvPr/>
        </p:nvSpPr>
        <p:spPr>
          <a:xfrm>
            <a:off x="2586493" y="1076386"/>
            <a:ext cx="12997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SMB</a:t>
            </a: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를 사용하여 백업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2CBB3EB2-B417-CD4A-49D5-969EF3B9947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50062" y="2534888"/>
            <a:ext cx="1544084" cy="525559"/>
          </a:xfrm>
          <a:prstGeom prst="bentConnector3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EEFE817-BD68-1F0D-385C-6ED29F75974B}"/>
              </a:ext>
            </a:extLst>
          </p:cNvPr>
          <p:cNvSpPr txBox="1"/>
          <p:nvPr/>
        </p:nvSpPr>
        <p:spPr>
          <a:xfrm>
            <a:off x="2747910" y="2294209"/>
            <a:ext cx="132932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7030A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웹 사이트 접근 로그분석</a:t>
            </a:r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25C27009-02D8-2179-AA1B-E580E6DC67A8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819693" y="3613219"/>
            <a:ext cx="1544084" cy="478860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0895531F-BFFA-12B0-BB76-2A8047C0FE90}"/>
              </a:ext>
            </a:extLst>
          </p:cNvPr>
          <p:cNvSpPr txBox="1"/>
          <p:nvPr/>
        </p:nvSpPr>
        <p:spPr>
          <a:xfrm>
            <a:off x="2764920" y="3376047"/>
            <a:ext cx="1409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206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스토리지 사용 모니터링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A91702D0-94E2-0C34-48F2-B53A98359913}"/>
              </a:ext>
            </a:extLst>
          </p:cNvPr>
          <p:cNvGrpSpPr/>
          <p:nvPr/>
        </p:nvGrpSpPr>
        <p:grpSpPr>
          <a:xfrm>
            <a:off x="2699380" y="953956"/>
            <a:ext cx="1694766" cy="4368995"/>
            <a:chOff x="2699380" y="953956"/>
            <a:chExt cx="1694766" cy="4368995"/>
          </a:xfrm>
        </p:grpSpPr>
        <p:sp>
          <p:nvSpPr>
            <p:cNvPr id="136" name="왼쪽 중괄호 135">
              <a:extLst>
                <a:ext uri="{FF2B5EF4-FFF2-40B4-BE49-F238E27FC236}">
                  <a16:creationId xmlns:a16="http://schemas.microsoft.com/office/drawing/2014/main" id="{F3600325-C527-1C1E-0092-890D22850750}"/>
                </a:ext>
              </a:extLst>
            </p:cNvPr>
            <p:cNvSpPr/>
            <p:nvPr/>
          </p:nvSpPr>
          <p:spPr>
            <a:xfrm>
              <a:off x="3808979" y="953956"/>
              <a:ext cx="585167" cy="4368995"/>
            </a:xfrm>
            <a:prstGeom prst="leftBrace">
              <a:avLst>
                <a:gd name="adj1" fmla="val 8333"/>
                <a:gd name="adj2" fmla="val 85755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CFD90A03-2AF7-793B-9F5A-12A1077A1E93}"/>
                </a:ext>
              </a:extLst>
            </p:cNvPr>
            <p:cNvCxnSpPr>
              <a:cxnSpLocks/>
              <a:stCxn id="23" idx="3"/>
              <a:endCxn id="136" idx="1"/>
            </p:cNvCxnSpPr>
            <p:nvPr/>
          </p:nvCxnSpPr>
          <p:spPr>
            <a:xfrm>
              <a:off x="2699380" y="4696501"/>
              <a:ext cx="1109599" cy="4087"/>
            </a:xfrm>
            <a:prstGeom prst="line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D701B870-B36A-5712-D131-EA65704FA3D0}"/>
              </a:ext>
            </a:extLst>
          </p:cNvPr>
          <p:cNvSpPr txBox="1"/>
          <p:nvPr/>
        </p:nvSpPr>
        <p:spPr>
          <a:xfrm>
            <a:off x="2699380" y="4429993"/>
            <a:ext cx="1409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4">
                    <a:lumMod val="75000"/>
                  </a:schemeClr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DHCP IP</a:t>
            </a:r>
            <a:r>
              <a:rPr lang="ko-KR" altLang="en-US" sz="1000" dirty="0">
                <a:solidFill>
                  <a:schemeClr val="accent4">
                    <a:lumMod val="75000"/>
                  </a:schemeClr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부여</a:t>
            </a:r>
          </a:p>
        </p:txBody>
      </p:sp>
      <p:sp>
        <p:nvSpPr>
          <p:cNvPr id="146" name="왼쪽 중괄호 145">
            <a:extLst>
              <a:ext uri="{FF2B5EF4-FFF2-40B4-BE49-F238E27FC236}">
                <a16:creationId xmlns:a16="http://schemas.microsoft.com/office/drawing/2014/main" id="{66CEC3A6-845A-8463-B704-AB780E96E942}"/>
              </a:ext>
            </a:extLst>
          </p:cNvPr>
          <p:cNvSpPr/>
          <p:nvPr/>
        </p:nvSpPr>
        <p:spPr>
          <a:xfrm>
            <a:off x="7411397" y="887148"/>
            <a:ext cx="264230" cy="2337827"/>
          </a:xfrm>
          <a:prstGeom prst="leftBrace">
            <a:avLst>
              <a:gd name="adj1" fmla="val 8333"/>
              <a:gd name="adj2" fmla="val 47473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5DE2C15B-2576-1020-5A14-C86AA2FFB5BD}"/>
              </a:ext>
            </a:extLst>
          </p:cNvPr>
          <p:cNvGrpSpPr/>
          <p:nvPr/>
        </p:nvGrpSpPr>
        <p:grpSpPr>
          <a:xfrm>
            <a:off x="6451928" y="4092079"/>
            <a:ext cx="1297270" cy="1281041"/>
            <a:chOff x="6392927" y="3004698"/>
            <a:chExt cx="1297270" cy="1281041"/>
          </a:xfrm>
        </p:grpSpPr>
        <p:sp>
          <p:nvSpPr>
            <p:cNvPr id="154" name="왼쪽 중괄호 153">
              <a:extLst>
                <a:ext uri="{FF2B5EF4-FFF2-40B4-BE49-F238E27FC236}">
                  <a16:creationId xmlns:a16="http://schemas.microsoft.com/office/drawing/2014/main" id="{41F71400-4B3D-7D7A-67BB-2C999934A3E0}"/>
                </a:ext>
              </a:extLst>
            </p:cNvPr>
            <p:cNvSpPr/>
            <p:nvPr/>
          </p:nvSpPr>
          <p:spPr>
            <a:xfrm>
              <a:off x="7402846" y="3186417"/>
              <a:ext cx="287351" cy="1099322"/>
            </a:xfrm>
            <a:prstGeom prst="leftBrace">
              <a:avLst>
                <a:gd name="adj1" fmla="val 8333"/>
                <a:gd name="adj2" fmla="val 69929"/>
              </a:avLst>
            </a:prstGeom>
            <a:ln>
              <a:solidFill>
                <a:srgbClr val="00FFCC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오른쪽 중괄호 154">
              <a:extLst>
                <a:ext uri="{FF2B5EF4-FFF2-40B4-BE49-F238E27FC236}">
                  <a16:creationId xmlns:a16="http://schemas.microsoft.com/office/drawing/2014/main" id="{D9E3DB01-7B93-3C7D-53BC-34C155C451E9}"/>
                </a:ext>
              </a:extLst>
            </p:cNvPr>
            <p:cNvSpPr/>
            <p:nvPr/>
          </p:nvSpPr>
          <p:spPr>
            <a:xfrm>
              <a:off x="6392927" y="3004698"/>
              <a:ext cx="266280" cy="1242915"/>
            </a:xfrm>
            <a:prstGeom prst="rightBrace">
              <a:avLst>
                <a:gd name="adj1" fmla="val 8333"/>
                <a:gd name="adj2" fmla="val 76362"/>
              </a:avLst>
            </a:prstGeom>
            <a:ln>
              <a:solidFill>
                <a:srgbClr val="00FFCC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31CEBD3B-052E-D0F0-A655-845CA1A0B565}"/>
              </a:ext>
            </a:extLst>
          </p:cNvPr>
          <p:cNvSpPr/>
          <p:nvPr/>
        </p:nvSpPr>
        <p:spPr>
          <a:xfrm>
            <a:off x="4549140" y="396240"/>
            <a:ext cx="1822349" cy="541782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BAA86048-B919-1DB0-5519-789AEA8879CA}"/>
              </a:ext>
            </a:extLst>
          </p:cNvPr>
          <p:cNvGrpSpPr/>
          <p:nvPr/>
        </p:nvGrpSpPr>
        <p:grpSpPr>
          <a:xfrm>
            <a:off x="4829297" y="256586"/>
            <a:ext cx="1299707" cy="246221"/>
            <a:chOff x="4973706" y="156768"/>
            <a:chExt cx="1299707" cy="246221"/>
          </a:xfrm>
          <a:solidFill>
            <a:schemeClr val="bg1"/>
          </a:solidFill>
        </p:grpSpPr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87D7A4DD-410B-7037-E3F1-E79531385FE3}"/>
                </a:ext>
              </a:extLst>
            </p:cNvPr>
            <p:cNvSpPr/>
            <p:nvPr/>
          </p:nvSpPr>
          <p:spPr>
            <a:xfrm>
              <a:off x="5028175" y="175260"/>
              <a:ext cx="897073" cy="22098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2A150A7-1E45-4588-EF2E-3FF568A03C3D}"/>
                </a:ext>
              </a:extLst>
            </p:cNvPr>
            <p:cNvSpPr txBox="1"/>
            <p:nvPr/>
          </p:nvSpPr>
          <p:spPr>
            <a:xfrm>
              <a:off x="4973706" y="156768"/>
              <a:ext cx="1299707" cy="246221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chemeClr val="accent2">
                      <a:lumMod val="75000"/>
                    </a:schemeClr>
                  </a:solidFill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NFS/DNS </a:t>
              </a:r>
              <a:r>
                <a:rPr lang="ko-KR" altLang="en-US" sz="1000" b="1" dirty="0">
                  <a:solidFill>
                    <a:schemeClr val="accent2">
                      <a:lumMod val="75000"/>
                    </a:schemeClr>
                  </a:solidFill>
                  <a:latin typeface="세종글꽃체" panose="02020503000000000000" pitchFamily="18" charset="-127"/>
                  <a:ea typeface="세종글꽃체" panose="02020503000000000000" pitchFamily="18" charset="-127"/>
                </a:rPr>
                <a:t>도메인 관리</a:t>
              </a: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DD0D9C50-A5EB-91B6-8E91-1C73E3CBDD0C}"/>
              </a:ext>
            </a:extLst>
          </p:cNvPr>
          <p:cNvSpPr txBox="1"/>
          <p:nvPr/>
        </p:nvSpPr>
        <p:spPr>
          <a:xfrm>
            <a:off x="6414806" y="3156482"/>
            <a:ext cx="99659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고객 도메인 관리</a:t>
            </a:r>
            <a:endParaRPr lang="en-US" altLang="ko-KR" sz="1000" dirty="0">
              <a:solidFill>
                <a:srgbClr val="C00000"/>
              </a:solidFill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웹 사이트 제공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0F62793-470D-7BAE-8E9C-42BBC1B70682}"/>
              </a:ext>
            </a:extLst>
          </p:cNvPr>
          <p:cNvSpPr txBox="1"/>
          <p:nvPr/>
        </p:nvSpPr>
        <p:spPr>
          <a:xfrm>
            <a:off x="6669939" y="4151648"/>
            <a:ext cx="915025" cy="8617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rgbClr val="00B0F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dbms</a:t>
            </a:r>
            <a:endParaRPr lang="en-US" altLang="ko-KR" sz="1000" dirty="0">
              <a:solidFill>
                <a:srgbClr val="00B0F0"/>
              </a:solidFill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en-US" altLang="ko-KR" sz="1000" dirty="0">
                <a:solidFill>
                  <a:srgbClr val="00B0F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Raid</a:t>
            </a:r>
          </a:p>
          <a:p>
            <a:r>
              <a:rPr lang="en-US" altLang="ko-KR" sz="1000" dirty="0" err="1">
                <a:solidFill>
                  <a:srgbClr val="00B0F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Iscsi</a:t>
            </a:r>
            <a:endParaRPr lang="en-US" altLang="ko-KR" sz="1000" dirty="0">
              <a:solidFill>
                <a:srgbClr val="00B0F0"/>
              </a:solidFill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en-US" altLang="ko-KR" sz="1000" dirty="0" err="1">
                <a:solidFill>
                  <a:srgbClr val="00B0F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diskquota</a:t>
            </a:r>
            <a:endParaRPr lang="en-US" altLang="ko-KR" sz="1000" dirty="0">
              <a:solidFill>
                <a:srgbClr val="00B0F0"/>
              </a:solidFill>
              <a:latin typeface="세종글꽃체" panose="02020503000000000000" pitchFamily="18" charset="-127"/>
              <a:ea typeface="세종글꽃체" panose="02020503000000000000" pitchFamily="18" charset="-127"/>
            </a:endParaRPr>
          </a:p>
          <a:p>
            <a:r>
              <a:rPr lang="ko-KR" altLang="en-US" sz="1000" dirty="0">
                <a:solidFill>
                  <a:srgbClr val="00B0F0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스토리지 제공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CCB3678E-79FD-410D-F6FB-CD8CEE8CB9C6}"/>
              </a:ext>
            </a:extLst>
          </p:cNvPr>
          <p:cNvCxnSpPr>
            <a:stCxn id="155" idx="1"/>
            <a:endCxn id="155" idx="1"/>
          </p:cNvCxnSpPr>
          <p:nvPr/>
        </p:nvCxnSpPr>
        <p:spPr>
          <a:xfrm>
            <a:off x="6718208" y="504119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1E826E66-1249-0241-847E-2040E0471A94}"/>
              </a:ext>
            </a:extLst>
          </p:cNvPr>
          <p:cNvCxnSpPr>
            <a:stCxn id="155" idx="1"/>
            <a:endCxn id="154" idx="1"/>
          </p:cNvCxnSpPr>
          <p:nvPr/>
        </p:nvCxnSpPr>
        <p:spPr>
          <a:xfrm>
            <a:off x="6718208" y="5041194"/>
            <a:ext cx="743639" cy="1349"/>
          </a:xfrm>
          <a:prstGeom prst="line">
            <a:avLst/>
          </a:prstGeom>
          <a:ln>
            <a:solidFill>
              <a:srgbClr val="00FF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연결선: 꺾임 191">
            <a:extLst>
              <a:ext uri="{FF2B5EF4-FFF2-40B4-BE49-F238E27FC236}">
                <a16:creationId xmlns:a16="http://schemas.microsoft.com/office/drawing/2014/main" id="{686E47BB-26A8-1494-C0AF-74603DEE0C02}"/>
              </a:ext>
            </a:extLst>
          </p:cNvPr>
          <p:cNvCxnSpPr>
            <a:cxnSpLocks/>
            <a:stCxn id="146" idx="1"/>
            <a:endCxn id="167" idx="3"/>
          </p:cNvCxnSpPr>
          <p:nvPr/>
        </p:nvCxnSpPr>
        <p:spPr>
          <a:xfrm rot="10800000" flipV="1">
            <a:off x="6371489" y="1996984"/>
            <a:ext cx="1039908" cy="1108165"/>
          </a:xfrm>
          <a:prstGeom prst="bentConnector3">
            <a:avLst>
              <a:gd name="adj1" fmla="val 34429"/>
            </a:avLst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1A4629FF-B35B-D6F3-D529-47A2F95E32B4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6396532" y="1996985"/>
            <a:ext cx="1014865" cy="0"/>
          </a:xfrm>
          <a:prstGeom prst="line">
            <a:avLst/>
          </a:prstGeom>
          <a:ln>
            <a:solidFill>
              <a:srgbClr val="9B79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8988B5AB-6349-120A-A5D5-C6073B210047}"/>
              </a:ext>
            </a:extLst>
          </p:cNvPr>
          <p:cNvSpPr txBox="1"/>
          <p:nvPr/>
        </p:nvSpPr>
        <p:spPr>
          <a:xfrm>
            <a:off x="6356700" y="1738933"/>
            <a:ext cx="129035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9B7925"/>
                </a:solidFill>
                <a:latin typeface="세종글꽃체" panose="02020503000000000000" pitchFamily="18" charset="-127"/>
                <a:ea typeface="세종글꽃체" panose="02020503000000000000" pitchFamily="18" charset="-127"/>
              </a:rPr>
              <a:t>고객 원격 지원 서비스</a:t>
            </a:r>
          </a:p>
        </p:txBody>
      </p:sp>
    </p:spTree>
    <p:extLst>
      <p:ext uri="{BB962C8B-B14F-4D97-AF65-F5344CB8AC3E}">
        <p14:creationId xmlns:p14="http://schemas.microsoft.com/office/powerpoint/2010/main" val="233986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200</Words>
  <Application>Microsoft Office PowerPoint</Application>
  <PresentationFormat>와이드스크린</PresentationFormat>
  <Paragraphs>106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HY견고딕</vt:lpstr>
      <vt:lpstr>맑은 고딕</vt:lpstr>
      <vt:lpstr>세종글꽃체</vt:lpstr>
      <vt:lpstr>Arial</vt:lpstr>
      <vt:lpstr>Bauhaus 93</vt:lpstr>
      <vt:lpstr>Cambria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혜민</dc:creator>
  <cp:lastModifiedBy>김 혜민</cp:lastModifiedBy>
  <cp:revision>4</cp:revision>
  <dcterms:created xsi:type="dcterms:W3CDTF">2025-10-30T04:00:21Z</dcterms:created>
  <dcterms:modified xsi:type="dcterms:W3CDTF">2025-10-31T05:14:36Z</dcterms:modified>
</cp:coreProperties>
</file>