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70" r:id="rId4"/>
    <p:sldId id="271" r:id="rId5"/>
    <p:sldId id="272" r:id="rId6"/>
    <p:sldId id="273" r:id="rId7"/>
    <p:sldId id="275" r:id="rId8"/>
    <p:sldId id="277" r:id="rId9"/>
    <p:sldId id="278" r:id="rId10"/>
    <p:sldId id="279" r:id="rId11"/>
    <p:sldId id="280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5" autoAdjust="0"/>
    <p:restoredTop sz="94660"/>
  </p:normalViewPr>
  <p:slideViewPr>
    <p:cSldViewPr snapToGrid="0">
      <p:cViewPr varScale="1">
        <p:scale>
          <a:sx n="68" d="100"/>
          <a:sy n="68" d="100"/>
        </p:scale>
        <p:origin x="48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EB547-36B0-EBDF-2449-64B5A6C9D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2D66EB-0131-055E-D88F-F0073FD7C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3CFA5-1A0F-C17C-A3A5-4E81875C3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E648E-37E2-45AC-B44F-D16C0D43E1DB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DDC0B8-93B3-3C93-E307-15640A9CA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6212E4-02D4-7E2E-4CFA-F640D4F3D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9D1F-A790-4414-B5DA-D69A3945C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145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8F88F-89F8-110D-DA37-E2685CDC0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EE2021-5DF1-5583-20DF-63BC0E22A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821D1B-33DE-2174-367A-DA6DBA3E5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E648E-37E2-45AC-B44F-D16C0D43E1DB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EB9E86-C5CF-C205-D09A-D198EB9A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979AE2-9037-D24E-5FC7-1155062AC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9D1F-A790-4414-B5DA-D69A3945C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8903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3F9FBA-D90B-57FF-5330-2556B341C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E97E70-103E-7308-EB54-C0156CF22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8BCB4F-A23F-7343-3067-55FF46966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E648E-37E2-45AC-B44F-D16C0D43E1DB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C9E8AC-6A65-0575-ED54-66884C9C7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EFD929-ADEB-EFE7-C537-9C1676A3E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9D1F-A790-4414-B5DA-D69A3945C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912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C16D35-65E5-1ABA-BEAC-808B6C461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F3118F-E683-1EAA-55B8-03668514DD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CFCE56-5C70-6406-4924-B53AE366D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C5F991-1D55-C5D3-29A4-C950FFD9B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E648E-37E2-45AC-B44F-D16C0D43E1DB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9A0A9C-6499-88B8-028B-6B66ADA75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091406-9A2B-7827-E845-B4E7ADF4F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9D1F-A790-4414-B5DA-D69A3945C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692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BFE198-3A80-8E72-F359-66D264742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7F9C0A-11F5-710F-B82A-426AF6A31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5D3F9C-008E-A673-C16D-413804394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B791A5B-992F-2858-F0CC-935F4FE6F9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C6CB4D4-DF4D-BD5B-F0D4-987226F6CC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02F7EE2-0AF0-BFAA-08F5-A61952CFA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E648E-37E2-45AC-B44F-D16C0D43E1DB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0E941DF-CA95-EB54-EAE3-D646F8E8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1D7414B-8FF8-4F92-8F2A-75BE0769F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9D1F-A790-4414-B5DA-D69A3945C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109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7A9F96-78BF-5F4F-6B62-2F98E00A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47D30D1-0759-31B9-05D9-7DACF0DA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E648E-37E2-45AC-B44F-D16C0D43E1DB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CCB511-8A6F-B0DE-BDC9-4AF901E74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CCA23C-3AFB-D36A-5BC9-B647FEC59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9D1F-A790-4414-B5DA-D69A3945C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513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0A5E6D5-9937-9B0A-62C9-AA834F3DD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E648E-37E2-45AC-B44F-D16C0D43E1DB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D0B95B5-9273-7E1C-521E-CAB62C3D1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3CEED4-E98A-6E29-55CF-485616ABB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9D1F-A790-4414-B5DA-D69A3945C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4904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2FF7A0-FACC-8D9E-DD33-C3988C541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8E27FB-0DEB-BC08-7158-DD6062CD7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B2B267-2B64-E5F1-77C3-437D2259F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D45571-100F-E601-84EC-1AAF4370F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E648E-37E2-45AC-B44F-D16C0D43E1DB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5E4443-6031-10B3-7EC1-29E25D7B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3C169D-C860-F61F-67C2-90810110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9D1F-A790-4414-B5DA-D69A3945C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634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6CB9C2-0DB4-8FAD-B8F1-11170DA67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57D1C56-8C2C-4E70-20DD-37B1FDD4B1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CF7C20-CE22-0F04-D43C-D2542BDEA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B7990A-2656-F34C-45D8-4ECB9A38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E648E-37E2-45AC-B44F-D16C0D43E1DB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66FF8C-6572-9587-3F12-32AE58990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3C4592-46F5-022E-6EB3-E26EB9C73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9D1F-A790-4414-B5DA-D69A3945C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763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4E8EC9-BF0C-4515-F4A3-4AF919432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2D2373-88FB-FE5B-E1D0-E9D8A8DD6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ADD9F9-FDF0-017C-C384-616B3D843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E648E-37E2-45AC-B44F-D16C0D43E1DB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34ED78-BB3A-EDBC-F122-B83B98CBF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C774EF-6BE2-CF55-8C8D-BE44FAF77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9D1F-A790-4414-B5DA-D69A3945C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394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F29A843-7A5E-AA53-0A6E-664DAD9A0C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93D24A-1290-AEB4-BE06-345A22BF2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CB669A-6974-A362-92D5-F87FA1099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E648E-37E2-45AC-B44F-D16C0D43E1DB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3DB65E-F74C-22C2-8014-1F0C0CAEC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B75B12-EB70-C3DA-3C9E-E75215E1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69D1F-A790-4414-B5DA-D69A3945C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269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0C0F9AF-3D2D-9216-FC26-BBBFBB92C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EA32E4-9B22-C660-100C-68EA09452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A4BB33-75D5-0C66-6B0E-29ED989063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EE648E-37E2-45AC-B44F-D16C0D43E1DB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329822-D54F-5809-947F-905E85E3DF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64B236-4AED-90CE-EBFB-9874A0A80D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169D1F-A790-4414-B5DA-D69A3945C0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435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E7C8213-1202-DD07-8733-E16B47759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00427"/>
            <a:ext cx="12192000" cy="783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994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E7A39-ECB2-9B56-A627-C97B8CABD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9ECB0D20-84AA-EC2F-40AA-F4F870F542CF}"/>
              </a:ext>
            </a:extLst>
          </p:cNvPr>
          <p:cNvGrpSpPr/>
          <p:nvPr/>
        </p:nvGrpSpPr>
        <p:grpSpPr>
          <a:xfrm>
            <a:off x="9439419" y="224513"/>
            <a:ext cx="3910820" cy="580247"/>
            <a:chOff x="347183" y="787480"/>
            <a:chExt cx="2799472" cy="415357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97F423C7-D9FB-9E39-365F-31E1D3F738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83" y="872364"/>
              <a:ext cx="2799472" cy="330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    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resistance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        </a:t>
              </a:r>
              <a:endPara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A7EE760-FCB9-1261-AB45-6F4052AEDE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14" y="787480"/>
              <a:ext cx="304800" cy="371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E48BE9E-40C6-7752-10E3-4FA9A00A9615}"/>
              </a:ext>
            </a:extLst>
          </p:cNvPr>
          <p:cNvCxnSpPr/>
          <p:nvPr/>
        </p:nvCxnSpPr>
        <p:spPr>
          <a:xfrm>
            <a:off x="0" y="841257"/>
            <a:ext cx="12192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AF1378F-C2C0-1CC1-DF54-B45D120C771D}"/>
              </a:ext>
            </a:extLst>
          </p:cNvPr>
          <p:cNvSpPr txBox="1"/>
          <p:nvPr/>
        </p:nvSpPr>
        <p:spPr>
          <a:xfrm>
            <a:off x="112542" y="97904"/>
            <a:ext cx="20876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/>
              <a:t> </a:t>
            </a:r>
            <a:r>
              <a:rPr lang="ko-KR" altLang="en-US" sz="3600" b="1" dirty="0"/>
              <a:t>목차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4A67F75-55F4-47EC-D486-88C1211D05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162"/>
          <a:stretch>
            <a:fillRect/>
          </a:stretch>
        </p:blipFill>
        <p:spPr>
          <a:xfrm>
            <a:off x="295428" y="984737"/>
            <a:ext cx="5680380" cy="577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862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0F326-67C1-1431-734A-F6612F679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0C7C0C92-68E9-AE90-4574-DC80B651F579}"/>
              </a:ext>
            </a:extLst>
          </p:cNvPr>
          <p:cNvGrpSpPr/>
          <p:nvPr/>
        </p:nvGrpSpPr>
        <p:grpSpPr>
          <a:xfrm>
            <a:off x="9439419" y="224513"/>
            <a:ext cx="3910820" cy="580247"/>
            <a:chOff x="347183" y="787480"/>
            <a:chExt cx="2799472" cy="415357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32816646-3B9E-686B-7960-342A2B84FD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83" y="872364"/>
              <a:ext cx="2799472" cy="330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    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resistance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        </a:t>
              </a:r>
              <a:endPara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5FEF6DEE-2A0A-46E5-CD0F-EBE4C552D5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14" y="787480"/>
              <a:ext cx="304800" cy="371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ABF4220-D963-071A-95E1-56B27B77C691}"/>
              </a:ext>
            </a:extLst>
          </p:cNvPr>
          <p:cNvCxnSpPr/>
          <p:nvPr/>
        </p:nvCxnSpPr>
        <p:spPr>
          <a:xfrm>
            <a:off x="0" y="841257"/>
            <a:ext cx="12192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02B6FC9-1076-EAD9-27C1-3D8C5BC5C4BC}"/>
              </a:ext>
            </a:extLst>
          </p:cNvPr>
          <p:cNvSpPr txBox="1"/>
          <p:nvPr/>
        </p:nvSpPr>
        <p:spPr>
          <a:xfrm>
            <a:off x="112542" y="97904"/>
            <a:ext cx="2087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1. </a:t>
            </a:r>
            <a:r>
              <a:rPr lang="ko-KR" altLang="en-US" sz="3600" b="1" dirty="0"/>
              <a:t>개요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889E749-480B-457A-3A35-B34FAA8C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962" y="1167324"/>
            <a:ext cx="10218638" cy="534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354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6AD79-26B6-9DA3-8E63-B72E4B0BE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2E5EB82-9D61-5E37-1D97-2CCC17EC458B}"/>
              </a:ext>
            </a:extLst>
          </p:cNvPr>
          <p:cNvGrpSpPr/>
          <p:nvPr/>
        </p:nvGrpSpPr>
        <p:grpSpPr>
          <a:xfrm>
            <a:off x="9439419" y="224513"/>
            <a:ext cx="3910820" cy="580247"/>
            <a:chOff x="347183" y="787480"/>
            <a:chExt cx="2799472" cy="415357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4B5715A2-D6AD-259A-F386-ACAA1C6801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83" y="872364"/>
              <a:ext cx="2799472" cy="330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    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resistance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        </a:t>
              </a:r>
              <a:endPara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135BED01-A276-05D7-C545-54A65DB805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14" y="787480"/>
              <a:ext cx="304800" cy="371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8586AE8-B61E-9130-703D-97F946AC0127}"/>
              </a:ext>
            </a:extLst>
          </p:cNvPr>
          <p:cNvCxnSpPr/>
          <p:nvPr/>
        </p:nvCxnSpPr>
        <p:spPr>
          <a:xfrm>
            <a:off x="0" y="841257"/>
            <a:ext cx="12192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8E954E1-F011-DD5C-42B0-CCCC561DB6BC}"/>
              </a:ext>
            </a:extLst>
          </p:cNvPr>
          <p:cNvSpPr txBox="1"/>
          <p:nvPr/>
        </p:nvSpPr>
        <p:spPr>
          <a:xfrm>
            <a:off x="112542" y="97904"/>
            <a:ext cx="2087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2. </a:t>
            </a:r>
            <a:r>
              <a:rPr lang="ko-KR" altLang="en-US" sz="3600" b="1" dirty="0"/>
              <a:t>일정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64B2A81-5B89-E870-2B4D-1279F547FE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30"/>
          <a:stretch>
            <a:fillRect/>
          </a:stretch>
        </p:blipFill>
        <p:spPr>
          <a:xfrm>
            <a:off x="2631077" y="877755"/>
            <a:ext cx="6929845" cy="601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19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DE7D2-6915-57AC-8916-78AFDC738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587EDAA-5897-DAFC-A6A7-D2DDA3C30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356" y="743458"/>
            <a:ext cx="9511922" cy="623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919D5B1-123C-2FE7-4881-BADE469B1008}"/>
              </a:ext>
            </a:extLst>
          </p:cNvPr>
          <p:cNvGrpSpPr/>
          <p:nvPr/>
        </p:nvGrpSpPr>
        <p:grpSpPr>
          <a:xfrm>
            <a:off x="9439419" y="224513"/>
            <a:ext cx="3910820" cy="580247"/>
            <a:chOff x="347183" y="787480"/>
            <a:chExt cx="2799472" cy="415357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225792DE-AF83-D631-B892-7C8CAD51C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83" y="872364"/>
              <a:ext cx="2799472" cy="330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    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resistance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        </a:t>
              </a:r>
              <a:endPara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5DFB52B2-C5BB-57AE-B8E3-5C2C048515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14" y="787480"/>
              <a:ext cx="304800" cy="371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1330A25-8679-8505-937B-E5BC3341566E}"/>
              </a:ext>
            </a:extLst>
          </p:cNvPr>
          <p:cNvCxnSpPr/>
          <p:nvPr/>
        </p:nvCxnSpPr>
        <p:spPr>
          <a:xfrm>
            <a:off x="0" y="841257"/>
            <a:ext cx="12192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FDD10E8-D752-886A-915C-6B1D567A33F0}"/>
              </a:ext>
            </a:extLst>
          </p:cNvPr>
          <p:cNvSpPr txBox="1"/>
          <p:nvPr/>
        </p:nvSpPr>
        <p:spPr>
          <a:xfrm>
            <a:off x="112541" y="97904"/>
            <a:ext cx="2419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3. </a:t>
            </a:r>
            <a:r>
              <a:rPr lang="ko-KR" altLang="en-US" sz="3600" b="1" dirty="0"/>
              <a:t>개념도</a:t>
            </a:r>
          </a:p>
        </p:txBody>
      </p:sp>
    </p:spTree>
    <p:extLst>
      <p:ext uri="{BB962C8B-B14F-4D97-AF65-F5344CB8AC3E}">
        <p14:creationId xmlns:p14="http://schemas.microsoft.com/office/powerpoint/2010/main" val="294275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ED9AC-D127-2D9E-7F10-31BA14BD2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F7C2D60-E7E5-BCB6-1FB0-0BFBE5AA4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879" y="804760"/>
            <a:ext cx="7296150" cy="609600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623F47D0-68DE-1F1F-B96E-ABBA958615F8}"/>
              </a:ext>
            </a:extLst>
          </p:cNvPr>
          <p:cNvGrpSpPr/>
          <p:nvPr/>
        </p:nvGrpSpPr>
        <p:grpSpPr>
          <a:xfrm>
            <a:off x="9439419" y="224513"/>
            <a:ext cx="3910820" cy="580247"/>
            <a:chOff x="347183" y="787480"/>
            <a:chExt cx="2799472" cy="415357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0058BA62-1D23-0118-F5F7-2868695F9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83" y="872364"/>
              <a:ext cx="2799472" cy="330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    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resistance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        </a:t>
              </a:r>
              <a:endPara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059D5CC-DCEE-006D-0EC6-D21CBC1F91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14" y="787480"/>
              <a:ext cx="304800" cy="371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AB3A587-81C9-A1D1-445B-DF4D1E13EBE0}"/>
              </a:ext>
            </a:extLst>
          </p:cNvPr>
          <p:cNvCxnSpPr/>
          <p:nvPr/>
        </p:nvCxnSpPr>
        <p:spPr>
          <a:xfrm>
            <a:off x="0" y="841257"/>
            <a:ext cx="12192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0AD4164-1AF6-8B10-E6C3-AB900995D699}"/>
              </a:ext>
            </a:extLst>
          </p:cNvPr>
          <p:cNvSpPr txBox="1"/>
          <p:nvPr/>
        </p:nvSpPr>
        <p:spPr>
          <a:xfrm>
            <a:off x="112542" y="97904"/>
            <a:ext cx="4262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4. </a:t>
            </a:r>
            <a:r>
              <a:rPr lang="ko-KR" altLang="en-US" sz="3600" b="1" dirty="0"/>
              <a:t>기획 시나리오</a:t>
            </a:r>
          </a:p>
        </p:txBody>
      </p:sp>
    </p:spTree>
    <p:extLst>
      <p:ext uri="{BB962C8B-B14F-4D97-AF65-F5344CB8AC3E}">
        <p14:creationId xmlns:p14="http://schemas.microsoft.com/office/powerpoint/2010/main" val="3382434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7C082-D7C2-B14C-1F07-652D917E8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0D27209F-F5CA-EFAE-8696-1381E36F14F9}"/>
              </a:ext>
            </a:extLst>
          </p:cNvPr>
          <p:cNvGrpSpPr/>
          <p:nvPr/>
        </p:nvGrpSpPr>
        <p:grpSpPr>
          <a:xfrm>
            <a:off x="9439419" y="224513"/>
            <a:ext cx="3910820" cy="580247"/>
            <a:chOff x="347183" y="787480"/>
            <a:chExt cx="2799472" cy="415357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F6A25B43-388B-F86A-E2DE-17F358A48F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83" y="872364"/>
              <a:ext cx="2799472" cy="330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    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resistance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        </a:t>
              </a:r>
              <a:endPara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1E0D46AD-26F2-9FCB-A723-F613CF7F93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14" y="787480"/>
              <a:ext cx="304800" cy="371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AFD674B-6542-E757-DDAE-2BC4FF316E52}"/>
              </a:ext>
            </a:extLst>
          </p:cNvPr>
          <p:cNvCxnSpPr/>
          <p:nvPr/>
        </p:nvCxnSpPr>
        <p:spPr>
          <a:xfrm>
            <a:off x="0" y="841257"/>
            <a:ext cx="12192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60B5B22-D6FA-7093-EFC5-562FFBE176F9}"/>
              </a:ext>
            </a:extLst>
          </p:cNvPr>
          <p:cNvSpPr txBox="1"/>
          <p:nvPr/>
        </p:nvSpPr>
        <p:spPr>
          <a:xfrm>
            <a:off x="112542" y="97904"/>
            <a:ext cx="4262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4. </a:t>
            </a:r>
            <a:r>
              <a:rPr lang="ko-KR" altLang="en-US" sz="3600" b="1" dirty="0"/>
              <a:t>기획 시나리오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9A9C7DF3-A68C-ACD8-B491-24A7543E439C}"/>
              </a:ext>
            </a:extLst>
          </p:cNvPr>
          <p:cNvGrpSpPr/>
          <p:nvPr/>
        </p:nvGrpSpPr>
        <p:grpSpPr>
          <a:xfrm>
            <a:off x="1269193" y="1734854"/>
            <a:ext cx="9923198" cy="4061034"/>
            <a:chOff x="1494276" y="1580110"/>
            <a:chExt cx="8656516" cy="354264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409FDBF-B07C-4877-1C1B-868CA4A6B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7001"/>
            <a:stretch>
              <a:fillRect/>
            </a:stretch>
          </p:blipFill>
          <p:spPr>
            <a:xfrm>
              <a:off x="1503656" y="1580110"/>
              <a:ext cx="8647136" cy="3315446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03C5055-08BA-6088-05A3-7E47DBF6F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901"/>
            <a:stretch>
              <a:fillRect/>
            </a:stretch>
          </p:blipFill>
          <p:spPr>
            <a:xfrm>
              <a:off x="1494276" y="2250829"/>
              <a:ext cx="8635981" cy="28719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7118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13362-02DF-922B-3C44-2A1F78938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341370C2-BD2A-2A54-17EE-4387B2C37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587" y="580023"/>
            <a:ext cx="10345323" cy="6510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BC91EEAC-5BBD-18FF-6A4A-DE7B3773B5F2}"/>
              </a:ext>
            </a:extLst>
          </p:cNvPr>
          <p:cNvGrpSpPr/>
          <p:nvPr/>
        </p:nvGrpSpPr>
        <p:grpSpPr>
          <a:xfrm>
            <a:off x="9439419" y="224513"/>
            <a:ext cx="3910820" cy="580247"/>
            <a:chOff x="347183" y="787480"/>
            <a:chExt cx="2799472" cy="415357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DB4C3073-A64B-050C-01C3-A9E97A22C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83" y="872364"/>
              <a:ext cx="2799472" cy="330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    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resistance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        </a:t>
              </a:r>
              <a:endPara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9DDBD7A7-2E35-073E-E8A7-3740708C8D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14" y="787480"/>
              <a:ext cx="304800" cy="371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704A3F5-9295-E3C8-6C73-476E7F41257A}"/>
              </a:ext>
            </a:extLst>
          </p:cNvPr>
          <p:cNvCxnSpPr/>
          <p:nvPr/>
        </p:nvCxnSpPr>
        <p:spPr>
          <a:xfrm>
            <a:off x="0" y="841257"/>
            <a:ext cx="12192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C9D6FD0-B8C5-6308-80B6-76CFF7EE8BA9}"/>
              </a:ext>
            </a:extLst>
          </p:cNvPr>
          <p:cNvSpPr txBox="1"/>
          <p:nvPr/>
        </p:nvSpPr>
        <p:spPr>
          <a:xfrm>
            <a:off x="112542" y="97904"/>
            <a:ext cx="67524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5. </a:t>
            </a:r>
            <a:r>
              <a:rPr lang="ko-KR" altLang="en-US" sz="3600" b="1" dirty="0"/>
              <a:t>네트워크 </a:t>
            </a:r>
            <a:r>
              <a:rPr lang="en-US" altLang="ko-KR" sz="3600" b="1" dirty="0"/>
              <a:t>–</a:t>
            </a:r>
            <a:r>
              <a:rPr lang="en-US" altLang="ko-KR" sz="4000" b="1" dirty="0"/>
              <a:t> </a:t>
            </a:r>
            <a:r>
              <a:rPr lang="en-US" altLang="ko-KR" sz="2800" b="1" dirty="0"/>
              <a:t>1)</a:t>
            </a:r>
            <a:r>
              <a:rPr lang="ko-KR" altLang="en-US" sz="2800" b="1" dirty="0"/>
              <a:t>논리구성도</a:t>
            </a:r>
          </a:p>
        </p:txBody>
      </p:sp>
    </p:spTree>
    <p:extLst>
      <p:ext uri="{BB962C8B-B14F-4D97-AF65-F5344CB8AC3E}">
        <p14:creationId xmlns:p14="http://schemas.microsoft.com/office/powerpoint/2010/main" val="4001758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A3526-0A28-5642-31C5-92602BA17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4EF51C92-8D62-686D-EED7-43F39005F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70" y="743458"/>
            <a:ext cx="10817176" cy="6190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2712E05E-1D08-F93D-8F9D-FAEFFBC03C08}"/>
              </a:ext>
            </a:extLst>
          </p:cNvPr>
          <p:cNvGrpSpPr/>
          <p:nvPr/>
        </p:nvGrpSpPr>
        <p:grpSpPr>
          <a:xfrm>
            <a:off x="9439419" y="224513"/>
            <a:ext cx="3910820" cy="580247"/>
            <a:chOff x="347183" y="787480"/>
            <a:chExt cx="2799472" cy="415357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39E88C87-2EE9-8B76-0BE0-A8301AAE2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83" y="872364"/>
              <a:ext cx="2799472" cy="330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    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resistance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        </a:t>
              </a:r>
              <a:endPara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7997D91C-1269-8CD5-CE54-6BD311E16E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14" y="787480"/>
              <a:ext cx="304800" cy="371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0C16C7F-3501-9F46-7769-A381BA6BC2D7}"/>
              </a:ext>
            </a:extLst>
          </p:cNvPr>
          <p:cNvCxnSpPr/>
          <p:nvPr/>
        </p:nvCxnSpPr>
        <p:spPr>
          <a:xfrm>
            <a:off x="0" y="841257"/>
            <a:ext cx="12192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8D0B56F-8F59-68A0-65EA-F4DA933BAE63}"/>
              </a:ext>
            </a:extLst>
          </p:cNvPr>
          <p:cNvSpPr txBox="1"/>
          <p:nvPr/>
        </p:nvSpPr>
        <p:spPr>
          <a:xfrm>
            <a:off x="112542" y="97904"/>
            <a:ext cx="67524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5. </a:t>
            </a:r>
            <a:r>
              <a:rPr lang="ko-KR" altLang="en-US" sz="3600" b="1" dirty="0"/>
              <a:t>네트워크 </a:t>
            </a:r>
            <a:r>
              <a:rPr lang="en-US" altLang="ko-KR" sz="3600" b="1" dirty="0"/>
              <a:t>–</a:t>
            </a:r>
            <a:r>
              <a:rPr lang="en-US" altLang="ko-KR" sz="4000" b="1" dirty="0"/>
              <a:t> </a:t>
            </a:r>
            <a:r>
              <a:rPr lang="en-US" altLang="ko-KR" sz="2800" b="1" dirty="0"/>
              <a:t>2)</a:t>
            </a:r>
            <a:r>
              <a:rPr lang="ko-KR" altLang="en-US" sz="2800" b="1" dirty="0"/>
              <a:t>물리 구성도</a:t>
            </a:r>
          </a:p>
        </p:txBody>
      </p:sp>
    </p:spTree>
    <p:extLst>
      <p:ext uri="{BB962C8B-B14F-4D97-AF65-F5344CB8AC3E}">
        <p14:creationId xmlns:p14="http://schemas.microsoft.com/office/powerpoint/2010/main" val="1386980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816DE-FA3C-7A26-344B-454C05E2F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BCDFC3A0-582A-26A3-FD6C-F8FDAF0D9289}"/>
              </a:ext>
            </a:extLst>
          </p:cNvPr>
          <p:cNvGrpSpPr/>
          <p:nvPr/>
        </p:nvGrpSpPr>
        <p:grpSpPr>
          <a:xfrm>
            <a:off x="9439419" y="224513"/>
            <a:ext cx="3910820" cy="580247"/>
            <a:chOff x="347183" y="787480"/>
            <a:chExt cx="2799472" cy="415357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EFFD4E81-C75C-998E-4A2B-83028E9E0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83" y="872364"/>
              <a:ext cx="2799472" cy="330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    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resistance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        </a:t>
              </a:r>
              <a:endPara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B6D670A5-8C94-701B-812D-A565FA5F68F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14" y="787480"/>
              <a:ext cx="304800" cy="371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C90D0DD-C693-9CC7-0479-207544C6F594}"/>
              </a:ext>
            </a:extLst>
          </p:cNvPr>
          <p:cNvCxnSpPr/>
          <p:nvPr/>
        </p:nvCxnSpPr>
        <p:spPr>
          <a:xfrm>
            <a:off x="0" y="841257"/>
            <a:ext cx="12192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D7E59F2-C2AA-5BB5-8D40-4DB17370EEFE}"/>
              </a:ext>
            </a:extLst>
          </p:cNvPr>
          <p:cNvSpPr txBox="1"/>
          <p:nvPr/>
        </p:nvSpPr>
        <p:spPr>
          <a:xfrm>
            <a:off x="112542" y="97904"/>
            <a:ext cx="67524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5. </a:t>
            </a:r>
            <a:r>
              <a:rPr lang="ko-KR" altLang="en-US" sz="3600" b="1" dirty="0"/>
              <a:t>네트워크 </a:t>
            </a:r>
            <a:r>
              <a:rPr lang="en-US" altLang="ko-KR" sz="3600" b="1" dirty="0"/>
              <a:t>–</a:t>
            </a:r>
            <a:r>
              <a:rPr lang="en-US" altLang="ko-KR" sz="4000" b="1" dirty="0"/>
              <a:t> </a:t>
            </a:r>
            <a:r>
              <a:rPr lang="en-US" altLang="ko-KR" sz="2800" b="1" dirty="0"/>
              <a:t>3)</a:t>
            </a:r>
            <a:r>
              <a:rPr lang="ko-KR" altLang="en-US" sz="2800" b="1" dirty="0"/>
              <a:t>네트워크 제원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3DCA910-00E0-4B9B-AD69-3185C9FDC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772" y="2202494"/>
            <a:ext cx="10208455" cy="2707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106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4A279-C377-1FB1-813A-EC8F1C1D1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2C2A8757-83BC-CF97-2720-1A19D4E1EF80}"/>
              </a:ext>
            </a:extLst>
          </p:cNvPr>
          <p:cNvGrpSpPr/>
          <p:nvPr/>
        </p:nvGrpSpPr>
        <p:grpSpPr>
          <a:xfrm>
            <a:off x="9439419" y="224513"/>
            <a:ext cx="3910820" cy="580247"/>
            <a:chOff x="347183" y="787480"/>
            <a:chExt cx="2799472" cy="415357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25708FAE-66D0-BAE6-DD5F-2426B96D8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83" y="872364"/>
              <a:ext cx="2799472" cy="330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    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resistance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        </a:t>
              </a:r>
              <a:endPara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B2B3E102-B63D-46C4-F417-78C0D86B21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14" y="787480"/>
              <a:ext cx="304800" cy="371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939C6DD-9752-F64D-FC5A-51222D085DB9}"/>
              </a:ext>
            </a:extLst>
          </p:cNvPr>
          <p:cNvCxnSpPr/>
          <p:nvPr/>
        </p:nvCxnSpPr>
        <p:spPr>
          <a:xfrm>
            <a:off x="0" y="841257"/>
            <a:ext cx="12192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180A67D-D740-22F9-2D5E-70B2F64B7707}"/>
              </a:ext>
            </a:extLst>
          </p:cNvPr>
          <p:cNvSpPr txBox="1"/>
          <p:nvPr/>
        </p:nvSpPr>
        <p:spPr>
          <a:xfrm>
            <a:off x="112542" y="97904"/>
            <a:ext cx="67524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5. </a:t>
            </a:r>
            <a:r>
              <a:rPr lang="ko-KR" altLang="en-US" sz="3600" b="1" dirty="0"/>
              <a:t>네트워크 </a:t>
            </a:r>
            <a:r>
              <a:rPr lang="en-US" altLang="ko-KR" sz="3600" b="1" dirty="0"/>
              <a:t>–</a:t>
            </a:r>
            <a:r>
              <a:rPr lang="en-US" altLang="ko-KR" sz="4000" b="1" dirty="0"/>
              <a:t> </a:t>
            </a:r>
            <a:r>
              <a:rPr lang="en-US" altLang="ko-KR" sz="2800" b="1" dirty="0"/>
              <a:t>4)</a:t>
            </a:r>
            <a:r>
              <a:rPr lang="ko-KR" altLang="en-US" sz="2800" b="1" dirty="0"/>
              <a:t>네트워크 구성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BF42E16-34F6-D51D-C237-68FD8963CC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028" b="819"/>
          <a:stretch>
            <a:fillRect/>
          </a:stretch>
        </p:blipFill>
        <p:spPr>
          <a:xfrm>
            <a:off x="1654605" y="948742"/>
            <a:ext cx="8882790" cy="892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214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0 -0.4463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1BB0D-ED9B-BA41-2244-1CBBAB98B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CBEBD151-6063-2E72-E92C-21BC0CB2B480}"/>
              </a:ext>
            </a:extLst>
          </p:cNvPr>
          <p:cNvGrpSpPr/>
          <p:nvPr/>
        </p:nvGrpSpPr>
        <p:grpSpPr>
          <a:xfrm>
            <a:off x="9439419" y="224513"/>
            <a:ext cx="3910820" cy="580247"/>
            <a:chOff x="347183" y="787480"/>
            <a:chExt cx="2799472" cy="415357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16105362-D76F-D98C-4FDF-B153D3B0F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83" y="872364"/>
              <a:ext cx="2799472" cy="330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    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resistance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        </a:t>
              </a:r>
              <a:endPara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5258B52B-FDAC-DBF8-C286-B2A8469312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14" y="787480"/>
              <a:ext cx="304800" cy="371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4B77CC2-3B84-0A48-FD11-5AA2BDC4FC08}"/>
              </a:ext>
            </a:extLst>
          </p:cNvPr>
          <p:cNvCxnSpPr/>
          <p:nvPr/>
        </p:nvCxnSpPr>
        <p:spPr>
          <a:xfrm>
            <a:off x="0" y="841257"/>
            <a:ext cx="12192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ADA499F-FB32-6937-AF41-3EA8962F3439}"/>
              </a:ext>
            </a:extLst>
          </p:cNvPr>
          <p:cNvSpPr txBox="1"/>
          <p:nvPr/>
        </p:nvSpPr>
        <p:spPr>
          <a:xfrm>
            <a:off x="112541" y="97904"/>
            <a:ext cx="7160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5. </a:t>
            </a:r>
            <a:r>
              <a:rPr lang="ko-KR" altLang="en-US" sz="3600" b="1" dirty="0"/>
              <a:t>네트워크 </a:t>
            </a:r>
            <a:r>
              <a:rPr lang="en-US" altLang="ko-KR" sz="3600" b="1" dirty="0"/>
              <a:t>–</a:t>
            </a:r>
            <a:r>
              <a:rPr lang="en-US" altLang="ko-KR" sz="4000" b="1" dirty="0"/>
              <a:t> </a:t>
            </a:r>
            <a:r>
              <a:rPr lang="en-US" altLang="ko-KR" sz="2800" b="1" dirty="0"/>
              <a:t>5)</a:t>
            </a:r>
            <a:r>
              <a:rPr lang="ko-KR" altLang="en-US" sz="2800" b="1" dirty="0"/>
              <a:t>네트워크 기술리스트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FEE5C40-1B2D-621F-5E32-18ADBE2FC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673" y="876725"/>
            <a:ext cx="6923356" cy="7203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947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5 E" pathEditMode="relative" ptsTypes="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126A9-21AE-0FC6-55DF-C0CC7FFF7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0FBD893F-EB8F-F5C9-C961-EC22F9CB2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292" y="743458"/>
            <a:ext cx="10682108" cy="6135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BC6E318F-52D3-F830-DE86-53A3151F1615}"/>
              </a:ext>
            </a:extLst>
          </p:cNvPr>
          <p:cNvGrpSpPr/>
          <p:nvPr/>
        </p:nvGrpSpPr>
        <p:grpSpPr>
          <a:xfrm>
            <a:off x="9439419" y="224513"/>
            <a:ext cx="3910820" cy="580247"/>
            <a:chOff x="347183" y="787480"/>
            <a:chExt cx="2799472" cy="415357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605D03FF-CD36-2BB3-8440-7F6265521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83" y="872364"/>
              <a:ext cx="2799472" cy="330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    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resistance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        </a:t>
              </a:r>
              <a:endPara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1CF4046D-20C4-F888-7ED0-D782132811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14" y="787480"/>
              <a:ext cx="304800" cy="371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572BB84-3625-0300-6005-CDC762ED6C08}"/>
              </a:ext>
            </a:extLst>
          </p:cNvPr>
          <p:cNvCxnSpPr/>
          <p:nvPr/>
        </p:nvCxnSpPr>
        <p:spPr>
          <a:xfrm>
            <a:off x="0" y="841257"/>
            <a:ext cx="12192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579C10D-DF59-3902-B0F4-6D440BC28381}"/>
              </a:ext>
            </a:extLst>
          </p:cNvPr>
          <p:cNvSpPr txBox="1"/>
          <p:nvPr/>
        </p:nvSpPr>
        <p:spPr>
          <a:xfrm>
            <a:off x="112541" y="97904"/>
            <a:ext cx="7160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6. </a:t>
            </a:r>
            <a:r>
              <a:rPr lang="ko-KR" altLang="en-US" sz="3600" b="1" dirty="0"/>
              <a:t>서버 </a:t>
            </a:r>
            <a:r>
              <a:rPr lang="en-US" altLang="ko-KR" sz="3600" b="1" dirty="0"/>
              <a:t>–</a:t>
            </a:r>
            <a:r>
              <a:rPr lang="en-US" altLang="ko-KR" sz="4000" b="1" dirty="0"/>
              <a:t> </a:t>
            </a:r>
            <a:r>
              <a:rPr lang="en-US" altLang="ko-KR" sz="2800" b="1" dirty="0"/>
              <a:t>1)</a:t>
            </a:r>
            <a:r>
              <a:rPr lang="ko-KR" altLang="en-US" sz="2800" b="1" dirty="0"/>
              <a:t>서버 배치도</a:t>
            </a:r>
          </a:p>
        </p:txBody>
      </p:sp>
    </p:spTree>
    <p:extLst>
      <p:ext uri="{BB962C8B-B14F-4D97-AF65-F5344CB8AC3E}">
        <p14:creationId xmlns:p14="http://schemas.microsoft.com/office/powerpoint/2010/main" val="2408491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BD623-0693-35F9-D789-FADE73B69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90FB74AC-33C8-EDDD-5704-B966C46C86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844" y="923342"/>
            <a:ext cx="7394185" cy="5872708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86E39AB5-1A84-CC50-F959-B2A27E7793C8}"/>
              </a:ext>
            </a:extLst>
          </p:cNvPr>
          <p:cNvGrpSpPr/>
          <p:nvPr/>
        </p:nvGrpSpPr>
        <p:grpSpPr>
          <a:xfrm>
            <a:off x="9439419" y="224513"/>
            <a:ext cx="3910820" cy="580247"/>
            <a:chOff x="347183" y="787480"/>
            <a:chExt cx="2799472" cy="415357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972E9E4D-8688-99E7-D741-70CD51C19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83" y="872364"/>
              <a:ext cx="2799472" cy="330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    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resistance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        </a:t>
              </a:r>
              <a:endPara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B0026A59-2DBB-81A6-0E18-B0CD64ED50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14" y="787480"/>
              <a:ext cx="304800" cy="371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B26F650-AD6F-4DDB-A7DA-E451D4E6AC6A}"/>
              </a:ext>
            </a:extLst>
          </p:cNvPr>
          <p:cNvCxnSpPr/>
          <p:nvPr/>
        </p:nvCxnSpPr>
        <p:spPr>
          <a:xfrm>
            <a:off x="0" y="841257"/>
            <a:ext cx="12192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855C72E-8D6E-99CE-21F5-E9800C3C6346}"/>
              </a:ext>
            </a:extLst>
          </p:cNvPr>
          <p:cNvSpPr txBox="1"/>
          <p:nvPr/>
        </p:nvSpPr>
        <p:spPr>
          <a:xfrm>
            <a:off x="112541" y="97904"/>
            <a:ext cx="7160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6. </a:t>
            </a:r>
            <a:r>
              <a:rPr lang="ko-KR" altLang="en-US" sz="3600" b="1" dirty="0"/>
              <a:t>서버 </a:t>
            </a:r>
            <a:r>
              <a:rPr lang="en-US" altLang="ko-KR" sz="3600" b="1" dirty="0"/>
              <a:t>–</a:t>
            </a:r>
            <a:r>
              <a:rPr lang="en-US" altLang="ko-KR" sz="4000" b="1" dirty="0"/>
              <a:t> </a:t>
            </a:r>
            <a:r>
              <a:rPr lang="en-US" altLang="ko-KR" sz="2800" b="1" dirty="0"/>
              <a:t>2)</a:t>
            </a:r>
            <a:r>
              <a:rPr lang="ko-KR" altLang="en-US" sz="2800" b="1" dirty="0"/>
              <a:t>서버 구성</a:t>
            </a:r>
          </a:p>
        </p:txBody>
      </p:sp>
    </p:spTree>
    <p:extLst>
      <p:ext uri="{BB962C8B-B14F-4D97-AF65-F5344CB8AC3E}">
        <p14:creationId xmlns:p14="http://schemas.microsoft.com/office/powerpoint/2010/main" val="560779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5415A-236F-2C5C-8C1D-B5E681D02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25A618BA-30C6-8B77-5C0C-CF5FC7D66F8E}"/>
              </a:ext>
            </a:extLst>
          </p:cNvPr>
          <p:cNvGrpSpPr/>
          <p:nvPr/>
        </p:nvGrpSpPr>
        <p:grpSpPr>
          <a:xfrm>
            <a:off x="9439419" y="224513"/>
            <a:ext cx="3910820" cy="580247"/>
            <a:chOff x="347183" y="787480"/>
            <a:chExt cx="2799472" cy="415357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DE9E827C-6528-EDE3-CE47-73C8C69AA1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83" y="872364"/>
              <a:ext cx="2799472" cy="330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    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resistance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        </a:t>
              </a:r>
              <a:endPara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3E5A2CD8-E0E7-1745-FCCE-26965F67C4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14" y="787480"/>
              <a:ext cx="304800" cy="371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AA042EA-7560-E330-6875-F7F67B47B109}"/>
              </a:ext>
            </a:extLst>
          </p:cNvPr>
          <p:cNvCxnSpPr/>
          <p:nvPr/>
        </p:nvCxnSpPr>
        <p:spPr>
          <a:xfrm>
            <a:off x="0" y="841257"/>
            <a:ext cx="12192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2565B60-2E42-EB07-B0F6-A984B7E2A278}"/>
              </a:ext>
            </a:extLst>
          </p:cNvPr>
          <p:cNvSpPr txBox="1"/>
          <p:nvPr/>
        </p:nvSpPr>
        <p:spPr>
          <a:xfrm>
            <a:off x="112541" y="97904"/>
            <a:ext cx="7160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6. </a:t>
            </a:r>
            <a:r>
              <a:rPr lang="ko-KR" altLang="en-US" sz="3600" b="1" dirty="0"/>
              <a:t>서버 </a:t>
            </a:r>
            <a:r>
              <a:rPr lang="en-US" altLang="ko-KR" sz="3600" b="1" dirty="0"/>
              <a:t>–</a:t>
            </a:r>
            <a:r>
              <a:rPr lang="en-US" altLang="ko-KR" sz="4000" b="1" dirty="0"/>
              <a:t> </a:t>
            </a:r>
            <a:r>
              <a:rPr lang="en-US" altLang="ko-KR" sz="2800" b="1" dirty="0"/>
              <a:t>2)</a:t>
            </a:r>
            <a:r>
              <a:rPr lang="ko-KR" altLang="en-US" sz="2800" b="1" dirty="0"/>
              <a:t>서버 구성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0EDD147-DE54-FD37-68DB-0A20C1AF4536}"/>
              </a:ext>
            </a:extLst>
          </p:cNvPr>
          <p:cNvGrpSpPr/>
          <p:nvPr/>
        </p:nvGrpSpPr>
        <p:grpSpPr>
          <a:xfrm>
            <a:off x="1829729" y="923342"/>
            <a:ext cx="7736300" cy="5638181"/>
            <a:chOff x="2046432" y="923343"/>
            <a:chExt cx="7392987" cy="538797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1C3578B3-D95E-2808-B768-0B12B9B8C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18855"/>
            <a:stretch>
              <a:fillRect/>
            </a:stretch>
          </p:blipFill>
          <p:spPr>
            <a:xfrm>
              <a:off x="2046432" y="923343"/>
              <a:ext cx="7392987" cy="472815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54B55B2-A5AF-5CC9-1534-87028A86E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46432" y="1419224"/>
              <a:ext cx="7392987" cy="48920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66097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BF5BC-F33D-CB0F-E193-F9EBDD16C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8E5847D2-3D3E-FE76-D261-168A2AA40F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00" y="826668"/>
            <a:ext cx="9029700" cy="6109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DD6B9116-1FA9-E33A-627B-0CA9787E72C4}"/>
              </a:ext>
            </a:extLst>
          </p:cNvPr>
          <p:cNvGrpSpPr/>
          <p:nvPr/>
        </p:nvGrpSpPr>
        <p:grpSpPr>
          <a:xfrm>
            <a:off x="9439419" y="224513"/>
            <a:ext cx="3910820" cy="580247"/>
            <a:chOff x="347183" y="787480"/>
            <a:chExt cx="2799472" cy="415357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89D16819-F9A8-9D08-C6E6-365926E0D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83" y="872364"/>
              <a:ext cx="2799472" cy="330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    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resistance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        </a:t>
              </a:r>
              <a:endPara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B0561278-7543-6EEF-BEB1-1985D2D7F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14" y="787480"/>
              <a:ext cx="304800" cy="371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41E5EDB-8DEA-13F2-2F32-CB48FF459FBD}"/>
              </a:ext>
            </a:extLst>
          </p:cNvPr>
          <p:cNvCxnSpPr/>
          <p:nvPr/>
        </p:nvCxnSpPr>
        <p:spPr>
          <a:xfrm>
            <a:off x="0" y="841257"/>
            <a:ext cx="12192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BAD274E-2E8D-ED26-8589-310E2AA4A708}"/>
              </a:ext>
            </a:extLst>
          </p:cNvPr>
          <p:cNvSpPr txBox="1"/>
          <p:nvPr/>
        </p:nvSpPr>
        <p:spPr>
          <a:xfrm>
            <a:off x="112541" y="97904"/>
            <a:ext cx="7160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6. </a:t>
            </a:r>
            <a:r>
              <a:rPr lang="ko-KR" altLang="en-US" sz="3600" b="1" dirty="0"/>
              <a:t>서버 </a:t>
            </a:r>
            <a:r>
              <a:rPr lang="en-US" altLang="ko-KR" sz="3600" b="1" dirty="0"/>
              <a:t>–</a:t>
            </a:r>
            <a:r>
              <a:rPr lang="en-US" altLang="ko-KR" sz="4000" b="1" dirty="0"/>
              <a:t> </a:t>
            </a:r>
            <a:r>
              <a:rPr lang="en-US" altLang="ko-KR" sz="2800" b="1" dirty="0"/>
              <a:t>3)</a:t>
            </a:r>
            <a:r>
              <a:rPr lang="ko-KR" altLang="en-US" sz="2800" b="1" dirty="0"/>
              <a:t>서비스 흐름도</a:t>
            </a:r>
          </a:p>
        </p:txBody>
      </p:sp>
    </p:spTree>
    <p:extLst>
      <p:ext uri="{BB962C8B-B14F-4D97-AF65-F5344CB8AC3E}">
        <p14:creationId xmlns:p14="http://schemas.microsoft.com/office/powerpoint/2010/main" val="25590151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A1372-8ACC-F0EC-485D-181A62D71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29191D1B-4984-DA11-A8B4-1BDBDAB9267B}"/>
              </a:ext>
            </a:extLst>
          </p:cNvPr>
          <p:cNvGrpSpPr/>
          <p:nvPr/>
        </p:nvGrpSpPr>
        <p:grpSpPr>
          <a:xfrm>
            <a:off x="9439419" y="224513"/>
            <a:ext cx="3910820" cy="580247"/>
            <a:chOff x="347183" y="787480"/>
            <a:chExt cx="2799472" cy="415357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F15A87F5-6CC6-D002-C03A-235C989B1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83" y="872364"/>
              <a:ext cx="2799472" cy="330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    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resistance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        </a:t>
              </a:r>
              <a:endPara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C7AB3D51-C7DE-9C30-1642-68595AEE6F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14" y="787480"/>
              <a:ext cx="304800" cy="371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04862FB-0D0B-B823-571A-5A1A56BF2957}"/>
              </a:ext>
            </a:extLst>
          </p:cNvPr>
          <p:cNvCxnSpPr/>
          <p:nvPr/>
        </p:nvCxnSpPr>
        <p:spPr>
          <a:xfrm>
            <a:off x="0" y="841257"/>
            <a:ext cx="12192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5D0337B-9884-70DB-E9FA-BEBE8B60BE3F}"/>
              </a:ext>
            </a:extLst>
          </p:cNvPr>
          <p:cNvSpPr txBox="1"/>
          <p:nvPr/>
        </p:nvSpPr>
        <p:spPr>
          <a:xfrm>
            <a:off x="112541" y="97904"/>
            <a:ext cx="7160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6. </a:t>
            </a:r>
            <a:r>
              <a:rPr lang="ko-KR" altLang="en-US" sz="3600" b="1" dirty="0"/>
              <a:t>서버 </a:t>
            </a:r>
            <a:r>
              <a:rPr lang="en-US" altLang="ko-KR" sz="3600" b="1" dirty="0"/>
              <a:t>–</a:t>
            </a:r>
            <a:r>
              <a:rPr lang="en-US" altLang="ko-KR" sz="4000" b="1" dirty="0"/>
              <a:t> </a:t>
            </a:r>
            <a:r>
              <a:rPr lang="en-US" altLang="ko-KR" sz="2800" b="1" dirty="0"/>
              <a:t>4)</a:t>
            </a:r>
            <a:r>
              <a:rPr lang="ko-KR" altLang="en-US" sz="2800" b="1" dirty="0"/>
              <a:t>서버별 서비스 내용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14CE845-EE0A-FE49-2843-38DC02EF7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632" y="932985"/>
            <a:ext cx="7697787" cy="563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380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97121-2B68-FE0A-A818-3D2897ED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338851A0-6584-F9D5-2D6E-48B460CDE216}"/>
              </a:ext>
            </a:extLst>
          </p:cNvPr>
          <p:cNvGrpSpPr/>
          <p:nvPr/>
        </p:nvGrpSpPr>
        <p:grpSpPr>
          <a:xfrm>
            <a:off x="9439419" y="224513"/>
            <a:ext cx="3910820" cy="580247"/>
            <a:chOff x="347183" y="787480"/>
            <a:chExt cx="2799472" cy="415357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4B56C371-390D-1F37-C734-DD41DE653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83" y="872364"/>
              <a:ext cx="2799472" cy="330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    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resistance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        </a:t>
              </a:r>
              <a:endPara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4A10104A-73F3-4F2C-1B75-3480DF2E06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14" y="787480"/>
              <a:ext cx="304800" cy="371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1E42BA3-3761-BB4E-611C-FB05DAE62B9F}"/>
              </a:ext>
            </a:extLst>
          </p:cNvPr>
          <p:cNvCxnSpPr/>
          <p:nvPr/>
        </p:nvCxnSpPr>
        <p:spPr>
          <a:xfrm>
            <a:off x="0" y="841257"/>
            <a:ext cx="12192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30FFA27-1C2E-1FBE-67F2-9EE56D27E2D7}"/>
              </a:ext>
            </a:extLst>
          </p:cNvPr>
          <p:cNvSpPr txBox="1"/>
          <p:nvPr/>
        </p:nvSpPr>
        <p:spPr>
          <a:xfrm>
            <a:off x="112541" y="97904"/>
            <a:ext cx="7160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6. </a:t>
            </a:r>
            <a:r>
              <a:rPr lang="ko-KR" altLang="en-US" sz="3600" b="1" dirty="0"/>
              <a:t>서버 </a:t>
            </a:r>
            <a:r>
              <a:rPr lang="en-US" altLang="ko-KR" sz="3600" b="1" dirty="0"/>
              <a:t>–</a:t>
            </a:r>
            <a:r>
              <a:rPr lang="en-US" altLang="ko-KR" sz="4000" b="1" dirty="0"/>
              <a:t> </a:t>
            </a:r>
            <a:r>
              <a:rPr lang="en-US" altLang="ko-KR" sz="2800" b="1" dirty="0"/>
              <a:t>4)</a:t>
            </a:r>
            <a:r>
              <a:rPr lang="ko-KR" altLang="en-US" sz="2800" b="1" dirty="0"/>
              <a:t>서버별 서비스 내용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5384332-C39C-84F3-2D64-FDEFB250230E}"/>
              </a:ext>
            </a:extLst>
          </p:cNvPr>
          <p:cNvGrpSpPr/>
          <p:nvPr/>
        </p:nvGrpSpPr>
        <p:grpSpPr>
          <a:xfrm>
            <a:off x="1891124" y="1037447"/>
            <a:ext cx="8218869" cy="5490158"/>
            <a:chOff x="1674875" y="923342"/>
            <a:chExt cx="7697787" cy="514207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119560A-2754-A911-9668-AB35912FB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29068"/>
            <a:stretch>
              <a:fillRect/>
            </a:stretch>
          </p:blipFill>
          <p:spPr>
            <a:xfrm>
              <a:off x="1674875" y="923342"/>
              <a:ext cx="7697787" cy="399461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5121F87-AEF5-D337-DD68-BBABCB5799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74875" y="1471987"/>
              <a:ext cx="7697787" cy="45934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5444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CA1D2-57E5-968D-004B-87DE37AEB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209ED18-4254-11E5-C4E3-0B02B4291FCC}"/>
              </a:ext>
            </a:extLst>
          </p:cNvPr>
          <p:cNvGrpSpPr/>
          <p:nvPr/>
        </p:nvGrpSpPr>
        <p:grpSpPr>
          <a:xfrm>
            <a:off x="9439419" y="224513"/>
            <a:ext cx="3910820" cy="580247"/>
            <a:chOff x="347183" y="787480"/>
            <a:chExt cx="2799472" cy="415357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4E14F0F4-E4F0-B0B6-FD92-6186A76B2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83" y="872364"/>
              <a:ext cx="2799472" cy="330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    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resistance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        </a:t>
              </a:r>
              <a:endPara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460002B0-F443-F5ED-7655-BD28B7D195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14" y="787480"/>
              <a:ext cx="304800" cy="371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57A7B5A-7D49-9961-2F5F-8B51BCA7C7E7}"/>
              </a:ext>
            </a:extLst>
          </p:cNvPr>
          <p:cNvCxnSpPr/>
          <p:nvPr/>
        </p:nvCxnSpPr>
        <p:spPr>
          <a:xfrm>
            <a:off x="0" y="841257"/>
            <a:ext cx="12192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D54A6EA-7A26-9903-3422-8E0B3FB397E4}"/>
              </a:ext>
            </a:extLst>
          </p:cNvPr>
          <p:cNvSpPr txBox="1"/>
          <p:nvPr/>
        </p:nvSpPr>
        <p:spPr>
          <a:xfrm>
            <a:off x="112541" y="97904"/>
            <a:ext cx="7160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6. </a:t>
            </a:r>
            <a:r>
              <a:rPr lang="ko-KR" altLang="en-US" sz="3600" b="1" dirty="0"/>
              <a:t>서버 </a:t>
            </a:r>
            <a:r>
              <a:rPr lang="en-US" altLang="ko-KR" sz="3600" b="1" dirty="0"/>
              <a:t>–</a:t>
            </a:r>
            <a:r>
              <a:rPr lang="en-US" altLang="ko-KR" sz="4000" b="1" dirty="0"/>
              <a:t> </a:t>
            </a:r>
            <a:r>
              <a:rPr lang="en-US" altLang="ko-KR" sz="2800" b="1" dirty="0"/>
              <a:t>4)</a:t>
            </a:r>
            <a:r>
              <a:rPr lang="ko-KR" altLang="en-US" sz="2800" b="1" dirty="0"/>
              <a:t>서버별 서비스 내용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CEAADD1-8E6E-D5D6-44F8-236E3F9E0EFA}"/>
              </a:ext>
            </a:extLst>
          </p:cNvPr>
          <p:cNvGrpSpPr/>
          <p:nvPr/>
        </p:nvGrpSpPr>
        <p:grpSpPr>
          <a:xfrm>
            <a:off x="1282700" y="1212386"/>
            <a:ext cx="9295865" cy="4804358"/>
            <a:chOff x="1347932" y="1212385"/>
            <a:chExt cx="9141733" cy="471401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0126EF4-90CC-4A28-933F-F5886FFB9B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38990"/>
            <a:stretch>
              <a:fillRect/>
            </a:stretch>
          </p:blipFill>
          <p:spPr>
            <a:xfrm>
              <a:off x="1347932" y="1212385"/>
              <a:ext cx="9129032" cy="4074634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FCD3ACC8-41BD-BE11-E6BB-C9376A43B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944"/>
            <a:stretch>
              <a:fillRect/>
            </a:stretch>
          </p:blipFill>
          <p:spPr>
            <a:xfrm>
              <a:off x="1360644" y="1851767"/>
              <a:ext cx="9129021" cy="40746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5461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51D1C-B525-EDEA-AE66-F177C0341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629B42F9-91D7-A084-5FA9-A479C187D7A9}"/>
              </a:ext>
            </a:extLst>
          </p:cNvPr>
          <p:cNvGrpSpPr/>
          <p:nvPr/>
        </p:nvGrpSpPr>
        <p:grpSpPr>
          <a:xfrm>
            <a:off x="9439419" y="224513"/>
            <a:ext cx="3910820" cy="580247"/>
            <a:chOff x="347183" y="787480"/>
            <a:chExt cx="2799472" cy="415357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B01354ED-BA39-3DC6-B77E-9D61C50B14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83" y="872364"/>
              <a:ext cx="2799472" cy="330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    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resistance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        </a:t>
              </a:r>
              <a:endPara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C7ADF61-AAAA-0270-E800-582F1D203F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14" y="787480"/>
              <a:ext cx="304800" cy="371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3286043-3235-7D2D-D8B2-0CC180AD5097}"/>
              </a:ext>
            </a:extLst>
          </p:cNvPr>
          <p:cNvCxnSpPr/>
          <p:nvPr/>
        </p:nvCxnSpPr>
        <p:spPr>
          <a:xfrm>
            <a:off x="0" y="841257"/>
            <a:ext cx="12192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513BBA0-A853-CD88-F1AD-D2CEB9208739}"/>
              </a:ext>
            </a:extLst>
          </p:cNvPr>
          <p:cNvSpPr txBox="1"/>
          <p:nvPr/>
        </p:nvSpPr>
        <p:spPr>
          <a:xfrm>
            <a:off x="112541" y="97904"/>
            <a:ext cx="7160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6. </a:t>
            </a:r>
            <a:r>
              <a:rPr lang="ko-KR" altLang="en-US" sz="3600" b="1" dirty="0"/>
              <a:t>서버 </a:t>
            </a:r>
            <a:r>
              <a:rPr lang="en-US" altLang="ko-KR" sz="3600" b="1" dirty="0"/>
              <a:t>–</a:t>
            </a:r>
            <a:r>
              <a:rPr lang="en-US" altLang="ko-KR" sz="4000" b="1" dirty="0"/>
              <a:t> </a:t>
            </a:r>
            <a:r>
              <a:rPr lang="en-US" altLang="ko-KR" sz="2800" b="1" dirty="0"/>
              <a:t>5)</a:t>
            </a:r>
            <a:r>
              <a:rPr lang="ko-KR" altLang="en-US" sz="2800" b="1" dirty="0"/>
              <a:t>서버 기술리스트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CE114D9-897B-262C-1A69-005B38FB3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119" y="876725"/>
            <a:ext cx="8259762" cy="593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014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DD7AC-DD95-2C8D-5999-0F4636B5F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190AD563-792E-97CB-155D-EDC6949381C2}"/>
              </a:ext>
            </a:extLst>
          </p:cNvPr>
          <p:cNvGrpSpPr/>
          <p:nvPr/>
        </p:nvGrpSpPr>
        <p:grpSpPr>
          <a:xfrm>
            <a:off x="9439419" y="224513"/>
            <a:ext cx="3910820" cy="580247"/>
            <a:chOff x="347183" y="787480"/>
            <a:chExt cx="2799472" cy="415357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6CCE44DD-0D4B-DCC4-FF14-B1C9D2670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83" y="872364"/>
              <a:ext cx="2799472" cy="330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    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resistance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        </a:t>
              </a:r>
              <a:endPara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0233A5D0-1747-4AB1-B148-BDFA94A2D0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14" y="787480"/>
              <a:ext cx="304800" cy="371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7EFC1AA-34E3-7017-7B34-878D89BF8612}"/>
              </a:ext>
            </a:extLst>
          </p:cNvPr>
          <p:cNvCxnSpPr/>
          <p:nvPr/>
        </p:nvCxnSpPr>
        <p:spPr>
          <a:xfrm>
            <a:off x="0" y="841257"/>
            <a:ext cx="12192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7EF1652-5160-47EF-FA98-6F2AB6485C04}"/>
              </a:ext>
            </a:extLst>
          </p:cNvPr>
          <p:cNvSpPr txBox="1"/>
          <p:nvPr/>
        </p:nvSpPr>
        <p:spPr>
          <a:xfrm>
            <a:off x="112541" y="97904"/>
            <a:ext cx="71604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/>
              <a:t>6. </a:t>
            </a:r>
            <a:r>
              <a:rPr lang="ko-KR" altLang="en-US" sz="3600" b="1" dirty="0"/>
              <a:t>서버 </a:t>
            </a:r>
            <a:r>
              <a:rPr lang="en-US" altLang="ko-KR" sz="3600" b="1" dirty="0"/>
              <a:t>–</a:t>
            </a:r>
            <a:r>
              <a:rPr lang="en-US" altLang="ko-KR" sz="4000" b="1" dirty="0"/>
              <a:t> </a:t>
            </a:r>
            <a:r>
              <a:rPr lang="en-US" altLang="ko-KR" sz="2800" b="1" dirty="0"/>
              <a:t>5)</a:t>
            </a:r>
            <a:r>
              <a:rPr lang="ko-KR" altLang="en-US" sz="2800" b="1" dirty="0"/>
              <a:t>서버 기술리스트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CFC1E94-648D-DB03-FE0C-E613578C3033}"/>
              </a:ext>
            </a:extLst>
          </p:cNvPr>
          <p:cNvGrpSpPr/>
          <p:nvPr/>
        </p:nvGrpSpPr>
        <p:grpSpPr>
          <a:xfrm>
            <a:off x="1556889" y="1045537"/>
            <a:ext cx="9078222" cy="5369329"/>
            <a:chOff x="1966119" y="876725"/>
            <a:chExt cx="8259763" cy="488525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9740579-C5C5-F1BA-3C6A-90C376A5A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33257"/>
            <a:stretch>
              <a:fillRect/>
            </a:stretch>
          </p:blipFill>
          <p:spPr>
            <a:xfrm>
              <a:off x="1966119" y="876725"/>
              <a:ext cx="8259762" cy="3962561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F12ACC77-6416-15DA-0C7E-1271790F0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349"/>
            <a:stretch>
              <a:fillRect/>
            </a:stretch>
          </p:blipFill>
          <p:spPr>
            <a:xfrm>
              <a:off x="1966120" y="1448971"/>
              <a:ext cx="8259762" cy="43130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21958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B620A-89AC-AD3C-E496-41F511C19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7D451C5F-3475-C215-7D28-CB7C09888F74}"/>
              </a:ext>
            </a:extLst>
          </p:cNvPr>
          <p:cNvGrpSpPr/>
          <p:nvPr/>
        </p:nvGrpSpPr>
        <p:grpSpPr>
          <a:xfrm>
            <a:off x="9439419" y="224513"/>
            <a:ext cx="3910820" cy="580247"/>
            <a:chOff x="347183" y="787480"/>
            <a:chExt cx="2799472" cy="415357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909BFA59-BBD4-6DFD-5BD2-5FDBFDEFB0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83" y="872364"/>
              <a:ext cx="2799472" cy="3304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2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     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Team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kumimoji="0" lang="ko-KR" altLang="ko-KR" sz="2000" b="0" i="0" u="none" strike="noStrike" cap="none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resistance</a:t>
              </a:r>
              <a:r>
                <a:rPr kumimoji="0" lang="ko-KR" altLang="ko-KR" sz="20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.         </a:t>
              </a:r>
              <a:endPara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1DB89BF7-1D7D-7CD8-2836-4C3CDCA42D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814" y="787480"/>
              <a:ext cx="304800" cy="371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ACCECE2-8DBA-9DB0-5819-EA3480962A97}"/>
              </a:ext>
            </a:extLst>
          </p:cNvPr>
          <p:cNvCxnSpPr/>
          <p:nvPr/>
        </p:nvCxnSpPr>
        <p:spPr>
          <a:xfrm>
            <a:off x="0" y="841257"/>
            <a:ext cx="12192000" cy="0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5B2AF31-450B-6A88-4BE1-2F482A66BB44}"/>
              </a:ext>
            </a:extLst>
          </p:cNvPr>
          <p:cNvSpPr txBox="1"/>
          <p:nvPr/>
        </p:nvSpPr>
        <p:spPr>
          <a:xfrm>
            <a:off x="3898634" y="2967335"/>
            <a:ext cx="71604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32123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218</Words>
  <Application>Microsoft Office PowerPoint</Application>
  <PresentationFormat>와이드스크린</PresentationFormat>
  <Paragraphs>42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TJ</cp:lastModifiedBy>
  <cp:revision>3</cp:revision>
  <dcterms:created xsi:type="dcterms:W3CDTF">2025-10-31T05:14:51Z</dcterms:created>
  <dcterms:modified xsi:type="dcterms:W3CDTF">2025-10-31T07:09:59Z</dcterms:modified>
</cp:coreProperties>
</file>