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89DF-AD47-AF74-AD4D-974CC5CD9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D284F2-6431-CFF6-E6E7-61F5A9632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3D6E6B-2725-6AC9-96F4-9011BDEF0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00EDB1-8323-1613-0AA0-A1C4E3B93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742933-4E7F-14A6-07C5-5CF8847C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99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03271-B50A-B178-5948-C5F40F97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CB1D3-66D5-7E5C-3C43-843A8B3D9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B4A05-35E3-944E-869A-485856D9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F6C1A1-ED9C-9F79-F489-467FD9E0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E0108-C47E-3481-03DD-FBDD2547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100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831C4-088D-BA52-AF29-B3C0EA53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F14C40-6C08-3AB8-8D82-992A267AC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1D999-7480-91EB-C6BA-E82E0B3B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D10E2A-6DE1-565D-47E5-C197F8EE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72756C-B237-33A6-AD70-1F8A4D49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55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40B70-D67C-FAB9-9902-9426C4E6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26B0E8-05BC-A936-A17E-F596B8636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A256F6-DBEE-3270-0FE0-1BF2A7DD4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03113A-9A23-DAD5-B5CD-72CB780F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850932-B4BB-75DC-C812-0655D030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C66CFF-8868-7386-B2FF-9165252A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88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BEAA5-628D-3DB6-8900-6941D1BE4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CDB11-49AB-801C-BD91-FCEE16F33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C9EECE-9313-938C-4D5F-9DDA65EF5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12D5BC-0A25-D202-D09F-F0DB0C20E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FD6EA5-EE93-2B4C-DCDC-7B69BDA9B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840EBA-EA94-0065-2D78-B10688A21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CD836E-A326-BF12-3E27-D68D63EE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AE8CD7-8452-8140-8EF9-9F5FE64C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93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14DE8-4D05-E2E4-EE80-9C7D63B2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FC687D-6B4B-D345-CA02-2E3525BC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C26918-8FB1-5549-9AF1-50A63716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D33612-C261-EDCC-71B0-3343589D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65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1A6A67-B56E-FD16-9043-28919CE4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C71D13-CE70-E733-96AB-E6341E3A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025BB-E855-A579-C930-09C63AEF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466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9E522-42E7-B3CE-FB94-57867E434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064EF5-DB11-F3D7-D9A4-B84DECE0E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5C1524-E0EC-D2EF-E18F-7A32A11C4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4D0A36-4B00-912A-CE3A-57086A58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8935C8-CB2F-EA1B-9C7C-ADE25A19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D44760-1DAD-221F-5B30-65BE6DBB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48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AD25C-929D-E741-CC3A-B91D92C7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5CED-0A79-6EFD-2487-249474AE5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3381DC-2ECC-1600-493B-23D98C322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78E236-8E94-9CD4-4F4D-7BFCB35B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E07A5A-5A4E-ADCE-CC24-6C2B58DE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ADFCFD-C379-DF65-A23D-C08FA0CF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98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ECF39-D8F9-9221-EC0E-1951DD023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9C9E-CCCA-C24E-CBB1-A77E7491F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96481-A883-F093-4C0E-309247F5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3743E5-B6D3-7557-56D7-8ABA1979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F07B80-0978-7EC0-E128-4060A20A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0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434C28-D66D-3FAD-E5F2-CA2DECAD6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22F0DC-E6AA-F70E-A287-709CD30B2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F2901-54AC-9E34-610D-DDC31611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3AC229-D80C-5458-638E-4A37BBD9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2BE90-33E7-255D-AC03-6E249202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49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F26A82-0298-734C-5F45-4D26AAB3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5B4FC1-0176-1872-38CE-1CDBC8364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238B9-9DAA-1212-C4E0-652D129D7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06A17-B0CB-450B-A7C5-1D0DD3F5712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76B5DD-1CBD-39FA-4A70-8E375FFF5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30659F-E12C-3E97-F123-8EAA01F1F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42720-B41E-4F92-9A8D-E55FE211EB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71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6A82FC42-686A-793D-B6B0-8B7C0CC21340}"/>
              </a:ext>
            </a:extLst>
          </p:cNvPr>
          <p:cNvSpPr/>
          <p:nvPr/>
        </p:nvSpPr>
        <p:spPr>
          <a:xfrm>
            <a:off x="6060007" y="4105791"/>
            <a:ext cx="1684608" cy="148899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6" name="화살표: 아래쪽 1045">
            <a:extLst>
              <a:ext uri="{FF2B5EF4-FFF2-40B4-BE49-F238E27FC236}">
                <a16:creationId xmlns:a16="http://schemas.microsoft.com/office/drawing/2014/main" id="{8C8F5961-3826-BDFD-FF8D-F0DA302532F8}"/>
              </a:ext>
            </a:extLst>
          </p:cNvPr>
          <p:cNvSpPr/>
          <p:nvPr/>
        </p:nvSpPr>
        <p:spPr>
          <a:xfrm>
            <a:off x="4099290" y="3292044"/>
            <a:ext cx="406856" cy="7731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8" name="직사각형 1047">
            <a:extLst>
              <a:ext uri="{FF2B5EF4-FFF2-40B4-BE49-F238E27FC236}">
                <a16:creationId xmlns:a16="http://schemas.microsoft.com/office/drawing/2014/main" id="{4A039F93-3D61-B345-FBEA-2252B40BC190}"/>
              </a:ext>
            </a:extLst>
          </p:cNvPr>
          <p:cNvSpPr/>
          <p:nvPr/>
        </p:nvSpPr>
        <p:spPr>
          <a:xfrm>
            <a:off x="1360092" y="5655049"/>
            <a:ext cx="682192" cy="6062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6D0A6329-603A-AEDF-DF83-B1CAB4686206}"/>
              </a:ext>
            </a:extLst>
          </p:cNvPr>
          <p:cNvSpPr/>
          <p:nvPr/>
        </p:nvSpPr>
        <p:spPr>
          <a:xfrm>
            <a:off x="3829878" y="220262"/>
            <a:ext cx="1684608" cy="20499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FFCEF1A-CFBC-D3F0-82A3-6BB8E3E8C26E}"/>
              </a:ext>
            </a:extLst>
          </p:cNvPr>
          <p:cNvSpPr/>
          <p:nvPr/>
        </p:nvSpPr>
        <p:spPr>
          <a:xfrm>
            <a:off x="1320891" y="4132233"/>
            <a:ext cx="3631020" cy="14625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111873-A157-F342-1D57-27BC752F2856}"/>
              </a:ext>
            </a:extLst>
          </p:cNvPr>
          <p:cNvSpPr/>
          <p:nvPr/>
        </p:nvSpPr>
        <p:spPr>
          <a:xfrm>
            <a:off x="9098044" y="2203948"/>
            <a:ext cx="1667479" cy="20499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새 데이터베이스 - 무료 과학 기술개 아이콘">
            <a:extLst>
              <a:ext uri="{FF2B5EF4-FFF2-40B4-BE49-F238E27FC236}">
                <a16:creationId xmlns:a16="http://schemas.microsoft.com/office/drawing/2014/main" id="{2C1FC596-182E-DDB6-9D99-CBFE357CB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921" y="2510585"/>
            <a:ext cx="728118" cy="72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BE51789-79F8-0B7C-1AD6-6EFD6135E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974" y="687136"/>
            <a:ext cx="900082" cy="90008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D80D1F3-4B18-6082-5319-8F937F5FF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656" y="5693757"/>
            <a:ext cx="567580" cy="56758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7DBB352-6D81-DC7D-85EE-DF46CE81A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921" y="5660629"/>
            <a:ext cx="567580" cy="5675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0318CAD-AC99-D6C1-A872-D425DB34B5D0}"/>
              </a:ext>
            </a:extLst>
          </p:cNvPr>
          <p:cNvSpPr txBox="1"/>
          <p:nvPr/>
        </p:nvSpPr>
        <p:spPr>
          <a:xfrm>
            <a:off x="4047074" y="2312425"/>
            <a:ext cx="14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백업 서버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8" name="Picture 2" descr="새 데이터베이스 - 무료 과학 기술개 아이콘">
            <a:extLst>
              <a:ext uri="{FF2B5EF4-FFF2-40B4-BE49-F238E27FC236}">
                <a16:creationId xmlns:a16="http://schemas.microsoft.com/office/drawing/2014/main" id="{FF9B8802-FD66-C399-4FF7-F064999B8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589" y="3282525"/>
            <a:ext cx="728118" cy="72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264368E-A562-F662-538A-8716989A8C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671" y="4318317"/>
            <a:ext cx="887419" cy="88741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2D51B98-32BF-642B-7A56-CE22B7459690}"/>
              </a:ext>
            </a:extLst>
          </p:cNvPr>
          <p:cNvSpPr txBox="1"/>
          <p:nvPr/>
        </p:nvSpPr>
        <p:spPr>
          <a:xfrm>
            <a:off x="924303" y="176218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관리자 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8C44F8BF-C3DD-C074-9BF5-EFA2781AFF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818" y="406384"/>
            <a:ext cx="838828" cy="838828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7364D66-D776-3F01-273E-8107676851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58" y="4339948"/>
            <a:ext cx="808336" cy="80833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94FD9B6-3B57-E778-3D43-EA322C3C44D3}"/>
              </a:ext>
            </a:extLst>
          </p:cNvPr>
          <p:cNvSpPr txBox="1"/>
          <p:nvPr/>
        </p:nvSpPr>
        <p:spPr>
          <a:xfrm>
            <a:off x="9264240" y="4361102"/>
            <a:ext cx="1438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스토리지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FC516C-9EE5-CB1E-A92E-0F140ED1131F}"/>
              </a:ext>
            </a:extLst>
          </p:cNvPr>
          <p:cNvSpPr txBox="1"/>
          <p:nvPr/>
        </p:nvSpPr>
        <p:spPr>
          <a:xfrm>
            <a:off x="1212741" y="5126476"/>
            <a:ext cx="2454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웹 서버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95D6549A-FA88-2FA7-ABC4-821CDDA49E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341" y="4330341"/>
            <a:ext cx="808337" cy="80833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639DBBF-AAD1-967B-03B5-7836CDB6992F}"/>
              </a:ext>
            </a:extLst>
          </p:cNvPr>
          <p:cNvSpPr txBox="1"/>
          <p:nvPr/>
        </p:nvSpPr>
        <p:spPr>
          <a:xfrm>
            <a:off x="1128845" y="6282336"/>
            <a:ext cx="1096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dhcp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8" name="화살표: 왼쪽 1027">
            <a:extLst>
              <a:ext uri="{FF2B5EF4-FFF2-40B4-BE49-F238E27FC236}">
                <a16:creationId xmlns:a16="http://schemas.microsoft.com/office/drawing/2014/main" id="{A60E2FBF-8C54-7C81-F966-606EEAAC03F1}"/>
              </a:ext>
            </a:extLst>
          </p:cNvPr>
          <p:cNvSpPr/>
          <p:nvPr/>
        </p:nvSpPr>
        <p:spPr>
          <a:xfrm rot="1874929">
            <a:off x="5501807" y="2386548"/>
            <a:ext cx="3726251" cy="484632"/>
          </a:xfrm>
          <a:prstGeom prst="lef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4" name="화살표: 왼쪽 1023">
            <a:extLst>
              <a:ext uri="{FF2B5EF4-FFF2-40B4-BE49-F238E27FC236}">
                <a16:creationId xmlns:a16="http://schemas.microsoft.com/office/drawing/2014/main" id="{59BAEAC6-9E31-8648-7290-B09D1D70A8B3}"/>
              </a:ext>
            </a:extLst>
          </p:cNvPr>
          <p:cNvSpPr/>
          <p:nvPr/>
        </p:nvSpPr>
        <p:spPr>
          <a:xfrm rot="1762738">
            <a:off x="5633352" y="1488196"/>
            <a:ext cx="3803003" cy="484632"/>
          </a:xfrm>
          <a:prstGeom prst="lef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25" name="그림 1024">
            <a:extLst>
              <a:ext uri="{FF2B5EF4-FFF2-40B4-BE49-F238E27FC236}">
                <a16:creationId xmlns:a16="http://schemas.microsoft.com/office/drawing/2014/main" id="{2850A5CB-762A-DB02-2D83-C76741710B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718" y="1242898"/>
            <a:ext cx="918614" cy="918614"/>
          </a:xfrm>
          <a:prstGeom prst="rect">
            <a:avLst/>
          </a:prstGeom>
        </p:spPr>
      </p:pic>
      <p:sp>
        <p:nvSpPr>
          <p:cNvPr id="1036" name="화살표: 왼쪽으로 구부러짐 1035">
            <a:extLst>
              <a:ext uri="{FF2B5EF4-FFF2-40B4-BE49-F238E27FC236}">
                <a16:creationId xmlns:a16="http://schemas.microsoft.com/office/drawing/2014/main" id="{A14E7230-05F7-D249-B1ED-1B0EAE0FB80C}"/>
              </a:ext>
            </a:extLst>
          </p:cNvPr>
          <p:cNvSpPr/>
          <p:nvPr/>
        </p:nvSpPr>
        <p:spPr>
          <a:xfrm>
            <a:off x="10307089" y="2736484"/>
            <a:ext cx="527838" cy="1216152"/>
          </a:xfrm>
          <a:prstGeom prst="curvedLef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7" name="화살표: 왼쪽으로 구부러짐 1036">
            <a:extLst>
              <a:ext uri="{FF2B5EF4-FFF2-40B4-BE49-F238E27FC236}">
                <a16:creationId xmlns:a16="http://schemas.microsoft.com/office/drawing/2014/main" id="{34C82CF1-7C7C-E31C-5E44-03152618D496}"/>
              </a:ext>
            </a:extLst>
          </p:cNvPr>
          <p:cNvSpPr/>
          <p:nvPr/>
        </p:nvSpPr>
        <p:spPr>
          <a:xfrm rot="10800000">
            <a:off x="8961002" y="2674449"/>
            <a:ext cx="527838" cy="1216152"/>
          </a:xfrm>
          <a:prstGeom prst="curvedLef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8" name="화살표: 위로 굽음 1037">
            <a:extLst>
              <a:ext uri="{FF2B5EF4-FFF2-40B4-BE49-F238E27FC236}">
                <a16:creationId xmlns:a16="http://schemas.microsoft.com/office/drawing/2014/main" id="{A08510BB-08E8-EC10-2FFA-A44680F6B920}"/>
              </a:ext>
            </a:extLst>
          </p:cNvPr>
          <p:cNvSpPr/>
          <p:nvPr/>
        </p:nvSpPr>
        <p:spPr>
          <a:xfrm rot="5400000">
            <a:off x="5023999" y="492994"/>
            <a:ext cx="790358" cy="5389966"/>
          </a:xfrm>
          <a:prstGeom prst="bentUpArrow">
            <a:avLst>
              <a:gd name="adj1" fmla="val 25000"/>
              <a:gd name="adj2" fmla="val 26629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9" name="화살표: 아래쪽 1038">
            <a:extLst>
              <a:ext uri="{FF2B5EF4-FFF2-40B4-BE49-F238E27FC236}">
                <a16:creationId xmlns:a16="http://schemas.microsoft.com/office/drawing/2014/main" id="{8587D0FE-954A-F449-5E0D-B4C45688CFFF}"/>
              </a:ext>
            </a:extLst>
          </p:cNvPr>
          <p:cNvSpPr/>
          <p:nvPr/>
        </p:nvSpPr>
        <p:spPr>
          <a:xfrm>
            <a:off x="1909348" y="2330789"/>
            <a:ext cx="484632" cy="14625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1F83A027-E073-E604-4935-A3D8D8F0E551}"/>
              </a:ext>
            </a:extLst>
          </p:cNvPr>
          <p:cNvSpPr txBox="1"/>
          <p:nvPr/>
        </p:nvSpPr>
        <p:spPr>
          <a:xfrm>
            <a:off x="7261154" y="883271"/>
            <a:ext cx="1329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스토리지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ko-KR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백업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7" name="화살표: 아래쪽 1046">
            <a:extLst>
              <a:ext uri="{FF2B5EF4-FFF2-40B4-BE49-F238E27FC236}">
                <a16:creationId xmlns:a16="http://schemas.microsoft.com/office/drawing/2014/main" id="{E7BD893D-3125-1FBB-E954-99FCBB2D7FBE}"/>
              </a:ext>
            </a:extLst>
          </p:cNvPr>
          <p:cNvSpPr/>
          <p:nvPr/>
        </p:nvSpPr>
        <p:spPr>
          <a:xfrm rot="13027221">
            <a:off x="1606619" y="5263766"/>
            <a:ext cx="226095" cy="4850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76259D2D-CFDD-E646-DFE5-A7C321847BFA}"/>
              </a:ext>
            </a:extLst>
          </p:cNvPr>
          <p:cNvSpPr txBox="1"/>
          <p:nvPr/>
        </p:nvSpPr>
        <p:spPr>
          <a:xfrm>
            <a:off x="1064546" y="2877398"/>
            <a:ext cx="1329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NFS</a:t>
            </a:r>
          </a:p>
        </p:txBody>
      </p:sp>
      <p:sp>
        <p:nvSpPr>
          <p:cNvPr id="1045" name="화살표: 위로 굽음 1044">
            <a:extLst>
              <a:ext uri="{FF2B5EF4-FFF2-40B4-BE49-F238E27FC236}">
                <a16:creationId xmlns:a16="http://schemas.microsoft.com/office/drawing/2014/main" id="{D9E49311-F9B8-05B5-8719-9CDF2A2B96B7}"/>
              </a:ext>
            </a:extLst>
          </p:cNvPr>
          <p:cNvSpPr/>
          <p:nvPr/>
        </p:nvSpPr>
        <p:spPr>
          <a:xfrm rot="10800000" flipH="1" flipV="1">
            <a:off x="4030909" y="5154116"/>
            <a:ext cx="6491715" cy="947324"/>
          </a:xfrm>
          <a:prstGeom prst="bentUpArrow">
            <a:avLst>
              <a:gd name="adj1" fmla="val 25000"/>
              <a:gd name="adj2" fmla="val 26629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3E82F82-37A2-118B-E3ED-EB785604DC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627" y="5666918"/>
            <a:ext cx="501270" cy="502050"/>
          </a:xfrm>
          <a:prstGeom prst="rect">
            <a:avLst/>
          </a:prstGeom>
        </p:spPr>
      </p:pic>
      <p:cxnSp>
        <p:nvCxnSpPr>
          <p:cNvPr id="1050" name="직선 연결선 1049">
            <a:extLst>
              <a:ext uri="{FF2B5EF4-FFF2-40B4-BE49-F238E27FC236}">
                <a16:creationId xmlns:a16="http://schemas.microsoft.com/office/drawing/2014/main" id="{418F236A-B586-4DAF-8EF7-0F20F012A928}"/>
              </a:ext>
            </a:extLst>
          </p:cNvPr>
          <p:cNvCxnSpPr>
            <a:cxnSpLocks/>
          </p:cNvCxnSpPr>
          <p:nvPr/>
        </p:nvCxnSpPr>
        <p:spPr>
          <a:xfrm>
            <a:off x="3623653" y="4132233"/>
            <a:ext cx="0" cy="1462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2" name="Picture 4" descr="여러 대의 컴퓨터가 연결됨 - 무료 과학 기술개 아이콘">
            <a:extLst>
              <a:ext uri="{FF2B5EF4-FFF2-40B4-BE49-F238E27FC236}">
                <a16:creationId xmlns:a16="http://schemas.microsoft.com/office/drawing/2014/main" id="{E9FDB6CE-18BB-9E2F-0129-7E5E96F62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57" y="4235246"/>
            <a:ext cx="1222850" cy="122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6" name="TextBox 1055">
            <a:extLst>
              <a:ext uri="{FF2B5EF4-FFF2-40B4-BE49-F238E27FC236}">
                <a16:creationId xmlns:a16="http://schemas.microsoft.com/office/drawing/2014/main" id="{EDAA299A-3C87-9EBB-AB5A-7D718D8C5FE6}"/>
              </a:ext>
            </a:extLst>
          </p:cNvPr>
          <p:cNvSpPr txBox="1"/>
          <p:nvPr/>
        </p:nvSpPr>
        <p:spPr>
          <a:xfrm>
            <a:off x="6269457" y="5483351"/>
            <a:ext cx="1329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부서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7" name="화살표: 아래쪽 1056">
            <a:extLst>
              <a:ext uri="{FF2B5EF4-FFF2-40B4-BE49-F238E27FC236}">
                <a16:creationId xmlns:a16="http://schemas.microsoft.com/office/drawing/2014/main" id="{6814D672-D6B7-AAD0-ABB4-89AD333913B3}"/>
              </a:ext>
            </a:extLst>
          </p:cNvPr>
          <p:cNvSpPr/>
          <p:nvPr/>
        </p:nvSpPr>
        <p:spPr>
          <a:xfrm rot="5400000">
            <a:off x="4749894" y="4066037"/>
            <a:ext cx="400234" cy="26388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23E68A30-79B3-FF9D-12F2-5637C76EBA2B}"/>
              </a:ext>
            </a:extLst>
          </p:cNvPr>
          <p:cNvSpPr txBox="1"/>
          <p:nvPr/>
        </p:nvSpPr>
        <p:spPr>
          <a:xfrm>
            <a:off x="6612049" y="6228209"/>
            <a:ext cx="1329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 저장 </a:t>
            </a:r>
            <a:endParaRPr lang="en-US" altLang="ko-K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FCB35D16-0046-3C04-185E-7B3A165590D7}"/>
              </a:ext>
            </a:extLst>
          </p:cNvPr>
          <p:cNvSpPr txBox="1"/>
          <p:nvPr/>
        </p:nvSpPr>
        <p:spPr>
          <a:xfrm>
            <a:off x="2446620" y="2488002"/>
            <a:ext cx="1329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NFS</a:t>
            </a:r>
          </a:p>
        </p:txBody>
      </p:sp>
    </p:spTree>
    <p:extLst>
      <p:ext uri="{BB962C8B-B14F-4D97-AF65-F5344CB8AC3E}">
        <p14:creationId xmlns:p14="http://schemas.microsoft.com/office/powerpoint/2010/main" val="622835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15</Words>
  <Application>Microsoft Office PowerPoint</Application>
  <PresentationFormat>와이드스크린</PresentationFormat>
  <Paragraphs>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5</cp:revision>
  <dcterms:created xsi:type="dcterms:W3CDTF">2025-10-30T10:11:29Z</dcterms:created>
  <dcterms:modified xsi:type="dcterms:W3CDTF">2025-10-31T00:54:44Z</dcterms:modified>
</cp:coreProperties>
</file>