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AFDF0-86C1-327E-DD0D-FFA688784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01CB51-F671-9A9A-BF94-43428C29E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56AEE-36BE-7458-35CF-A6716CE53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1E8510-100B-F4A6-3676-47A8E409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28F81B-687C-DF85-B0A7-5F1D89D6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80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BCDFF-6D8D-AEA8-E53F-2A331CD8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26C55-BF98-CA05-9F80-718F88335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F17466-C732-A204-7B4F-DD3CFAA09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D5FB06-669C-EA79-8A69-B3E08D49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03B5C1-E7C3-2354-7F59-769A9E0F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46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AEC92-9879-4BB0-2209-AE1244D2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F16598-F484-E282-C5C4-8F52BDDBC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357681-DF46-87E6-0A7E-64AD3750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66550-816F-F771-6F73-8E12F35A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B8A771-D426-2B27-997D-CB8B2E7E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5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59C53-8A94-C806-44AD-7739707B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B5BD3E-5979-0A2E-F5A2-ADD88B5C9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3CD6AC-1888-B5B1-89B5-15F188650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8B78EB-2BCA-92FA-5750-E55B19E4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DA294E-56E6-B770-4F84-E7E8A118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4F52A-E43B-30D2-0591-4C282749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10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EFA66-9AE4-65A7-A089-507FCD53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E93389-D419-6959-9A0C-EAB365350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C850B4-DC84-2A5A-B52A-98126D9FA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DACD0B-E94E-FA00-9475-6FAB3FFAA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E6E48A-6226-3AF5-D0B7-5A94ED9BD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E7B84-5D2F-BE46-F432-56F4CF53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584287-EE0A-E394-4358-7E1ABD17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6FD200-143C-2F9A-B230-A041B610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99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3BF6B-0C3A-E5BD-91DD-F04ACA6D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AE762B-B7E5-853F-5171-3EDF18FD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9E407A-8640-E49E-9CA0-60935A22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28037-1932-D06A-1E50-4DAF0506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56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F4D9E5-CADF-A65F-8C61-A99960E9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E5221E-504C-9CEC-3563-DCDF7390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AAB5E-53EF-9862-1044-3C5F061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38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A654D-E129-EE20-6CD5-FB4DFF7E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218346-AB56-832A-F59B-61E5CE869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DF65EC-53DA-6A4D-05A5-D220C446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9EDC5-3E28-DDA1-B133-62F52D4D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AEB8D4-FA15-DA74-CE4F-99337755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07E1C-F99A-3AC3-3867-91FA2A0A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57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B02B4-B5F4-F4F0-7ECF-052533F52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3A06A7-42CB-F398-14B9-B97C996B7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2768FA-152B-2595-E3E8-7351E886F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8E8302-B542-0A66-46E3-A9CB67A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F18B9-E434-A4B4-7D6E-901FD7A4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21B1DA-1F9E-9137-D331-1454B51B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34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003FE-EF7E-BBC6-4A83-1B6807A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67ED38-CC54-E773-E93B-9CFB20FDA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D97AC-FB85-1EB5-9901-A893AD0D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24C6D-1035-36AE-D177-74A88D7B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57138-9D4B-E465-37B9-F1E4643A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7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1CD2D7-EAB1-2ACE-B7AA-26AB50BC2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BEC462-6243-0F85-9B91-D6F23D7B5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A8E10-E98C-F332-FDA6-CEB12792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F6AE8-2164-35A1-9EB0-DE61BC35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ACBB6-F7D7-A99E-9A74-7756AFE6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2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407C0C-64ED-D061-18D5-820F61C4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7FE22-7B84-4282-3AD3-12E175853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532EA-F73D-1AE5-E552-E67FA6F2B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E7AF-C4AC-4DB2-B66F-CAF7D715E738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49D62-C453-5490-506E-105925D16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C2A2A-656C-EC6A-7726-4C6E6454C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C83AB-7A82-4393-B44B-7737E4920F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타원 147">
            <a:extLst>
              <a:ext uri="{FF2B5EF4-FFF2-40B4-BE49-F238E27FC236}">
                <a16:creationId xmlns:a16="http://schemas.microsoft.com/office/drawing/2014/main" id="{F9FB69CD-062D-E51F-4B8E-E306F8E23773}"/>
              </a:ext>
            </a:extLst>
          </p:cNvPr>
          <p:cNvSpPr/>
          <p:nvPr/>
        </p:nvSpPr>
        <p:spPr>
          <a:xfrm>
            <a:off x="2053199" y="5481361"/>
            <a:ext cx="1364953" cy="1312506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6F0C370-4AC0-AE3D-B75A-7CB99F34BEC4}"/>
              </a:ext>
            </a:extLst>
          </p:cNvPr>
          <p:cNvSpPr/>
          <p:nvPr/>
        </p:nvSpPr>
        <p:spPr>
          <a:xfrm>
            <a:off x="1988368" y="211562"/>
            <a:ext cx="3280153" cy="177523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01653C61-868C-12A9-0887-723D858B8BC3}"/>
              </a:ext>
            </a:extLst>
          </p:cNvPr>
          <p:cNvSpPr/>
          <p:nvPr/>
        </p:nvSpPr>
        <p:spPr>
          <a:xfrm>
            <a:off x="153989" y="912207"/>
            <a:ext cx="2376476" cy="245194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95541FA0-89B2-1AED-1511-3F35104AAD54}"/>
              </a:ext>
            </a:extLst>
          </p:cNvPr>
          <p:cNvSpPr/>
          <p:nvPr/>
        </p:nvSpPr>
        <p:spPr>
          <a:xfrm>
            <a:off x="4231462" y="2771390"/>
            <a:ext cx="2444994" cy="23363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274B228D-433B-5F35-11C7-0CC0603D4CEF}"/>
              </a:ext>
            </a:extLst>
          </p:cNvPr>
          <p:cNvSpPr/>
          <p:nvPr/>
        </p:nvSpPr>
        <p:spPr>
          <a:xfrm>
            <a:off x="6799562" y="64013"/>
            <a:ext cx="5344445" cy="660026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459958" y="731708"/>
            <a:ext cx="1136458" cy="3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637572" y="3503468"/>
            <a:ext cx="654899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VTP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664793" y="459488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2731570" y="6393757"/>
            <a:ext cx="772294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US-DHCP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4976505" y="4492877"/>
            <a:ext cx="793807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CS-E-WEB</a:t>
            </a:r>
          </a:p>
          <a:p>
            <a:r>
              <a:rPr lang="en-US" altLang="ko-KR" sz="1000" b="1" dirty="0">
                <a:solidFill>
                  <a:schemeClr val="accent2"/>
                </a:solidFill>
              </a:rPr>
              <a:t>UBUNTU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4976505" y="3803562"/>
            <a:ext cx="824265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CS-H-WEB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4976505" y="3114246"/>
            <a:ext cx="901209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CS-DNS-VH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539235" y="456982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284962" y="1168175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622696" y="1186150"/>
            <a:ext cx="1392852" cy="2173882"/>
            <a:chOff x="1984477" y="409869"/>
            <a:chExt cx="1392852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729920" y="1311175"/>
              <a:ext cx="909223" cy="40011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CC"/>
                  </a:solidFill>
                </a:rPr>
                <a:t>ST-R10-SSD</a:t>
              </a:r>
            </a:p>
            <a:p>
              <a:r>
                <a:rPr lang="en-US" altLang="ko-KR" sz="1000" b="1" dirty="0">
                  <a:solidFill>
                    <a:srgbClr val="0000CC"/>
                  </a:solidFill>
                </a:rPr>
                <a:t>ROCKY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353516" y="1187744"/>
              <a:ext cx="1207382" cy="40011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solidFill>
                    <a:srgbClr val="ED7D31"/>
                  </a:solidFill>
                </a:rPr>
                <a:t>ST - R5-HDD-DC</a:t>
              </a:r>
            </a:p>
            <a:p>
              <a:r>
                <a:rPr lang="en-US" altLang="ko-KR" sz="1000" b="1" dirty="0">
                  <a:solidFill>
                    <a:srgbClr val="ED7D31"/>
                  </a:solidFill>
                </a:rPr>
                <a:t>UBUNTU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634716" y="1248613"/>
            <a:ext cx="707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 </a:t>
            </a:r>
          </a:p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control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907407" y="59905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99489" y="293849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846730" y="355354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599115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15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2482" y="28699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676342" y="1444810"/>
            <a:ext cx="1357814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 -JUPYTER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651601" y="600814"/>
            <a:ext cx="1146468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MB – </a:t>
            </a:r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</p:cNvCxnSpPr>
          <p:nvPr/>
        </p:nvCxnSpPr>
        <p:spPr>
          <a:xfrm flipH="1" flipV="1">
            <a:off x="3459678" y="566413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</p:cNvCxnSpPr>
          <p:nvPr/>
        </p:nvCxnSpPr>
        <p:spPr>
          <a:xfrm flipH="1">
            <a:off x="3421452" y="1142954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 flipV="1">
            <a:off x="1423560" y="1525612"/>
            <a:ext cx="211156" cy="1836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799226" y="2304661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686562" y="113551"/>
            <a:ext cx="1213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172.16.0.0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760299" y="471298"/>
            <a:ext cx="1066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16039" y="2862846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10.1.0.0 /23</a:t>
            </a:r>
            <a:endParaRPr lang="ko-KR" altLang="en-US" sz="8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3" y="2036158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024282" y="3266323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10.1.2.0 /23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1988368" y="4178660"/>
            <a:ext cx="9662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10.1.4.0 /23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3643179" y="3259539"/>
            <a:ext cx="935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10.1.8.0 /23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5" y="3505534"/>
            <a:ext cx="9656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10.1.10.0 /23</a:t>
            </a:r>
            <a:endParaRPr lang="ko-KR" altLang="en-US" sz="800" b="1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B176178-2F7A-3CA9-ACB5-89656FAEF936}"/>
              </a:ext>
            </a:extLst>
          </p:cNvPr>
          <p:cNvSpPr txBox="1"/>
          <p:nvPr/>
        </p:nvSpPr>
        <p:spPr>
          <a:xfrm>
            <a:off x="3603235" y="4179241"/>
            <a:ext cx="9944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10.1.6.0 /23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799657" y="4735062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10.1.12.0 /23</a:t>
            </a:r>
            <a:endParaRPr lang="ko-KR" altLang="en-US" sz="8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E0FD6F81-08E4-52DE-EA75-0650B56877C5}"/>
              </a:ext>
            </a:extLst>
          </p:cNvPr>
          <p:cNvSpPr txBox="1"/>
          <p:nvPr/>
        </p:nvSpPr>
        <p:spPr>
          <a:xfrm>
            <a:off x="1827981" y="4704359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10.1.16.0 /23</a:t>
            </a:r>
            <a:endParaRPr lang="ko-KR" altLang="en-US" sz="8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10.1.32.0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10.1.40.0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488604" y="5260905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128.128.0.0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8956" y="5247831"/>
            <a:ext cx="9718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10.1.14.0 /23</a:t>
            </a:r>
            <a:endParaRPr lang="ko-KR" altLang="en-US" sz="8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247012" y="3200990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31046" y="5881181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chemeClr val="accent1"/>
                </a:solidFill>
              </a:rPr>
              <a:t>IP 10.1.36.0 /22</a:t>
            </a:r>
            <a:endParaRPr lang="ko-KR" altLang="en-US" sz="8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4778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9001" y="31785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333404" y="43665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323294" y="35988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360700" y="287690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48464120-F018-5D6A-441F-F354367CB928}"/>
              </a:ext>
            </a:extLst>
          </p:cNvPr>
          <p:cNvCxnSpPr>
            <a:cxnSpLocks/>
            <a:stCxn id="284" idx="1"/>
          </p:cNvCxnSpPr>
          <p:nvPr/>
        </p:nvCxnSpPr>
        <p:spPr>
          <a:xfrm flipH="1">
            <a:off x="9239250" y="2520774"/>
            <a:ext cx="9433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DD14079A-19BD-8FE2-4B78-F6D6D33A70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82614" y="2417035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5D5A4E81-F38B-55AE-182C-36BDB2076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78" y="330008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E4F60DE7-27DF-428E-60E0-3A4B027CA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4251" y="32850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60D6D6D0-13A5-9453-279D-D1C44A5B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1395" y="329683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979B6C54-F2C6-A2A4-49A2-898F6E1F5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074" y="329498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A4C6894A-A80E-4DC9-B804-7E742C9ACC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15302" y="2417035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15E56400-D2BB-6EAA-E015-9CFF2C2F84F9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9975614" y="2624512"/>
            <a:ext cx="317223" cy="675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F93724DA-F7A8-8F67-B01D-4B8D99A5FA66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292837" y="2624512"/>
            <a:ext cx="255450" cy="660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5260EB02-2404-5769-36D9-0D2656805116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403059" y="2520774"/>
            <a:ext cx="9122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39F7D68C-3D2E-2C07-7864-5079E972E81D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125431" y="2624512"/>
            <a:ext cx="300094" cy="67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A225E794-61E7-D864-34C2-D4C69AFF6D9A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5525" y="2624512"/>
            <a:ext cx="184585" cy="670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27FA5568-0447-3F1F-3240-94B38037C376}"/>
              </a:ext>
            </a:extLst>
          </p:cNvPr>
          <p:cNvSpPr txBox="1"/>
          <p:nvPr/>
        </p:nvSpPr>
        <p:spPr>
          <a:xfrm>
            <a:off x="10041032" y="21914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95773D2-65E7-C926-8551-89DC22C331E0}"/>
              </a:ext>
            </a:extLst>
          </p:cNvPr>
          <p:cNvSpPr txBox="1"/>
          <p:nvPr/>
        </p:nvSpPr>
        <p:spPr>
          <a:xfrm>
            <a:off x="11101975" y="219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97B5EE8-EA96-1802-50B7-0BA4DD4EE0FC}"/>
              </a:ext>
            </a:extLst>
          </p:cNvPr>
          <p:cNvSpPr txBox="1"/>
          <p:nvPr/>
        </p:nvSpPr>
        <p:spPr>
          <a:xfrm>
            <a:off x="9669909" y="3506288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39A7FE80-8CE0-90D0-63E9-2A93C03BE90B}"/>
              </a:ext>
            </a:extLst>
          </p:cNvPr>
          <p:cNvSpPr txBox="1"/>
          <p:nvPr/>
        </p:nvSpPr>
        <p:spPr>
          <a:xfrm>
            <a:off x="10259504" y="3496191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EF4B415-2010-02C2-FA1A-FCCB75E436BC}"/>
              </a:ext>
            </a:extLst>
          </p:cNvPr>
          <p:cNvSpPr txBox="1"/>
          <p:nvPr/>
        </p:nvSpPr>
        <p:spPr>
          <a:xfrm>
            <a:off x="10851792" y="3495697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4727478-5973-2BD8-7435-43E0FD99A7D2}"/>
              </a:ext>
            </a:extLst>
          </p:cNvPr>
          <p:cNvSpPr txBox="1"/>
          <p:nvPr/>
        </p:nvSpPr>
        <p:spPr>
          <a:xfrm>
            <a:off x="11315237" y="3496260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ED98A665-F19A-4FFB-F59E-F9E9FE86D236}"/>
              </a:ext>
            </a:extLst>
          </p:cNvPr>
          <p:cNvSpPr txBox="1"/>
          <p:nvPr/>
        </p:nvSpPr>
        <p:spPr>
          <a:xfrm>
            <a:off x="9624064" y="367855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0C32B4E-14B9-C103-14D3-C58C06AA90B7}"/>
              </a:ext>
            </a:extLst>
          </p:cNvPr>
          <p:cNvSpPr txBox="1"/>
          <p:nvPr/>
        </p:nvSpPr>
        <p:spPr>
          <a:xfrm>
            <a:off x="10797806" y="366967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78229405-FC05-1813-6202-0171E93FA761}"/>
              </a:ext>
            </a:extLst>
          </p:cNvPr>
          <p:cNvSpPr txBox="1"/>
          <p:nvPr/>
        </p:nvSpPr>
        <p:spPr>
          <a:xfrm>
            <a:off x="10207967" y="3660638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C228417-7F38-344F-370F-F4866F9BDE69}"/>
              </a:ext>
            </a:extLst>
          </p:cNvPr>
          <p:cNvSpPr txBox="1"/>
          <p:nvPr/>
        </p:nvSpPr>
        <p:spPr>
          <a:xfrm>
            <a:off x="11300752" y="3669670"/>
            <a:ext cx="615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16344" y="5543965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10.1.44.0 /22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06555" y="587116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10.1.48.0 /22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6742F12B-378A-D5D8-643E-7C5CC102AFBF}"/>
              </a:ext>
            </a:extLst>
          </p:cNvPr>
          <p:cNvSpPr txBox="1"/>
          <p:nvPr/>
        </p:nvSpPr>
        <p:spPr>
          <a:xfrm>
            <a:off x="8767518" y="5541788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</a:p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IP 10.1.52.0 /22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0CB7240E-4E15-039C-D792-F3226FA110F2}"/>
              </a:ext>
            </a:extLst>
          </p:cNvPr>
          <p:cNvSpPr txBox="1"/>
          <p:nvPr/>
        </p:nvSpPr>
        <p:spPr>
          <a:xfrm>
            <a:off x="8762775" y="5873772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IP 10.1.56.0 /22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8603BFD-9487-F53F-9FB1-DFFCE7FB5458}"/>
              </a:ext>
            </a:extLst>
          </p:cNvPr>
          <p:cNvSpPr txBox="1"/>
          <p:nvPr/>
        </p:nvSpPr>
        <p:spPr>
          <a:xfrm flipH="1">
            <a:off x="3890380" y="175828"/>
            <a:ext cx="846720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 – iSCSI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50FD95D-FC97-08C8-38FB-0BACB6155620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916242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271</Words>
  <Application>Microsoft Office PowerPoint</Application>
  <PresentationFormat>와이드스크린</PresentationFormat>
  <Paragraphs>151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2</cp:revision>
  <dcterms:created xsi:type="dcterms:W3CDTF">2025-10-29T01:37:17Z</dcterms:created>
  <dcterms:modified xsi:type="dcterms:W3CDTF">2025-10-30T03:43:43Z</dcterms:modified>
</cp:coreProperties>
</file>