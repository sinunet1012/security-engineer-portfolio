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7" r:id="rId2"/>
    <p:sldId id="258" r:id="rId3"/>
    <p:sldId id="256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>
        <p:scale>
          <a:sx n="75" d="100"/>
          <a:sy n="75" d="100"/>
        </p:scale>
        <p:origin x="354" y="7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309F43-2A22-46CA-818F-F510A9283015}" type="datetimeFigureOut">
              <a:rPr lang="ko-KR" altLang="en-US" smtClean="0"/>
              <a:t>2025-10-28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781FD1-8FC6-403F-B54F-80D138105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23562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781FD1-8FC6-403F-B54F-80D1381058C5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9957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4D9104-C045-797F-97E9-A0678676A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78E5C79-47E5-3671-59A7-A41AE094C5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96B524F-6552-72B7-9ABF-CCF39F744F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2FDED3E-93B6-3274-FE74-B4487DF23F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781FD1-8FC6-403F-B54F-80D1381058C5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00432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73313D-A3F0-4B98-2A65-099808EDA7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F4AE590-4F0F-1F75-2B68-480041FB3B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38D668A-92F2-0725-AD9F-81DB7BB06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E0DE2-D790-4A12-84EE-BFB82405688F}" type="datetimeFigureOut">
              <a:rPr lang="ko-KR" altLang="en-US" smtClean="0"/>
              <a:t>2025-10-28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D137F17-51B4-8107-F8A0-0FFF69394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9D954BB-83EF-E3C8-0C14-EB4BB1054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1F7D1-4024-4ED9-9349-3A58AD51F6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97363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89BD6F-7D08-8A2D-873B-6A2EA6F53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60DCB45-B392-CF6F-6C64-B3E2C2A60F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71F50C2-A311-630E-0883-A484BE265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E0DE2-D790-4A12-84EE-BFB82405688F}" type="datetimeFigureOut">
              <a:rPr lang="ko-KR" altLang="en-US" smtClean="0"/>
              <a:t>2025-10-28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175FB47-8F75-324A-455C-03E233633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E3F0D19-178E-0A16-BD61-5CF45EF19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1F7D1-4024-4ED9-9349-3A58AD51F6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59402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394CFA-D3D5-FB01-7DB3-610819EAC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BE78450-AF60-498B-7EAD-6C6538ABE4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320EF3C-63C7-71AA-EA08-195909A3E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E0DE2-D790-4A12-84EE-BFB82405688F}" type="datetimeFigureOut">
              <a:rPr lang="ko-KR" altLang="en-US" smtClean="0"/>
              <a:t>2025-10-28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6582B10-74A2-C4C5-2904-2973B5048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2285FE1-5033-C297-183E-6B365B062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1F7D1-4024-4ED9-9349-3A58AD51F6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46777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530866-0649-F4A5-82F5-1C222CACC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2E6D9E9-BA0B-76F1-2638-9463078B75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DB4E57C-9A58-C2D2-325A-F055AA5BB1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DC5E2C0-D241-AAB0-B703-FB6F1B977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E0DE2-D790-4A12-84EE-BFB82405688F}" type="datetimeFigureOut">
              <a:rPr lang="ko-KR" altLang="en-US" smtClean="0"/>
              <a:t>2025-10-28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F5BE675-0BD0-1272-F04A-DC4B64606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70C2383-34B4-62E7-F518-D1B566562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1F7D1-4024-4ED9-9349-3A58AD51F6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97604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4906AC-A4AB-FF10-12CB-6B1550316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3763542-3331-B12F-FA38-8B7CA33698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1730D67-790D-4941-413B-708969DF31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1F2A669-9AC4-A783-8E98-3C53EA7A1C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145B4F7-8B63-D6AD-0BBF-47953D2E15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DF83A34-286F-AE75-DD4D-56973E702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E0DE2-D790-4A12-84EE-BFB82405688F}" type="datetimeFigureOut">
              <a:rPr lang="ko-KR" altLang="en-US" smtClean="0"/>
              <a:t>2025-10-28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EBA4895-1267-01EB-9344-9ADD32C95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2643F80-108B-35CE-1FC4-E2799E833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1F7D1-4024-4ED9-9349-3A58AD51F6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89447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5BFA7A-B43E-AF6D-D717-E24E3FD73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8A6483A-3875-A949-756D-63A00B226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E0DE2-D790-4A12-84EE-BFB82405688F}" type="datetimeFigureOut">
              <a:rPr lang="ko-KR" altLang="en-US" smtClean="0"/>
              <a:t>2025-10-28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393218B-6CD8-594A-CD3F-A07F92260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2805CEB-84B5-B3CE-7063-6FC308221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1F7D1-4024-4ED9-9349-3A58AD51F6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84331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6F3E3E9-AB82-3D0B-5D1D-B55EB64FD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E0DE2-D790-4A12-84EE-BFB82405688F}" type="datetimeFigureOut">
              <a:rPr lang="ko-KR" altLang="en-US" smtClean="0"/>
              <a:t>2025-10-28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76113D6-98A6-44AB-B12B-C401D2C23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D97C760-A2FF-9E03-5FB2-D57257CD6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1F7D1-4024-4ED9-9349-3A58AD51F6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94164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8720C6-BA2F-B69C-F50B-002847537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D71CE49-0BD9-C96B-E65D-BE3C9B32EA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F9AED05-D859-0F59-3C97-0294E35D70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7DCD6CC-73F8-A8EE-EC30-A028B5A1C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E0DE2-D790-4A12-84EE-BFB82405688F}" type="datetimeFigureOut">
              <a:rPr lang="ko-KR" altLang="en-US" smtClean="0"/>
              <a:t>2025-10-28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A29F361-28AC-8F8F-B80B-1C84392D1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A781A23-F793-45B4-C9EB-D90168B26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1F7D1-4024-4ED9-9349-3A58AD51F6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15592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E24567-95AE-46F1-646F-CA95B16AB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3F1C033-F644-BCB2-D85B-EA9165BA18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2F65313-0DC5-6421-2B6A-7679E355F8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8E06017-2E07-9C52-5ED4-ECF1B7FCA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E0DE2-D790-4A12-84EE-BFB82405688F}" type="datetimeFigureOut">
              <a:rPr lang="ko-KR" altLang="en-US" smtClean="0"/>
              <a:t>2025-10-28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05775CD-96C7-86CD-90F5-C12A9A747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595D954-F5E8-C7D4-18E8-FEBE9410D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1F7D1-4024-4ED9-9349-3A58AD51F6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40649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32B3B9-72BA-BCC3-52E4-C5F097298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3001FDB-9308-003A-0889-B28355D9CC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4AB2FF-BF22-1128-463D-F94CB1E86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E0DE2-D790-4A12-84EE-BFB82405688F}" type="datetimeFigureOut">
              <a:rPr lang="ko-KR" altLang="en-US" smtClean="0"/>
              <a:t>2025-10-28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0AADD0-0C48-9213-08DA-A0DE109B4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700F9A0-E5FC-1912-23B7-DA87187F2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1F7D1-4024-4ED9-9349-3A58AD51F6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96112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75F0300-1B6F-E7D8-9BAD-2A984D4C08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DBB843C-8093-9CCC-6A8C-D58DC12965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F580BC9-CD69-2F15-5201-16CFAEB49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E0DE2-D790-4A12-84EE-BFB82405688F}" type="datetimeFigureOut">
              <a:rPr lang="ko-KR" altLang="en-US" smtClean="0"/>
              <a:t>2025-10-28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CE55B42-66A9-68C4-40E2-58746AD53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686EB89-FE54-36D4-DB99-5B0DC5CD3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1F7D1-4024-4ED9-9349-3A58AD51F6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4797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96095E3-9D71-B3A7-45A4-FD137403C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C81D24B-784B-E698-C0F1-69DD11FC8F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16C31B-64D1-1E9D-4281-572A182DDD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8E0DE2-D790-4A12-84EE-BFB82405688F}" type="datetimeFigureOut">
              <a:rPr lang="ko-KR" altLang="en-US" smtClean="0"/>
              <a:t>2025-10-28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E6E6A4F-7F80-2B70-30BE-31B4E68F96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484D09E-5A1C-1603-E5CA-33DE42C05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F1F7D1-4024-4ED9-9349-3A58AD51F6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7114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sv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svg"/><Relationship Id="rId14" Type="http://schemas.openxmlformats.org/officeDocument/2006/relationships/image" Target="../media/image12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sv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svg"/><Relationship Id="rId14" Type="http://schemas.openxmlformats.org/officeDocument/2006/relationships/image" Target="../media/image12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svg"/><Relationship Id="rId10" Type="http://schemas.openxmlformats.org/officeDocument/2006/relationships/image" Target="../media/image9.sv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타원 86">
            <a:extLst>
              <a:ext uri="{FF2B5EF4-FFF2-40B4-BE49-F238E27FC236}">
                <a16:creationId xmlns:a16="http://schemas.microsoft.com/office/drawing/2014/main" id="{595C849E-E988-4D37-BCE0-8F3BDF2CCDA9}"/>
              </a:ext>
            </a:extLst>
          </p:cNvPr>
          <p:cNvSpPr/>
          <p:nvPr/>
        </p:nvSpPr>
        <p:spPr>
          <a:xfrm>
            <a:off x="2053199" y="5481361"/>
            <a:ext cx="1364953" cy="1312506"/>
          </a:xfrm>
          <a:prstGeom prst="ellipse">
            <a:avLst/>
          </a:prstGeom>
          <a:solidFill>
            <a:srgbClr val="00B050">
              <a:alpha val="31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4" name="타원 73">
            <a:extLst>
              <a:ext uri="{FF2B5EF4-FFF2-40B4-BE49-F238E27FC236}">
                <a16:creationId xmlns:a16="http://schemas.microsoft.com/office/drawing/2014/main" id="{BFCFA5DC-0819-CE9C-906F-E437F1FF289D}"/>
              </a:ext>
            </a:extLst>
          </p:cNvPr>
          <p:cNvSpPr/>
          <p:nvPr/>
        </p:nvSpPr>
        <p:spPr>
          <a:xfrm>
            <a:off x="1988368" y="211562"/>
            <a:ext cx="3280153" cy="1775237"/>
          </a:xfrm>
          <a:prstGeom prst="ellipse">
            <a:avLst/>
          </a:prstGeom>
          <a:solidFill>
            <a:schemeClr val="accent1">
              <a:alpha val="3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0" name="타원 89">
            <a:extLst>
              <a:ext uri="{FF2B5EF4-FFF2-40B4-BE49-F238E27FC236}">
                <a16:creationId xmlns:a16="http://schemas.microsoft.com/office/drawing/2014/main" id="{5C7F9F34-4499-99CF-369D-9BE5C0AD7D01}"/>
              </a:ext>
            </a:extLst>
          </p:cNvPr>
          <p:cNvSpPr/>
          <p:nvPr/>
        </p:nvSpPr>
        <p:spPr>
          <a:xfrm>
            <a:off x="153989" y="912207"/>
            <a:ext cx="2376476" cy="2451940"/>
          </a:xfrm>
          <a:prstGeom prst="ellipse">
            <a:avLst/>
          </a:prstGeom>
          <a:solidFill>
            <a:srgbClr val="FFFF00">
              <a:alpha val="31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4184D13C-955D-29D6-0461-4640D93D5820}"/>
              </a:ext>
            </a:extLst>
          </p:cNvPr>
          <p:cNvSpPr/>
          <p:nvPr/>
        </p:nvSpPr>
        <p:spPr>
          <a:xfrm>
            <a:off x="4231462" y="2771390"/>
            <a:ext cx="2444994" cy="2336367"/>
          </a:xfrm>
          <a:prstGeom prst="ellipse">
            <a:avLst/>
          </a:prstGeom>
          <a:solidFill>
            <a:srgbClr val="FF0000">
              <a:alpha val="31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A1D802B8-3278-6AFA-A7E4-0CBC6D2AC19E}"/>
              </a:ext>
            </a:extLst>
          </p:cNvPr>
          <p:cNvSpPr/>
          <p:nvPr/>
        </p:nvSpPr>
        <p:spPr>
          <a:xfrm>
            <a:off x="6776283" y="156914"/>
            <a:ext cx="5344445" cy="6600267"/>
          </a:xfrm>
          <a:prstGeom prst="ellipse">
            <a:avLst/>
          </a:prstGeom>
          <a:solidFill>
            <a:srgbClr val="00B0F0">
              <a:alpha val="31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FA6A0E03-6443-C1C7-7651-0725138358E3}"/>
              </a:ext>
            </a:extLst>
          </p:cNvPr>
          <p:cNvCxnSpPr>
            <a:cxnSpLocks/>
            <a:stCxn id="256" idx="1"/>
            <a:endCxn id="2" idx="1"/>
          </p:cNvCxnSpPr>
          <p:nvPr/>
        </p:nvCxnSpPr>
        <p:spPr>
          <a:xfrm flipH="1" flipV="1">
            <a:off x="4459958" y="731708"/>
            <a:ext cx="1136458" cy="37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직선 연결선 107">
            <a:extLst>
              <a:ext uri="{FF2B5EF4-FFF2-40B4-BE49-F238E27FC236}">
                <a16:creationId xmlns:a16="http://schemas.microsoft.com/office/drawing/2014/main" id="{87CA2628-EECC-BE41-425F-06085598841E}"/>
              </a:ext>
            </a:extLst>
          </p:cNvPr>
          <p:cNvCxnSpPr>
            <a:cxnSpLocks/>
            <a:stCxn id="71" idx="2"/>
            <a:endCxn id="78" idx="0"/>
          </p:cNvCxnSpPr>
          <p:nvPr/>
        </p:nvCxnSpPr>
        <p:spPr>
          <a:xfrm flipH="1">
            <a:off x="9108414" y="2624512"/>
            <a:ext cx="19243" cy="126165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3">
            <a:extLst>
              <a:ext uri="{FF2B5EF4-FFF2-40B4-BE49-F238E27FC236}">
                <a16:creationId xmlns:a16="http://schemas.microsoft.com/office/drawing/2014/main" id="{EDABDFA6-19D9-E12C-B405-2C129242BBF8}"/>
              </a:ext>
            </a:extLst>
          </p:cNvPr>
          <p:cNvSpPr/>
          <p:nvPr/>
        </p:nvSpPr>
        <p:spPr>
          <a:xfrm>
            <a:off x="5805494" y="-646424"/>
            <a:ext cx="1469233" cy="377486"/>
          </a:xfrm>
          <a:prstGeom prst="rect">
            <a:avLst/>
          </a:prstGeom>
          <a:solidFill>
            <a:srgbClr val="00B05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Picture 2" descr="Data server ">
            <a:extLst>
              <a:ext uri="{FF2B5EF4-FFF2-40B4-BE49-F238E27FC236}">
                <a16:creationId xmlns:a16="http://schemas.microsoft.com/office/drawing/2014/main" id="{97C1AC17-DD52-B9CB-E61B-587F7D4C88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8368" y="-638525"/>
            <a:ext cx="438149" cy="438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1DE9B85-F5C1-DCA4-86A1-E519D5704C26}"/>
              </a:ext>
            </a:extLst>
          </p:cNvPr>
          <p:cNvSpPr txBox="1"/>
          <p:nvPr/>
        </p:nvSpPr>
        <p:spPr>
          <a:xfrm>
            <a:off x="11101975" y="-588486"/>
            <a:ext cx="8675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 dirty="0" err="1"/>
              <a:t>DNS_server</a:t>
            </a:r>
            <a:endParaRPr lang="ko-KR" altLang="en-US" sz="1100" b="1" dirty="0"/>
          </a:p>
        </p:txBody>
      </p:sp>
      <p:pic>
        <p:nvPicPr>
          <p:cNvPr id="8" name="Picture 16" descr="Computer">
            <a:extLst>
              <a:ext uri="{FF2B5EF4-FFF2-40B4-BE49-F238E27FC236}">
                <a16:creationId xmlns:a16="http://schemas.microsoft.com/office/drawing/2014/main" id="{6A7EAAFF-E779-EAF2-C00C-2C74CFB708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3467" y="-619004"/>
            <a:ext cx="377486" cy="377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9393B08-EB55-A119-C481-C72A75283D44}"/>
              </a:ext>
            </a:extLst>
          </p:cNvPr>
          <p:cNvSpPr txBox="1"/>
          <p:nvPr/>
        </p:nvSpPr>
        <p:spPr>
          <a:xfrm>
            <a:off x="7596185" y="-615514"/>
            <a:ext cx="862674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>
                <a:solidFill>
                  <a:srgbClr val="00B050"/>
                </a:solidFill>
              </a:rPr>
              <a:t>일반 부서</a:t>
            </a:r>
          </a:p>
        </p:txBody>
      </p:sp>
      <p:pic>
        <p:nvPicPr>
          <p:cNvPr id="10" name="그래픽 9">
            <a:extLst>
              <a:ext uri="{FF2B5EF4-FFF2-40B4-BE49-F238E27FC236}">
                <a16:creationId xmlns:a16="http://schemas.microsoft.com/office/drawing/2014/main" id="{01A0295D-576E-35F6-680E-52383CD56A7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13397" y="-512647"/>
            <a:ext cx="376089" cy="256425"/>
          </a:xfrm>
          <a:prstGeom prst="rect">
            <a:avLst/>
          </a:prstGeom>
        </p:spPr>
      </p:pic>
      <p:pic>
        <p:nvPicPr>
          <p:cNvPr id="11" name="Picture 30" descr="Server ">
            <a:extLst>
              <a:ext uri="{FF2B5EF4-FFF2-40B4-BE49-F238E27FC236}">
                <a16:creationId xmlns:a16="http://schemas.microsoft.com/office/drawing/2014/main" id="{CEF68412-033B-2A61-F6D0-14C8B4B463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8716" y="-646293"/>
            <a:ext cx="400110" cy="400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E83F992-A66E-6485-9030-DEEA5ED37449}"/>
              </a:ext>
            </a:extLst>
          </p:cNvPr>
          <p:cNvSpPr txBox="1"/>
          <p:nvPr/>
        </p:nvSpPr>
        <p:spPr>
          <a:xfrm>
            <a:off x="8621025" y="-707848"/>
            <a:ext cx="862674" cy="4616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/>
              <a:t>Vlan20</a:t>
            </a:r>
          </a:p>
          <a:p>
            <a:pPr algn="ctr"/>
            <a:r>
              <a:rPr lang="en-US" altLang="ko-KR" sz="1200" b="1" dirty="0" err="1"/>
              <a:t>dhcp</a:t>
            </a:r>
            <a:endParaRPr lang="en-US" altLang="ko-KR" sz="12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028C437-74DD-4330-B921-5CCFA2664B66}"/>
              </a:ext>
            </a:extLst>
          </p:cNvPr>
          <p:cNvSpPr txBox="1"/>
          <p:nvPr/>
        </p:nvSpPr>
        <p:spPr>
          <a:xfrm>
            <a:off x="9645865" y="-626004"/>
            <a:ext cx="12939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00" b="1" dirty="0">
                <a:solidFill>
                  <a:srgbClr val="0000CC"/>
                </a:solidFill>
              </a:rPr>
              <a:t>일반</a:t>
            </a:r>
            <a:r>
              <a:rPr lang="en-US" altLang="ko-KR" sz="1000" b="1" dirty="0">
                <a:solidFill>
                  <a:srgbClr val="0000CC"/>
                </a:solidFill>
              </a:rPr>
              <a:t>/</a:t>
            </a:r>
            <a:r>
              <a:rPr lang="ko-KR" altLang="en-US" sz="1000" b="1" dirty="0">
                <a:solidFill>
                  <a:srgbClr val="0000CC"/>
                </a:solidFill>
              </a:rPr>
              <a:t>백업 스토리지</a:t>
            </a:r>
            <a:endParaRPr lang="en-US" altLang="ko-KR" sz="1000" b="1" dirty="0">
              <a:solidFill>
                <a:srgbClr val="0000CC"/>
              </a:solidFill>
            </a:endParaRPr>
          </a:p>
          <a:p>
            <a:pPr algn="ctr"/>
            <a:r>
              <a:rPr lang="en-US" altLang="ko-KR" sz="1000" b="1" dirty="0">
                <a:solidFill>
                  <a:srgbClr val="0000CC"/>
                </a:solidFill>
              </a:rPr>
              <a:t>SMB </a:t>
            </a:r>
            <a:r>
              <a:rPr lang="ko-KR" altLang="en-US" sz="1000" b="1" dirty="0">
                <a:solidFill>
                  <a:srgbClr val="0000CC"/>
                </a:solidFill>
              </a:rPr>
              <a:t>연결</a:t>
            </a:r>
          </a:p>
        </p:txBody>
      </p:sp>
      <p:pic>
        <p:nvPicPr>
          <p:cNvPr id="14" name="그래픽 13">
            <a:extLst>
              <a:ext uri="{FF2B5EF4-FFF2-40B4-BE49-F238E27FC236}">
                <a16:creationId xmlns:a16="http://schemas.microsoft.com/office/drawing/2014/main" id="{0D3D8509-FACF-4A2A-118C-8A9A99BFB5A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82935" y="-522684"/>
            <a:ext cx="618490" cy="276501"/>
          </a:xfrm>
          <a:prstGeom prst="rect">
            <a:avLst/>
          </a:prstGeom>
        </p:spPr>
      </p:pic>
      <p:pic>
        <p:nvPicPr>
          <p:cNvPr id="71" name="그래픽 70">
            <a:extLst>
              <a:ext uri="{FF2B5EF4-FFF2-40B4-BE49-F238E27FC236}">
                <a16:creationId xmlns:a16="http://schemas.microsoft.com/office/drawing/2014/main" id="{024DCE2E-D8F1-B9B5-9788-3732D21D820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939612" y="2368087"/>
            <a:ext cx="376089" cy="256425"/>
          </a:xfrm>
          <a:prstGeom prst="rect">
            <a:avLst/>
          </a:prstGeom>
        </p:spPr>
      </p:pic>
      <p:pic>
        <p:nvPicPr>
          <p:cNvPr id="75" name="그래픽 74">
            <a:extLst>
              <a:ext uri="{FF2B5EF4-FFF2-40B4-BE49-F238E27FC236}">
                <a16:creationId xmlns:a16="http://schemas.microsoft.com/office/drawing/2014/main" id="{FBB79248-4E2D-7A6B-5719-1CC91095949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90084" y="-516212"/>
            <a:ext cx="220445" cy="207477"/>
          </a:xfrm>
          <a:prstGeom prst="rect">
            <a:avLst/>
          </a:prstGeom>
        </p:spPr>
      </p:pic>
      <p:pic>
        <p:nvPicPr>
          <p:cNvPr id="44" name="그래픽 43">
            <a:extLst>
              <a:ext uri="{FF2B5EF4-FFF2-40B4-BE49-F238E27FC236}">
                <a16:creationId xmlns:a16="http://schemas.microsoft.com/office/drawing/2014/main" id="{3BDE070E-92E4-9B32-976A-DDAC8E3BE39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060430" y="3888279"/>
            <a:ext cx="220445" cy="207477"/>
          </a:xfrm>
          <a:prstGeom prst="rect">
            <a:avLst/>
          </a:prstGeom>
        </p:spPr>
      </p:pic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C4BD439E-38E6-F523-B6E7-E9859A8DBCBD}"/>
              </a:ext>
            </a:extLst>
          </p:cNvPr>
          <p:cNvCxnSpPr>
            <a:cxnSpLocks/>
            <a:stCxn id="78" idx="1"/>
          </p:cNvCxnSpPr>
          <p:nvPr/>
        </p:nvCxnSpPr>
        <p:spPr>
          <a:xfrm flipH="1">
            <a:off x="8047317" y="3989909"/>
            <a:ext cx="950874" cy="476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" name="Picture 16" descr="Computer">
            <a:extLst>
              <a:ext uri="{FF2B5EF4-FFF2-40B4-BE49-F238E27FC236}">
                <a16:creationId xmlns:a16="http://schemas.microsoft.com/office/drawing/2014/main" id="{901FAAB1-7909-4566-6E03-BFF40CDDF2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0598" y="4940931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" name="Picture 16" descr="Computer">
            <a:extLst>
              <a:ext uri="{FF2B5EF4-FFF2-40B4-BE49-F238E27FC236}">
                <a16:creationId xmlns:a16="http://schemas.microsoft.com/office/drawing/2014/main" id="{1EB558C3-4616-FE0E-6B82-9F2290A3E6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6656" y="4938597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B96E2AE5-188B-A2B7-393D-3E5FC6BCB358}"/>
              </a:ext>
            </a:extLst>
          </p:cNvPr>
          <p:cNvCxnSpPr>
            <a:cxnSpLocks/>
            <a:stCxn id="44" idx="2"/>
            <a:endCxn id="51" idx="0"/>
          </p:cNvCxnSpPr>
          <p:nvPr/>
        </p:nvCxnSpPr>
        <p:spPr>
          <a:xfrm flipH="1">
            <a:off x="8114634" y="4095756"/>
            <a:ext cx="56019" cy="8451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12761CBD-3D7C-F478-2F7E-E187A08E73F8}"/>
              </a:ext>
            </a:extLst>
          </p:cNvPr>
          <p:cNvCxnSpPr>
            <a:cxnSpLocks/>
            <a:stCxn id="44" idx="2"/>
            <a:endCxn id="52" idx="0"/>
          </p:cNvCxnSpPr>
          <p:nvPr/>
        </p:nvCxnSpPr>
        <p:spPr>
          <a:xfrm>
            <a:off x="8170653" y="4095756"/>
            <a:ext cx="250039" cy="84284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6" name="그래픽 75">
            <a:extLst>
              <a:ext uri="{FF2B5EF4-FFF2-40B4-BE49-F238E27FC236}">
                <a16:creationId xmlns:a16="http://schemas.microsoft.com/office/drawing/2014/main" id="{6E822AA2-CFB5-A0C0-DC63-D705CE81F12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104167" y="3873583"/>
            <a:ext cx="220445" cy="207477"/>
          </a:xfrm>
          <a:prstGeom prst="rect">
            <a:avLst/>
          </a:prstGeom>
        </p:spPr>
      </p:pic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A72EA928-1D9C-CCB7-1371-A9B1F271087F}"/>
              </a:ext>
            </a:extLst>
          </p:cNvPr>
          <p:cNvCxnSpPr>
            <a:cxnSpLocks/>
            <a:stCxn id="44" idx="1"/>
            <a:endCxn id="76" idx="3"/>
          </p:cNvCxnSpPr>
          <p:nvPr/>
        </p:nvCxnSpPr>
        <p:spPr>
          <a:xfrm flipH="1" flipV="1">
            <a:off x="7324612" y="3977322"/>
            <a:ext cx="735818" cy="146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81" name="Picture 16" descr="Computer">
            <a:extLst>
              <a:ext uri="{FF2B5EF4-FFF2-40B4-BE49-F238E27FC236}">
                <a16:creationId xmlns:a16="http://schemas.microsoft.com/office/drawing/2014/main" id="{97D381B4-23AF-2503-C724-9B80B697C8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4776" y="4911740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" name="Picture 16" descr="Computer">
            <a:extLst>
              <a:ext uri="{FF2B5EF4-FFF2-40B4-BE49-F238E27FC236}">
                <a16:creationId xmlns:a16="http://schemas.microsoft.com/office/drawing/2014/main" id="{EA8D03FA-6F8A-D420-0EE9-3C55DD2B70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0103" y="4936629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8" name="Picture 16" descr="Computer">
            <a:extLst>
              <a:ext uri="{FF2B5EF4-FFF2-40B4-BE49-F238E27FC236}">
                <a16:creationId xmlns:a16="http://schemas.microsoft.com/office/drawing/2014/main" id="{FE391243-758E-56EC-2ED4-271A915B92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4805" y="4942753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9" name="직선 연결선 98">
            <a:extLst>
              <a:ext uri="{FF2B5EF4-FFF2-40B4-BE49-F238E27FC236}">
                <a16:creationId xmlns:a16="http://schemas.microsoft.com/office/drawing/2014/main" id="{B8BF3A53-4EA8-55AC-73E6-0589121104C4}"/>
              </a:ext>
            </a:extLst>
          </p:cNvPr>
          <p:cNvCxnSpPr>
            <a:cxnSpLocks/>
          </p:cNvCxnSpPr>
          <p:nvPr/>
        </p:nvCxnSpPr>
        <p:spPr>
          <a:xfrm flipV="1">
            <a:off x="7783026" y="4062685"/>
            <a:ext cx="344531" cy="90631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3" name="그래픽 112">
            <a:extLst>
              <a:ext uri="{FF2B5EF4-FFF2-40B4-BE49-F238E27FC236}">
                <a16:creationId xmlns:a16="http://schemas.microsoft.com/office/drawing/2014/main" id="{7BD6B12D-E3AB-E473-6F34-EE97714857B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982267" y="1547793"/>
            <a:ext cx="376089" cy="256425"/>
          </a:xfrm>
          <a:prstGeom prst="rect">
            <a:avLst/>
          </a:prstGeom>
        </p:spPr>
      </p:pic>
      <p:pic>
        <p:nvPicPr>
          <p:cNvPr id="114" name="그래픽 113">
            <a:extLst>
              <a:ext uri="{FF2B5EF4-FFF2-40B4-BE49-F238E27FC236}">
                <a16:creationId xmlns:a16="http://schemas.microsoft.com/office/drawing/2014/main" id="{FB4FB836-6416-CA55-693A-A41D16ADF6D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113677" y="2378175"/>
            <a:ext cx="376089" cy="256425"/>
          </a:xfrm>
          <a:prstGeom prst="rect">
            <a:avLst/>
          </a:prstGeom>
        </p:spPr>
      </p:pic>
      <p:pic>
        <p:nvPicPr>
          <p:cNvPr id="116" name="그래픽 115">
            <a:extLst>
              <a:ext uri="{FF2B5EF4-FFF2-40B4-BE49-F238E27FC236}">
                <a16:creationId xmlns:a16="http://schemas.microsoft.com/office/drawing/2014/main" id="{28925D98-A8AC-D57D-47BE-7446F1F2148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334046" y="3706213"/>
            <a:ext cx="376089" cy="256425"/>
          </a:xfrm>
          <a:prstGeom prst="rect">
            <a:avLst/>
          </a:prstGeom>
        </p:spPr>
      </p:pic>
      <p:pic>
        <p:nvPicPr>
          <p:cNvPr id="117" name="그래픽 116">
            <a:extLst>
              <a:ext uri="{FF2B5EF4-FFF2-40B4-BE49-F238E27FC236}">
                <a16:creationId xmlns:a16="http://schemas.microsoft.com/office/drawing/2014/main" id="{D5F714A0-B6D5-EA21-2696-C503B2820BF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907407" y="3706212"/>
            <a:ext cx="376089" cy="256425"/>
          </a:xfrm>
          <a:prstGeom prst="rect">
            <a:avLst/>
          </a:prstGeom>
        </p:spPr>
      </p:pic>
      <p:pic>
        <p:nvPicPr>
          <p:cNvPr id="118" name="그래픽 117">
            <a:extLst>
              <a:ext uri="{FF2B5EF4-FFF2-40B4-BE49-F238E27FC236}">
                <a16:creationId xmlns:a16="http://schemas.microsoft.com/office/drawing/2014/main" id="{C7B91C95-050E-EDAF-0B68-7B2165C0AB5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113679" y="3178151"/>
            <a:ext cx="376089" cy="256425"/>
          </a:xfrm>
          <a:prstGeom prst="rect">
            <a:avLst/>
          </a:prstGeom>
        </p:spPr>
      </p:pic>
      <p:pic>
        <p:nvPicPr>
          <p:cNvPr id="119" name="그래픽 118">
            <a:extLst>
              <a:ext uri="{FF2B5EF4-FFF2-40B4-BE49-F238E27FC236}">
                <a16:creationId xmlns:a16="http://schemas.microsoft.com/office/drawing/2014/main" id="{4111A750-C787-95A0-AA00-EB848A5E4BE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113678" y="4270853"/>
            <a:ext cx="376089" cy="256425"/>
          </a:xfrm>
          <a:prstGeom prst="rect">
            <a:avLst/>
          </a:prstGeom>
        </p:spPr>
      </p:pic>
      <p:cxnSp>
        <p:nvCxnSpPr>
          <p:cNvPr id="121" name="직선 연결선 120">
            <a:extLst>
              <a:ext uri="{FF2B5EF4-FFF2-40B4-BE49-F238E27FC236}">
                <a16:creationId xmlns:a16="http://schemas.microsoft.com/office/drawing/2014/main" id="{5FD57B3B-05AE-6BFA-E57C-AE240F47F72F}"/>
              </a:ext>
            </a:extLst>
          </p:cNvPr>
          <p:cNvCxnSpPr>
            <a:cxnSpLocks/>
            <a:stCxn id="118" idx="1"/>
            <a:endCxn id="116" idx="0"/>
          </p:cNvCxnSpPr>
          <p:nvPr/>
        </p:nvCxnSpPr>
        <p:spPr>
          <a:xfrm flipH="1">
            <a:off x="2522091" y="3306364"/>
            <a:ext cx="591588" cy="39984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직선 연결선 123">
            <a:extLst>
              <a:ext uri="{FF2B5EF4-FFF2-40B4-BE49-F238E27FC236}">
                <a16:creationId xmlns:a16="http://schemas.microsoft.com/office/drawing/2014/main" id="{5782217D-A1AC-1A2D-BB81-04B0F4CC8CA0}"/>
              </a:ext>
            </a:extLst>
          </p:cNvPr>
          <p:cNvCxnSpPr>
            <a:cxnSpLocks/>
            <a:stCxn id="119" idx="1"/>
            <a:endCxn id="116" idx="2"/>
          </p:cNvCxnSpPr>
          <p:nvPr/>
        </p:nvCxnSpPr>
        <p:spPr>
          <a:xfrm flipH="1" flipV="1">
            <a:off x="2522091" y="3962638"/>
            <a:ext cx="591587" cy="4364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37B6F898-7623-7FAA-A32F-D236517B008E}"/>
              </a:ext>
            </a:extLst>
          </p:cNvPr>
          <p:cNvCxnSpPr>
            <a:cxnSpLocks/>
            <a:stCxn id="118" idx="3"/>
            <a:endCxn id="117" idx="0"/>
          </p:cNvCxnSpPr>
          <p:nvPr/>
        </p:nvCxnSpPr>
        <p:spPr>
          <a:xfrm>
            <a:off x="3489768" y="3306364"/>
            <a:ext cx="605684" cy="3998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직선 연결선 129">
            <a:extLst>
              <a:ext uri="{FF2B5EF4-FFF2-40B4-BE49-F238E27FC236}">
                <a16:creationId xmlns:a16="http://schemas.microsoft.com/office/drawing/2014/main" id="{8E771C75-7844-A8F8-7FBB-C88E1A3295A6}"/>
              </a:ext>
            </a:extLst>
          </p:cNvPr>
          <p:cNvCxnSpPr>
            <a:cxnSpLocks/>
            <a:stCxn id="117" idx="2"/>
          </p:cNvCxnSpPr>
          <p:nvPr/>
        </p:nvCxnSpPr>
        <p:spPr>
          <a:xfrm flipH="1">
            <a:off x="3503863" y="3962637"/>
            <a:ext cx="591589" cy="4364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3" name="그래픽 132">
            <a:extLst>
              <a:ext uri="{FF2B5EF4-FFF2-40B4-BE49-F238E27FC236}">
                <a16:creationId xmlns:a16="http://schemas.microsoft.com/office/drawing/2014/main" id="{0394D150-905A-ADBE-622C-A8ACD389C9D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664844" y="5423312"/>
            <a:ext cx="220445" cy="207477"/>
          </a:xfrm>
          <a:prstGeom prst="rect">
            <a:avLst/>
          </a:prstGeom>
        </p:spPr>
      </p:pic>
      <p:pic>
        <p:nvPicPr>
          <p:cNvPr id="134" name="그래픽 133">
            <a:extLst>
              <a:ext uri="{FF2B5EF4-FFF2-40B4-BE49-F238E27FC236}">
                <a16:creationId xmlns:a16="http://schemas.microsoft.com/office/drawing/2014/main" id="{C0F1F9A5-F85F-1092-B29E-FFC1D61F244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699736" y="5425804"/>
            <a:ext cx="246467" cy="231968"/>
          </a:xfrm>
          <a:prstGeom prst="rect">
            <a:avLst/>
          </a:prstGeom>
        </p:spPr>
      </p:pic>
      <p:cxnSp>
        <p:nvCxnSpPr>
          <p:cNvPr id="136" name="직선 연결선 135">
            <a:extLst>
              <a:ext uri="{FF2B5EF4-FFF2-40B4-BE49-F238E27FC236}">
                <a16:creationId xmlns:a16="http://schemas.microsoft.com/office/drawing/2014/main" id="{0524982D-5DCC-90E5-36C5-A7C3692494C4}"/>
              </a:ext>
            </a:extLst>
          </p:cNvPr>
          <p:cNvCxnSpPr>
            <a:cxnSpLocks/>
            <a:stCxn id="182" idx="2"/>
            <a:endCxn id="133" idx="0"/>
          </p:cNvCxnSpPr>
          <p:nvPr/>
        </p:nvCxnSpPr>
        <p:spPr>
          <a:xfrm>
            <a:off x="2775066" y="5189663"/>
            <a:ext cx="1" cy="233649"/>
          </a:xfrm>
          <a:prstGeom prst="line">
            <a:avLst/>
          </a:prstGeom>
          <a:ln>
            <a:solidFill>
              <a:srgbClr val="0000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직선 연결선 140">
            <a:extLst>
              <a:ext uri="{FF2B5EF4-FFF2-40B4-BE49-F238E27FC236}">
                <a16:creationId xmlns:a16="http://schemas.microsoft.com/office/drawing/2014/main" id="{DDCDE9AB-59C4-145B-A9FA-8BE3A2798862}"/>
              </a:ext>
            </a:extLst>
          </p:cNvPr>
          <p:cNvCxnSpPr>
            <a:cxnSpLocks/>
            <a:stCxn id="184" idx="2"/>
            <a:endCxn id="134" idx="0"/>
          </p:cNvCxnSpPr>
          <p:nvPr/>
        </p:nvCxnSpPr>
        <p:spPr>
          <a:xfrm>
            <a:off x="3816329" y="5200027"/>
            <a:ext cx="6641" cy="22577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5" name="Picture 16" descr="Computer">
            <a:extLst>
              <a:ext uri="{FF2B5EF4-FFF2-40B4-BE49-F238E27FC236}">
                <a16:creationId xmlns:a16="http://schemas.microsoft.com/office/drawing/2014/main" id="{DEE273BA-2254-547C-C30D-691295A991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154" y="5982866"/>
            <a:ext cx="228071" cy="2280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6" name="Picture 16" descr="Computer">
            <a:extLst>
              <a:ext uri="{FF2B5EF4-FFF2-40B4-BE49-F238E27FC236}">
                <a16:creationId xmlns:a16="http://schemas.microsoft.com/office/drawing/2014/main" id="{E0A2B6D7-4288-7999-6861-FADF601166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3485" y="5991664"/>
            <a:ext cx="228071" cy="2280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7" name="Picture 16" descr="Computer">
            <a:extLst>
              <a:ext uri="{FF2B5EF4-FFF2-40B4-BE49-F238E27FC236}">
                <a16:creationId xmlns:a16="http://schemas.microsoft.com/office/drawing/2014/main" id="{46CA2058-5FD6-C944-6ADB-A3BD6A930F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5552" y="5991664"/>
            <a:ext cx="254993" cy="2549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52" name="직선 연결선 151">
            <a:extLst>
              <a:ext uri="{FF2B5EF4-FFF2-40B4-BE49-F238E27FC236}">
                <a16:creationId xmlns:a16="http://schemas.microsoft.com/office/drawing/2014/main" id="{EF84DD6C-878A-1E1B-6054-D2D831BBF153}"/>
              </a:ext>
            </a:extLst>
          </p:cNvPr>
          <p:cNvCxnSpPr>
            <a:cxnSpLocks/>
            <a:stCxn id="134" idx="2"/>
          </p:cNvCxnSpPr>
          <p:nvPr/>
        </p:nvCxnSpPr>
        <p:spPr>
          <a:xfrm>
            <a:off x="3822970" y="5657772"/>
            <a:ext cx="211186" cy="37182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직선 연결선 154">
            <a:extLst>
              <a:ext uri="{FF2B5EF4-FFF2-40B4-BE49-F238E27FC236}">
                <a16:creationId xmlns:a16="http://schemas.microsoft.com/office/drawing/2014/main" id="{6ED97685-093F-3D30-D99D-E588AE8517D3}"/>
              </a:ext>
            </a:extLst>
          </p:cNvPr>
          <p:cNvCxnSpPr>
            <a:cxnSpLocks/>
            <a:stCxn id="134" idx="2"/>
            <a:endCxn id="147" idx="0"/>
          </p:cNvCxnSpPr>
          <p:nvPr/>
        </p:nvCxnSpPr>
        <p:spPr>
          <a:xfrm flipH="1">
            <a:off x="3683049" y="5657772"/>
            <a:ext cx="139921" cy="33389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직선 연결선 157">
            <a:extLst>
              <a:ext uri="{FF2B5EF4-FFF2-40B4-BE49-F238E27FC236}">
                <a16:creationId xmlns:a16="http://schemas.microsoft.com/office/drawing/2014/main" id="{57D3F2A0-FA4A-B560-EC4D-3C2AE9CBC14D}"/>
              </a:ext>
            </a:extLst>
          </p:cNvPr>
          <p:cNvCxnSpPr>
            <a:cxnSpLocks/>
            <a:stCxn id="133" idx="2"/>
            <a:endCxn id="145" idx="0"/>
          </p:cNvCxnSpPr>
          <p:nvPr/>
        </p:nvCxnSpPr>
        <p:spPr>
          <a:xfrm flipH="1">
            <a:off x="2309190" y="5630789"/>
            <a:ext cx="465877" cy="352077"/>
          </a:xfrm>
          <a:prstGeom prst="line">
            <a:avLst/>
          </a:prstGeom>
          <a:ln>
            <a:solidFill>
              <a:srgbClr val="0000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직선 연결선 160">
            <a:extLst>
              <a:ext uri="{FF2B5EF4-FFF2-40B4-BE49-F238E27FC236}">
                <a16:creationId xmlns:a16="http://schemas.microsoft.com/office/drawing/2014/main" id="{A4ACE8A0-03C6-0F38-B995-9BA04E7B1329}"/>
              </a:ext>
            </a:extLst>
          </p:cNvPr>
          <p:cNvCxnSpPr>
            <a:cxnSpLocks/>
          </p:cNvCxnSpPr>
          <p:nvPr/>
        </p:nvCxnSpPr>
        <p:spPr>
          <a:xfrm>
            <a:off x="2762679" y="5630789"/>
            <a:ext cx="174151" cy="352077"/>
          </a:xfrm>
          <a:prstGeom prst="line">
            <a:avLst/>
          </a:prstGeom>
          <a:ln>
            <a:solidFill>
              <a:srgbClr val="0000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2" name="그래픽 181">
            <a:extLst>
              <a:ext uri="{FF2B5EF4-FFF2-40B4-BE49-F238E27FC236}">
                <a16:creationId xmlns:a16="http://schemas.microsoft.com/office/drawing/2014/main" id="{D7FEE64D-088F-1F92-8E99-A0D7E1E942B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643134" y="5009756"/>
            <a:ext cx="263863" cy="179907"/>
          </a:xfrm>
          <a:prstGeom prst="rect">
            <a:avLst/>
          </a:prstGeom>
        </p:spPr>
      </p:pic>
      <p:pic>
        <p:nvPicPr>
          <p:cNvPr id="184" name="그래픽 183">
            <a:extLst>
              <a:ext uri="{FF2B5EF4-FFF2-40B4-BE49-F238E27FC236}">
                <a16:creationId xmlns:a16="http://schemas.microsoft.com/office/drawing/2014/main" id="{64217C9D-4FF7-E8C6-3BF9-808088D1FD4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668823" y="4998883"/>
            <a:ext cx="295011" cy="201144"/>
          </a:xfrm>
          <a:prstGeom prst="rect">
            <a:avLst/>
          </a:prstGeom>
        </p:spPr>
      </p:pic>
      <p:cxnSp>
        <p:nvCxnSpPr>
          <p:cNvPr id="189" name="직선 연결선 188">
            <a:extLst>
              <a:ext uri="{FF2B5EF4-FFF2-40B4-BE49-F238E27FC236}">
                <a16:creationId xmlns:a16="http://schemas.microsoft.com/office/drawing/2014/main" id="{E3310648-5EEA-F6E8-962B-1EA9808E54CA}"/>
              </a:ext>
            </a:extLst>
          </p:cNvPr>
          <p:cNvCxnSpPr>
            <a:cxnSpLocks/>
            <a:stCxn id="119" idx="2"/>
            <a:endCxn id="182" idx="0"/>
          </p:cNvCxnSpPr>
          <p:nvPr/>
        </p:nvCxnSpPr>
        <p:spPr>
          <a:xfrm flipH="1">
            <a:off x="2775066" y="4527278"/>
            <a:ext cx="526657" cy="482478"/>
          </a:xfrm>
          <a:prstGeom prst="line">
            <a:avLst/>
          </a:prstGeom>
          <a:ln>
            <a:solidFill>
              <a:srgbClr val="0000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직선 연결선 191">
            <a:extLst>
              <a:ext uri="{FF2B5EF4-FFF2-40B4-BE49-F238E27FC236}">
                <a16:creationId xmlns:a16="http://schemas.microsoft.com/office/drawing/2014/main" id="{39852CA1-F632-156E-B34E-1C456C652349}"/>
              </a:ext>
            </a:extLst>
          </p:cNvPr>
          <p:cNvCxnSpPr>
            <a:cxnSpLocks/>
            <a:stCxn id="119" idx="2"/>
            <a:endCxn id="184" idx="0"/>
          </p:cNvCxnSpPr>
          <p:nvPr/>
        </p:nvCxnSpPr>
        <p:spPr>
          <a:xfrm>
            <a:off x="3301723" y="4527278"/>
            <a:ext cx="514606" cy="4716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1" name="Picture 2" descr="Data server ">
            <a:extLst>
              <a:ext uri="{FF2B5EF4-FFF2-40B4-BE49-F238E27FC236}">
                <a16:creationId xmlns:a16="http://schemas.microsoft.com/office/drawing/2014/main" id="{F3C8209A-96C7-7CD1-A4EC-92C29A1DC7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5543" y="5943121"/>
            <a:ext cx="352077" cy="3520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4" name="TextBox 203">
            <a:extLst>
              <a:ext uri="{FF2B5EF4-FFF2-40B4-BE49-F238E27FC236}">
                <a16:creationId xmlns:a16="http://schemas.microsoft.com/office/drawing/2014/main" id="{CE3F618C-3CD1-DDFF-1D46-EF3772D658B6}"/>
              </a:ext>
            </a:extLst>
          </p:cNvPr>
          <p:cNvSpPr txBox="1"/>
          <p:nvPr/>
        </p:nvSpPr>
        <p:spPr>
          <a:xfrm>
            <a:off x="2675142" y="6441043"/>
            <a:ext cx="5528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0000CC"/>
                </a:solidFill>
              </a:rPr>
              <a:t>DHCP</a:t>
            </a:r>
            <a:endParaRPr lang="ko-KR" altLang="en-US" sz="1000" b="1" dirty="0">
              <a:solidFill>
                <a:srgbClr val="0000CC"/>
              </a:solidFill>
            </a:endParaRPr>
          </a:p>
        </p:txBody>
      </p:sp>
      <p:pic>
        <p:nvPicPr>
          <p:cNvPr id="206" name="Picture 2" descr="Data server ">
            <a:extLst>
              <a:ext uri="{FF2B5EF4-FFF2-40B4-BE49-F238E27FC236}">
                <a16:creationId xmlns:a16="http://schemas.microsoft.com/office/drawing/2014/main" id="{A2D426EA-34C8-015C-337B-9D62EB22D6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9989" y="4205321"/>
            <a:ext cx="314904" cy="314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" name="그래픽 206">
            <a:extLst>
              <a:ext uri="{FF2B5EF4-FFF2-40B4-BE49-F238E27FC236}">
                <a16:creationId xmlns:a16="http://schemas.microsoft.com/office/drawing/2014/main" id="{FDC193A5-78FC-5883-1418-D1EB9CC7BF6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592551" y="3742190"/>
            <a:ext cx="220445" cy="207477"/>
          </a:xfrm>
          <a:prstGeom prst="rect">
            <a:avLst/>
          </a:prstGeom>
        </p:spPr>
      </p:pic>
      <p:pic>
        <p:nvPicPr>
          <p:cNvPr id="208" name="Picture 2" descr="Data server ">
            <a:extLst>
              <a:ext uri="{FF2B5EF4-FFF2-40B4-BE49-F238E27FC236}">
                <a16:creationId xmlns:a16="http://schemas.microsoft.com/office/drawing/2014/main" id="{B2896F30-5010-2253-33D5-35F2F7FFF9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9158" y="3528151"/>
            <a:ext cx="314904" cy="314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9" name="Picture 2" descr="Data server ">
            <a:extLst>
              <a:ext uri="{FF2B5EF4-FFF2-40B4-BE49-F238E27FC236}">
                <a16:creationId xmlns:a16="http://schemas.microsoft.com/office/drawing/2014/main" id="{D58D63AF-024B-EAED-3991-2D923222ED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9830" y="2792529"/>
            <a:ext cx="314904" cy="314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2" name="TextBox 211">
            <a:extLst>
              <a:ext uri="{FF2B5EF4-FFF2-40B4-BE49-F238E27FC236}">
                <a16:creationId xmlns:a16="http://schemas.microsoft.com/office/drawing/2014/main" id="{4FFAE41D-1D3F-0BB2-AAAD-F74BE165AD44}"/>
              </a:ext>
            </a:extLst>
          </p:cNvPr>
          <p:cNvSpPr txBox="1"/>
          <p:nvPr/>
        </p:nvSpPr>
        <p:spPr>
          <a:xfrm>
            <a:off x="4924066" y="3777392"/>
            <a:ext cx="878767" cy="400110"/>
          </a:xfrm>
          <a:prstGeom prst="rect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00B050"/>
                </a:solidFill>
              </a:rPr>
              <a:t>WEB server</a:t>
            </a:r>
          </a:p>
          <a:p>
            <a:pPr algn="ctr"/>
            <a:r>
              <a:rPr lang="en-US" altLang="ko-KR" sz="1000" b="1" dirty="0">
                <a:solidFill>
                  <a:srgbClr val="00B050"/>
                </a:solidFill>
              </a:rPr>
              <a:t>(</a:t>
            </a:r>
            <a:r>
              <a:rPr lang="ko-KR" altLang="en-US" sz="1000" b="1" dirty="0">
                <a:solidFill>
                  <a:srgbClr val="00B050"/>
                </a:solidFill>
              </a:rPr>
              <a:t>한글</a:t>
            </a:r>
            <a:r>
              <a:rPr lang="en-US" altLang="ko-KR" sz="1000" b="1" dirty="0">
                <a:solidFill>
                  <a:srgbClr val="00B050"/>
                </a:solidFill>
              </a:rPr>
              <a:t>)</a:t>
            </a:r>
          </a:p>
        </p:txBody>
      </p:sp>
      <p:sp>
        <p:nvSpPr>
          <p:cNvPr id="214" name="오른쪽 중괄호 213">
            <a:extLst>
              <a:ext uri="{FF2B5EF4-FFF2-40B4-BE49-F238E27FC236}">
                <a16:creationId xmlns:a16="http://schemas.microsoft.com/office/drawing/2014/main" id="{B7153618-2F97-D895-6D20-F2BFE9541198}"/>
              </a:ext>
            </a:extLst>
          </p:cNvPr>
          <p:cNvSpPr/>
          <p:nvPr/>
        </p:nvSpPr>
        <p:spPr>
          <a:xfrm>
            <a:off x="5572629" y="3584524"/>
            <a:ext cx="314904" cy="730286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55EA339A-4A5C-75BB-5AC5-89B21A12484B}"/>
              </a:ext>
            </a:extLst>
          </p:cNvPr>
          <p:cNvSpPr txBox="1"/>
          <p:nvPr/>
        </p:nvSpPr>
        <p:spPr>
          <a:xfrm>
            <a:off x="5663762" y="3816464"/>
            <a:ext cx="7960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FF0000"/>
                </a:solidFill>
              </a:rPr>
              <a:t>FTP</a:t>
            </a:r>
            <a:endParaRPr lang="ko-KR" altLang="en-US" sz="1000" b="1" dirty="0">
              <a:solidFill>
                <a:srgbClr val="FF0000"/>
              </a:solidFill>
            </a:endParaRPr>
          </a:p>
        </p:txBody>
      </p:sp>
      <p:cxnSp>
        <p:nvCxnSpPr>
          <p:cNvPr id="217" name="직선 연결선 216">
            <a:extLst>
              <a:ext uri="{FF2B5EF4-FFF2-40B4-BE49-F238E27FC236}">
                <a16:creationId xmlns:a16="http://schemas.microsoft.com/office/drawing/2014/main" id="{732E9C27-30A4-D8D5-BBF2-E806807D4A79}"/>
              </a:ext>
            </a:extLst>
          </p:cNvPr>
          <p:cNvCxnSpPr>
            <a:cxnSpLocks/>
            <a:stCxn id="207" idx="3"/>
            <a:endCxn id="208" idx="1"/>
          </p:cNvCxnSpPr>
          <p:nvPr/>
        </p:nvCxnSpPr>
        <p:spPr>
          <a:xfrm flipV="1">
            <a:off x="4812996" y="3685603"/>
            <a:ext cx="366162" cy="16032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직선 연결선 220">
            <a:extLst>
              <a:ext uri="{FF2B5EF4-FFF2-40B4-BE49-F238E27FC236}">
                <a16:creationId xmlns:a16="http://schemas.microsoft.com/office/drawing/2014/main" id="{631A82A9-ADA1-C49F-57DE-CED17AEC595E}"/>
              </a:ext>
            </a:extLst>
          </p:cNvPr>
          <p:cNvCxnSpPr>
            <a:cxnSpLocks/>
            <a:stCxn id="207" idx="3"/>
            <a:endCxn id="206" idx="1"/>
          </p:cNvCxnSpPr>
          <p:nvPr/>
        </p:nvCxnSpPr>
        <p:spPr>
          <a:xfrm>
            <a:off x="4812996" y="3845929"/>
            <a:ext cx="356993" cy="51684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직선 연결선 223">
            <a:extLst>
              <a:ext uri="{FF2B5EF4-FFF2-40B4-BE49-F238E27FC236}">
                <a16:creationId xmlns:a16="http://schemas.microsoft.com/office/drawing/2014/main" id="{F28C88C6-D9CB-7EBB-4E7E-FC7B467745B7}"/>
              </a:ext>
            </a:extLst>
          </p:cNvPr>
          <p:cNvCxnSpPr>
            <a:cxnSpLocks/>
            <a:stCxn id="207" idx="3"/>
            <a:endCxn id="209" idx="1"/>
          </p:cNvCxnSpPr>
          <p:nvPr/>
        </p:nvCxnSpPr>
        <p:spPr>
          <a:xfrm flipV="1">
            <a:off x="4812996" y="2949981"/>
            <a:ext cx="376834" cy="8959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직선 연결선 226">
            <a:extLst>
              <a:ext uri="{FF2B5EF4-FFF2-40B4-BE49-F238E27FC236}">
                <a16:creationId xmlns:a16="http://schemas.microsoft.com/office/drawing/2014/main" id="{C4485D54-484C-2638-AF8E-9F474B0A6AF4}"/>
              </a:ext>
            </a:extLst>
          </p:cNvPr>
          <p:cNvCxnSpPr>
            <a:cxnSpLocks/>
            <a:stCxn id="117" idx="3"/>
            <a:endCxn id="207" idx="1"/>
          </p:cNvCxnSpPr>
          <p:nvPr/>
        </p:nvCxnSpPr>
        <p:spPr>
          <a:xfrm>
            <a:off x="4283496" y="3834425"/>
            <a:ext cx="309055" cy="1150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8" name="그룹 237">
            <a:extLst>
              <a:ext uri="{FF2B5EF4-FFF2-40B4-BE49-F238E27FC236}">
                <a16:creationId xmlns:a16="http://schemas.microsoft.com/office/drawing/2014/main" id="{33958594-D5C9-5464-9C11-3CEEABE8B0FD}"/>
              </a:ext>
            </a:extLst>
          </p:cNvPr>
          <p:cNvGrpSpPr/>
          <p:nvPr/>
        </p:nvGrpSpPr>
        <p:grpSpPr>
          <a:xfrm>
            <a:off x="282935" y="137655"/>
            <a:ext cx="1071343" cy="526780"/>
            <a:chOff x="287553" y="157018"/>
            <a:chExt cx="1421401" cy="698904"/>
          </a:xfrm>
        </p:grpSpPr>
        <p:sp>
          <p:nvSpPr>
            <p:cNvPr id="230" name="직사각형 229">
              <a:extLst>
                <a:ext uri="{FF2B5EF4-FFF2-40B4-BE49-F238E27FC236}">
                  <a16:creationId xmlns:a16="http://schemas.microsoft.com/office/drawing/2014/main" id="{4D43BE07-4B71-720F-8430-9C332AAB778D}"/>
                </a:ext>
              </a:extLst>
            </p:cNvPr>
            <p:cNvSpPr/>
            <p:nvPr/>
          </p:nvSpPr>
          <p:spPr>
            <a:xfrm>
              <a:off x="287553" y="157018"/>
              <a:ext cx="276501" cy="276501"/>
            </a:xfrm>
            <a:prstGeom prst="rect">
              <a:avLst/>
            </a:prstGeom>
            <a:solidFill>
              <a:srgbClr val="000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solidFill>
                  <a:srgbClr val="0000CC"/>
                </a:solidFill>
              </a:endParaRPr>
            </a:p>
          </p:txBody>
        </p:sp>
        <p:sp>
          <p:nvSpPr>
            <p:cNvPr id="231" name="TextBox 230">
              <a:extLst>
                <a:ext uri="{FF2B5EF4-FFF2-40B4-BE49-F238E27FC236}">
                  <a16:creationId xmlns:a16="http://schemas.microsoft.com/office/drawing/2014/main" id="{316D0185-E2B6-E29E-6E3B-325D5C3C534B}"/>
                </a:ext>
              </a:extLst>
            </p:cNvPr>
            <p:cNvSpPr txBox="1"/>
            <p:nvPr/>
          </p:nvSpPr>
          <p:spPr>
            <a:xfrm>
              <a:off x="638759" y="205182"/>
              <a:ext cx="1027660" cy="2654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700" b="1" dirty="0">
                  <a:solidFill>
                    <a:srgbClr val="0000CC"/>
                  </a:solidFill>
                </a:rPr>
                <a:t>Rocky(</a:t>
              </a:r>
              <a:r>
                <a:rPr lang="ko-KR" altLang="en-US" sz="700" b="1" dirty="0">
                  <a:solidFill>
                    <a:srgbClr val="0000CC"/>
                  </a:solidFill>
                </a:rPr>
                <a:t>파란색</a:t>
              </a:r>
              <a:r>
                <a:rPr lang="en-US" altLang="ko-KR" sz="700" b="1" dirty="0">
                  <a:solidFill>
                    <a:srgbClr val="0000CC"/>
                  </a:solidFill>
                </a:rPr>
                <a:t>)</a:t>
              </a:r>
              <a:endParaRPr lang="ko-KR" altLang="en-US" sz="700" b="1" dirty="0">
                <a:solidFill>
                  <a:srgbClr val="0000CC"/>
                </a:solidFill>
              </a:endParaRPr>
            </a:p>
          </p:txBody>
        </p:sp>
        <p:sp>
          <p:nvSpPr>
            <p:cNvPr id="232" name="직사각형 231">
              <a:extLst>
                <a:ext uri="{FF2B5EF4-FFF2-40B4-BE49-F238E27FC236}">
                  <a16:creationId xmlns:a16="http://schemas.microsoft.com/office/drawing/2014/main" id="{19C157B3-CF60-B784-1A72-9C4FA4EC26E3}"/>
                </a:ext>
              </a:extLst>
            </p:cNvPr>
            <p:cNvSpPr/>
            <p:nvPr/>
          </p:nvSpPr>
          <p:spPr>
            <a:xfrm>
              <a:off x="287553" y="550983"/>
              <a:ext cx="276501" cy="27650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solidFill>
                  <a:srgbClr val="0000CC"/>
                </a:solidFill>
              </a:endParaRPr>
            </a:p>
          </p:txBody>
        </p:sp>
        <p:sp>
          <p:nvSpPr>
            <p:cNvPr id="233" name="TextBox 232">
              <a:extLst>
                <a:ext uri="{FF2B5EF4-FFF2-40B4-BE49-F238E27FC236}">
                  <a16:creationId xmlns:a16="http://schemas.microsoft.com/office/drawing/2014/main" id="{D935B33C-62EB-A995-A40C-C32F5B05977F}"/>
                </a:ext>
              </a:extLst>
            </p:cNvPr>
            <p:cNvSpPr txBox="1"/>
            <p:nvPr/>
          </p:nvSpPr>
          <p:spPr>
            <a:xfrm>
              <a:off x="596223" y="590500"/>
              <a:ext cx="1112731" cy="2654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700" b="1" dirty="0">
                  <a:solidFill>
                    <a:schemeClr val="accent2"/>
                  </a:solidFill>
                </a:rPr>
                <a:t>Ubuntu(</a:t>
              </a:r>
              <a:r>
                <a:rPr lang="ko-KR" altLang="en-US" sz="700" b="1" dirty="0">
                  <a:solidFill>
                    <a:schemeClr val="accent2"/>
                  </a:solidFill>
                </a:rPr>
                <a:t>주황색</a:t>
              </a:r>
              <a:r>
                <a:rPr lang="en-US" altLang="ko-KR" sz="700" b="1" dirty="0">
                  <a:solidFill>
                    <a:schemeClr val="accent2"/>
                  </a:solidFill>
                </a:rPr>
                <a:t>)</a:t>
              </a:r>
              <a:endParaRPr lang="ko-KR" altLang="en-US" sz="700" b="1" dirty="0">
                <a:solidFill>
                  <a:schemeClr val="accent2"/>
                </a:solidFill>
              </a:endParaRPr>
            </a:p>
          </p:txBody>
        </p:sp>
      </p:grpSp>
      <p:cxnSp>
        <p:nvCxnSpPr>
          <p:cNvPr id="248" name="직선 연결선 247">
            <a:extLst>
              <a:ext uri="{FF2B5EF4-FFF2-40B4-BE49-F238E27FC236}">
                <a16:creationId xmlns:a16="http://schemas.microsoft.com/office/drawing/2014/main" id="{2946ACC9-54BF-2DB9-4558-3A07A0E4B6DF}"/>
              </a:ext>
            </a:extLst>
          </p:cNvPr>
          <p:cNvCxnSpPr>
            <a:cxnSpLocks/>
            <a:stCxn id="114" idx="2"/>
            <a:endCxn id="118" idx="0"/>
          </p:cNvCxnSpPr>
          <p:nvPr/>
        </p:nvCxnSpPr>
        <p:spPr>
          <a:xfrm>
            <a:off x="3301722" y="2634600"/>
            <a:ext cx="2" cy="5435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6" name="그래픽 255">
            <a:extLst>
              <a:ext uri="{FF2B5EF4-FFF2-40B4-BE49-F238E27FC236}">
                <a16:creationId xmlns:a16="http://schemas.microsoft.com/office/drawing/2014/main" id="{54471499-C78F-A20B-CF64-94801D32A8F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596416" y="479363"/>
            <a:ext cx="1145734" cy="512210"/>
          </a:xfrm>
          <a:prstGeom prst="rect">
            <a:avLst/>
          </a:prstGeom>
        </p:spPr>
      </p:pic>
      <p:cxnSp>
        <p:nvCxnSpPr>
          <p:cNvPr id="257" name="직선 연결선 256">
            <a:extLst>
              <a:ext uri="{FF2B5EF4-FFF2-40B4-BE49-F238E27FC236}">
                <a16:creationId xmlns:a16="http://schemas.microsoft.com/office/drawing/2014/main" id="{045D44C4-0104-6E49-3060-3C2BAAFBACAC}"/>
              </a:ext>
            </a:extLst>
          </p:cNvPr>
          <p:cNvCxnSpPr>
            <a:cxnSpLocks/>
            <a:stCxn id="113" idx="0"/>
            <a:endCxn id="256" idx="2"/>
          </p:cNvCxnSpPr>
          <p:nvPr/>
        </p:nvCxnSpPr>
        <p:spPr>
          <a:xfrm flipH="1" flipV="1">
            <a:off x="6169283" y="991573"/>
            <a:ext cx="1029" cy="55622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1" name="TextBox 260">
            <a:extLst>
              <a:ext uri="{FF2B5EF4-FFF2-40B4-BE49-F238E27FC236}">
                <a16:creationId xmlns:a16="http://schemas.microsoft.com/office/drawing/2014/main" id="{C33E06E2-BDDE-01F3-41BD-BB7F6D72576C}"/>
              </a:ext>
            </a:extLst>
          </p:cNvPr>
          <p:cNvSpPr txBox="1"/>
          <p:nvPr/>
        </p:nvSpPr>
        <p:spPr>
          <a:xfrm>
            <a:off x="5840359" y="600903"/>
            <a:ext cx="7152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 dirty="0"/>
              <a:t>internet</a:t>
            </a:r>
            <a:endParaRPr lang="ko-KR" altLang="en-US" sz="1100" b="1" dirty="0"/>
          </a:p>
        </p:txBody>
      </p:sp>
      <p:cxnSp>
        <p:nvCxnSpPr>
          <p:cNvPr id="296" name="직선 연결선 295">
            <a:extLst>
              <a:ext uri="{FF2B5EF4-FFF2-40B4-BE49-F238E27FC236}">
                <a16:creationId xmlns:a16="http://schemas.microsoft.com/office/drawing/2014/main" id="{A6B65F4E-0A06-836B-3BAF-E09777E73383}"/>
              </a:ext>
            </a:extLst>
          </p:cNvPr>
          <p:cNvCxnSpPr>
            <a:cxnSpLocks/>
            <a:stCxn id="115" idx="1"/>
            <a:endCxn id="114" idx="1"/>
          </p:cNvCxnSpPr>
          <p:nvPr/>
        </p:nvCxnSpPr>
        <p:spPr>
          <a:xfrm>
            <a:off x="2406062" y="2503817"/>
            <a:ext cx="707615" cy="257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6" name="그룹 195">
            <a:extLst>
              <a:ext uri="{FF2B5EF4-FFF2-40B4-BE49-F238E27FC236}">
                <a16:creationId xmlns:a16="http://schemas.microsoft.com/office/drawing/2014/main" id="{B0E04856-6041-FEC9-6951-150471F3E0A5}"/>
              </a:ext>
            </a:extLst>
          </p:cNvPr>
          <p:cNvGrpSpPr/>
          <p:nvPr/>
        </p:nvGrpSpPr>
        <p:grpSpPr>
          <a:xfrm rot="16200000" flipV="1">
            <a:off x="343378" y="1465467"/>
            <a:ext cx="1951487" cy="2173882"/>
            <a:chOff x="1425842" y="409869"/>
            <a:chExt cx="1951487" cy="2173882"/>
          </a:xfrm>
        </p:grpSpPr>
        <p:pic>
          <p:nvPicPr>
            <p:cNvPr id="115" name="그래픽 114">
              <a:extLst>
                <a:ext uri="{FF2B5EF4-FFF2-40B4-BE49-F238E27FC236}">
                  <a16:creationId xmlns:a16="http://schemas.microsoft.com/office/drawing/2014/main" id="{BB224C7F-FE26-62D5-DC4F-BE5A6D2D426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5400000">
              <a:off x="2262132" y="469701"/>
              <a:ext cx="376089" cy="256425"/>
            </a:xfrm>
            <a:prstGeom prst="rect">
              <a:avLst/>
            </a:prstGeom>
          </p:spPr>
        </p:pic>
        <p:pic>
          <p:nvPicPr>
            <p:cNvPr id="299" name="Picture 30" descr="Server ">
              <a:extLst>
                <a:ext uri="{FF2B5EF4-FFF2-40B4-BE49-F238E27FC236}">
                  <a16:creationId xmlns:a16="http://schemas.microsoft.com/office/drawing/2014/main" id="{CE27943F-D69B-9BE1-8883-EC4A96A1B23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1587073" y="1392369"/>
              <a:ext cx="265186" cy="2651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0" name="Picture 30" descr="Server ">
              <a:extLst>
                <a:ext uri="{FF2B5EF4-FFF2-40B4-BE49-F238E27FC236}">
                  <a16:creationId xmlns:a16="http://schemas.microsoft.com/office/drawing/2014/main" id="{6A898DC0-43B0-C06A-7095-C9FB28781AD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2312660" y="1392369"/>
              <a:ext cx="265186" cy="2651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1" name="Picture 30" descr="Server ">
              <a:extLst>
                <a:ext uri="{FF2B5EF4-FFF2-40B4-BE49-F238E27FC236}">
                  <a16:creationId xmlns:a16="http://schemas.microsoft.com/office/drawing/2014/main" id="{E2FD5AA6-EA83-0C41-924A-8A6306048F1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3112143" y="1392371"/>
              <a:ext cx="265186" cy="2651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2" name="그래픽 301">
              <a:extLst>
                <a:ext uri="{FF2B5EF4-FFF2-40B4-BE49-F238E27FC236}">
                  <a16:creationId xmlns:a16="http://schemas.microsoft.com/office/drawing/2014/main" id="{FA98DB65-8183-9ACC-6362-99FA68465E3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 rot="5400000">
              <a:off x="2332728" y="970864"/>
              <a:ext cx="220445" cy="207477"/>
            </a:xfrm>
            <a:prstGeom prst="rect">
              <a:avLst/>
            </a:prstGeom>
          </p:spPr>
        </p:pic>
        <p:cxnSp>
          <p:nvCxnSpPr>
            <p:cNvPr id="303" name="직선 연결선 302">
              <a:extLst>
                <a:ext uri="{FF2B5EF4-FFF2-40B4-BE49-F238E27FC236}">
                  <a16:creationId xmlns:a16="http://schemas.microsoft.com/office/drawing/2014/main" id="{5CD37FC3-A5B3-6B98-5EC0-7E5A93B98EDD}"/>
                </a:ext>
              </a:extLst>
            </p:cNvPr>
            <p:cNvCxnSpPr>
              <a:cxnSpLocks/>
              <a:stCxn id="302" idx="1"/>
              <a:endCxn id="115" idx="3"/>
            </p:cNvCxnSpPr>
            <p:nvPr/>
          </p:nvCxnSpPr>
          <p:spPr>
            <a:xfrm rot="16200000">
              <a:off x="2357352" y="871556"/>
              <a:ext cx="178422" cy="722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직선 연결선 305">
              <a:extLst>
                <a:ext uri="{FF2B5EF4-FFF2-40B4-BE49-F238E27FC236}">
                  <a16:creationId xmlns:a16="http://schemas.microsoft.com/office/drawing/2014/main" id="{BC4A7BEF-616B-F566-7CD2-ED2B741C3C8D}"/>
                </a:ext>
              </a:extLst>
            </p:cNvPr>
            <p:cNvCxnSpPr>
              <a:cxnSpLocks/>
              <a:stCxn id="299" idx="0"/>
              <a:endCxn id="302" idx="3"/>
            </p:cNvCxnSpPr>
            <p:nvPr/>
          </p:nvCxnSpPr>
          <p:spPr>
            <a:xfrm rot="16200000">
              <a:off x="1977536" y="1059548"/>
              <a:ext cx="340137" cy="59069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직선 연결선 308">
              <a:extLst>
                <a:ext uri="{FF2B5EF4-FFF2-40B4-BE49-F238E27FC236}">
                  <a16:creationId xmlns:a16="http://schemas.microsoft.com/office/drawing/2014/main" id="{6864F3A8-67A1-5C07-4746-303F034F64E3}"/>
                </a:ext>
              </a:extLst>
            </p:cNvPr>
            <p:cNvCxnSpPr>
              <a:cxnSpLocks/>
              <a:stCxn id="300" idx="1"/>
              <a:endCxn id="302" idx="3"/>
            </p:cNvCxnSpPr>
            <p:nvPr/>
          </p:nvCxnSpPr>
          <p:spPr>
            <a:xfrm rot="16200000" flipV="1">
              <a:off x="2340329" y="1287446"/>
              <a:ext cx="207544" cy="230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2" name="직선 연결선 311">
              <a:extLst>
                <a:ext uri="{FF2B5EF4-FFF2-40B4-BE49-F238E27FC236}">
                  <a16:creationId xmlns:a16="http://schemas.microsoft.com/office/drawing/2014/main" id="{67380ED5-4816-0293-A0D3-8C4747C30785}"/>
                </a:ext>
              </a:extLst>
            </p:cNvPr>
            <p:cNvCxnSpPr>
              <a:cxnSpLocks/>
              <a:stCxn id="301" idx="1"/>
              <a:endCxn id="302" idx="3"/>
            </p:cNvCxnSpPr>
            <p:nvPr/>
          </p:nvCxnSpPr>
          <p:spPr>
            <a:xfrm rot="16200000" flipV="1">
              <a:off x="2740070" y="887705"/>
              <a:ext cx="207546" cy="80178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5" name="TextBox 314">
              <a:extLst>
                <a:ext uri="{FF2B5EF4-FFF2-40B4-BE49-F238E27FC236}">
                  <a16:creationId xmlns:a16="http://schemas.microsoft.com/office/drawing/2014/main" id="{0A582C6B-720B-2CEB-9167-EA85C64ECF7E}"/>
                </a:ext>
              </a:extLst>
            </p:cNvPr>
            <p:cNvSpPr txBox="1"/>
            <p:nvPr/>
          </p:nvSpPr>
          <p:spPr>
            <a:xfrm rot="5400000">
              <a:off x="1119989" y="1363343"/>
              <a:ext cx="857927" cy="246221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70C0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>
                  <a:solidFill>
                    <a:srgbClr val="0000CC"/>
                  </a:solidFill>
                </a:rPr>
                <a:t>1 - RAID10</a:t>
              </a:r>
            </a:p>
          </p:txBody>
        </p:sp>
        <p:sp>
          <p:nvSpPr>
            <p:cNvPr id="316" name="TextBox 315">
              <a:extLst>
                <a:ext uri="{FF2B5EF4-FFF2-40B4-BE49-F238E27FC236}">
                  <a16:creationId xmlns:a16="http://schemas.microsoft.com/office/drawing/2014/main" id="{006E96B7-4F7B-8858-0931-87F52626C295}"/>
                </a:ext>
              </a:extLst>
            </p:cNvPr>
            <p:cNvSpPr txBox="1"/>
            <p:nvPr/>
          </p:nvSpPr>
          <p:spPr>
            <a:xfrm rot="5400000">
              <a:off x="1833695" y="1373696"/>
              <a:ext cx="857927" cy="246221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70C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b="1" dirty="0">
                  <a:solidFill>
                    <a:srgbClr val="0000CC"/>
                  </a:solidFill>
                </a:rPr>
                <a:t>2 - RAID10</a:t>
              </a:r>
            </a:p>
          </p:txBody>
        </p:sp>
        <p:sp>
          <p:nvSpPr>
            <p:cNvPr id="317" name="TextBox 316">
              <a:extLst>
                <a:ext uri="{FF2B5EF4-FFF2-40B4-BE49-F238E27FC236}">
                  <a16:creationId xmlns:a16="http://schemas.microsoft.com/office/drawing/2014/main" id="{E4A00C46-0F58-D130-A3DE-A27BF68866D4}"/>
                </a:ext>
              </a:extLst>
            </p:cNvPr>
            <p:cNvSpPr txBox="1"/>
            <p:nvPr/>
          </p:nvSpPr>
          <p:spPr>
            <a:xfrm rot="5400000">
              <a:off x="2536258" y="1390025"/>
              <a:ext cx="841898" cy="246221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C000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>
                  <a:solidFill>
                    <a:srgbClr val="ED7D31"/>
                  </a:solidFill>
                </a:rPr>
                <a:t>2 – RAID 5</a:t>
              </a:r>
            </a:p>
          </p:txBody>
        </p:sp>
        <p:sp>
          <p:nvSpPr>
            <p:cNvPr id="318" name="오른쪽 중괄호 317">
              <a:extLst>
                <a:ext uri="{FF2B5EF4-FFF2-40B4-BE49-F238E27FC236}">
                  <a16:creationId xmlns:a16="http://schemas.microsoft.com/office/drawing/2014/main" id="{A28D83D0-C7D1-D393-8FA0-8BC2DCF8303E}"/>
                </a:ext>
              </a:extLst>
            </p:cNvPr>
            <p:cNvSpPr/>
            <p:nvPr/>
          </p:nvSpPr>
          <p:spPr>
            <a:xfrm rot="5400000">
              <a:off x="2686582" y="1530541"/>
              <a:ext cx="256425" cy="786011"/>
            </a:xfrm>
            <a:prstGeom prst="rightBrac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9" name="TextBox 318">
              <a:extLst>
                <a:ext uri="{FF2B5EF4-FFF2-40B4-BE49-F238E27FC236}">
                  <a16:creationId xmlns:a16="http://schemas.microsoft.com/office/drawing/2014/main" id="{42EA9F83-04AF-732F-BCB4-95F9D129FF41}"/>
                </a:ext>
              </a:extLst>
            </p:cNvPr>
            <p:cNvSpPr txBox="1"/>
            <p:nvPr/>
          </p:nvSpPr>
          <p:spPr>
            <a:xfrm rot="5400000">
              <a:off x="2420786" y="2062591"/>
              <a:ext cx="79609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b="1" dirty="0">
                  <a:solidFill>
                    <a:srgbClr val="FF0000"/>
                  </a:solidFill>
                </a:rPr>
                <a:t>NFS</a:t>
              </a:r>
              <a:endParaRPr lang="ko-KR" altLang="en-US" sz="1000" b="1" dirty="0">
                <a:solidFill>
                  <a:srgbClr val="FF0000"/>
                </a:solidFill>
              </a:endParaRPr>
            </a:p>
          </p:txBody>
        </p:sp>
        <p:cxnSp>
          <p:nvCxnSpPr>
            <p:cNvPr id="321" name="직선 연결선 320">
              <a:extLst>
                <a:ext uri="{FF2B5EF4-FFF2-40B4-BE49-F238E27FC236}">
                  <a16:creationId xmlns:a16="http://schemas.microsoft.com/office/drawing/2014/main" id="{FC741115-A395-6905-9AA7-1CC0C344622E}"/>
                </a:ext>
              </a:extLst>
            </p:cNvPr>
            <p:cNvCxnSpPr>
              <a:stCxn id="301" idx="0"/>
              <a:endCxn id="301" idx="3"/>
            </p:cNvCxnSpPr>
            <p:nvPr/>
          </p:nvCxnSpPr>
          <p:spPr>
            <a:xfrm rot="16200000" flipH="1" flipV="1">
              <a:off x="3244736" y="1524964"/>
              <a:ext cx="132593" cy="13259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5" name="TextBox 324">
            <a:extLst>
              <a:ext uri="{FF2B5EF4-FFF2-40B4-BE49-F238E27FC236}">
                <a16:creationId xmlns:a16="http://schemas.microsoft.com/office/drawing/2014/main" id="{C6B6C7D7-7D6C-6349-FC89-E6247E9D3A4C}"/>
              </a:ext>
            </a:extLst>
          </p:cNvPr>
          <p:cNvSpPr txBox="1"/>
          <p:nvPr/>
        </p:nvSpPr>
        <p:spPr>
          <a:xfrm>
            <a:off x="1570441" y="1371214"/>
            <a:ext cx="5699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FFC000"/>
                </a:solidFill>
              </a:rPr>
              <a:t>Disk quota</a:t>
            </a:r>
            <a:endParaRPr lang="ko-KR" altLang="en-US" sz="1000" b="1" dirty="0">
              <a:solidFill>
                <a:srgbClr val="FFC000"/>
              </a:solidFill>
            </a:endParaRPr>
          </a:p>
        </p:txBody>
      </p:sp>
      <p:sp>
        <p:nvSpPr>
          <p:cNvPr id="348" name="TextBox 347">
            <a:extLst>
              <a:ext uri="{FF2B5EF4-FFF2-40B4-BE49-F238E27FC236}">
                <a16:creationId xmlns:a16="http://schemas.microsoft.com/office/drawing/2014/main" id="{C9CE05FF-A6CF-DCEB-B199-F66E8C6BAB0A}"/>
              </a:ext>
            </a:extLst>
          </p:cNvPr>
          <p:cNvSpPr txBox="1"/>
          <p:nvPr/>
        </p:nvSpPr>
        <p:spPr>
          <a:xfrm>
            <a:off x="3920107" y="573653"/>
            <a:ext cx="485509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ESXI</a:t>
            </a:r>
          </a:p>
          <a:p>
            <a:pPr algn="ctr"/>
            <a:r>
              <a:rPr lang="en-US" altLang="ko-KR" sz="800" b="1" dirty="0"/>
              <a:t>ISCSI</a:t>
            </a:r>
          </a:p>
        </p:txBody>
      </p:sp>
      <p:sp>
        <p:nvSpPr>
          <p:cNvPr id="351" name="오른쪽 중괄호 350">
            <a:extLst>
              <a:ext uri="{FF2B5EF4-FFF2-40B4-BE49-F238E27FC236}">
                <a16:creationId xmlns:a16="http://schemas.microsoft.com/office/drawing/2014/main" id="{CD885811-D854-64A8-5D47-EF7A1A2035D9}"/>
              </a:ext>
            </a:extLst>
          </p:cNvPr>
          <p:cNvSpPr/>
          <p:nvPr/>
        </p:nvSpPr>
        <p:spPr>
          <a:xfrm>
            <a:off x="6017450" y="2979236"/>
            <a:ext cx="314904" cy="1813868"/>
          </a:xfrm>
          <a:prstGeom prst="rightBrac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2" name="TextBox 351">
            <a:extLst>
              <a:ext uri="{FF2B5EF4-FFF2-40B4-BE49-F238E27FC236}">
                <a16:creationId xmlns:a16="http://schemas.microsoft.com/office/drawing/2014/main" id="{26A5FD6A-D4A7-8FCC-C037-6C3D5D4E2DA7}"/>
              </a:ext>
            </a:extLst>
          </p:cNvPr>
          <p:cNvSpPr txBox="1"/>
          <p:nvPr/>
        </p:nvSpPr>
        <p:spPr>
          <a:xfrm flipH="1">
            <a:off x="6075249" y="3752260"/>
            <a:ext cx="7960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00B0F0"/>
                </a:solidFill>
              </a:rPr>
              <a:t>SMB</a:t>
            </a:r>
            <a:endParaRPr lang="ko-KR" altLang="en-US" sz="1000" b="1" dirty="0">
              <a:solidFill>
                <a:srgbClr val="00B0F0"/>
              </a:solidFill>
            </a:endParaRPr>
          </a:p>
        </p:txBody>
      </p:sp>
      <p:pic>
        <p:nvPicPr>
          <p:cNvPr id="2" name="Picture 30" descr="Server ">
            <a:extLst>
              <a:ext uri="{FF2B5EF4-FFF2-40B4-BE49-F238E27FC236}">
                <a16:creationId xmlns:a16="http://schemas.microsoft.com/office/drawing/2014/main" id="{B5E0C2D7-02A6-67EB-BB5A-0F6BC0F6F2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9958" y="599115"/>
            <a:ext cx="265186" cy="2651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3" name="그룹 102">
            <a:extLst>
              <a:ext uri="{FF2B5EF4-FFF2-40B4-BE49-F238E27FC236}">
                <a16:creationId xmlns:a16="http://schemas.microsoft.com/office/drawing/2014/main" id="{85349D2A-633D-0D5D-0329-5A0DBDCE4A34}"/>
              </a:ext>
            </a:extLst>
          </p:cNvPr>
          <p:cNvGrpSpPr/>
          <p:nvPr/>
        </p:nvGrpSpPr>
        <p:grpSpPr>
          <a:xfrm>
            <a:off x="8481410" y="784168"/>
            <a:ext cx="1322700" cy="1287654"/>
            <a:chOff x="9208684" y="362548"/>
            <a:chExt cx="1322700" cy="1287654"/>
          </a:xfrm>
        </p:grpSpPr>
        <p:pic>
          <p:nvPicPr>
            <p:cNvPr id="59" name="그래픽 58">
              <a:extLst>
                <a:ext uri="{FF2B5EF4-FFF2-40B4-BE49-F238E27FC236}">
                  <a16:creationId xmlns:a16="http://schemas.microsoft.com/office/drawing/2014/main" id="{7BC6AED2-E342-9B8A-8439-D30E7C7697D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764510" y="362548"/>
              <a:ext cx="220445" cy="207477"/>
            </a:xfrm>
            <a:prstGeom prst="rect">
              <a:avLst/>
            </a:prstGeom>
          </p:spPr>
        </p:pic>
        <p:pic>
          <p:nvPicPr>
            <p:cNvPr id="61" name="그래픽 60">
              <a:extLst>
                <a:ext uri="{FF2B5EF4-FFF2-40B4-BE49-F238E27FC236}">
                  <a16:creationId xmlns:a16="http://schemas.microsoft.com/office/drawing/2014/main" id="{53412014-169B-4FE8-2085-62A7CBEAFBE7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208684" y="903399"/>
              <a:ext cx="220445" cy="207477"/>
            </a:xfrm>
            <a:prstGeom prst="rect">
              <a:avLst/>
            </a:prstGeom>
          </p:spPr>
        </p:pic>
        <p:pic>
          <p:nvPicPr>
            <p:cNvPr id="62" name="그래픽 61">
              <a:extLst>
                <a:ext uri="{FF2B5EF4-FFF2-40B4-BE49-F238E27FC236}">
                  <a16:creationId xmlns:a16="http://schemas.microsoft.com/office/drawing/2014/main" id="{914D1B09-B245-315D-2B62-EA51FDCF67E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740835" y="1442725"/>
              <a:ext cx="220445" cy="207477"/>
            </a:xfrm>
            <a:prstGeom prst="rect">
              <a:avLst/>
            </a:prstGeom>
          </p:spPr>
        </p:pic>
        <p:pic>
          <p:nvPicPr>
            <p:cNvPr id="64" name="그래픽 63">
              <a:extLst>
                <a:ext uri="{FF2B5EF4-FFF2-40B4-BE49-F238E27FC236}">
                  <a16:creationId xmlns:a16="http://schemas.microsoft.com/office/drawing/2014/main" id="{21178BF4-F706-BAA5-2304-1C4395502E0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0310939" y="877748"/>
              <a:ext cx="220445" cy="207477"/>
            </a:xfrm>
            <a:prstGeom prst="rect">
              <a:avLst/>
            </a:prstGeom>
          </p:spPr>
        </p:pic>
        <p:cxnSp>
          <p:nvCxnSpPr>
            <p:cNvPr id="65" name="직선 연결선 64">
              <a:extLst>
                <a:ext uri="{FF2B5EF4-FFF2-40B4-BE49-F238E27FC236}">
                  <a16:creationId xmlns:a16="http://schemas.microsoft.com/office/drawing/2014/main" id="{2B8A9544-43D0-CC43-0782-364A879DE523}"/>
                </a:ext>
              </a:extLst>
            </p:cNvPr>
            <p:cNvCxnSpPr>
              <a:cxnSpLocks/>
              <a:stCxn id="59" idx="1"/>
              <a:endCxn id="61" idx="0"/>
            </p:cNvCxnSpPr>
            <p:nvPr/>
          </p:nvCxnSpPr>
          <p:spPr>
            <a:xfrm flipH="1">
              <a:off x="9318907" y="466287"/>
              <a:ext cx="445603" cy="437112"/>
            </a:xfrm>
            <a:prstGeom prst="line">
              <a:avLst/>
            </a:prstGeom>
            <a:ln w="34925" cmpd="dbl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직선 연결선 65">
              <a:extLst>
                <a:ext uri="{FF2B5EF4-FFF2-40B4-BE49-F238E27FC236}">
                  <a16:creationId xmlns:a16="http://schemas.microsoft.com/office/drawing/2014/main" id="{E2908571-93B6-04EE-9E7A-6D180D73D6BB}"/>
                </a:ext>
              </a:extLst>
            </p:cNvPr>
            <p:cNvCxnSpPr>
              <a:cxnSpLocks/>
              <a:stCxn id="61" idx="2"/>
              <a:endCxn id="62" idx="1"/>
            </p:cNvCxnSpPr>
            <p:nvPr/>
          </p:nvCxnSpPr>
          <p:spPr>
            <a:xfrm>
              <a:off x="9318907" y="1110876"/>
              <a:ext cx="421928" cy="435587"/>
            </a:xfrm>
            <a:prstGeom prst="line">
              <a:avLst/>
            </a:prstGeom>
            <a:ln w="34925" cmpd="dbl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직선 연결선 66">
              <a:extLst>
                <a:ext uri="{FF2B5EF4-FFF2-40B4-BE49-F238E27FC236}">
                  <a16:creationId xmlns:a16="http://schemas.microsoft.com/office/drawing/2014/main" id="{138DE691-7619-FC4D-3404-A43CF2E77CE6}"/>
                </a:ext>
              </a:extLst>
            </p:cNvPr>
            <p:cNvCxnSpPr>
              <a:cxnSpLocks/>
              <a:stCxn id="59" idx="3"/>
              <a:endCxn id="64" idx="0"/>
            </p:cNvCxnSpPr>
            <p:nvPr/>
          </p:nvCxnSpPr>
          <p:spPr>
            <a:xfrm>
              <a:off x="9984955" y="466287"/>
              <a:ext cx="436207" cy="411460"/>
            </a:xfrm>
            <a:prstGeom prst="line">
              <a:avLst/>
            </a:prstGeom>
            <a:ln w="34925" cmpd="dbl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직선 연결선 67">
              <a:extLst>
                <a:ext uri="{FF2B5EF4-FFF2-40B4-BE49-F238E27FC236}">
                  <a16:creationId xmlns:a16="http://schemas.microsoft.com/office/drawing/2014/main" id="{6348333F-C76C-FF61-30E7-B90EBE1550EC}"/>
                </a:ext>
              </a:extLst>
            </p:cNvPr>
            <p:cNvCxnSpPr>
              <a:cxnSpLocks/>
              <a:stCxn id="64" idx="2"/>
              <a:endCxn id="62" idx="3"/>
            </p:cNvCxnSpPr>
            <p:nvPr/>
          </p:nvCxnSpPr>
          <p:spPr>
            <a:xfrm flipH="1">
              <a:off x="9961280" y="1085225"/>
              <a:ext cx="459882" cy="461239"/>
            </a:xfrm>
            <a:prstGeom prst="line">
              <a:avLst/>
            </a:prstGeom>
            <a:ln w="34925" cmpd="dbl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8" name="그래픽 77">
            <a:extLst>
              <a:ext uri="{FF2B5EF4-FFF2-40B4-BE49-F238E27FC236}">
                <a16:creationId xmlns:a16="http://schemas.microsoft.com/office/drawing/2014/main" id="{1F82B55E-0A5B-2ADB-1BC7-F40C6128800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998191" y="3886170"/>
            <a:ext cx="220445" cy="207477"/>
          </a:xfrm>
          <a:prstGeom prst="rect">
            <a:avLst/>
          </a:prstGeom>
        </p:spPr>
      </p:pic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56B3BF27-3C9C-7198-4878-85C22BF2D4BC}"/>
              </a:ext>
            </a:extLst>
          </p:cNvPr>
          <p:cNvCxnSpPr>
            <a:cxnSpLocks/>
            <a:stCxn id="62" idx="2"/>
            <a:endCxn id="71" idx="0"/>
          </p:cNvCxnSpPr>
          <p:nvPr/>
        </p:nvCxnSpPr>
        <p:spPr>
          <a:xfrm>
            <a:off x="9123784" y="2071822"/>
            <a:ext cx="3873" cy="2962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0" name="Picture 16" descr="Computer">
            <a:extLst>
              <a:ext uri="{FF2B5EF4-FFF2-40B4-BE49-F238E27FC236}">
                <a16:creationId xmlns:a16="http://schemas.microsoft.com/office/drawing/2014/main" id="{274C2C7F-8CD4-479E-7E07-42A95D83AD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2349" y="1324159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" name="Picture 16" descr="Computer">
            <a:extLst>
              <a:ext uri="{FF2B5EF4-FFF2-40B4-BE49-F238E27FC236}">
                <a16:creationId xmlns:a16="http://schemas.microsoft.com/office/drawing/2014/main" id="{21DB5775-4D65-A9F4-E577-0A48B91843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37546" y="381386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3" name="Picture 16" descr="Computer">
            <a:extLst>
              <a:ext uri="{FF2B5EF4-FFF2-40B4-BE49-F238E27FC236}">
                <a16:creationId xmlns:a16="http://schemas.microsoft.com/office/drawing/2014/main" id="{0867B526-2E5D-8BD6-B6D9-201CF20A29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9731" y="1030764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5" name="Picture 16" descr="Computer">
            <a:extLst>
              <a:ext uri="{FF2B5EF4-FFF2-40B4-BE49-F238E27FC236}">
                <a16:creationId xmlns:a16="http://schemas.microsoft.com/office/drawing/2014/main" id="{DD80D4E0-AD92-F975-6795-F260E1E65F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2325" y="1568094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6" name="직선 연결선 125">
            <a:extLst>
              <a:ext uri="{FF2B5EF4-FFF2-40B4-BE49-F238E27FC236}">
                <a16:creationId xmlns:a16="http://schemas.microsoft.com/office/drawing/2014/main" id="{51A27166-A340-BA91-D7D3-DF16AB562B89}"/>
              </a:ext>
            </a:extLst>
          </p:cNvPr>
          <p:cNvCxnSpPr>
            <a:cxnSpLocks/>
            <a:endCxn id="125" idx="1"/>
          </p:cNvCxnSpPr>
          <p:nvPr/>
        </p:nvCxnSpPr>
        <p:spPr>
          <a:xfrm>
            <a:off x="9826929" y="1420891"/>
            <a:ext cx="345396" cy="26123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직선 연결선 130">
            <a:extLst>
              <a:ext uri="{FF2B5EF4-FFF2-40B4-BE49-F238E27FC236}">
                <a16:creationId xmlns:a16="http://schemas.microsoft.com/office/drawing/2014/main" id="{EEBBBD37-3AA8-BD43-E82E-02C22AF29526}"/>
              </a:ext>
            </a:extLst>
          </p:cNvPr>
          <p:cNvCxnSpPr>
            <a:cxnSpLocks/>
            <a:stCxn id="64" idx="3"/>
            <a:endCxn id="123" idx="1"/>
          </p:cNvCxnSpPr>
          <p:nvPr/>
        </p:nvCxnSpPr>
        <p:spPr>
          <a:xfrm flipV="1">
            <a:off x="9804110" y="1144800"/>
            <a:ext cx="375621" cy="25830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직선 연결선 136">
            <a:extLst>
              <a:ext uri="{FF2B5EF4-FFF2-40B4-BE49-F238E27FC236}">
                <a16:creationId xmlns:a16="http://schemas.microsoft.com/office/drawing/2014/main" id="{0508A2F5-A624-19BD-EB8B-3F96B3BCC2F8}"/>
              </a:ext>
            </a:extLst>
          </p:cNvPr>
          <p:cNvCxnSpPr>
            <a:cxnSpLocks/>
            <a:stCxn id="59" idx="0"/>
            <a:endCxn id="122" idx="2"/>
          </p:cNvCxnSpPr>
          <p:nvPr/>
        </p:nvCxnSpPr>
        <p:spPr>
          <a:xfrm flipV="1">
            <a:off x="9147459" y="609457"/>
            <a:ext cx="4123" cy="17471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직선 연결선 141">
            <a:extLst>
              <a:ext uri="{FF2B5EF4-FFF2-40B4-BE49-F238E27FC236}">
                <a16:creationId xmlns:a16="http://schemas.microsoft.com/office/drawing/2014/main" id="{6E433618-0F90-4377-9D21-AA3B65E99E25}"/>
              </a:ext>
            </a:extLst>
          </p:cNvPr>
          <p:cNvCxnSpPr>
            <a:cxnSpLocks/>
            <a:stCxn id="61" idx="1"/>
            <a:endCxn id="120" idx="3"/>
          </p:cNvCxnSpPr>
          <p:nvPr/>
        </p:nvCxnSpPr>
        <p:spPr>
          <a:xfrm flipH="1">
            <a:off x="8130420" y="1428758"/>
            <a:ext cx="350990" cy="94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직선 연결선 187">
            <a:extLst>
              <a:ext uri="{FF2B5EF4-FFF2-40B4-BE49-F238E27FC236}">
                <a16:creationId xmlns:a16="http://schemas.microsoft.com/office/drawing/2014/main" id="{76C125DD-BC09-A2B2-33BC-E6A516BC3027}"/>
              </a:ext>
            </a:extLst>
          </p:cNvPr>
          <p:cNvCxnSpPr>
            <a:cxnSpLocks/>
            <a:stCxn id="113" idx="2"/>
            <a:endCxn id="114" idx="3"/>
          </p:cNvCxnSpPr>
          <p:nvPr/>
        </p:nvCxnSpPr>
        <p:spPr>
          <a:xfrm flipH="1">
            <a:off x="3489766" y="1804218"/>
            <a:ext cx="2680546" cy="70217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직선 연결선 192">
            <a:extLst>
              <a:ext uri="{FF2B5EF4-FFF2-40B4-BE49-F238E27FC236}">
                <a16:creationId xmlns:a16="http://schemas.microsoft.com/office/drawing/2014/main" id="{8C6370FB-C82D-ADEB-F183-24FEFB46F1AD}"/>
              </a:ext>
            </a:extLst>
          </p:cNvPr>
          <p:cNvCxnSpPr>
            <a:cxnSpLocks/>
          </p:cNvCxnSpPr>
          <p:nvPr/>
        </p:nvCxnSpPr>
        <p:spPr>
          <a:xfrm flipH="1" flipV="1">
            <a:off x="6170311" y="1796045"/>
            <a:ext cx="2769301" cy="6840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2" name="Picture 2" descr="Data server ">
            <a:extLst>
              <a:ext uri="{FF2B5EF4-FFF2-40B4-BE49-F238E27FC236}">
                <a16:creationId xmlns:a16="http://schemas.microsoft.com/office/drawing/2014/main" id="{D89FDE9B-B6B0-4BC0-DCF7-0FE57DE993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3174862" y="1374971"/>
            <a:ext cx="314904" cy="314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3" name="그래픽 242">
            <a:extLst>
              <a:ext uri="{FF2B5EF4-FFF2-40B4-BE49-F238E27FC236}">
                <a16:creationId xmlns:a16="http://schemas.microsoft.com/office/drawing/2014/main" id="{F916863C-FA83-317A-E5F0-E32FFF18A4D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flipH="1">
            <a:off x="3789612" y="1039215"/>
            <a:ext cx="220445" cy="207477"/>
          </a:xfrm>
          <a:prstGeom prst="rect">
            <a:avLst/>
          </a:prstGeom>
        </p:spPr>
      </p:pic>
      <p:pic>
        <p:nvPicPr>
          <p:cNvPr id="244" name="Picture 2" descr="Data server ">
            <a:extLst>
              <a:ext uri="{FF2B5EF4-FFF2-40B4-BE49-F238E27FC236}">
                <a16:creationId xmlns:a16="http://schemas.microsoft.com/office/drawing/2014/main" id="{2EB66C4B-9FDF-16FC-5B81-AB4591D761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3202482" y="286998"/>
            <a:ext cx="314904" cy="314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6" name="TextBox 245">
            <a:extLst>
              <a:ext uri="{FF2B5EF4-FFF2-40B4-BE49-F238E27FC236}">
                <a16:creationId xmlns:a16="http://schemas.microsoft.com/office/drawing/2014/main" id="{AABAAA95-6689-743F-CE73-DCEE7DB76B2F}"/>
              </a:ext>
            </a:extLst>
          </p:cNvPr>
          <p:cNvSpPr txBox="1"/>
          <p:nvPr/>
        </p:nvSpPr>
        <p:spPr>
          <a:xfrm flipH="1">
            <a:off x="2710135" y="1644195"/>
            <a:ext cx="1357814" cy="400110"/>
          </a:xfrm>
          <a:prstGeom prst="rect">
            <a:avLst/>
          </a:prstGeom>
          <a:solidFill>
            <a:schemeClr val="bg1"/>
          </a:solidFill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ED7D31"/>
                </a:solidFill>
              </a:rPr>
              <a:t>JUPYTER</a:t>
            </a:r>
          </a:p>
          <a:p>
            <a:pPr algn="ctr"/>
            <a:r>
              <a:rPr lang="en-US" altLang="ko-KR" sz="1000" b="1" dirty="0">
                <a:solidFill>
                  <a:srgbClr val="ED7D31"/>
                </a:solidFill>
              </a:rPr>
              <a:t>Network manager</a:t>
            </a:r>
            <a:endParaRPr lang="ko-KR" altLang="en-US" sz="1000" b="1" dirty="0">
              <a:solidFill>
                <a:srgbClr val="ED7D31"/>
              </a:solidFill>
            </a:endParaRPr>
          </a:p>
        </p:txBody>
      </p:sp>
      <p:sp>
        <p:nvSpPr>
          <p:cNvPr id="247" name="TextBox 246">
            <a:extLst>
              <a:ext uri="{FF2B5EF4-FFF2-40B4-BE49-F238E27FC236}">
                <a16:creationId xmlns:a16="http://schemas.microsoft.com/office/drawing/2014/main" id="{099498D5-B48E-B05C-98F4-DFCA2F24FE94}"/>
              </a:ext>
            </a:extLst>
          </p:cNvPr>
          <p:cNvSpPr txBox="1"/>
          <p:nvPr/>
        </p:nvSpPr>
        <p:spPr>
          <a:xfrm flipH="1">
            <a:off x="2756977" y="539355"/>
            <a:ext cx="785792" cy="246221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 err="1">
                <a:solidFill>
                  <a:srgbClr val="0000CC"/>
                </a:solidFill>
              </a:rPr>
              <a:t>Monitorix</a:t>
            </a:r>
            <a:endParaRPr lang="ko-KR" altLang="en-US" sz="1000" b="1" dirty="0">
              <a:solidFill>
                <a:srgbClr val="0000CC"/>
              </a:solidFill>
            </a:endParaRPr>
          </a:p>
        </p:txBody>
      </p:sp>
      <p:cxnSp>
        <p:nvCxnSpPr>
          <p:cNvPr id="249" name="직선 연결선 248">
            <a:extLst>
              <a:ext uri="{FF2B5EF4-FFF2-40B4-BE49-F238E27FC236}">
                <a16:creationId xmlns:a16="http://schemas.microsoft.com/office/drawing/2014/main" id="{C19DEBC3-3E7D-80D0-8AD1-7816B2C4FB3E}"/>
              </a:ext>
            </a:extLst>
          </p:cNvPr>
          <p:cNvCxnSpPr>
            <a:cxnSpLocks/>
            <a:stCxn id="243" idx="3"/>
          </p:cNvCxnSpPr>
          <p:nvPr/>
        </p:nvCxnSpPr>
        <p:spPr>
          <a:xfrm flipH="1" flipV="1">
            <a:off x="3459678" y="566413"/>
            <a:ext cx="329934" cy="57654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직선 연결선 249">
            <a:extLst>
              <a:ext uri="{FF2B5EF4-FFF2-40B4-BE49-F238E27FC236}">
                <a16:creationId xmlns:a16="http://schemas.microsoft.com/office/drawing/2014/main" id="{C6FE7F34-FF45-291F-5485-C7EC39089254}"/>
              </a:ext>
            </a:extLst>
          </p:cNvPr>
          <p:cNvCxnSpPr>
            <a:cxnSpLocks/>
            <a:stCxn id="243" idx="3"/>
          </p:cNvCxnSpPr>
          <p:nvPr/>
        </p:nvCxnSpPr>
        <p:spPr>
          <a:xfrm flipH="1">
            <a:off x="3421452" y="1142954"/>
            <a:ext cx="368160" cy="3495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직선 연결선 257">
            <a:extLst>
              <a:ext uri="{FF2B5EF4-FFF2-40B4-BE49-F238E27FC236}">
                <a16:creationId xmlns:a16="http://schemas.microsoft.com/office/drawing/2014/main" id="{8D6A7991-5C43-BCDA-8412-F5F8A8C915A5}"/>
              </a:ext>
            </a:extLst>
          </p:cNvPr>
          <p:cNvCxnSpPr>
            <a:cxnSpLocks/>
            <a:stCxn id="243" idx="1"/>
            <a:endCxn id="262" idx="1"/>
          </p:cNvCxnSpPr>
          <p:nvPr/>
        </p:nvCxnSpPr>
        <p:spPr>
          <a:xfrm flipV="1">
            <a:off x="4010057" y="1112922"/>
            <a:ext cx="1216366" cy="30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2" name="그래픽 261">
            <a:extLst>
              <a:ext uri="{FF2B5EF4-FFF2-40B4-BE49-F238E27FC236}">
                <a16:creationId xmlns:a16="http://schemas.microsoft.com/office/drawing/2014/main" id="{9F97A796-E74B-69F0-7DD4-8C8E8B35F68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26423" y="984709"/>
            <a:ext cx="376089" cy="256425"/>
          </a:xfrm>
          <a:prstGeom prst="rect">
            <a:avLst/>
          </a:prstGeom>
        </p:spPr>
      </p:pic>
      <p:cxnSp>
        <p:nvCxnSpPr>
          <p:cNvPr id="280" name="직선 연결선 279">
            <a:extLst>
              <a:ext uri="{FF2B5EF4-FFF2-40B4-BE49-F238E27FC236}">
                <a16:creationId xmlns:a16="http://schemas.microsoft.com/office/drawing/2014/main" id="{2D1F1D1C-3689-2934-84A2-86162C5013C9}"/>
              </a:ext>
            </a:extLst>
          </p:cNvPr>
          <p:cNvCxnSpPr>
            <a:cxnSpLocks/>
            <a:stCxn id="262" idx="3"/>
            <a:endCxn id="256" idx="1"/>
          </p:cNvCxnSpPr>
          <p:nvPr/>
        </p:nvCxnSpPr>
        <p:spPr>
          <a:xfrm flipH="1" flipV="1">
            <a:off x="5596416" y="735468"/>
            <a:ext cx="6096" cy="3774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0" name="직선 연결선 289">
            <a:extLst>
              <a:ext uri="{FF2B5EF4-FFF2-40B4-BE49-F238E27FC236}">
                <a16:creationId xmlns:a16="http://schemas.microsoft.com/office/drawing/2014/main" id="{DDAC1187-936E-DB69-ABC6-19B0391CC3AD}"/>
              </a:ext>
            </a:extLst>
          </p:cNvPr>
          <p:cNvCxnSpPr>
            <a:cxnSpLocks/>
            <a:stCxn id="301" idx="1"/>
            <a:endCxn id="325" idx="1"/>
          </p:cNvCxnSpPr>
          <p:nvPr/>
        </p:nvCxnSpPr>
        <p:spPr>
          <a:xfrm flipV="1">
            <a:off x="1423560" y="1571269"/>
            <a:ext cx="146881" cy="13798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16" descr="Computer">
            <a:extLst>
              <a:ext uri="{FF2B5EF4-FFF2-40B4-BE49-F238E27FC236}">
                <a16:creationId xmlns:a16="http://schemas.microsoft.com/office/drawing/2014/main" id="{A07EC7C8-E11F-6E23-7217-1C9779E43B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7814" y="4932652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16" descr="Computer">
            <a:extLst>
              <a:ext uri="{FF2B5EF4-FFF2-40B4-BE49-F238E27FC236}">
                <a16:creationId xmlns:a16="http://schemas.microsoft.com/office/drawing/2014/main" id="{D6F3DFC1-CA95-3F44-09BB-374BB0AC80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5200" y="4938596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004751ED-468F-552F-2838-9CE9065E3FB0}"/>
              </a:ext>
            </a:extLst>
          </p:cNvPr>
          <p:cNvCxnSpPr>
            <a:cxnSpLocks/>
            <a:stCxn id="78" idx="2"/>
            <a:endCxn id="21" idx="0"/>
          </p:cNvCxnSpPr>
          <p:nvPr/>
        </p:nvCxnSpPr>
        <p:spPr>
          <a:xfrm flipH="1">
            <a:off x="8891850" y="4093647"/>
            <a:ext cx="216564" cy="8390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42FD43D4-9C43-1BB7-250E-4269706DD2AD}"/>
              </a:ext>
            </a:extLst>
          </p:cNvPr>
          <p:cNvCxnSpPr>
            <a:cxnSpLocks/>
            <a:stCxn id="78" idx="2"/>
            <a:endCxn id="22" idx="0"/>
          </p:cNvCxnSpPr>
          <p:nvPr/>
        </p:nvCxnSpPr>
        <p:spPr>
          <a:xfrm>
            <a:off x="9108414" y="4093647"/>
            <a:ext cx="300822" cy="84494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A77A1EE6-99A1-CC83-23CC-76F38D64A10C}"/>
              </a:ext>
            </a:extLst>
          </p:cNvPr>
          <p:cNvSpPr txBox="1"/>
          <p:nvPr/>
        </p:nvSpPr>
        <p:spPr>
          <a:xfrm>
            <a:off x="5252929" y="1278254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</a:t>
            </a:r>
            <a:endParaRPr lang="ko-KR" altLang="en-US" sz="800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5D7A2F6-34A0-7B9B-8337-760A351D64C0}"/>
              </a:ext>
            </a:extLst>
          </p:cNvPr>
          <p:cNvSpPr txBox="1"/>
          <p:nvPr/>
        </p:nvSpPr>
        <p:spPr>
          <a:xfrm>
            <a:off x="5918506" y="1649478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2</a:t>
            </a:r>
            <a:endParaRPr lang="ko-KR" altLang="en-US" sz="800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1EF9AEA-07C5-86BB-93C9-105E26533C80}"/>
              </a:ext>
            </a:extLst>
          </p:cNvPr>
          <p:cNvSpPr txBox="1"/>
          <p:nvPr/>
        </p:nvSpPr>
        <p:spPr>
          <a:xfrm>
            <a:off x="3050117" y="2460764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3</a:t>
            </a:r>
            <a:endParaRPr lang="ko-KR" altLang="en-US" sz="800" b="1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93951B8-9CA6-BC15-8A39-5D5847207244}"/>
              </a:ext>
            </a:extLst>
          </p:cNvPr>
          <p:cNvSpPr txBox="1"/>
          <p:nvPr/>
        </p:nvSpPr>
        <p:spPr>
          <a:xfrm>
            <a:off x="1960793" y="2506387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4</a:t>
            </a:r>
            <a:endParaRPr lang="ko-KR" altLang="en-US" sz="800" b="1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49DE285-8246-2F0F-0692-9FC6E1657B9A}"/>
              </a:ext>
            </a:extLst>
          </p:cNvPr>
          <p:cNvSpPr txBox="1"/>
          <p:nvPr/>
        </p:nvSpPr>
        <p:spPr>
          <a:xfrm>
            <a:off x="2263239" y="3778891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6</a:t>
            </a:r>
            <a:endParaRPr lang="ko-KR" altLang="en-US" sz="800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7241DED-9D60-9A6A-418C-B7D2D384C1BD}"/>
              </a:ext>
            </a:extLst>
          </p:cNvPr>
          <p:cNvSpPr txBox="1"/>
          <p:nvPr/>
        </p:nvSpPr>
        <p:spPr>
          <a:xfrm>
            <a:off x="3058059" y="3243816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5</a:t>
            </a:r>
            <a:endParaRPr lang="ko-KR" altLang="en-US" sz="800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006C374-683F-D390-69E9-32A23E85C85E}"/>
              </a:ext>
            </a:extLst>
          </p:cNvPr>
          <p:cNvSpPr txBox="1"/>
          <p:nvPr/>
        </p:nvSpPr>
        <p:spPr>
          <a:xfrm>
            <a:off x="3851163" y="3798252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7</a:t>
            </a:r>
            <a:endParaRPr lang="ko-KR" altLang="en-US" sz="800" b="1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F1A5B80-E11C-AF89-587C-A511CD473F59}"/>
              </a:ext>
            </a:extLst>
          </p:cNvPr>
          <p:cNvSpPr txBox="1"/>
          <p:nvPr/>
        </p:nvSpPr>
        <p:spPr>
          <a:xfrm>
            <a:off x="3049008" y="4373174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8</a:t>
            </a:r>
            <a:endParaRPr lang="ko-KR" altLang="en-US" sz="800" b="1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48C3A8C-C825-40CA-69E8-C168FC78E89C}"/>
              </a:ext>
            </a:extLst>
          </p:cNvPr>
          <p:cNvSpPr txBox="1"/>
          <p:nvPr/>
        </p:nvSpPr>
        <p:spPr>
          <a:xfrm>
            <a:off x="2521177" y="5066443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9</a:t>
            </a:r>
            <a:endParaRPr lang="ko-KR" altLang="en-US" sz="800" b="1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D131D63-34D2-C8C7-57DB-B68E3804EB42}"/>
              </a:ext>
            </a:extLst>
          </p:cNvPr>
          <p:cNvSpPr txBox="1"/>
          <p:nvPr/>
        </p:nvSpPr>
        <p:spPr>
          <a:xfrm>
            <a:off x="3639975" y="5090897"/>
            <a:ext cx="3193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10</a:t>
            </a:r>
            <a:endParaRPr lang="ko-KR" altLang="en-US" sz="800" b="1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EAD4995-E2C9-F70E-C8FC-61279B4CEB6F}"/>
              </a:ext>
            </a:extLst>
          </p:cNvPr>
          <p:cNvSpPr txBox="1"/>
          <p:nvPr/>
        </p:nvSpPr>
        <p:spPr>
          <a:xfrm>
            <a:off x="8875851" y="2449944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11</a:t>
            </a:r>
            <a:endParaRPr lang="ko-KR" altLang="en-US" sz="800" b="1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D860D61-9E96-59ED-8F9B-A3C38E89A334}"/>
              </a:ext>
            </a:extLst>
          </p:cNvPr>
          <p:cNvSpPr txBox="1"/>
          <p:nvPr/>
        </p:nvSpPr>
        <p:spPr>
          <a:xfrm>
            <a:off x="1488878" y="2534948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2</a:t>
            </a:r>
            <a:endParaRPr lang="ko-KR" altLang="en-US" sz="800" b="1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2843E1D-9939-6E38-4BF2-6788B8BB3CC1}"/>
              </a:ext>
            </a:extLst>
          </p:cNvPr>
          <p:cNvSpPr txBox="1"/>
          <p:nvPr/>
        </p:nvSpPr>
        <p:spPr>
          <a:xfrm>
            <a:off x="3857053" y="5456188"/>
            <a:ext cx="3193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4</a:t>
            </a:r>
            <a:endParaRPr lang="ko-KR" altLang="en-US" sz="800" b="1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BC83FC3-E297-9623-F5E1-D1B00685E84D}"/>
              </a:ext>
            </a:extLst>
          </p:cNvPr>
          <p:cNvSpPr txBox="1"/>
          <p:nvPr/>
        </p:nvSpPr>
        <p:spPr>
          <a:xfrm>
            <a:off x="8986074" y="2024431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6</a:t>
            </a:r>
            <a:endParaRPr lang="ko-KR" altLang="en-US" sz="800" b="1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B394528-9FDA-8A84-32EC-5F181D43F540}"/>
              </a:ext>
            </a:extLst>
          </p:cNvPr>
          <p:cNvSpPr txBox="1"/>
          <p:nvPr/>
        </p:nvSpPr>
        <p:spPr>
          <a:xfrm>
            <a:off x="3667297" y="1210665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</a:t>
            </a:r>
            <a:endParaRPr lang="ko-KR" altLang="en-US" sz="800" b="1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4A99C2A-3186-A5EE-283D-9FB617E6194B}"/>
              </a:ext>
            </a:extLst>
          </p:cNvPr>
          <p:cNvSpPr txBox="1"/>
          <p:nvPr/>
        </p:nvSpPr>
        <p:spPr>
          <a:xfrm>
            <a:off x="2322433" y="5430154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3</a:t>
            </a:r>
            <a:endParaRPr lang="ko-KR" altLang="en-US" sz="800" b="1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6702B6D-53BC-1CC1-BAC4-3BDAF93906EF}"/>
              </a:ext>
            </a:extLst>
          </p:cNvPr>
          <p:cNvSpPr txBox="1"/>
          <p:nvPr/>
        </p:nvSpPr>
        <p:spPr>
          <a:xfrm>
            <a:off x="4455787" y="3914466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5</a:t>
            </a:r>
            <a:endParaRPr lang="ko-KR" altLang="en-US" sz="800" b="1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14B1260-7FB0-0E04-60FB-FBE395742CCA}"/>
              </a:ext>
            </a:extLst>
          </p:cNvPr>
          <p:cNvSpPr txBox="1"/>
          <p:nvPr/>
        </p:nvSpPr>
        <p:spPr>
          <a:xfrm>
            <a:off x="8273862" y="1500580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7</a:t>
            </a:r>
            <a:endParaRPr lang="ko-KR" altLang="en-US" sz="800" b="1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5A485F3-5F5A-59EE-B966-E1B72472CA40}"/>
              </a:ext>
            </a:extLst>
          </p:cNvPr>
          <p:cNvSpPr txBox="1"/>
          <p:nvPr/>
        </p:nvSpPr>
        <p:spPr>
          <a:xfrm>
            <a:off x="9477223" y="1508129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8</a:t>
            </a:r>
            <a:endParaRPr lang="ko-KR" altLang="en-US" sz="800" b="1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5CB5D80-F3DB-56C2-03F3-D4213355BC52}"/>
              </a:ext>
            </a:extLst>
          </p:cNvPr>
          <p:cNvSpPr txBox="1"/>
          <p:nvPr/>
        </p:nvSpPr>
        <p:spPr>
          <a:xfrm>
            <a:off x="9063896" y="712322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9</a:t>
            </a:r>
            <a:endParaRPr lang="ko-KR" altLang="en-US" sz="800" b="1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D1D4A97-6D84-58E9-539C-4C04AB073B41}"/>
              </a:ext>
            </a:extLst>
          </p:cNvPr>
          <p:cNvSpPr txBox="1"/>
          <p:nvPr/>
        </p:nvSpPr>
        <p:spPr>
          <a:xfrm>
            <a:off x="7921187" y="3720264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11</a:t>
            </a:r>
            <a:endParaRPr lang="ko-KR" altLang="en-US" sz="800" b="1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57820F7-6B66-9DB0-7311-8CF3541DC0FE}"/>
              </a:ext>
            </a:extLst>
          </p:cNvPr>
          <p:cNvSpPr txBox="1"/>
          <p:nvPr/>
        </p:nvSpPr>
        <p:spPr>
          <a:xfrm>
            <a:off x="6964652" y="3704186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12</a:t>
            </a:r>
            <a:endParaRPr lang="ko-KR" altLang="en-US" sz="800" b="1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B3E0595-9E1B-0DBB-D0D5-E5C83A24346C}"/>
              </a:ext>
            </a:extLst>
          </p:cNvPr>
          <p:cNvSpPr txBox="1"/>
          <p:nvPr/>
        </p:nvSpPr>
        <p:spPr>
          <a:xfrm>
            <a:off x="8727575" y="3709865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10</a:t>
            </a:r>
            <a:endParaRPr lang="ko-KR" altLang="en-US" sz="800" b="1" dirty="0"/>
          </a:p>
        </p:txBody>
      </p:sp>
      <p:cxnSp>
        <p:nvCxnSpPr>
          <p:cNvPr id="168" name="직선 연결선 167">
            <a:extLst>
              <a:ext uri="{FF2B5EF4-FFF2-40B4-BE49-F238E27FC236}">
                <a16:creationId xmlns:a16="http://schemas.microsoft.com/office/drawing/2014/main" id="{EFB27132-FE00-0A13-9E57-994D4442E483}"/>
              </a:ext>
            </a:extLst>
          </p:cNvPr>
          <p:cNvCxnSpPr>
            <a:cxnSpLocks/>
            <a:endCxn id="82" idx="0"/>
          </p:cNvCxnSpPr>
          <p:nvPr/>
        </p:nvCxnSpPr>
        <p:spPr>
          <a:xfrm>
            <a:off x="7203498" y="4047524"/>
            <a:ext cx="200641" cy="8891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직선 연결선 175">
            <a:extLst>
              <a:ext uri="{FF2B5EF4-FFF2-40B4-BE49-F238E27FC236}">
                <a16:creationId xmlns:a16="http://schemas.microsoft.com/office/drawing/2014/main" id="{A7FB0424-C558-C86D-6F18-94213E963B51}"/>
              </a:ext>
            </a:extLst>
          </p:cNvPr>
          <p:cNvCxnSpPr>
            <a:cxnSpLocks/>
          </p:cNvCxnSpPr>
          <p:nvPr/>
        </p:nvCxnSpPr>
        <p:spPr>
          <a:xfrm flipH="1">
            <a:off x="7066112" y="4042607"/>
            <a:ext cx="132142" cy="8691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E12C556A-845D-EC5E-DAFB-1D6A91DDD264}"/>
              </a:ext>
            </a:extLst>
          </p:cNvPr>
          <p:cNvSpPr txBox="1"/>
          <p:nvPr/>
        </p:nvSpPr>
        <p:spPr>
          <a:xfrm>
            <a:off x="2036683" y="6190343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</a:t>
            </a:r>
            <a:endParaRPr lang="ko-KR" altLang="en-US" sz="800" b="1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8022988-59BB-8DE6-FD9A-598760B679DF}"/>
              </a:ext>
            </a:extLst>
          </p:cNvPr>
          <p:cNvSpPr txBox="1"/>
          <p:nvPr/>
        </p:nvSpPr>
        <p:spPr>
          <a:xfrm>
            <a:off x="3431243" y="6187147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2</a:t>
            </a:r>
            <a:endParaRPr lang="ko-KR" altLang="en-US" sz="800" b="1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6598E02-AF59-3B86-52B6-88B80932FCC7}"/>
              </a:ext>
            </a:extLst>
          </p:cNvPr>
          <p:cNvSpPr txBox="1"/>
          <p:nvPr/>
        </p:nvSpPr>
        <p:spPr>
          <a:xfrm>
            <a:off x="3810545" y="6162827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3</a:t>
            </a:r>
            <a:endParaRPr lang="ko-KR" altLang="en-US" sz="800" b="1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E96A2C51-DFA3-C5D7-9DF2-A32B8BBA0B04}"/>
              </a:ext>
            </a:extLst>
          </p:cNvPr>
          <p:cNvSpPr txBox="1"/>
          <p:nvPr/>
        </p:nvSpPr>
        <p:spPr>
          <a:xfrm>
            <a:off x="6742662" y="5150248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4</a:t>
            </a:r>
            <a:endParaRPr lang="ko-KR" altLang="en-US" sz="800" b="1" dirty="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D354D3CD-38FD-EAD4-B107-B1A748E7B34B}"/>
              </a:ext>
            </a:extLst>
          </p:cNvPr>
          <p:cNvSpPr txBox="1"/>
          <p:nvPr/>
        </p:nvSpPr>
        <p:spPr>
          <a:xfrm>
            <a:off x="7128815" y="5151756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5</a:t>
            </a:r>
            <a:endParaRPr lang="ko-KR" altLang="en-US" sz="800" b="1" dirty="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7010409F-C892-1DD6-C80E-C83137831E1B}"/>
              </a:ext>
            </a:extLst>
          </p:cNvPr>
          <p:cNvSpPr txBox="1"/>
          <p:nvPr/>
        </p:nvSpPr>
        <p:spPr>
          <a:xfrm>
            <a:off x="8668085" y="415313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12</a:t>
            </a:r>
            <a:endParaRPr lang="ko-KR" altLang="en-US" sz="800" b="1" dirty="0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3D749342-1A38-8CF4-B417-BC11C96B55ED}"/>
              </a:ext>
            </a:extLst>
          </p:cNvPr>
          <p:cNvSpPr txBox="1"/>
          <p:nvPr/>
        </p:nvSpPr>
        <p:spPr>
          <a:xfrm>
            <a:off x="10034556" y="1744064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13</a:t>
            </a:r>
            <a:endParaRPr lang="ko-KR" altLang="en-US" sz="800" b="1" dirty="0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27780CF3-9A21-DB94-79AF-AD50661A7CD9}"/>
              </a:ext>
            </a:extLst>
          </p:cNvPr>
          <p:cNvSpPr txBox="1"/>
          <p:nvPr/>
        </p:nvSpPr>
        <p:spPr>
          <a:xfrm>
            <a:off x="10034556" y="1225104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14</a:t>
            </a:r>
            <a:endParaRPr lang="ko-KR" altLang="en-US" sz="800" b="1" dirty="0"/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2C285566-BBC8-5C37-AF42-637AEF3B4154}"/>
              </a:ext>
            </a:extLst>
          </p:cNvPr>
          <p:cNvSpPr txBox="1"/>
          <p:nvPr/>
        </p:nvSpPr>
        <p:spPr>
          <a:xfrm>
            <a:off x="7428675" y="5169124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6</a:t>
            </a:r>
            <a:endParaRPr lang="ko-KR" altLang="en-US" sz="800" b="1" dirty="0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D028087B-EA86-2678-605C-D08E7DB220FA}"/>
              </a:ext>
            </a:extLst>
          </p:cNvPr>
          <p:cNvSpPr txBox="1"/>
          <p:nvPr/>
        </p:nvSpPr>
        <p:spPr>
          <a:xfrm>
            <a:off x="7849566" y="5165988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7</a:t>
            </a:r>
            <a:endParaRPr lang="ko-KR" altLang="en-US" sz="800" b="1" dirty="0"/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074F85A8-2FF2-1BF6-862A-38B4ACCEFAD5}"/>
              </a:ext>
            </a:extLst>
          </p:cNvPr>
          <p:cNvSpPr txBox="1"/>
          <p:nvPr/>
        </p:nvSpPr>
        <p:spPr>
          <a:xfrm>
            <a:off x="8158843" y="5173170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8</a:t>
            </a:r>
            <a:endParaRPr lang="ko-KR" altLang="en-US" sz="800" b="1" dirty="0"/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6EEE996F-AD9F-1929-8A76-DE96E2D8CC30}"/>
              </a:ext>
            </a:extLst>
          </p:cNvPr>
          <p:cNvSpPr txBox="1"/>
          <p:nvPr/>
        </p:nvSpPr>
        <p:spPr>
          <a:xfrm>
            <a:off x="8621025" y="5168933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9</a:t>
            </a:r>
            <a:endParaRPr lang="ko-KR" altLang="en-US" sz="800" b="1" dirty="0"/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14BEBBC1-7FC4-92EA-466A-440D42CDD2E8}"/>
              </a:ext>
            </a:extLst>
          </p:cNvPr>
          <p:cNvSpPr txBox="1"/>
          <p:nvPr/>
        </p:nvSpPr>
        <p:spPr>
          <a:xfrm>
            <a:off x="9165129" y="5156729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10</a:t>
            </a:r>
            <a:endParaRPr lang="ko-KR" altLang="en-US" sz="800" b="1" dirty="0"/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7229828C-EAD3-A9E8-9CFF-7D466BF0D769}"/>
              </a:ext>
            </a:extLst>
          </p:cNvPr>
          <p:cNvSpPr txBox="1"/>
          <p:nvPr/>
        </p:nvSpPr>
        <p:spPr>
          <a:xfrm>
            <a:off x="7745299" y="1480944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11</a:t>
            </a:r>
            <a:endParaRPr lang="ko-KR" altLang="en-US" sz="800" b="1" dirty="0"/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2D841724-63BB-6CFC-FDB6-F0853AC9A4CC}"/>
              </a:ext>
            </a:extLst>
          </p:cNvPr>
          <p:cNvSpPr txBox="1"/>
          <p:nvPr/>
        </p:nvSpPr>
        <p:spPr>
          <a:xfrm>
            <a:off x="3252058" y="1477830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</a:t>
            </a:r>
            <a:endParaRPr lang="ko-KR" altLang="en-US" sz="800" b="1" dirty="0"/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73730BD2-F931-B683-ABD0-2D22D5F091A8}"/>
              </a:ext>
            </a:extLst>
          </p:cNvPr>
          <p:cNvSpPr txBox="1"/>
          <p:nvPr/>
        </p:nvSpPr>
        <p:spPr>
          <a:xfrm>
            <a:off x="3289001" y="317859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2</a:t>
            </a:r>
            <a:endParaRPr lang="ko-KR" altLang="en-US" sz="800" b="1" dirty="0"/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6502AFF1-6BA0-376A-0C9A-C1F2D4089D90}"/>
              </a:ext>
            </a:extLst>
          </p:cNvPr>
          <p:cNvSpPr txBox="1"/>
          <p:nvPr/>
        </p:nvSpPr>
        <p:spPr>
          <a:xfrm>
            <a:off x="2671334" y="6241479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3</a:t>
            </a:r>
            <a:endParaRPr lang="ko-KR" altLang="en-US" sz="800" b="1" dirty="0"/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BA360BBE-DD88-89AF-B87C-F4BBBE88D0A1}"/>
              </a:ext>
            </a:extLst>
          </p:cNvPr>
          <p:cNvSpPr txBox="1"/>
          <p:nvPr/>
        </p:nvSpPr>
        <p:spPr>
          <a:xfrm>
            <a:off x="5333404" y="4366517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4</a:t>
            </a:r>
            <a:endParaRPr lang="ko-KR" altLang="en-US" sz="800" b="1" dirty="0"/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2FDD2855-1A63-940A-4945-9DFD7A6B8964}"/>
              </a:ext>
            </a:extLst>
          </p:cNvPr>
          <p:cNvSpPr txBox="1"/>
          <p:nvPr/>
        </p:nvSpPr>
        <p:spPr>
          <a:xfrm>
            <a:off x="5323294" y="3598821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5</a:t>
            </a:r>
            <a:endParaRPr lang="ko-KR" altLang="en-US" sz="800" b="1" dirty="0"/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776925DE-2840-DCEF-8A06-A143A4002FAE}"/>
              </a:ext>
            </a:extLst>
          </p:cNvPr>
          <p:cNvSpPr txBox="1"/>
          <p:nvPr/>
        </p:nvSpPr>
        <p:spPr>
          <a:xfrm>
            <a:off x="5360700" y="2876903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6</a:t>
            </a:r>
            <a:endParaRPr lang="ko-KR" altLang="en-US" sz="800" b="1" dirty="0"/>
          </a:p>
        </p:txBody>
      </p:sp>
      <p:cxnSp>
        <p:nvCxnSpPr>
          <p:cNvPr id="282" name="직선 연결선 281">
            <a:extLst>
              <a:ext uri="{FF2B5EF4-FFF2-40B4-BE49-F238E27FC236}">
                <a16:creationId xmlns:a16="http://schemas.microsoft.com/office/drawing/2014/main" id="{48464120-F018-5D6A-441F-F354367CB928}"/>
              </a:ext>
            </a:extLst>
          </p:cNvPr>
          <p:cNvCxnSpPr>
            <a:cxnSpLocks/>
            <a:stCxn id="284" idx="1"/>
          </p:cNvCxnSpPr>
          <p:nvPr/>
        </p:nvCxnSpPr>
        <p:spPr>
          <a:xfrm flipH="1">
            <a:off x="9239250" y="2520774"/>
            <a:ext cx="94336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4" name="그래픽 283">
            <a:extLst>
              <a:ext uri="{FF2B5EF4-FFF2-40B4-BE49-F238E27FC236}">
                <a16:creationId xmlns:a16="http://schemas.microsoft.com/office/drawing/2014/main" id="{DD14079A-19BD-8FE2-4B78-F6D6D33A70B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182614" y="2417035"/>
            <a:ext cx="220445" cy="207477"/>
          </a:xfrm>
          <a:prstGeom prst="rect">
            <a:avLst/>
          </a:prstGeom>
        </p:spPr>
      </p:pic>
      <p:pic>
        <p:nvPicPr>
          <p:cNvPr id="285" name="Picture 16" descr="Computer">
            <a:extLst>
              <a:ext uri="{FF2B5EF4-FFF2-40B4-BE49-F238E27FC236}">
                <a16:creationId xmlns:a16="http://schemas.microsoft.com/office/drawing/2014/main" id="{5D5A4E81-F38B-55AE-182C-36BDB20765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1578" y="3300080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6" name="Picture 16" descr="Computer">
            <a:extLst>
              <a:ext uri="{FF2B5EF4-FFF2-40B4-BE49-F238E27FC236}">
                <a16:creationId xmlns:a16="http://schemas.microsoft.com/office/drawing/2014/main" id="{E4F60DE7-27DF-428E-60E0-3A4B027CAF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4251" y="3285053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7" name="Picture 16" descr="Computer">
            <a:extLst>
              <a:ext uri="{FF2B5EF4-FFF2-40B4-BE49-F238E27FC236}">
                <a16:creationId xmlns:a16="http://schemas.microsoft.com/office/drawing/2014/main" id="{60D6D6D0-13A5-9453-279D-D1C44A5B36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1395" y="3296838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8" name="Picture 16" descr="Computer">
            <a:extLst>
              <a:ext uri="{FF2B5EF4-FFF2-40B4-BE49-F238E27FC236}">
                <a16:creationId xmlns:a16="http://schemas.microsoft.com/office/drawing/2014/main" id="{979B6C54-F2C6-A2A4-49A2-898F6E1F52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96074" y="3294987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9" name="그래픽 288">
            <a:extLst>
              <a:ext uri="{FF2B5EF4-FFF2-40B4-BE49-F238E27FC236}">
                <a16:creationId xmlns:a16="http://schemas.microsoft.com/office/drawing/2014/main" id="{A4C6894A-A80E-4DC9-B804-7E742C9ACC6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222926" y="2427123"/>
            <a:ext cx="220445" cy="207477"/>
          </a:xfrm>
          <a:prstGeom prst="rect">
            <a:avLst/>
          </a:prstGeom>
        </p:spPr>
      </p:pic>
      <p:cxnSp>
        <p:nvCxnSpPr>
          <p:cNvPr id="291" name="직선 연결선 290">
            <a:extLst>
              <a:ext uri="{FF2B5EF4-FFF2-40B4-BE49-F238E27FC236}">
                <a16:creationId xmlns:a16="http://schemas.microsoft.com/office/drawing/2014/main" id="{15E56400-D2BB-6EAA-E015-9CFF2C2F84F9}"/>
              </a:ext>
            </a:extLst>
          </p:cNvPr>
          <p:cNvCxnSpPr>
            <a:cxnSpLocks/>
            <a:stCxn id="284" idx="2"/>
            <a:endCxn id="285" idx="0"/>
          </p:cNvCxnSpPr>
          <p:nvPr/>
        </p:nvCxnSpPr>
        <p:spPr>
          <a:xfrm flipH="1">
            <a:off x="9975614" y="2624512"/>
            <a:ext cx="317223" cy="67556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4" name="직선 연결선 293">
            <a:extLst>
              <a:ext uri="{FF2B5EF4-FFF2-40B4-BE49-F238E27FC236}">
                <a16:creationId xmlns:a16="http://schemas.microsoft.com/office/drawing/2014/main" id="{F93724DA-F7A8-8F67-B01D-4B8D99A5FA66}"/>
              </a:ext>
            </a:extLst>
          </p:cNvPr>
          <p:cNvCxnSpPr>
            <a:cxnSpLocks/>
            <a:stCxn id="284" idx="2"/>
            <a:endCxn id="286" idx="0"/>
          </p:cNvCxnSpPr>
          <p:nvPr/>
        </p:nvCxnSpPr>
        <p:spPr>
          <a:xfrm>
            <a:off x="10292837" y="2624512"/>
            <a:ext cx="255450" cy="66054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4" name="직선 연결선 303">
            <a:extLst>
              <a:ext uri="{FF2B5EF4-FFF2-40B4-BE49-F238E27FC236}">
                <a16:creationId xmlns:a16="http://schemas.microsoft.com/office/drawing/2014/main" id="{5260EB02-2404-5769-36D9-0D2656805116}"/>
              </a:ext>
            </a:extLst>
          </p:cNvPr>
          <p:cNvCxnSpPr>
            <a:cxnSpLocks/>
            <a:stCxn id="284" idx="3"/>
            <a:endCxn id="289" idx="1"/>
          </p:cNvCxnSpPr>
          <p:nvPr/>
        </p:nvCxnSpPr>
        <p:spPr>
          <a:xfrm>
            <a:off x="10403059" y="2520774"/>
            <a:ext cx="819867" cy="100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" name="직선 연결선 306">
            <a:extLst>
              <a:ext uri="{FF2B5EF4-FFF2-40B4-BE49-F238E27FC236}">
                <a16:creationId xmlns:a16="http://schemas.microsoft.com/office/drawing/2014/main" id="{39F7D68C-3D2E-2C07-7864-5079E972E81D}"/>
              </a:ext>
            </a:extLst>
          </p:cNvPr>
          <p:cNvCxnSpPr>
            <a:cxnSpLocks/>
            <a:stCxn id="287" idx="0"/>
            <a:endCxn id="289" idx="2"/>
          </p:cNvCxnSpPr>
          <p:nvPr/>
        </p:nvCxnSpPr>
        <p:spPr>
          <a:xfrm flipV="1">
            <a:off x="11125431" y="2634600"/>
            <a:ext cx="207718" cy="6622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0" name="직선 연결선 309">
            <a:extLst>
              <a:ext uri="{FF2B5EF4-FFF2-40B4-BE49-F238E27FC236}">
                <a16:creationId xmlns:a16="http://schemas.microsoft.com/office/drawing/2014/main" id="{A225E794-61E7-D864-34C2-D4C69AFF6D9A}"/>
              </a:ext>
            </a:extLst>
          </p:cNvPr>
          <p:cNvCxnSpPr>
            <a:cxnSpLocks/>
            <a:stCxn id="288" idx="0"/>
            <a:endCxn id="289" idx="2"/>
          </p:cNvCxnSpPr>
          <p:nvPr/>
        </p:nvCxnSpPr>
        <p:spPr>
          <a:xfrm flipH="1" flipV="1">
            <a:off x="11333149" y="2634600"/>
            <a:ext cx="276961" cy="6603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6" name="TextBox 335">
            <a:extLst>
              <a:ext uri="{FF2B5EF4-FFF2-40B4-BE49-F238E27FC236}">
                <a16:creationId xmlns:a16="http://schemas.microsoft.com/office/drawing/2014/main" id="{27FA5568-0447-3F1F-3240-94B38037C376}"/>
              </a:ext>
            </a:extLst>
          </p:cNvPr>
          <p:cNvSpPr txBox="1"/>
          <p:nvPr/>
        </p:nvSpPr>
        <p:spPr>
          <a:xfrm>
            <a:off x="10041032" y="2191492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13</a:t>
            </a:r>
            <a:endParaRPr lang="ko-KR" altLang="en-US" sz="800" b="1" dirty="0"/>
          </a:p>
        </p:txBody>
      </p:sp>
      <p:sp>
        <p:nvSpPr>
          <p:cNvPr id="337" name="TextBox 336">
            <a:extLst>
              <a:ext uri="{FF2B5EF4-FFF2-40B4-BE49-F238E27FC236}">
                <a16:creationId xmlns:a16="http://schemas.microsoft.com/office/drawing/2014/main" id="{D95773D2-65E7-C926-8551-89DC22C331E0}"/>
              </a:ext>
            </a:extLst>
          </p:cNvPr>
          <p:cNvSpPr txBox="1"/>
          <p:nvPr/>
        </p:nvSpPr>
        <p:spPr>
          <a:xfrm>
            <a:off x="11101975" y="2196443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14</a:t>
            </a:r>
            <a:endParaRPr lang="ko-KR" altLang="en-US" sz="800" b="1" dirty="0"/>
          </a:p>
        </p:txBody>
      </p:sp>
      <p:sp>
        <p:nvSpPr>
          <p:cNvPr id="338" name="TextBox 337">
            <a:extLst>
              <a:ext uri="{FF2B5EF4-FFF2-40B4-BE49-F238E27FC236}">
                <a16:creationId xmlns:a16="http://schemas.microsoft.com/office/drawing/2014/main" id="{F97B5EE8-EA96-1802-50B7-0BA4DD4EE0FC}"/>
              </a:ext>
            </a:extLst>
          </p:cNvPr>
          <p:cNvSpPr txBox="1"/>
          <p:nvPr/>
        </p:nvSpPr>
        <p:spPr>
          <a:xfrm>
            <a:off x="9669909" y="3506288"/>
            <a:ext cx="52183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15</a:t>
            </a:r>
            <a:endParaRPr lang="ko-KR" altLang="en-US" sz="800" b="1" dirty="0"/>
          </a:p>
        </p:txBody>
      </p:sp>
      <p:sp>
        <p:nvSpPr>
          <p:cNvPr id="339" name="TextBox 338">
            <a:extLst>
              <a:ext uri="{FF2B5EF4-FFF2-40B4-BE49-F238E27FC236}">
                <a16:creationId xmlns:a16="http://schemas.microsoft.com/office/drawing/2014/main" id="{39A7FE80-8CE0-90D0-63E9-2A93C03BE90B}"/>
              </a:ext>
            </a:extLst>
          </p:cNvPr>
          <p:cNvSpPr txBox="1"/>
          <p:nvPr/>
        </p:nvSpPr>
        <p:spPr>
          <a:xfrm>
            <a:off x="10259504" y="3496191"/>
            <a:ext cx="52183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16</a:t>
            </a:r>
            <a:endParaRPr lang="ko-KR" altLang="en-US" sz="800" b="1" dirty="0"/>
          </a:p>
        </p:txBody>
      </p:sp>
      <p:sp>
        <p:nvSpPr>
          <p:cNvPr id="340" name="TextBox 339">
            <a:extLst>
              <a:ext uri="{FF2B5EF4-FFF2-40B4-BE49-F238E27FC236}">
                <a16:creationId xmlns:a16="http://schemas.microsoft.com/office/drawing/2014/main" id="{DEF4B415-2010-02C2-FA1A-FCCB75E436BC}"/>
              </a:ext>
            </a:extLst>
          </p:cNvPr>
          <p:cNvSpPr txBox="1"/>
          <p:nvPr/>
        </p:nvSpPr>
        <p:spPr>
          <a:xfrm>
            <a:off x="10851792" y="3495697"/>
            <a:ext cx="52183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17</a:t>
            </a:r>
            <a:endParaRPr lang="ko-KR" altLang="en-US" sz="800" b="1" dirty="0"/>
          </a:p>
        </p:txBody>
      </p:sp>
      <p:sp>
        <p:nvSpPr>
          <p:cNvPr id="341" name="TextBox 340">
            <a:extLst>
              <a:ext uri="{FF2B5EF4-FFF2-40B4-BE49-F238E27FC236}">
                <a16:creationId xmlns:a16="http://schemas.microsoft.com/office/drawing/2014/main" id="{44727478-5973-2BD8-7435-43E0FD99A7D2}"/>
              </a:ext>
            </a:extLst>
          </p:cNvPr>
          <p:cNvSpPr txBox="1"/>
          <p:nvPr/>
        </p:nvSpPr>
        <p:spPr>
          <a:xfrm>
            <a:off x="11315237" y="3496260"/>
            <a:ext cx="52183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18</a:t>
            </a:r>
            <a:endParaRPr lang="ko-KR" altLang="en-US" sz="800" b="1" dirty="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7D304344-5600-B25E-ED06-9D02E1A0F943}"/>
              </a:ext>
            </a:extLst>
          </p:cNvPr>
          <p:cNvSpPr txBox="1"/>
          <p:nvPr/>
        </p:nvSpPr>
        <p:spPr>
          <a:xfrm>
            <a:off x="7538037" y="862513"/>
            <a:ext cx="862674" cy="276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>
                <a:solidFill>
                  <a:schemeClr val="bg1"/>
                </a:solidFill>
              </a:rPr>
              <a:t>해외지사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2E255F70-12E6-ED76-E329-3F03344D2565}"/>
              </a:ext>
            </a:extLst>
          </p:cNvPr>
          <p:cNvSpPr txBox="1"/>
          <p:nvPr/>
        </p:nvSpPr>
        <p:spPr>
          <a:xfrm>
            <a:off x="2328532" y="1162919"/>
            <a:ext cx="862674" cy="276999"/>
          </a:xfrm>
          <a:prstGeom prst="rect">
            <a:avLst/>
          </a:prstGeom>
          <a:solidFill>
            <a:srgbClr val="002060"/>
          </a:solidFill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 err="1">
                <a:solidFill>
                  <a:schemeClr val="bg1"/>
                </a:solidFill>
              </a:rPr>
              <a:t>서버실</a:t>
            </a:r>
            <a:endParaRPr lang="ko-KR" altLang="en-US" sz="1200" b="1" dirty="0">
              <a:solidFill>
                <a:schemeClr val="bg1"/>
              </a:solidFill>
            </a:endParaRPr>
          </a:p>
        </p:txBody>
      </p:sp>
      <p:sp>
        <p:nvSpPr>
          <p:cNvPr id="148" name="타원 147">
            <a:extLst>
              <a:ext uri="{FF2B5EF4-FFF2-40B4-BE49-F238E27FC236}">
                <a16:creationId xmlns:a16="http://schemas.microsoft.com/office/drawing/2014/main" id="{EC028AE7-651B-437F-B7D1-F75466290235}"/>
              </a:ext>
            </a:extLst>
          </p:cNvPr>
          <p:cNvSpPr/>
          <p:nvPr/>
        </p:nvSpPr>
        <p:spPr>
          <a:xfrm rot="160864">
            <a:off x="58119" y="151822"/>
            <a:ext cx="6647379" cy="6664733"/>
          </a:xfrm>
          <a:prstGeom prst="ellipse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F6B7C497-9B87-3D37-88EE-C714A325B2C2}"/>
              </a:ext>
            </a:extLst>
          </p:cNvPr>
          <p:cNvSpPr txBox="1"/>
          <p:nvPr/>
        </p:nvSpPr>
        <p:spPr>
          <a:xfrm>
            <a:off x="797799" y="937607"/>
            <a:ext cx="862674" cy="276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>
                <a:solidFill>
                  <a:schemeClr val="bg1"/>
                </a:solidFill>
              </a:rPr>
              <a:t>본사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FA4549DB-2E34-8909-394B-B5DA6FE10B14}"/>
              </a:ext>
            </a:extLst>
          </p:cNvPr>
          <p:cNvSpPr txBox="1"/>
          <p:nvPr/>
        </p:nvSpPr>
        <p:spPr>
          <a:xfrm>
            <a:off x="260629" y="2892068"/>
            <a:ext cx="862674" cy="276999"/>
          </a:xfrm>
          <a:prstGeom prst="rect">
            <a:avLst/>
          </a:prstGeom>
          <a:solidFill>
            <a:srgbClr val="002060"/>
          </a:solidFill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</a:rPr>
              <a:t>storage</a:t>
            </a:r>
            <a:endParaRPr lang="ko-KR" altLang="en-US" sz="1200" b="1" dirty="0">
              <a:solidFill>
                <a:schemeClr val="bg1"/>
              </a:solidFill>
            </a:endParaRP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916472B2-495B-AE88-9BFD-4FD372B468B2}"/>
              </a:ext>
            </a:extLst>
          </p:cNvPr>
          <p:cNvSpPr txBox="1"/>
          <p:nvPr/>
        </p:nvSpPr>
        <p:spPr>
          <a:xfrm>
            <a:off x="1621012" y="6412823"/>
            <a:ext cx="862674" cy="276999"/>
          </a:xfrm>
          <a:prstGeom prst="rect">
            <a:avLst/>
          </a:prstGeom>
          <a:solidFill>
            <a:srgbClr val="002060"/>
          </a:solidFill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>
                <a:solidFill>
                  <a:schemeClr val="bg1"/>
                </a:solidFill>
              </a:rPr>
              <a:t>사설 대역</a:t>
            </a: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999205A2-6841-7B51-86B1-4A0E6CC97DED}"/>
              </a:ext>
            </a:extLst>
          </p:cNvPr>
          <p:cNvSpPr txBox="1"/>
          <p:nvPr/>
        </p:nvSpPr>
        <p:spPr>
          <a:xfrm>
            <a:off x="4930675" y="4514247"/>
            <a:ext cx="878767" cy="400110"/>
          </a:xfrm>
          <a:prstGeom prst="rect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txBody>
          <a:bodyPr wrap="none" rtlCol="0">
            <a:spAutoFit/>
          </a:bodyPr>
          <a:lstStyle>
            <a:defPPr>
              <a:defRPr lang="ko-KR"/>
            </a:defPPr>
            <a:lvl1pPr algn="ctr">
              <a:defRPr sz="1000" b="1">
                <a:solidFill>
                  <a:srgbClr val="0000CC"/>
                </a:solidFill>
              </a:defRPr>
            </a:lvl1pPr>
          </a:lstStyle>
          <a:p>
            <a:r>
              <a:rPr lang="en-US" altLang="ko-KR" dirty="0">
                <a:solidFill>
                  <a:srgbClr val="00B050"/>
                </a:solidFill>
              </a:rPr>
              <a:t>WEB server</a:t>
            </a:r>
          </a:p>
          <a:p>
            <a:r>
              <a:rPr lang="en-US" altLang="ko-KR" dirty="0">
                <a:solidFill>
                  <a:srgbClr val="00B050"/>
                </a:solidFill>
              </a:rPr>
              <a:t>(</a:t>
            </a:r>
            <a:r>
              <a:rPr lang="ko-KR" altLang="en-US" dirty="0">
                <a:solidFill>
                  <a:srgbClr val="00B050"/>
                </a:solidFill>
              </a:rPr>
              <a:t>영문</a:t>
            </a:r>
            <a:r>
              <a:rPr lang="en-US" altLang="ko-KR" dirty="0">
                <a:solidFill>
                  <a:srgbClr val="00B050"/>
                </a:solidFill>
              </a:rPr>
              <a:t>)</a:t>
            </a:r>
          </a:p>
        </p:txBody>
      </p:sp>
      <p:cxnSp>
        <p:nvCxnSpPr>
          <p:cNvPr id="171" name="연결선: 꺾임 170">
            <a:extLst>
              <a:ext uri="{FF2B5EF4-FFF2-40B4-BE49-F238E27FC236}">
                <a16:creationId xmlns:a16="http://schemas.microsoft.com/office/drawing/2014/main" id="{B75B36A6-E184-61A0-8A3B-B3450177177A}"/>
              </a:ext>
            </a:extLst>
          </p:cNvPr>
          <p:cNvCxnSpPr>
            <a:cxnSpLocks/>
          </p:cNvCxnSpPr>
          <p:nvPr/>
        </p:nvCxnSpPr>
        <p:spPr>
          <a:xfrm flipV="1">
            <a:off x="1488778" y="3240631"/>
            <a:ext cx="3405137" cy="50348"/>
          </a:xfrm>
          <a:prstGeom prst="bentConnector3">
            <a:avLst/>
          </a:prstGeom>
          <a:ln w="444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연결선: 꺾임 174">
            <a:extLst>
              <a:ext uri="{FF2B5EF4-FFF2-40B4-BE49-F238E27FC236}">
                <a16:creationId xmlns:a16="http://schemas.microsoft.com/office/drawing/2014/main" id="{FE725408-952E-1536-73CE-5484ACCB9A2A}"/>
              </a:ext>
            </a:extLst>
          </p:cNvPr>
          <p:cNvCxnSpPr>
            <a:cxnSpLocks/>
          </p:cNvCxnSpPr>
          <p:nvPr/>
        </p:nvCxnSpPr>
        <p:spPr>
          <a:xfrm>
            <a:off x="1886519" y="2109542"/>
            <a:ext cx="2942092" cy="1901145"/>
          </a:xfrm>
          <a:prstGeom prst="bentConnector3">
            <a:avLst/>
          </a:prstGeom>
          <a:ln w="444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" name="오른쪽 중괄호 179">
            <a:extLst>
              <a:ext uri="{FF2B5EF4-FFF2-40B4-BE49-F238E27FC236}">
                <a16:creationId xmlns:a16="http://schemas.microsoft.com/office/drawing/2014/main" id="{04DD36D8-C513-3897-BD4F-E0504FBF79E0}"/>
              </a:ext>
            </a:extLst>
          </p:cNvPr>
          <p:cNvSpPr/>
          <p:nvPr/>
        </p:nvSpPr>
        <p:spPr>
          <a:xfrm flipV="1">
            <a:off x="1540012" y="1724607"/>
            <a:ext cx="256425" cy="786011"/>
          </a:xfrm>
          <a:prstGeom prst="rightBrac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90" name="연결선: 꺾임 189">
            <a:extLst>
              <a:ext uri="{FF2B5EF4-FFF2-40B4-BE49-F238E27FC236}">
                <a16:creationId xmlns:a16="http://schemas.microsoft.com/office/drawing/2014/main" id="{6C377A89-DCB5-7A91-AE21-7CA956CFFB17}"/>
              </a:ext>
            </a:extLst>
          </p:cNvPr>
          <p:cNvCxnSpPr>
            <a:cxnSpLocks/>
          </p:cNvCxnSpPr>
          <p:nvPr/>
        </p:nvCxnSpPr>
        <p:spPr>
          <a:xfrm>
            <a:off x="3406160" y="4015826"/>
            <a:ext cx="1403325" cy="717131"/>
          </a:xfrm>
          <a:prstGeom prst="bentConnector3">
            <a:avLst/>
          </a:prstGeom>
          <a:ln w="444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5" name="TextBox 194">
            <a:extLst>
              <a:ext uri="{FF2B5EF4-FFF2-40B4-BE49-F238E27FC236}">
                <a16:creationId xmlns:a16="http://schemas.microsoft.com/office/drawing/2014/main" id="{4B7DEFE4-5D98-AFC2-D29A-B70D856276FD}"/>
              </a:ext>
            </a:extLst>
          </p:cNvPr>
          <p:cNvSpPr txBox="1"/>
          <p:nvPr/>
        </p:nvSpPr>
        <p:spPr>
          <a:xfrm>
            <a:off x="3943485" y="117173"/>
            <a:ext cx="800232" cy="40011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FF0000"/>
                </a:solidFill>
              </a:rPr>
              <a:t>Back up</a:t>
            </a:r>
          </a:p>
          <a:p>
            <a:pPr algn="ctr"/>
            <a:r>
              <a:rPr lang="en-US" altLang="ko-KR" sz="1000" b="1" dirty="0">
                <a:solidFill>
                  <a:srgbClr val="FF0000"/>
                </a:solidFill>
              </a:rPr>
              <a:t>storage</a:t>
            </a:r>
          </a:p>
        </p:txBody>
      </p:sp>
      <p:cxnSp>
        <p:nvCxnSpPr>
          <p:cNvPr id="220" name="연결선: 꺾임 219">
            <a:extLst>
              <a:ext uri="{FF2B5EF4-FFF2-40B4-BE49-F238E27FC236}">
                <a16:creationId xmlns:a16="http://schemas.microsoft.com/office/drawing/2014/main" id="{39C0A134-7373-A1D4-15D5-FFCE91DFA2C4}"/>
              </a:ext>
            </a:extLst>
          </p:cNvPr>
          <p:cNvCxnSpPr>
            <a:cxnSpLocks/>
            <a:endCxn id="195" idx="1"/>
          </p:cNvCxnSpPr>
          <p:nvPr/>
        </p:nvCxnSpPr>
        <p:spPr>
          <a:xfrm rot="5400000" flipH="1" flipV="1">
            <a:off x="1886722" y="549449"/>
            <a:ext cx="2288984" cy="1824542"/>
          </a:xfrm>
          <a:prstGeom prst="bentConnector2">
            <a:avLst/>
          </a:prstGeom>
          <a:ln w="444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9" name="오른쪽 중괄호 228">
            <a:extLst>
              <a:ext uri="{FF2B5EF4-FFF2-40B4-BE49-F238E27FC236}">
                <a16:creationId xmlns:a16="http://schemas.microsoft.com/office/drawing/2014/main" id="{5C4CAD46-87DB-6E72-E6BC-58CD10B1F883}"/>
              </a:ext>
            </a:extLst>
          </p:cNvPr>
          <p:cNvSpPr/>
          <p:nvPr/>
        </p:nvSpPr>
        <p:spPr>
          <a:xfrm rot="10800000" flipH="1" flipV="1">
            <a:off x="1718814" y="1735955"/>
            <a:ext cx="439282" cy="1707737"/>
          </a:xfrm>
          <a:prstGeom prst="rightBrac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6BC4DF94-88D9-EDAB-14BA-6876B0566835}"/>
              </a:ext>
            </a:extLst>
          </p:cNvPr>
          <p:cNvSpPr txBox="1"/>
          <p:nvPr/>
        </p:nvSpPr>
        <p:spPr>
          <a:xfrm>
            <a:off x="4929001" y="3126946"/>
            <a:ext cx="869149" cy="246221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0000CC"/>
                </a:solidFill>
              </a:rPr>
              <a:t>DNS server</a:t>
            </a:r>
          </a:p>
        </p:txBody>
      </p:sp>
      <p:cxnSp>
        <p:nvCxnSpPr>
          <p:cNvPr id="239" name="직선 화살표 연결선 238">
            <a:extLst>
              <a:ext uri="{FF2B5EF4-FFF2-40B4-BE49-F238E27FC236}">
                <a16:creationId xmlns:a16="http://schemas.microsoft.com/office/drawing/2014/main" id="{7C1EF93A-EC5C-BF4C-0940-893412A462DD}"/>
              </a:ext>
            </a:extLst>
          </p:cNvPr>
          <p:cNvCxnSpPr>
            <a:cxnSpLocks/>
          </p:cNvCxnSpPr>
          <p:nvPr/>
        </p:nvCxnSpPr>
        <p:spPr>
          <a:xfrm>
            <a:off x="1988368" y="1986799"/>
            <a:ext cx="3090963" cy="2000406"/>
          </a:xfrm>
          <a:prstGeom prst="straightConnector1">
            <a:avLst/>
          </a:prstGeom>
          <a:ln w="444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직선 화살표 연결선 239">
            <a:extLst>
              <a:ext uri="{FF2B5EF4-FFF2-40B4-BE49-F238E27FC236}">
                <a16:creationId xmlns:a16="http://schemas.microsoft.com/office/drawing/2014/main" id="{F2253A3F-12F6-048E-4A59-A879390BF531}"/>
              </a:ext>
            </a:extLst>
          </p:cNvPr>
          <p:cNvCxnSpPr>
            <a:cxnSpLocks/>
          </p:cNvCxnSpPr>
          <p:nvPr/>
        </p:nvCxnSpPr>
        <p:spPr>
          <a:xfrm>
            <a:off x="1988368" y="1986799"/>
            <a:ext cx="3039819" cy="2831041"/>
          </a:xfrm>
          <a:prstGeom prst="straightConnector1">
            <a:avLst/>
          </a:prstGeom>
          <a:ln w="444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45914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E6B02D-85E6-F01A-E2EE-04ADD7850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타원 147">
            <a:extLst>
              <a:ext uri="{FF2B5EF4-FFF2-40B4-BE49-F238E27FC236}">
                <a16:creationId xmlns:a16="http://schemas.microsoft.com/office/drawing/2014/main" id="{B92FA2CA-5AB9-DC80-BCF9-F3ACF903E582}"/>
              </a:ext>
            </a:extLst>
          </p:cNvPr>
          <p:cNvSpPr/>
          <p:nvPr/>
        </p:nvSpPr>
        <p:spPr>
          <a:xfrm rot="160864">
            <a:off x="58119" y="151822"/>
            <a:ext cx="6647379" cy="6664733"/>
          </a:xfrm>
          <a:prstGeom prst="ellipse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7" name="타원 86">
            <a:extLst>
              <a:ext uri="{FF2B5EF4-FFF2-40B4-BE49-F238E27FC236}">
                <a16:creationId xmlns:a16="http://schemas.microsoft.com/office/drawing/2014/main" id="{23958251-8231-FBF1-070F-CA09ED2AE392}"/>
              </a:ext>
            </a:extLst>
          </p:cNvPr>
          <p:cNvSpPr/>
          <p:nvPr/>
        </p:nvSpPr>
        <p:spPr>
          <a:xfrm>
            <a:off x="2053199" y="5481361"/>
            <a:ext cx="1364953" cy="1312506"/>
          </a:xfrm>
          <a:prstGeom prst="ellipse">
            <a:avLst/>
          </a:prstGeom>
          <a:solidFill>
            <a:srgbClr val="00B050">
              <a:alpha val="31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4" name="타원 73">
            <a:extLst>
              <a:ext uri="{FF2B5EF4-FFF2-40B4-BE49-F238E27FC236}">
                <a16:creationId xmlns:a16="http://schemas.microsoft.com/office/drawing/2014/main" id="{49F701D3-876F-2E11-4AA0-BA3006437FBC}"/>
              </a:ext>
            </a:extLst>
          </p:cNvPr>
          <p:cNvSpPr/>
          <p:nvPr/>
        </p:nvSpPr>
        <p:spPr>
          <a:xfrm>
            <a:off x="1988368" y="211562"/>
            <a:ext cx="3280153" cy="1775237"/>
          </a:xfrm>
          <a:prstGeom prst="ellipse">
            <a:avLst/>
          </a:prstGeom>
          <a:solidFill>
            <a:schemeClr val="accent1">
              <a:alpha val="3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0" name="타원 89">
            <a:extLst>
              <a:ext uri="{FF2B5EF4-FFF2-40B4-BE49-F238E27FC236}">
                <a16:creationId xmlns:a16="http://schemas.microsoft.com/office/drawing/2014/main" id="{9AEEA35E-1D37-323A-B23F-BA6059B534DF}"/>
              </a:ext>
            </a:extLst>
          </p:cNvPr>
          <p:cNvSpPr/>
          <p:nvPr/>
        </p:nvSpPr>
        <p:spPr>
          <a:xfrm>
            <a:off x="153989" y="912207"/>
            <a:ext cx="2376476" cy="2451940"/>
          </a:xfrm>
          <a:prstGeom prst="ellipse">
            <a:avLst/>
          </a:prstGeom>
          <a:solidFill>
            <a:srgbClr val="FFFF00">
              <a:alpha val="31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D312047B-4984-69AC-F126-3444FC430150}"/>
              </a:ext>
            </a:extLst>
          </p:cNvPr>
          <p:cNvSpPr/>
          <p:nvPr/>
        </p:nvSpPr>
        <p:spPr>
          <a:xfrm>
            <a:off x="4231462" y="2771390"/>
            <a:ext cx="2444994" cy="2336367"/>
          </a:xfrm>
          <a:prstGeom prst="ellipse">
            <a:avLst/>
          </a:prstGeom>
          <a:solidFill>
            <a:srgbClr val="FF0000">
              <a:alpha val="31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33986A0C-C645-9FA8-8C51-471B94D2FB71}"/>
              </a:ext>
            </a:extLst>
          </p:cNvPr>
          <p:cNvCxnSpPr>
            <a:cxnSpLocks/>
            <a:stCxn id="256" idx="1"/>
            <a:endCxn id="2" idx="1"/>
          </p:cNvCxnSpPr>
          <p:nvPr/>
        </p:nvCxnSpPr>
        <p:spPr>
          <a:xfrm flipH="1" flipV="1">
            <a:off x="4459958" y="731708"/>
            <a:ext cx="1136458" cy="376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직선 연결선 107">
            <a:extLst>
              <a:ext uri="{FF2B5EF4-FFF2-40B4-BE49-F238E27FC236}">
                <a16:creationId xmlns:a16="http://schemas.microsoft.com/office/drawing/2014/main" id="{BFB1407F-ACB5-A51A-E3C4-401392B705F9}"/>
              </a:ext>
            </a:extLst>
          </p:cNvPr>
          <p:cNvCxnSpPr>
            <a:cxnSpLocks/>
            <a:stCxn id="71" idx="2"/>
            <a:endCxn id="78" idx="0"/>
          </p:cNvCxnSpPr>
          <p:nvPr/>
        </p:nvCxnSpPr>
        <p:spPr>
          <a:xfrm flipH="1">
            <a:off x="9108414" y="2624512"/>
            <a:ext cx="19243" cy="126165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3">
            <a:extLst>
              <a:ext uri="{FF2B5EF4-FFF2-40B4-BE49-F238E27FC236}">
                <a16:creationId xmlns:a16="http://schemas.microsoft.com/office/drawing/2014/main" id="{39B39AAB-7163-D2FF-B871-EBDEB7F00D3E}"/>
              </a:ext>
            </a:extLst>
          </p:cNvPr>
          <p:cNvSpPr/>
          <p:nvPr/>
        </p:nvSpPr>
        <p:spPr>
          <a:xfrm>
            <a:off x="5805494" y="-646424"/>
            <a:ext cx="1469233" cy="377486"/>
          </a:xfrm>
          <a:prstGeom prst="rect">
            <a:avLst/>
          </a:prstGeom>
          <a:solidFill>
            <a:srgbClr val="00B05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Picture 2" descr="Data server ">
            <a:extLst>
              <a:ext uri="{FF2B5EF4-FFF2-40B4-BE49-F238E27FC236}">
                <a16:creationId xmlns:a16="http://schemas.microsoft.com/office/drawing/2014/main" id="{130ED643-B3FD-A929-5BA0-EB8DE93156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8368" y="-638525"/>
            <a:ext cx="438149" cy="438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F9D7319-A3DD-6C97-C935-7E4A1BF0889C}"/>
              </a:ext>
            </a:extLst>
          </p:cNvPr>
          <p:cNvSpPr txBox="1"/>
          <p:nvPr/>
        </p:nvSpPr>
        <p:spPr>
          <a:xfrm>
            <a:off x="11101975" y="-588486"/>
            <a:ext cx="8675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 dirty="0" err="1"/>
              <a:t>DNS_server</a:t>
            </a:r>
            <a:endParaRPr lang="ko-KR" altLang="en-US" sz="1100" b="1" dirty="0"/>
          </a:p>
        </p:txBody>
      </p:sp>
      <p:pic>
        <p:nvPicPr>
          <p:cNvPr id="8" name="Picture 16" descr="Computer">
            <a:extLst>
              <a:ext uri="{FF2B5EF4-FFF2-40B4-BE49-F238E27FC236}">
                <a16:creationId xmlns:a16="http://schemas.microsoft.com/office/drawing/2014/main" id="{BF4D412C-8D8B-79A2-6406-9D9C8B43CC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3467" y="-619004"/>
            <a:ext cx="377486" cy="377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CE29986-83C9-D131-CA2A-2B1891E7E619}"/>
              </a:ext>
            </a:extLst>
          </p:cNvPr>
          <p:cNvSpPr txBox="1"/>
          <p:nvPr/>
        </p:nvSpPr>
        <p:spPr>
          <a:xfrm>
            <a:off x="7596185" y="-615514"/>
            <a:ext cx="862674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>
                <a:solidFill>
                  <a:srgbClr val="00B050"/>
                </a:solidFill>
              </a:rPr>
              <a:t>일반 부서</a:t>
            </a:r>
          </a:p>
        </p:txBody>
      </p:sp>
      <p:pic>
        <p:nvPicPr>
          <p:cNvPr id="10" name="그래픽 9">
            <a:extLst>
              <a:ext uri="{FF2B5EF4-FFF2-40B4-BE49-F238E27FC236}">
                <a16:creationId xmlns:a16="http://schemas.microsoft.com/office/drawing/2014/main" id="{CEFF9872-E341-8273-218A-D6EEFA6104F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13397" y="-512647"/>
            <a:ext cx="376089" cy="256425"/>
          </a:xfrm>
          <a:prstGeom prst="rect">
            <a:avLst/>
          </a:prstGeom>
        </p:spPr>
      </p:pic>
      <p:pic>
        <p:nvPicPr>
          <p:cNvPr id="11" name="Picture 30" descr="Server ">
            <a:extLst>
              <a:ext uri="{FF2B5EF4-FFF2-40B4-BE49-F238E27FC236}">
                <a16:creationId xmlns:a16="http://schemas.microsoft.com/office/drawing/2014/main" id="{B735DFA4-4799-EEF3-EBF2-73B86B4132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8716" y="-646293"/>
            <a:ext cx="400110" cy="400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2425151-6CD6-F66F-4184-E4F69C1C16A6}"/>
              </a:ext>
            </a:extLst>
          </p:cNvPr>
          <p:cNvSpPr txBox="1"/>
          <p:nvPr/>
        </p:nvSpPr>
        <p:spPr>
          <a:xfrm>
            <a:off x="8621025" y="-707848"/>
            <a:ext cx="862674" cy="4616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/>
              <a:t>Vlan20</a:t>
            </a:r>
          </a:p>
          <a:p>
            <a:pPr algn="ctr"/>
            <a:r>
              <a:rPr lang="en-US" altLang="ko-KR" sz="1200" b="1" dirty="0" err="1"/>
              <a:t>dhcp</a:t>
            </a:r>
            <a:endParaRPr lang="en-US" altLang="ko-KR" sz="12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A2EB9C4-B9D9-091E-2093-DB03B33D6B08}"/>
              </a:ext>
            </a:extLst>
          </p:cNvPr>
          <p:cNvSpPr txBox="1"/>
          <p:nvPr/>
        </p:nvSpPr>
        <p:spPr>
          <a:xfrm>
            <a:off x="9645865" y="-626004"/>
            <a:ext cx="12939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00" b="1" dirty="0">
                <a:solidFill>
                  <a:srgbClr val="0000CC"/>
                </a:solidFill>
              </a:rPr>
              <a:t>일반</a:t>
            </a:r>
            <a:r>
              <a:rPr lang="en-US" altLang="ko-KR" sz="1000" b="1" dirty="0">
                <a:solidFill>
                  <a:srgbClr val="0000CC"/>
                </a:solidFill>
              </a:rPr>
              <a:t>/</a:t>
            </a:r>
            <a:r>
              <a:rPr lang="ko-KR" altLang="en-US" sz="1000" b="1" dirty="0">
                <a:solidFill>
                  <a:srgbClr val="0000CC"/>
                </a:solidFill>
              </a:rPr>
              <a:t>백업 스토리지</a:t>
            </a:r>
            <a:endParaRPr lang="en-US" altLang="ko-KR" sz="1000" b="1" dirty="0">
              <a:solidFill>
                <a:srgbClr val="0000CC"/>
              </a:solidFill>
            </a:endParaRPr>
          </a:p>
          <a:p>
            <a:pPr algn="ctr"/>
            <a:r>
              <a:rPr lang="en-US" altLang="ko-KR" sz="1000" b="1" dirty="0">
                <a:solidFill>
                  <a:srgbClr val="0000CC"/>
                </a:solidFill>
              </a:rPr>
              <a:t>SMB </a:t>
            </a:r>
            <a:r>
              <a:rPr lang="ko-KR" altLang="en-US" sz="1000" b="1" dirty="0">
                <a:solidFill>
                  <a:srgbClr val="0000CC"/>
                </a:solidFill>
              </a:rPr>
              <a:t>연결</a:t>
            </a:r>
          </a:p>
        </p:txBody>
      </p:sp>
      <p:pic>
        <p:nvPicPr>
          <p:cNvPr id="14" name="그래픽 13">
            <a:extLst>
              <a:ext uri="{FF2B5EF4-FFF2-40B4-BE49-F238E27FC236}">
                <a16:creationId xmlns:a16="http://schemas.microsoft.com/office/drawing/2014/main" id="{4986619D-0A48-78E9-925F-DB634ABF9E1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82935" y="-522684"/>
            <a:ext cx="618490" cy="276501"/>
          </a:xfrm>
          <a:prstGeom prst="rect">
            <a:avLst/>
          </a:prstGeom>
        </p:spPr>
      </p:pic>
      <p:pic>
        <p:nvPicPr>
          <p:cNvPr id="71" name="그래픽 70">
            <a:extLst>
              <a:ext uri="{FF2B5EF4-FFF2-40B4-BE49-F238E27FC236}">
                <a16:creationId xmlns:a16="http://schemas.microsoft.com/office/drawing/2014/main" id="{A99774B8-6783-1E1C-40DD-D9D812E3498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939612" y="2368087"/>
            <a:ext cx="376089" cy="256425"/>
          </a:xfrm>
          <a:prstGeom prst="rect">
            <a:avLst/>
          </a:prstGeom>
        </p:spPr>
      </p:pic>
      <p:pic>
        <p:nvPicPr>
          <p:cNvPr id="75" name="그래픽 74">
            <a:extLst>
              <a:ext uri="{FF2B5EF4-FFF2-40B4-BE49-F238E27FC236}">
                <a16:creationId xmlns:a16="http://schemas.microsoft.com/office/drawing/2014/main" id="{2DE9E527-D139-1451-C132-9169CA6D7C3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90084" y="-516212"/>
            <a:ext cx="220445" cy="207477"/>
          </a:xfrm>
          <a:prstGeom prst="rect">
            <a:avLst/>
          </a:prstGeom>
        </p:spPr>
      </p:pic>
      <p:pic>
        <p:nvPicPr>
          <p:cNvPr id="44" name="그래픽 43">
            <a:extLst>
              <a:ext uri="{FF2B5EF4-FFF2-40B4-BE49-F238E27FC236}">
                <a16:creationId xmlns:a16="http://schemas.microsoft.com/office/drawing/2014/main" id="{F57D6A76-6B16-52A8-5E9A-0414AA23C0B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060430" y="3888279"/>
            <a:ext cx="220445" cy="207477"/>
          </a:xfrm>
          <a:prstGeom prst="rect">
            <a:avLst/>
          </a:prstGeom>
        </p:spPr>
      </p:pic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A61BA073-22C2-B683-88A2-DA5D33874792}"/>
              </a:ext>
            </a:extLst>
          </p:cNvPr>
          <p:cNvCxnSpPr>
            <a:cxnSpLocks/>
            <a:stCxn id="78" idx="1"/>
          </p:cNvCxnSpPr>
          <p:nvPr/>
        </p:nvCxnSpPr>
        <p:spPr>
          <a:xfrm flipH="1">
            <a:off x="8047317" y="3989909"/>
            <a:ext cx="950874" cy="476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" name="Picture 16" descr="Computer">
            <a:extLst>
              <a:ext uri="{FF2B5EF4-FFF2-40B4-BE49-F238E27FC236}">
                <a16:creationId xmlns:a16="http://schemas.microsoft.com/office/drawing/2014/main" id="{00FDB8F2-13BE-4D1F-57CC-AB1E20B1E1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0598" y="4940931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" name="Picture 16" descr="Computer">
            <a:extLst>
              <a:ext uri="{FF2B5EF4-FFF2-40B4-BE49-F238E27FC236}">
                <a16:creationId xmlns:a16="http://schemas.microsoft.com/office/drawing/2014/main" id="{BABC7BD8-EE6B-A4D9-2119-4225086B7A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6656" y="4938597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0EAC114D-490C-D31B-2984-817DDB75B80C}"/>
              </a:ext>
            </a:extLst>
          </p:cNvPr>
          <p:cNvCxnSpPr>
            <a:cxnSpLocks/>
            <a:stCxn id="44" idx="2"/>
            <a:endCxn id="51" idx="0"/>
          </p:cNvCxnSpPr>
          <p:nvPr/>
        </p:nvCxnSpPr>
        <p:spPr>
          <a:xfrm flipH="1">
            <a:off x="8114634" y="4095756"/>
            <a:ext cx="56019" cy="84517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950DC5C8-6AF3-F706-7C75-D5FC5D1EF3E1}"/>
              </a:ext>
            </a:extLst>
          </p:cNvPr>
          <p:cNvCxnSpPr>
            <a:cxnSpLocks/>
            <a:stCxn id="44" idx="2"/>
            <a:endCxn id="52" idx="0"/>
          </p:cNvCxnSpPr>
          <p:nvPr/>
        </p:nvCxnSpPr>
        <p:spPr>
          <a:xfrm>
            <a:off x="8170653" y="4095756"/>
            <a:ext cx="250039" cy="84284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6" name="그래픽 75">
            <a:extLst>
              <a:ext uri="{FF2B5EF4-FFF2-40B4-BE49-F238E27FC236}">
                <a16:creationId xmlns:a16="http://schemas.microsoft.com/office/drawing/2014/main" id="{49E160B5-BA31-7A9B-860D-A6E91FA1E0B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104167" y="3873583"/>
            <a:ext cx="220445" cy="207477"/>
          </a:xfrm>
          <a:prstGeom prst="rect">
            <a:avLst/>
          </a:prstGeom>
        </p:spPr>
      </p:pic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C6212419-2822-6234-D206-986E00D013A1}"/>
              </a:ext>
            </a:extLst>
          </p:cNvPr>
          <p:cNvCxnSpPr>
            <a:cxnSpLocks/>
            <a:stCxn id="44" idx="1"/>
            <a:endCxn id="76" idx="3"/>
          </p:cNvCxnSpPr>
          <p:nvPr/>
        </p:nvCxnSpPr>
        <p:spPr>
          <a:xfrm flipH="1" flipV="1">
            <a:off x="7324612" y="3977322"/>
            <a:ext cx="735818" cy="1469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81" name="Picture 16" descr="Computer">
            <a:extLst>
              <a:ext uri="{FF2B5EF4-FFF2-40B4-BE49-F238E27FC236}">
                <a16:creationId xmlns:a16="http://schemas.microsoft.com/office/drawing/2014/main" id="{2F589411-B5E3-14F7-3B78-CB80C2BAE7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4776" y="4911740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" name="Picture 16" descr="Computer">
            <a:extLst>
              <a:ext uri="{FF2B5EF4-FFF2-40B4-BE49-F238E27FC236}">
                <a16:creationId xmlns:a16="http://schemas.microsoft.com/office/drawing/2014/main" id="{E6D427FC-93F7-392B-7D76-B020C4337C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0103" y="4936629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8" name="Picture 16" descr="Computer">
            <a:extLst>
              <a:ext uri="{FF2B5EF4-FFF2-40B4-BE49-F238E27FC236}">
                <a16:creationId xmlns:a16="http://schemas.microsoft.com/office/drawing/2014/main" id="{DF2873C5-3EF2-1633-A46B-5F31AEA14D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4805" y="4942753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9" name="직선 연결선 98">
            <a:extLst>
              <a:ext uri="{FF2B5EF4-FFF2-40B4-BE49-F238E27FC236}">
                <a16:creationId xmlns:a16="http://schemas.microsoft.com/office/drawing/2014/main" id="{33D416DD-9643-9BBE-30D6-A6F343F0BDC9}"/>
              </a:ext>
            </a:extLst>
          </p:cNvPr>
          <p:cNvCxnSpPr>
            <a:cxnSpLocks/>
          </p:cNvCxnSpPr>
          <p:nvPr/>
        </p:nvCxnSpPr>
        <p:spPr>
          <a:xfrm flipV="1">
            <a:off x="7783026" y="4062685"/>
            <a:ext cx="344531" cy="906312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3" name="그래픽 112">
            <a:extLst>
              <a:ext uri="{FF2B5EF4-FFF2-40B4-BE49-F238E27FC236}">
                <a16:creationId xmlns:a16="http://schemas.microsoft.com/office/drawing/2014/main" id="{E3D2FFF7-4B27-A264-019D-3C56D52F682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982267" y="1547793"/>
            <a:ext cx="376089" cy="256425"/>
          </a:xfrm>
          <a:prstGeom prst="rect">
            <a:avLst/>
          </a:prstGeom>
        </p:spPr>
      </p:pic>
      <p:pic>
        <p:nvPicPr>
          <p:cNvPr id="114" name="그래픽 113">
            <a:extLst>
              <a:ext uri="{FF2B5EF4-FFF2-40B4-BE49-F238E27FC236}">
                <a16:creationId xmlns:a16="http://schemas.microsoft.com/office/drawing/2014/main" id="{30E3B9DA-7998-02D9-403B-4BEB61C5AD3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113677" y="2378175"/>
            <a:ext cx="376089" cy="256425"/>
          </a:xfrm>
          <a:prstGeom prst="rect">
            <a:avLst/>
          </a:prstGeom>
        </p:spPr>
      </p:pic>
      <p:pic>
        <p:nvPicPr>
          <p:cNvPr id="116" name="그래픽 115">
            <a:extLst>
              <a:ext uri="{FF2B5EF4-FFF2-40B4-BE49-F238E27FC236}">
                <a16:creationId xmlns:a16="http://schemas.microsoft.com/office/drawing/2014/main" id="{B298DCE5-E63D-438A-E67F-242253B131E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334046" y="3706213"/>
            <a:ext cx="376089" cy="256425"/>
          </a:xfrm>
          <a:prstGeom prst="rect">
            <a:avLst/>
          </a:prstGeom>
        </p:spPr>
      </p:pic>
      <p:pic>
        <p:nvPicPr>
          <p:cNvPr id="117" name="그래픽 116">
            <a:extLst>
              <a:ext uri="{FF2B5EF4-FFF2-40B4-BE49-F238E27FC236}">
                <a16:creationId xmlns:a16="http://schemas.microsoft.com/office/drawing/2014/main" id="{D4547D21-2F46-4A83-E16C-FB580617A33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907407" y="3706212"/>
            <a:ext cx="376089" cy="256425"/>
          </a:xfrm>
          <a:prstGeom prst="rect">
            <a:avLst/>
          </a:prstGeom>
        </p:spPr>
      </p:pic>
      <p:pic>
        <p:nvPicPr>
          <p:cNvPr id="118" name="그래픽 117">
            <a:extLst>
              <a:ext uri="{FF2B5EF4-FFF2-40B4-BE49-F238E27FC236}">
                <a16:creationId xmlns:a16="http://schemas.microsoft.com/office/drawing/2014/main" id="{DA880DB6-C369-FF78-409B-16CD9DA88AE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113679" y="3178151"/>
            <a:ext cx="376089" cy="256425"/>
          </a:xfrm>
          <a:prstGeom prst="rect">
            <a:avLst/>
          </a:prstGeom>
        </p:spPr>
      </p:pic>
      <p:pic>
        <p:nvPicPr>
          <p:cNvPr id="119" name="그래픽 118">
            <a:extLst>
              <a:ext uri="{FF2B5EF4-FFF2-40B4-BE49-F238E27FC236}">
                <a16:creationId xmlns:a16="http://schemas.microsoft.com/office/drawing/2014/main" id="{D7648213-0AD9-1261-3EBA-79CC6C883CBC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113678" y="4270853"/>
            <a:ext cx="376089" cy="256425"/>
          </a:xfrm>
          <a:prstGeom prst="rect">
            <a:avLst/>
          </a:prstGeom>
        </p:spPr>
      </p:pic>
      <p:cxnSp>
        <p:nvCxnSpPr>
          <p:cNvPr id="121" name="직선 연결선 120">
            <a:extLst>
              <a:ext uri="{FF2B5EF4-FFF2-40B4-BE49-F238E27FC236}">
                <a16:creationId xmlns:a16="http://schemas.microsoft.com/office/drawing/2014/main" id="{3D348CFD-85B9-E43C-36FF-C067C300421D}"/>
              </a:ext>
            </a:extLst>
          </p:cNvPr>
          <p:cNvCxnSpPr>
            <a:cxnSpLocks/>
            <a:stCxn id="118" idx="1"/>
            <a:endCxn id="116" idx="0"/>
          </p:cNvCxnSpPr>
          <p:nvPr/>
        </p:nvCxnSpPr>
        <p:spPr>
          <a:xfrm flipH="1">
            <a:off x="2522091" y="3306364"/>
            <a:ext cx="591588" cy="399849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직선 연결선 123">
            <a:extLst>
              <a:ext uri="{FF2B5EF4-FFF2-40B4-BE49-F238E27FC236}">
                <a16:creationId xmlns:a16="http://schemas.microsoft.com/office/drawing/2014/main" id="{43CC828E-EDD4-4217-1763-44B36548AA8E}"/>
              </a:ext>
            </a:extLst>
          </p:cNvPr>
          <p:cNvCxnSpPr>
            <a:cxnSpLocks/>
            <a:stCxn id="119" idx="1"/>
            <a:endCxn id="116" idx="2"/>
          </p:cNvCxnSpPr>
          <p:nvPr/>
        </p:nvCxnSpPr>
        <p:spPr>
          <a:xfrm flipH="1" flipV="1">
            <a:off x="2522091" y="3962638"/>
            <a:ext cx="591587" cy="43642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8A95F257-EDF5-BDB3-D561-1342A3DCB025}"/>
              </a:ext>
            </a:extLst>
          </p:cNvPr>
          <p:cNvCxnSpPr>
            <a:cxnSpLocks/>
            <a:stCxn id="118" idx="3"/>
            <a:endCxn id="117" idx="0"/>
          </p:cNvCxnSpPr>
          <p:nvPr/>
        </p:nvCxnSpPr>
        <p:spPr>
          <a:xfrm>
            <a:off x="3489768" y="3306364"/>
            <a:ext cx="605684" cy="3998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직선 연결선 129">
            <a:extLst>
              <a:ext uri="{FF2B5EF4-FFF2-40B4-BE49-F238E27FC236}">
                <a16:creationId xmlns:a16="http://schemas.microsoft.com/office/drawing/2014/main" id="{1F1F576B-42F2-2049-A7CC-9650F750074D}"/>
              </a:ext>
            </a:extLst>
          </p:cNvPr>
          <p:cNvCxnSpPr>
            <a:cxnSpLocks/>
            <a:stCxn id="117" idx="2"/>
          </p:cNvCxnSpPr>
          <p:nvPr/>
        </p:nvCxnSpPr>
        <p:spPr>
          <a:xfrm flipH="1">
            <a:off x="3503863" y="3962637"/>
            <a:ext cx="591589" cy="43642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3" name="그래픽 132">
            <a:extLst>
              <a:ext uri="{FF2B5EF4-FFF2-40B4-BE49-F238E27FC236}">
                <a16:creationId xmlns:a16="http://schemas.microsoft.com/office/drawing/2014/main" id="{62986B9B-D50B-4DC0-3E1B-A2C0293F535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664844" y="5423312"/>
            <a:ext cx="220445" cy="207477"/>
          </a:xfrm>
          <a:prstGeom prst="rect">
            <a:avLst/>
          </a:prstGeom>
        </p:spPr>
      </p:pic>
      <p:pic>
        <p:nvPicPr>
          <p:cNvPr id="134" name="그래픽 133">
            <a:extLst>
              <a:ext uri="{FF2B5EF4-FFF2-40B4-BE49-F238E27FC236}">
                <a16:creationId xmlns:a16="http://schemas.microsoft.com/office/drawing/2014/main" id="{7338D2AB-2665-622D-CC38-B8E93D926C3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699736" y="5425804"/>
            <a:ext cx="246467" cy="231968"/>
          </a:xfrm>
          <a:prstGeom prst="rect">
            <a:avLst/>
          </a:prstGeom>
        </p:spPr>
      </p:pic>
      <p:cxnSp>
        <p:nvCxnSpPr>
          <p:cNvPr id="136" name="직선 연결선 135">
            <a:extLst>
              <a:ext uri="{FF2B5EF4-FFF2-40B4-BE49-F238E27FC236}">
                <a16:creationId xmlns:a16="http://schemas.microsoft.com/office/drawing/2014/main" id="{71148FBC-58E9-0113-1E8A-73E92C7D1932}"/>
              </a:ext>
            </a:extLst>
          </p:cNvPr>
          <p:cNvCxnSpPr>
            <a:cxnSpLocks/>
            <a:stCxn id="182" idx="2"/>
            <a:endCxn id="133" idx="0"/>
          </p:cNvCxnSpPr>
          <p:nvPr/>
        </p:nvCxnSpPr>
        <p:spPr>
          <a:xfrm>
            <a:off x="2775066" y="5189663"/>
            <a:ext cx="1" cy="233649"/>
          </a:xfrm>
          <a:prstGeom prst="line">
            <a:avLst/>
          </a:prstGeom>
          <a:ln>
            <a:solidFill>
              <a:srgbClr val="0000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직선 연결선 140">
            <a:extLst>
              <a:ext uri="{FF2B5EF4-FFF2-40B4-BE49-F238E27FC236}">
                <a16:creationId xmlns:a16="http://schemas.microsoft.com/office/drawing/2014/main" id="{94495ACE-E9A2-F8C0-C24F-F3B178F73575}"/>
              </a:ext>
            </a:extLst>
          </p:cNvPr>
          <p:cNvCxnSpPr>
            <a:cxnSpLocks/>
            <a:stCxn id="184" idx="2"/>
            <a:endCxn id="134" idx="0"/>
          </p:cNvCxnSpPr>
          <p:nvPr/>
        </p:nvCxnSpPr>
        <p:spPr>
          <a:xfrm>
            <a:off x="3816329" y="5200027"/>
            <a:ext cx="6641" cy="22577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5" name="Picture 16" descr="Computer">
            <a:extLst>
              <a:ext uri="{FF2B5EF4-FFF2-40B4-BE49-F238E27FC236}">
                <a16:creationId xmlns:a16="http://schemas.microsoft.com/office/drawing/2014/main" id="{64A0987C-E78A-3571-1DF0-A1B28F2232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154" y="5982866"/>
            <a:ext cx="228071" cy="2280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6" name="Picture 16" descr="Computer">
            <a:extLst>
              <a:ext uri="{FF2B5EF4-FFF2-40B4-BE49-F238E27FC236}">
                <a16:creationId xmlns:a16="http://schemas.microsoft.com/office/drawing/2014/main" id="{0BBD8A6F-2DC8-E0BE-D5E4-F9E1466371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3485" y="5991664"/>
            <a:ext cx="228071" cy="2280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7" name="Picture 16" descr="Computer">
            <a:extLst>
              <a:ext uri="{FF2B5EF4-FFF2-40B4-BE49-F238E27FC236}">
                <a16:creationId xmlns:a16="http://schemas.microsoft.com/office/drawing/2014/main" id="{A02054F8-BFFE-93DC-2006-4BC5B0B4A6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5552" y="5991664"/>
            <a:ext cx="254993" cy="2549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52" name="직선 연결선 151">
            <a:extLst>
              <a:ext uri="{FF2B5EF4-FFF2-40B4-BE49-F238E27FC236}">
                <a16:creationId xmlns:a16="http://schemas.microsoft.com/office/drawing/2014/main" id="{AAE80D6A-63DF-DF7B-A27A-5A77D87BE6FF}"/>
              </a:ext>
            </a:extLst>
          </p:cNvPr>
          <p:cNvCxnSpPr>
            <a:cxnSpLocks/>
            <a:stCxn id="134" idx="2"/>
          </p:cNvCxnSpPr>
          <p:nvPr/>
        </p:nvCxnSpPr>
        <p:spPr>
          <a:xfrm>
            <a:off x="3822970" y="5657772"/>
            <a:ext cx="211186" cy="371823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직선 연결선 154">
            <a:extLst>
              <a:ext uri="{FF2B5EF4-FFF2-40B4-BE49-F238E27FC236}">
                <a16:creationId xmlns:a16="http://schemas.microsoft.com/office/drawing/2014/main" id="{565FB594-C788-C2EE-E4A7-A50631E331B1}"/>
              </a:ext>
            </a:extLst>
          </p:cNvPr>
          <p:cNvCxnSpPr>
            <a:cxnSpLocks/>
            <a:stCxn id="134" idx="2"/>
            <a:endCxn id="147" idx="0"/>
          </p:cNvCxnSpPr>
          <p:nvPr/>
        </p:nvCxnSpPr>
        <p:spPr>
          <a:xfrm flipH="1">
            <a:off x="3683049" y="5657772"/>
            <a:ext cx="139921" cy="333892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직선 연결선 157">
            <a:extLst>
              <a:ext uri="{FF2B5EF4-FFF2-40B4-BE49-F238E27FC236}">
                <a16:creationId xmlns:a16="http://schemas.microsoft.com/office/drawing/2014/main" id="{318D368C-FABB-DDBE-9A55-E43B07F8B09F}"/>
              </a:ext>
            </a:extLst>
          </p:cNvPr>
          <p:cNvCxnSpPr>
            <a:cxnSpLocks/>
            <a:stCxn id="133" idx="2"/>
            <a:endCxn id="145" idx="0"/>
          </p:cNvCxnSpPr>
          <p:nvPr/>
        </p:nvCxnSpPr>
        <p:spPr>
          <a:xfrm flipH="1">
            <a:off x="2309190" y="5630789"/>
            <a:ext cx="465877" cy="35207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직선 연결선 160">
            <a:extLst>
              <a:ext uri="{FF2B5EF4-FFF2-40B4-BE49-F238E27FC236}">
                <a16:creationId xmlns:a16="http://schemas.microsoft.com/office/drawing/2014/main" id="{5884C1F0-196A-35B9-BA76-C7B4DFA8D9DB}"/>
              </a:ext>
            </a:extLst>
          </p:cNvPr>
          <p:cNvCxnSpPr>
            <a:cxnSpLocks/>
          </p:cNvCxnSpPr>
          <p:nvPr/>
        </p:nvCxnSpPr>
        <p:spPr>
          <a:xfrm>
            <a:off x="2762679" y="5630789"/>
            <a:ext cx="174151" cy="35207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2" name="그래픽 181">
            <a:extLst>
              <a:ext uri="{FF2B5EF4-FFF2-40B4-BE49-F238E27FC236}">
                <a16:creationId xmlns:a16="http://schemas.microsoft.com/office/drawing/2014/main" id="{C926948A-ADDE-6335-206E-96E126AAE9A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643134" y="5009756"/>
            <a:ext cx="263863" cy="179907"/>
          </a:xfrm>
          <a:prstGeom prst="rect">
            <a:avLst/>
          </a:prstGeom>
        </p:spPr>
      </p:pic>
      <p:pic>
        <p:nvPicPr>
          <p:cNvPr id="184" name="그래픽 183">
            <a:extLst>
              <a:ext uri="{FF2B5EF4-FFF2-40B4-BE49-F238E27FC236}">
                <a16:creationId xmlns:a16="http://schemas.microsoft.com/office/drawing/2014/main" id="{245A6A58-07B0-E16C-5115-F0D6A5EACE5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668823" y="4998883"/>
            <a:ext cx="295011" cy="201144"/>
          </a:xfrm>
          <a:prstGeom prst="rect">
            <a:avLst/>
          </a:prstGeom>
        </p:spPr>
      </p:pic>
      <p:cxnSp>
        <p:nvCxnSpPr>
          <p:cNvPr id="189" name="직선 연결선 188">
            <a:extLst>
              <a:ext uri="{FF2B5EF4-FFF2-40B4-BE49-F238E27FC236}">
                <a16:creationId xmlns:a16="http://schemas.microsoft.com/office/drawing/2014/main" id="{E4A12464-C4CC-29C9-CB55-E951F52AD202}"/>
              </a:ext>
            </a:extLst>
          </p:cNvPr>
          <p:cNvCxnSpPr>
            <a:cxnSpLocks/>
            <a:stCxn id="119" idx="2"/>
            <a:endCxn id="182" idx="0"/>
          </p:cNvCxnSpPr>
          <p:nvPr/>
        </p:nvCxnSpPr>
        <p:spPr>
          <a:xfrm flipH="1">
            <a:off x="2775066" y="4527278"/>
            <a:ext cx="526657" cy="48247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직선 연결선 191">
            <a:extLst>
              <a:ext uri="{FF2B5EF4-FFF2-40B4-BE49-F238E27FC236}">
                <a16:creationId xmlns:a16="http://schemas.microsoft.com/office/drawing/2014/main" id="{7CF166D7-1738-E79A-0053-B0FBB5DBE3CA}"/>
              </a:ext>
            </a:extLst>
          </p:cNvPr>
          <p:cNvCxnSpPr>
            <a:cxnSpLocks/>
            <a:stCxn id="119" idx="2"/>
            <a:endCxn id="184" idx="0"/>
          </p:cNvCxnSpPr>
          <p:nvPr/>
        </p:nvCxnSpPr>
        <p:spPr>
          <a:xfrm>
            <a:off x="3301723" y="4527278"/>
            <a:ext cx="514606" cy="47160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1" name="Picture 2" descr="Data server ">
            <a:extLst>
              <a:ext uri="{FF2B5EF4-FFF2-40B4-BE49-F238E27FC236}">
                <a16:creationId xmlns:a16="http://schemas.microsoft.com/office/drawing/2014/main" id="{C874A300-46E2-E4FC-563D-BDFCC606C1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5543" y="5943121"/>
            <a:ext cx="352077" cy="3520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4" name="TextBox 203">
            <a:extLst>
              <a:ext uri="{FF2B5EF4-FFF2-40B4-BE49-F238E27FC236}">
                <a16:creationId xmlns:a16="http://schemas.microsoft.com/office/drawing/2014/main" id="{19020575-95F5-3C79-D977-DFD431520FEF}"/>
              </a:ext>
            </a:extLst>
          </p:cNvPr>
          <p:cNvSpPr txBox="1"/>
          <p:nvPr/>
        </p:nvSpPr>
        <p:spPr>
          <a:xfrm>
            <a:off x="2530465" y="6356848"/>
            <a:ext cx="777143" cy="400110"/>
          </a:xfrm>
          <a:prstGeom prst="rect">
            <a:avLst/>
          </a:prstGeom>
          <a:solidFill>
            <a:schemeClr val="bg1"/>
          </a:solidFill>
          <a:ln>
            <a:solidFill>
              <a:schemeClr val="accent6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chemeClr val="accent6">
                    <a:lumMod val="50000"/>
                  </a:schemeClr>
                </a:solidFill>
              </a:rPr>
              <a:t>DHCP Server</a:t>
            </a:r>
            <a:endParaRPr lang="ko-KR" altLang="en-US" sz="10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pic>
        <p:nvPicPr>
          <p:cNvPr id="206" name="Picture 2" descr="Data server ">
            <a:extLst>
              <a:ext uri="{FF2B5EF4-FFF2-40B4-BE49-F238E27FC236}">
                <a16:creationId xmlns:a16="http://schemas.microsoft.com/office/drawing/2014/main" id="{7FCCF251-6B0D-B1F7-EE1C-FE7E13DA69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9989" y="4205321"/>
            <a:ext cx="314904" cy="314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" name="그래픽 206">
            <a:extLst>
              <a:ext uri="{FF2B5EF4-FFF2-40B4-BE49-F238E27FC236}">
                <a16:creationId xmlns:a16="http://schemas.microsoft.com/office/drawing/2014/main" id="{532BCDAE-7E35-8250-C01D-20DE2973EED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592551" y="3742190"/>
            <a:ext cx="220445" cy="207477"/>
          </a:xfrm>
          <a:prstGeom prst="rect">
            <a:avLst/>
          </a:prstGeom>
        </p:spPr>
      </p:pic>
      <p:pic>
        <p:nvPicPr>
          <p:cNvPr id="208" name="Picture 2" descr="Data server ">
            <a:extLst>
              <a:ext uri="{FF2B5EF4-FFF2-40B4-BE49-F238E27FC236}">
                <a16:creationId xmlns:a16="http://schemas.microsoft.com/office/drawing/2014/main" id="{19C58080-91D1-7196-F911-C1D6860478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9158" y="3528151"/>
            <a:ext cx="314904" cy="314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9" name="Picture 2" descr="Data server ">
            <a:extLst>
              <a:ext uri="{FF2B5EF4-FFF2-40B4-BE49-F238E27FC236}">
                <a16:creationId xmlns:a16="http://schemas.microsoft.com/office/drawing/2014/main" id="{D3AA8C23-2A33-4FBF-84E4-77E88A3814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9830" y="2792529"/>
            <a:ext cx="314904" cy="314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2" name="TextBox 211">
            <a:extLst>
              <a:ext uri="{FF2B5EF4-FFF2-40B4-BE49-F238E27FC236}">
                <a16:creationId xmlns:a16="http://schemas.microsoft.com/office/drawing/2014/main" id="{EBE452CB-C7CA-CFF8-05AD-710CF1948F5C}"/>
              </a:ext>
            </a:extLst>
          </p:cNvPr>
          <p:cNvSpPr txBox="1"/>
          <p:nvPr/>
        </p:nvSpPr>
        <p:spPr>
          <a:xfrm>
            <a:off x="4924066" y="3777392"/>
            <a:ext cx="878767" cy="400110"/>
          </a:xfrm>
          <a:prstGeom prst="rect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00B050"/>
                </a:solidFill>
              </a:rPr>
              <a:t>WEB server</a:t>
            </a:r>
          </a:p>
          <a:p>
            <a:pPr algn="ctr"/>
            <a:r>
              <a:rPr lang="en-US" altLang="ko-KR" sz="1000" b="1" dirty="0">
                <a:solidFill>
                  <a:srgbClr val="00B050"/>
                </a:solidFill>
              </a:rPr>
              <a:t>(</a:t>
            </a:r>
            <a:r>
              <a:rPr lang="ko-KR" altLang="en-US" sz="1000" b="1" dirty="0">
                <a:solidFill>
                  <a:srgbClr val="00B050"/>
                </a:solidFill>
              </a:rPr>
              <a:t>한글</a:t>
            </a:r>
            <a:r>
              <a:rPr lang="en-US" altLang="ko-KR" sz="1000" b="1" dirty="0">
                <a:solidFill>
                  <a:srgbClr val="00B050"/>
                </a:solidFill>
              </a:rPr>
              <a:t>)</a:t>
            </a:r>
          </a:p>
        </p:txBody>
      </p:sp>
      <p:cxnSp>
        <p:nvCxnSpPr>
          <p:cNvPr id="217" name="직선 연결선 216">
            <a:extLst>
              <a:ext uri="{FF2B5EF4-FFF2-40B4-BE49-F238E27FC236}">
                <a16:creationId xmlns:a16="http://schemas.microsoft.com/office/drawing/2014/main" id="{BD6CD66D-D3DA-9923-787D-FC5500704D80}"/>
              </a:ext>
            </a:extLst>
          </p:cNvPr>
          <p:cNvCxnSpPr>
            <a:cxnSpLocks/>
            <a:stCxn id="207" idx="3"/>
            <a:endCxn id="208" idx="1"/>
          </p:cNvCxnSpPr>
          <p:nvPr/>
        </p:nvCxnSpPr>
        <p:spPr>
          <a:xfrm flipV="1">
            <a:off x="4812996" y="3685603"/>
            <a:ext cx="366162" cy="16032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직선 연결선 220">
            <a:extLst>
              <a:ext uri="{FF2B5EF4-FFF2-40B4-BE49-F238E27FC236}">
                <a16:creationId xmlns:a16="http://schemas.microsoft.com/office/drawing/2014/main" id="{C2DEE257-BB74-0FA9-B379-F96971B190CC}"/>
              </a:ext>
            </a:extLst>
          </p:cNvPr>
          <p:cNvCxnSpPr>
            <a:cxnSpLocks/>
            <a:stCxn id="207" idx="3"/>
            <a:endCxn id="206" idx="1"/>
          </p:cNvCxnSpPr>
          <p:nvPr/>
        </p:nvCxnSpPr>
        <p:spPr>
          <a:xfrm>
            <a:off x="4812996" y="3845929"/>
            <a:ext cx="356993" cy="516844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직선 연결선 223">
            <a:extLst>
              <a:ext uri="{FF2B5EF4-FFF2-40B4-BE49-F238E27FC236}">
                <a16:creationId xmlns:a16="http://schemas.microsoft.com/office/drawing/2014/main" id="{41A16D4D-E321-F201-5D87-2528BCAEB2F5}"/>
              </a:ext>
            </a:extLst>
          </p:cNvPr>
          <p:cNvCxnSpPr>
            <a:cxnSpLocks/>
            <a:stCxn id="207" idx="3"/>
            <a:endCxn id="209" idx="1"/>
          </p:cNvCxnSpPr>
          <p:nvPr/>
        </p:nvCxnSpPr>
        <p:spPr>
          <a:xfrm flipV="1">
            <a:off x="4812996" y="2949981"/>
            <a:ext cx="376834" cy="8959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직선 연결선 226">
            <a:extLst>
              <a:ext uri="{FF2B5EF4-FFF2-40B4-BE49-F238E27FC236}">
                <a16:creationId xmlns:a16="http://schemas.microsoft.com/office/drawing/2014/main" id="{E5AF705B-8659-38DC-8497-05B881FB4C8B}"/>
              </a:ext>
            </a:extLst>
          </p:cNvPr>
          <p:cNvCxnSpPr>
            <a:cxnSpLocks/>
            <a:stCxn id="117" idx="3"/>
            <a:endCxn id="207" idx="1"/>
          </p:cNvCxnSpPr>
          <p:nvPr/>
        </p:nvCxnSpPr>
        <p:spPr>
          <a:xfrm>
            <a:off x="4283496" y="3834425"/>
            <a:ext cx="309055" cy="1150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직선 연결선 247">
            <a:extLst>
              <a:ext uri="{FF2B5EF4-FFF2-40B4-BE49-F238E27FC236}">
                <a16:creationId xmlns:a16="http://schemas.microsoft.com/office/drawing/2014/main" id="{BE46CC06-2418-31C9-B13E-F99AA4D3F33D}"/>
              </a:ext>
            </a:extLst>
          </p:cNvPr>
          <p:cNvCxnSpPr>
            <a:cxnSpLocks/>
            <a:stCxn id="114" idx="2"/>
            <a:endCxn id="118" idx="0"/>
          </p:cNvCxnSpPr>
          <p:nvPr/>
        </p:nvCxnSpPr>
        <p:spPr>
          <a:xfrm>
            <a:off x="3301722" y="2634600"/>
            <a:ext cx="2" cy="543551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6" name="그래픽 255">
            <a:extLst>
              <a:ext uri="{FF2B5EF4-FFF2-40B4-BE49-F238E27FC236}">
                <a16:creationId xmlns:a16="http://schemas.microsoft.com/office/drawing/2014/main" id="{BB376A6A-484C-BB9D-C813-171845001C1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596416" y="479363"/>
            <a:ext cx="1145734" cy="512210"/>
          </a:xfrm>
          <a:prstGeom prst="rect">
            <a:avLst/>
          </a:prstGeom>
        </p:spPr>
      </p:pic>
      <p:cxnSp>
        <p:nvCxnSpPr>
          <p:cNvPr id="257" name="직선 연결선 256">
            <a:extLst>
              <a:ext uri="{FF2B5EF4-FFF2-40B4-BE49-F238E27FC236}">
                <a16:creationId xmlns:a16="http://schemas.microsoft.com/office/drawing/2014/main" id="{5FEB7C62-BF0B-A3D1-83BF-7F0B40ACB9A0}"/>
              </a:ext>
            </a:extLst>
          </p:cNvPr>
          <p:cNvCxnSpPr>
            <a:cxnSpLocks/>
            <a:stCxn id="113" idx="0"/>
            <a:endCxn id="256" idx="2"/>
          </p:cNvCxnSpPr>
          <p:nvPr/>
        </p:nvCxnSpPr>
        <p:spPr>
          <a:xfrm flipH="1" flipV="1">
            <a:off x="6169283" y="991573"/>
            <a:ext cx="1029" cy="55622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1" name="TextBox 260">
            <a:extLst>
              <a:ext uri="{FF2B5EF4-FFF2-40B4-BE49-F238E27FC236}">
                <a16:creationId xmlns:a16="http://schemas.microsoft.com/office/drawing/2014/main" id="{019576DE-28C3-EF25-143D-E547B8299FF9}"/>
              </a:ext>
            </a:extLst>
          </p:cNvPr>
          <p:cNvSpPr txBox="1"/>
          <p:nvPr/>
        </p:nvSpPr>
        <p:spPr>
          <a:xfrm>
            <a:off x="5840359" y="600903"/>
            <a:ext cx="7152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 dirty="0"/>
              <a:t>internet</a:t>
            </a:r>
            <a:endParaRPr lang="ko-KR" altLang="en-US" sz="1100" b="1" dirty="0"/>
          </a:p>
        </p:txBody>
      </p:sp>
      <p:cxnSp>
        <p:nvCxnSpPr>
          <p:cNvPr id="296" name="직선 연결선 295">
            <a:extLst>
              <a:ext uri="{FF2B5EF4-FFF2-40B4-BE49-F238E27FC236}">
                <a16:creationId xmlns:a16="http://schemas.microsoft.com/office/drawing/2014/main" id="{DB93A6BF-B758-AE30-FE45-7A23AE9C3202}"/>
              </a:ext>
            </a:extLst>
          </p:cNvPr>
          <p:cNvCxnSpPr>
            <a:cxnSpLocks/>
            <a:stCxn id="115" idx="1"/>
            <a:endCxn id="114" idx="1"/>
          </p:cNvCxnSpPr>
          <p:nvPr/>
        </p:nvCxnSpPr>
        <p:spPr>
          <a:xfrm>
            <a:off x="2406062" y="2503817"/>
            <a:ext cx="707615" cy="2571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6" name="그룹 195">
            <a:extLst>
              <a:ext uri="{FF2B5EF4-FFF2-40B4-BE49-F238E27FC236}">
                <a16:creationId xmlns:a16="http://schemas.microsoft.com/office/drawing/2014/main" id="{7B625BD7-DE82-B0F4-2B0D-70013A2ADDBC}"/>
              </a:ext>
            </a:extLst>
          </p:cNvPr>
          <p:cNvGrpSpPr/>
          <p:nvPr/>
        </p:nvGrpSpPr>
        <p:grpSpPr>
          <a:xfrm rot="16200000" flipV="1">
            <a:off x="887092" y="1847950"/>
            <a:ext cx="1790256" cy="1247688"/>
            <a:chOff x="1587073" y="409869"/>
            <a:chExt cx="1790256" cy="1247688"/>
          </a:xfrm>
        </p:grpSpPr>
        <p:pic>
          <p:nvPicPr>
            <p:cNvPr id="115" name="그래픽 114">
              <a:extLst>
                <a:ext uri="{FF2B5EF4-FFF2-40B4-BE49-F238E27FC236}">
                  <a16:creationId xmlns:a16="http://schemas.microsoft.com/office/drawing/2014/main" id="{DB191C01-4E94-EDF6-3CF9-B373C44A5A9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5400000">
              <a:off x="2262132" y="469701"/>
              <a:ext cx="376089" cy="256425"/>
            </a:xfrm>
            <a:prstGeom prst="rect">
              <a:avLst/>
            </a:prstGeom>
          </p:spPr>
        </p:pic>
        <p:pic>
          <p:nvPicPr>
            <p:cNvPr id="299" name="Picture 30" descr="Server ">
              <a:extLst>
                <a:ext uri="{FF2B5EF4-FFF2-40B4-BE49-F238E27FC236}">
                  <a16:creationId xmlns:a16="http://schemas.microsoft.com/office/drawing/2014/main" id="{F6B631F8-78D4-F1AC-CD92-C7C2A37557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1587073" y="1392369"/>
              <a:ext cx="265186" cy="2651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0" name="Picture 30" descr="Server ">
              <a:extLst>
                <a:ext uri="{FF2B5EF4-FFF2-40B4-BE49-F238E27FC236}">
                  <a16:creationId xmlns:a16="http://schemas.microsoft.com/office/drawing/2014/main" id="{F466E101-97F6-A2F1-D8EA-5763D03DD32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2312660" y="1392369"/>
              <a:ext cx="265186" cy="2651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1" name="Picture 30" descr="Server ">
              <a:extLst>
                <a:ext uri="{FF2B5EF4-FFF2-40B4-BE49-F238E27FC236}">
                  <a16:creationId xmlns:a16="http://schemas.microsoft.com/office/drawing/2014/main" id="{729D8B8A-2C3B-9135-69EC-D2A23FC37CF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3112143" y="1392371"/>
              <a:ext cx="265186" cy="2651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2" name="그래픽 301">
              <a:extLst>
                <a:ext uri="{FF2B5EF4-FFF2-40B4-BE49-F238E27FC236}">
                  <a16:creationId xmlns:a16="http://schemas.microsoft.com/office/drawing/2014/main" id="{376BBDEA-730C-1E69-13A1-88A92E935837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 rot="5400000">
              <a:off x="2332728" y="970864"/>
              <a:ext cx="220445" cy="207477"/>
            </a:xfrm>
            <a:prstGeom prst="rect">
              <a:avLst/>
            </a:prstGeom>
          </p:spPr>
        </p:pic>
        <p:cxnSp>
          <p:nvCxnSpPr>
            <p:cNvPr id="303" name="직선 연결선 302">
              <a:extLst>
                <a:ext uri="{FF2B5EF4-FFF2-40B4-BE49-F238E27FC236}">
                  <a16:creationId xmlns:a16="http://schemas.microsoft.com/office/drawing/2014/main" id="{01694B7A-07C1-56E2-6825-AEEF90726377}"/>
                </a:ext>
              </a:extLst>
            </p:cNvPr>
            <p:cNvCxnSpPr>
              <a:cxnSpLocks/>
              <a:stCxn id="302" idx="1"/>
              <a:endCxn id="115" idx="3"/>
            </p:cNvCxnSpPr>
            <p:nvPr/>
          </p:nvCxnSpPr>
          <p:spPr>
            <a:xfrm rot="16200000">
              <a:off x="2357352" y="871556"/>
              <a:ext cx="178422" cy="722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직선 연결선 305">
              <a:extLst>
                <a:ext uri="{FF2B5EF4-FFF2-40B4-BE49-F238E27FC236}">
                  <a16:creationId xmlns:a16="http://schemas.microsoft.com/office/drawing/2014/main" id="{DE395159-319E-2538-648E-414E107564FA}"/>
                </a:ext>
              </a:extLst>
            </p:cNvPr>
            <p:cNvCxnSpPr>
              <a:cxnSpLocks/>
              <a:stCxn id="299" idx="0"/>
              <a:endCxn id="302" idx="3"/>
            </p:cNvCxnSpPr>
            <p:nvPr/>
          </p:nvCxnSpPr>
          <p:spPr>
            <a:xfrm rot="16200000">
              <a:off x="1977536" y="1059548"/>
              <a:ext cx="340137" cy="590691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직선 연결선 308">
              <a:extLst>
                <a:ext uri="{FF2B5EF4-FFF2-40B4-BE49-F238E27FC236}">
                  <a16:creationId xmlns:a16="http://schemas.microsoft.com/office/drawing/2014/main" id="{2688F67B-E91B-C5F1-7290-4C1A09CD4309}"/>
                </a:ext>
              </a:extLst>
            </p:cNvPr>
            <p:cNvCxnSpPr>
              <a:cxnSpLocks/>
              <a:stCxn id="300" idx="1"/>
              <a:endCxn id="302" idx="3"/>
            </p:cNvCxnSpPr>
            <p:nvPr/>
          </p:nvCxnSpPr>
          <p:spPr>
            <a:xfrm rot="16200000" flipV="1">
              <a:off x="2340329" y="1287446"/>
              <a:ext cx="207544" cy="230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2" name="직선 연결선 311">
              <a:extLst>
                <a:ext uri="{FF2B5EF4-FFF2-40B4-BE49-F238E27FC236}">
                  <a16:creationId xmlns:a16="http://schemas.microsoft.com/office/drawing/2014/main" id="{DAFC7AE6-7614-31FA-15F3-A3CE18C60E6C}"/>
                </a:ext>
              </a:extLst>
            </p:cNvPr>
            <p:cNvCxnSpPr>
              <a:cxnSpLocks/>
              <a:stCxn id="301" idx="1"/>
              <a:endCxn id="302" idx="3"/>
            </p:cNvCxnSpPr>
            <p:nvPr/>
          </p:nvCxnSpPr>
          <p:spPr>
            <a:xfrm rot="16200000" flipV="1">
              <a:off x="2740070" y="887705"/>
              <a:ext cx="207546" cy="80178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1" name="직선 연결선 320">
              <a:extLst>
                <a:ext uri="{FF2B5EF4-FFF2-40B4-BE49-F238E27FC236}">
                  <a16:creationId xmlns:a16="http://schemas.microsoft.com/office/drawing/2014/main" id="{79A1167B-0790-915F-ED87-CE37F1AFD499}"/>
                </a:ext>
              </a:extLst>
            </p:cNvPr>
            <p:cNvCxnSpPr>
              <a:cxnSpLocks/>
              <a:stCxn id="301" idx="0"/>
              <a:endCxn id="301" idx="3"/>
            </p:cNvCxnSpPr>
            <p:nvPr/>
          </p:nvCxnSpPr>
          <p:spPr>
            <a:xfrm rot="16200000" flipH="1" flipV="1">
              <a:off x="3244736" y="1524964"/>
              <a:ext cx="132593" cy="13259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8" name="TextBox 347">
            <a:extLst>
              <a:ext uri="{FF2B5EF4-FFF2-40B4-BE49-F238E27FC236}">
                <a16:creationId xmlns:a16="http://schemas.microsoft.com/office/drawing/2014/main" id="{17A24CA9-942D-AB50-91C3-3F1ADDB52259}"/>
              </a:ext>
            </a:extLst>
          </p:cNvPr>
          <p:cNvSpPr txBox="1"/>
          <p:nvPr/>
        </p:nvSpPr>
        <p:spPr>
          <a:xfrm>
            <a:off x="3920107" y="573653"/>
            <a:ext cx="485509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ESXI</a:t>
            </a:r>
          </a:p>
          <a:p>
            <a:pPr algn="ctr"/>
            <a:r>
              <a:rPr lang="en-US" altLang="ko-KR" sz="800" b="1" dirty="0"/>
              <a:t>ISCSI</a:t>
            </a:r>
          </a:p>
        </p:txBody>
      </p:sp>
      <p:pic>
        <p:nvPicPr>
          <p:cNvPr id="2" name="Picture 30" descr="Server ">
            <a:extLst>
              <a:ext uri="{FF2B5EF4-FFF2-40B4-BE49-F238E27FC236}">
                <a16:creationId xmlns:a16="http://schemas.microsoft.com/office/drawing/2014/main" id="{B917B801-71B6-A0E3-1A7A-7D2D62B906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9958" y="599115"/>
            <a:ext cx="265186" cy="2651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3" name="그룹 102">
            <a:extLst>
              <a:ext uri="{FF2B5EF4-FFF2-40B4-BE49-F238E27FC236}">
                <a16:creationId xmlns:a16="http://schemas.microsoft.com/office/drawing/2014/main" id="{F0AEDBC3-FD81-70F5-9B8B-D957EAC81CC0}"/>
              </a:ext>
            </a:extLst>
          </p:cNvPr>
          <p:cNvGrpSpPr/>
          <p:nvPr/>
        </p:nvGrpSpPr>
        <p:grpSpPr>
          <a:xfrm>
            <a:off x="8481410" y="784168"/>
            <a:ext cx="1322700" cy="1287654"/>
            <a:chOff x="9208684" y="362548"/>
            <a:chExt cx="1322700" cy="1287654"/>
          </a:xfrm>
        </p:grpSpPr>
        <p:pic>
          <p:nvPicPr>
            <p:cNvPr id="59" name="그래픽 58">
              <a:extLst>
                <a:ext uri="{FF2B5EF4-FFF2-40B4-BE49-F238E27FC236}">
                  <a16:creationId xmlns:a16="http://schemas.microsoft.com/office/drawing/2014/main" id="{D5B65088-3F50-4886-086F-7EDE1058B68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764510" y="362548"/>
              <a:ext cx="220445" cy="207477"/>
            </a:xfrm>
            <a:prstGeom prst="rect">
              <a:avLst/>
            </a:prstGeom>
          </p:spPr>
        </p:pic>
        <p:pic>
          <p:nvPicPr>
            <p:cNvPr id="61" name="그래픽 60">
              <a:extLst>
                <a:ext uri="{FF2B5EF4-FFF2-40B4-BE49-F238E27FC236}">
                  <a16:creationId xmlns:a16="http://schemas.microsoft.com/office/drawing/2014/main" id="{82D4782A-5432-1466-2DD5-0605219DA05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208684" y="903399"/>
              <a:ext cx="220445" cy="207477"/>
            </a:xfrm>
            <a:prstGeom prst="rect">
              <a:avLst/>
            </a:prstGeom>
          </p:spPr>
        </p:pic>
        <p:pic>
          <p:nvPicPr>
            <p:cNvPr id="62" name="그래픽 61">
              <a:extLst>
                <a:ext uri="{FF2B5EF4-FFF2-40B4-BE49-F238E27FC236}">
                  <a16:creationId xmlns:a16="http://schemas.microsoft.com/office/drawing/2014/main" id="{3FE6E652-14F1-F00A-A791-D2B52482499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740835" y="1442725"/>
              <a:ext cx="220445" cy="207477"/>
            </a:xfrm>
            <a:prstGeom prst="rect">
              <a:avLst/>
            </a:prstGeom>
          </p:spPr>
        </p:pic>
        <p:pic>
          <p:nvPicPr>
            <p:cNvPr id="64" name="그래픽 63">
              <a:extLst>
                <a:ext uri="{FF2B5EF4-FFF2-40B4-BE49-F238E27FC236}">
                  <a16:creationId xmlns:a16="http://schemas.microsoft.com/office/drawing/2014/main" id="{40DA1BC5-5BF3-1701-2B50-CCC8DBC0A0B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0310939" y="877748"/>
              <a:ext cx="220445" cy="207477"/>
            </a:xfrm>
            <a:prstGeom prst="rect">
              <a:avLst/>
            </a:prstGeom>
          </p:spPr>
        </p:pic>
        <p:cxnSp>
          <p:nvCxnSpPr>
            <p:cNvPr id="65" name="직선 연결선 64">
              <a:extLst>
                <a:ext uri="{FF2B5EF4-FFF2-40B4-BE49-F238E27FC236}">
                  <a16:creationId xmlns:a16="http://schemas.microsoft.com/office/drawing/2014/main" id="{1E9CB991-AE27-B454-6C60-3C5B6339333C}"/>
                </a:ext>
              </a:extLst>
            </p:cNvPr>
            <p:cNvCxnSpPr>
              <a:cxnSpLocks/>
              <a:stCxn id="59" idx="1"/>
              <a:endCxn id="61" idx="0"/>
            </p:cNvCxnSpPr>
            <p:nvPr/>
          </p:nvCxnSpPr>
          <p:spPr>
            <a:xfrm flipH="1">
              <a:off x="9318907" y="466287"/>
              <a:ext cx="445603" cy="437112"/>
            </a:xfrm>
            <a:prstGeom prst="line">
              <a:avLst/>
            </a:prstGeom>
            <a:ln w="34925" cmpd="dbl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직선 연결선 65">
              <a:extLst>
                <a:ext uri="{FF2B5EF4-FFF2-40B4-BE49-F238E27FC236}">
                  <a16:creationId xmlns:a16="http://schemas.microsoft.com/office/drawing/2014/main" id="{C1CC30BE-E7E9-E277-CC0B-7B9D2ED05178}"/>
                </a:ext>
              </a:extLst>
            </p:cNvPr>
            <p:cNvCxnSpPr>
              <a:cxnSpLocks/>
              <a:stCxn id="61" idx="2"/>
              <a:endCxn id="62" idx="1"/>
            </p:cNvCxnSpPr>
            <p:nvPr/>
          </p:nvCxnSpPr>
          <p:spPr>
            <a:xfrm>
              <a:off x="9318907" y="1110876"/>
              <a:ext cx="421928" cy="435587"/>
            </a:xfrm>
            <a:prstGeom prst="line">
              <a:avLst/>
            </a:prstGeom>
            <a:ln w="34925" cmpd="dbl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직선 연결선 66">
              <a:extLst>
                <a:ext uri="{FF2B5EF4-FFF2-40B4-BE49-F238E27FC236}">
                  <a16:creationId xmlns:a16="http://schemas.microsoft.com/office/drawing/2014/main" id="{5D140209-2760-3976-048A-50D0E3F94942}"/>
                </a:ext>
              </a:extLst>
            </p:cNvPr>
            <p:cNvCxnSpPr>
              <a:cxnSpLocks/>
              <a:stCxn id="59" idx="3"/>
              <a:endCxn id="64" idx="0"/>
            </p:cNvCxnSpPr>
            <p:nvPr/>
          </p:nvCxnSpPr>
          <p:spPr>
            <a:xfrm>
              <a:off x="9984955" y="466287"/>
              <a:ext cx="436207" cy="411460"/>
            </a:xfrm>
            <a:prstGeom prst="line">
              <a:avLst/>
            </a:prstGeom>
            <a:ln w="34925" cmpd="dbl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직선 연결선 67">
              <a:extLst>
                <a:ext uri="{FF2B5EF4-FFF2-40B4-BE49-F238E27FC236}">
                  <a16:creationId xmlns:a16="http://schemas.microsoft.com/office/drawing/2014/main" id="{D0658619-6038-766A-8548-8D5527578F23}"/>
                </a:ext>
              </a:extLst>
            </p:cNvPr>
            <p:cNvCxnSpPr>
              <a:cxnSpLocks/>
              <a:stCxn id="64" idx="2"/>
              <a:endCxn id="62" idx="3"/>
            </p:cNvCxnSpPr>
            <p:nvPr/>
          </p:nvCxnSpPr>
          <p:spPr>
            <a:xfrm flipH="1">
              <a:off x="9961280" y="1085225"/>
              <a:ext cx="459882" cy="461239"/>
            </a:xfrm>
            <a:prstGeom prst="line">
              <a:avLst/>
            </a:prstGeom>
            <a:ln w="34925" cmpd="dbl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8" name="그래픽 77">
            <a:extLst>
              <a:ext uri="{FF2B5EF4-FFF2-40B4-BE49-F238E27FC236}">
                <a16:creationId xmlns:a16="http://schemas.microsoft.com/office/drawing/2014/main" id="{BF6A991C-1772-C03D-082B-B49D56C84CE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998191" y="3886170"/>
            <a:ext cx="220445" cy="207477"/>
          </a:xfrm>
          <a:prstGeom prst="rect">
            <a:avLst/>
          </a:prstGeom>
        </p:spPr>
      </p:pic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C3C9698A-3672-B6A6-FA3E-097C86B69551}"/>
              </a:ext>
            </a:extLst>
          </p:cNvPr>
          <p:cNvCxnSpPr>
            <a:cxnSpLocks/>
            <a:stCxn id="62" idx="2"/>
            <a:endCxn id="71" idx="0"/>
          </p:cNvCxnSpPr>
          <p:nvPr/>
        </p:nvCxnSpPr>
        <p:spPr>
          <a:xfrm>
            <a:off x="9123784" y="2071822"/>
            <a:ext cx="3873" cy="2962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0" name="Picture 16" descr="Computer">
            <a:extLst>
              <a:ext uri="{FF2B5EF4-FFF2-40B4-BE49-F238E27FC236}">
                <a16:creationId xmlns:a16="http://schemas.microsoft.com/office/drawing/2014/main" id="{08806A3C-5056-B6B1-3458-4A5F0DDD54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2349" y="1324159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" name="Picture 16" descr="Computer">
            <a:extLst>
              <a:ext uri="{FF2B5EF4-FFF2-40B4-BE49-F238E27FC236}">
                <a16:creationId xmlns:a16="http://schemas.microsoft.com/office/drawing/2014/main" id="{247BF5FA-F5BF-5768-20F9-57B1E4B3B3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37546" y="381386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3" name="Picture 16" descr="Computer">
            <a:extLst>
              <a:ext uri="{FF2B5EF4-FFF2-40B4-BE49-F238E27FC236}">
                <a16:creationId xmlns:a16="http://schemas.microsoft.com/office/drawing/2014/main" id="{16771D41-90F4-6E4E-B977-697B68C601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9731" y="1030764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5" name="Picture 16" descr="Computer">
            <a:extLst>
              <a:ext uri="{FF2B5EF4-FFF2-40B4-BE49-F238E27FC236}">
                <a16:creationId xmlns:a16="http://schemas.microsoft.com/office/drawing/2014/main" id="{964F9E80-0B62-FD91-C391-29DD259DA4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2325" y="1568094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6" name="직선 연결선 125">
            <a:extLst>
              <a:ext uri="{FF2B5EF4-FFF2-40B4-BE49-F238E27FC236}">
                <a16:creationId xmlns:a16="http://schemas.microsoft.com/office/drawing/2014/main" id="{B59DADA7-B94B-A6E8-13CC-E3B731E1E66A}"/>
              </a:ext>
            </a:extLst>
          </p:cNvPr>
          <p:cNvCxnSpPr>
            <a:cxnSpLocks/>
            <a:endCxn id="125" idx="1"/>
          </p:cNvCxnSpPr>
          <p:nvPr/>
        </p:nvCxnSpPr>
        <p:spPr>
          <a:xfrm>
            <a:off x="9826929" y="1420891"/>
            <a:ext cx="345396" cy="261239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직선 연결선 130">
            <a:extLst>
              <a:ext uri="{FF2B5EF4-FFF2-40B4-BE49-F238E27FC236}">
                <a16:creationId xmlns:a16="http://schemas.microsoft.com/office/drawing/2014/main" id="{1048AB54-712E-28CC-1902-D133701EB638}"/>
              </a:ext>
            </a:extLst>
          </p:cNvPr>
          <p:cNvCxnSpPr>
            <a:cxnSpLocks/>
            <a:stCxn id="64" idx="3"/>
            <a:endCxn id="123" idx="1"/>
          </p:cNvCxnSpPr>
          <p:nvPr/>
        </p:nvCxnSpPr>
        <p:spPr>
          <a:xfrm flipV="1">
            <a:off x="9804110" y="1144800"/>
            <a:ext cx="375621" cy="25830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직선 연결선 136">
            <a:extLst>
              <a:ext uri="{FF2B5EF4-FFF2-40B4-BE49-F238E27FC236}">
                <a16:creationId xmlns:a16="http://schemas.microsoft.com/office/drawing/2014/main" id="{AF06F6CC-4B12-1792-32D9-D725D6BF2865}"/>
              </a:ext>
            </a:extLst>
          </p:cNvPr>
          <p:cNvCxnSpPr>
            <a:cxnSpLocks/>
            <a:stCxn id="59" idx="0"/>
            <a:endCxn id="122" idx="2"/>
          </p:cNvCxnSpPr>
          <p:nvPr/>
        </p:nvCxnSpPr>
        <p:spPr>
          <a:xfrm flipV="1">
            <a:off x="9147459" y="609457"/>
            <a:ext cx="4123" cy="174711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직선 연결선 141">
            <a:extLst>
              <a:ext uri="{FF2B5EF4-FFF2-40B4-BE49-F238E27FC236}">
                <a16:creationId xmlns:a16="http://schemas.microsoft.com/office/drawing/2014/main" id="{26F6EF6C-358F-3AFB-19E3-D4B5B6286BB5}"/>
              </a:ext>
            </a:extLst>
          </p:cNvPr>
          <p:cNvCxnSpPr>
            <a:cxnSpLocks/>
            <a:stCxn id="61" idx="1"/>
            <a:endCxn id="120" idx="3"/>
          </p:cNvCxnSpPr>
          <p:nvPr/>
        </p:nvCxnSpPr>
        <p:spPr>
          <a:xfrm flipH="1">
            <a:off x="8130420" y="1428758"/>
            <a:ext cx="350990" cy="943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직선 연결선 187">
            <a:extLst>
              <a:ext uri="{FF2B5EF4-FFF2-40B4-BE49-F238E27FC236}">
                <a16:creationId xmlns:a16="http://schemas.microsoft.com/office/drawing/2014/main" id="{4BED3B69-94E5-8870-7BF1-69230B4FC47F}"/>
              </a:ext>
            </a:extLst>
          </p:cNvPr>
          <p:cNvCxnSpPr>
            <a:cxnSpLocks/>
            <a:stCxn id="113" idx="2"/>
            <a:endCxn id="114" idx="3"/>
          </p:cNvCxnSpPr>
          <p:nvPr/>
        </p:nvCxnSpPr>
        <p:spPr>
          <a:xfrm flipH="1">
            <a:off x="3489766" y="1804218"/>
            <a:ext cx="2680546" cy="70217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직선 연결선 192">
            <a:extLst>
              <a:ext uri="{FF2B5EF4-FFF2-40B4-BE49-F238E27FC236}">
                <a16:creationId xmlns:a16="http://schemas.microsoft.com/office/drawing/2014/main" id="{C815F086-250D-E4D9-67B3-76DC2BD7A0E3}"/>
              </a:ext>
            </a:extLst>
          </p:cNvPr>
          <p:cNvCxnSpPr>
            <a:cxnSpLocks/>
          </p:cNvCxnSpPr>
          <p:nvPr/>
        </p:nvCxnSpPr>
        <p:spPr>
          <a:xfrm flipH="1" flipV="1">
            <a:off x="6170311" y="1796045"/>
            <a:ext cx="2769301" cy="6840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2" name="Picture 2" descr="Data server ">
            <a:extLst>
              <a:ext uri="{FF2B5EF4-FFF2-40B4-BE49-F238E27FC236}">
                <a16:creationId xmlns:a16="http://schemas.microsoft.com/office/drawing/2014/main" id="{F081BE85-D0CB-0964-134B-8F49743B80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3174862" y="1374971"/>
            <a:ext cx="314904" cy="314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3" name="그래픽 242">
            <a:extLst>
              <a:ext uri="{FF2B5EF4-FFF2-40B4-BE49-F238E27FC236}">
                <a16:creationId xmlns:a16="http://schemas.microsoft.com/office/drawing/2014/main" id="{187271FC-D7F4-B54E-5ABB-F187014DD07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flipH="1">
            <a:off x="3789612" y="1039215"/>
            <a:ext cx="220445" cy="207477"/>
          </a:xfrm>
          <a:prstGeom prst="rect">
            <a:avLst/>
          </a:prstGeom>
        </p:spPr>
      </p:pic>
      <p:pic>
        <p:nvPicPr>
          <p:cNvPr id="244" name="Picture 2" descr="Data server ">
            <a:extLst>
              <a:ext uri="{FF2B5EF4-FFF2-40B4-BE49-F238E27FC236}">
                <a16:creationId xmlns:a16="http://schemas.microsoft.com/office/drawing/2014/main" id="{E7366B8D-7943-EF4B-E072-1F8A7F3153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3202482" y="286998"/>
            <a:ext cx="314904" cy="314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49" name="직선 연결선 248">
            <a:extLst>
              <a:ext uri="{FF2B5EF4-FFF2-40B4-BE49-F238E27FC236}">
                <a16:creationId xmlns:a16="http://schemas.microsoft.com/office/drawing/2014/main" id="{817DBD92-A597-F635-3473-2D0B5D55A20F}"/>
              </a:ext>
            </a:extLst>
          </p:cNvPr>
          <p:cNvCxnSpPr>
            <a:cxnSpLocks/>
            <a:stCxn id="243" idx="3"/>
          </p:cNvCxnSpPr>
          <p:nvPr/>
        </p:nvCxnSpPr>
        <p:spPr>
          <a:xfrm flipH="1" flipV="1">
            <a:off x="3459678" y="566413"/>
            <a:ext cx="329934" cy="576541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직선 연결선 249">
            <a:extLst>
              <a:ext uri="{FF2B5EF4-FFF2-40B4-BE49-F238E27FC236}">
                <a16:creationId xmlns:a16="http://schemas.microsoft.com/office/drawing/2014/main" id="{8DD9A85D-739D-3C54-4446-EDA7DDC9DE4D}"/>
              </a:ext>
            </a:extLst>
          </p:cNvPr>
          <p:cNvCxnSpPr>
            <a:cxnSpLocks/>
            <a:stCxn id="243" idx="3"/>
          </p:cNvCxnSpPr>
          <p:nvPr/>
        </p:nvCxnSpPr>
        <p:spPr>
          <a:xfrm flipH="1">
            <a:off x="3421452" y="1142954"/>
            <a:ext cx="368160" cy="349554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직선 연결선 257">
            <a:extLst>
              <a:ext uri="{FF2B5EF4-FFF2-40B4-BE49-F238E27FC236}">
                <a16:creationId xmlns:a16="http://schemas.microsoft.com/office/drawing/2014/main" id="{51E26D8C-6F43-34F6-EE4F-525FDE8DFA98}"/>
              </a:ext>
            </a:extLst>
          </p:cNvPr>
          <p:cNvCxnSpPr>
            <a:cxnSpLocks/>
            <a:stCxn id="243" idx="1"/>
            <a:endCxn id="262" idx="1"/>
          </p:cNvCxnSpPr>
          <p:nvPr/>
        </p:nvCxnSpPr>
        <p:spPr>
          <a:xfrm flipV="1">
            <a:off x="4010057" y="1112922"/>
            <a:ext cx="1216366" cy="30032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2" name="그래픽 261">
            <a:extLst>
              <a:ext uri="{FF2B5EF4-FFF2-40B4-BE49-F238E27FC236}">
                <a16:creationId xmlns:a16="http://schemas.microsoft.com/office/drawing/2014/main" id="{D0E8C493-6757-CB8D-B62C-A77DCE3FD5B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26423" y="984709"/>
            <a:ext cx="376089" cy="256425"/>
          </a:xfrm>
          <a:prstGeom prst="rect">
            <a:avLst/>
          </a:prstGeom>
        </p:spPr>
      </p:pic>
      <p:cxnSp>
        <p:nvCxnSpPr>
          <p:cNvPr id="280" name="직선 연결선 279">
            <a:extLst>
              <a:ext uri="{FF2B5EF4-FFF2-40B4-BE49-F238E27FC236}">
                <a16:creationId xmlns:a16="http://schemas.microsoft.com/office/drawing/2014/main" id="{7B44F279-6F2A-B58B-B18F-A3F0BE1309EE}"/>
              </a:ext>
            </a:extLst>
          </p:cNvPr>
          <p:cNvCxnSpPr>
            <a:cxnSpLocks/>
            <a:stCxn id="262" idx="3"/>
            <a:endCxn id="256" idx="1"/>
          </p:cNvCxnSpPr>
          <p:nvPr/>
        </p:nvCxnSpPr>
        <p:spPr>
          <a:xfrm flipH="1" flipV="1">
            <a:off x="5596416" y="735468"/>
            <a:ext cx="6096" cy="377454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16" descr="Computer">
            <a:extLst>
              <a:ext uri="{FF2B5EF4-FFF2-40B4-BE49-F238E27FC236}">
                <a16:creationId xmlns:a16="http://schemas.microsoft.com/office/drawing/2014/main" id="{920F726B-A502-9A68-547B-A257CF6F2E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7814" y="4932652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16" descr="Computer">
            <a:extLst>
              <a:ext uri="{FF2B5EF4-FFF2-40B4-BE49-F238E27FC236}">
                <a16:creationId xmlns:a16="http://schemas.microsoft.com/office/drawing/2014/main" id="{455DA05B-7E04-3757-9430-6EE2201818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5200" y="4938596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3A444EC4-9BD1-5A06-6DFB-B29E7272C646}"/>
              </a:ext>
            </a:extLst>
          </p:cNvPr>
          <p:cNvCxnSpPr>
            <a:cxnSpLocks/>
            <a:stCxn id="78" idx="2"/>
            <a:endCxn id="21" idx="0"/>
          </p:cNvCxnSpPr>
          <p:nvPr/>
        </p:nvCxnSpPr>
        <p:spPr>
          <a:xfrm flipH="1">
            <a:off x="8891850" y="4093647"/>
            <a:ext cx="216564" cy="83900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EC8B53A5-A02F-5A18-7A1D-2390E548C276}"/>
              </a:ext>
            </a:extLst>
          </p:cNvPr>
          <p:cNvCxnSpPr>
            <a:cxnSpLocks/>
            <a:stCxn id="78" idx="2"/>
            <a:endCxn id="22" idx="0"/>
          </p:cNvCxnSpPr>
          <p:nvPr/>
        </p:nvCxnSpPr>
        <p:spPr>
          <a:xfrm>
            <a:off x="9108414" y="4093647"/>
            <a:ext cx="300822" cy="844949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1EBD9681-1160-51D2-E60C-77DBAF93CAB8}"/>
              </a:ext>
            </a:extLst>
          </p:cNvPr>
          <p:cNvSpPr txBox="1"/>
          <p:nvPr/>
        </p:nvSpPr>
        <p:spPr>
          <a:xfrm>
            <a:off x="5252929" y="1278254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</a:t>
            </a:r>
            <a:endParaRPr lang="ko-KR" altLang="en-US" sz="800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8626CAB-0ADE-F105-3111-468633D1363B}"/>
              </a:ext>
            </a:extLst>
          </p:cNvPr>
          <p:cNvSpPr txBox="1"/>
          <p:nvPr/>
        </p:nvSpPr>
        <p:spPr>
          <a:xfrm>
            <a:off x="5918506" y="1649478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2</a:t>
            </a:r>
            <a:endParaRPr lang="ko-KR" altLang="en-US" sz="800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7E5AC6E-45BF-0C20-AFB0-F98343D1D2EE}"/>
              </a:ext>
            </a:extLst>
          </p:cNvPr>
          <p:cNvSpPr txBox="1"/>
          <p:nvPr/>
        </p:nvSpPr>
        <p:spPr>
          <a:xfrm>
            <a:off x="3050117" y="2460764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3</a:t>
            </a:r>
            <a:endParaRPr lang="ko-KR" altLang="en-US" sz="800" b="1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9E65F5A-A611-29B9-ADC4-50E13B3E298F}"/>
              </a:ext>
            </a:extLst>
          </p:cNvPr>
          <p:cNvSpPr txBox="1"/>
          <p:nvPr/>
        </p:nvSpPr>
        <p:spPr>
          <a:xfrm>
            <a:off x="1960793" y="2506387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4</a:t>
            </a:r>
            <a:endParaRPr lang="ko-KR" altLang="en-US" sz="800" b="1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90A4BBC-4D5D-F845-8A50-3CBAE4A35DA1}"/>
              </a:ext>
            </a:extLst>
          </p:cNvPr>
          <p:cNvSpPr txBox="1"/>
          <p:nvPr/>
        </p:nvSpPr>
        <p:spPr>
          <a:xfrm>
            <a:off x="2263239" y="3778891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6</a:t>
            </a:r>
            <a:endParaRPr lang="ko-KR" altLang="en-US" sz="800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0D0E1CD-9CDB-5468-FC56-BFD2BE045818}"/>
              </a:ext>
            </a:extLst>
          </p:cNvPr>
          <p:cNvSpPr txBox="1"/>
          <p:nvPr/>
        </p:nvSpPr>
        <p:spPr>
          <a:xfrm>
            <a:off x="3058059" y="3243816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5</a:t>
            </a:r>
            <a:endParaRPr lang="ko-KR" altLang="en-US" sz="800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C81F314-81CB-6355-A52B-B0D1487B53E3}"/>
              </a:ext>
            </a:extLst>
          </p:cNvPr>
          <p:cNvSpPr txBox="1"/>
          <p:nvPr/>
        </p:nvSpPr>
        <p:spPr>
          <a:xfrm>
            <a:off x="3851163" y="3798252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7</a:t>
            </a:r>
            <a:endParaRPr lang="ko-KR" altLang="en-US" sz="800" b="1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713751D-2C38-C764-F0AA-34F0DE592657}"/>
              </a:ext>
            </a:extLst>
          </p:cNvPr>
          <p:cNvSpPr txBox="1"/>
          <p:nvPr/>
        </p:nvSpPr>
        <p:spPr>
          <a:xfrm>
            <a:off x="3049008" y="4373174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8</a:t>
            </a:r>
            <a:endParaRPr lang="ko-KR" altLang="en-US" sz="800" b="1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5020D45-4A5A-C05B-38DE-76DFF86697AF}"/>
              </a:ext>
            </a:extLst>
          </p:cNvPr>
          <p:cNvSpPr txBox="1"/>
          <p:nvPr/>
        </p:nvSpPr>
        <p:spPr>
          <a:xfrm>
            <a:off x="2521177" y="5066443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9</a:t>
            </a:r>
            <a:endParaRPr lang="ko-KR" altLang="en-US" sz="800" b="1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0A3E893-44A0-D7C6-8992-25C28C30C3FD}"/>
              </a:ext>
            </a:extLst>
          </p:cNvPr>
          <p:cNvSpPr txBox="1"/>
          <p:nvPr/>
        </p:nvSpPr>
        <p:spPr>
          <a:xfrm>
            <a:off x="3639975" y="5090897"/>
            <a:ext cx="3193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10</a:t>
            </a:r>
            <a:endParaRPr lang="ko-KR" altLang="en-US" sz="800" b="1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279CE4B-0BD7-6BBB-9E2D-E657E0E21865}"/>
              </a:ext>
            </a:extLst>
          </p:cNvPr>
          <p:cNvSpPr txBox="1"/>
          <p:nvPr/>
        </p:nvSpPr>
        <p:spPr>
          <a:xfrm>
            <a:off x="8875851" y="2449944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11</a:t>
            </a:r>
            <a:endParaRPr lang="ko-KR" altLang="en-US" sz="800" b="1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FAA80F9-3151-F836-419B-F7191190690A}"/>
              </a:ext>
            </a:extLst>
          </p:cNvPr>
          <p:cNvSpPr txBox="1"/>
          <p:nvPr/>
        </p:nvSpPr>
        <p:spPr>
          <a:xfrm>
            <a:off x="1488878" y="2534948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2</a:t>
            </a:r>
            <a:endParaRPr lang="ko-KR" altLang="en-US" sz="800" b="1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C4134FB-3680-B7C5-CA31-5A1488FDB894}"/>
              </a:ext>
            </a:extLst>
          </p:cNvPr>
          <p:cNvSpPr txBox="1"/>
          <p:nvPr/>
        </p:nvSpPr>
        <p:spPr>
          <a:xfrm>
            <a:off x="3857053" y="5456188"/>
            <a:ext cx="3193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4</a:t>
            </a:r>
            <a:endParaRPr lang="ko-KR" altLang="en-US" sz="800" b="1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48D2C5F-C5D7-99BD-8192-321DFE5A280D}"/>
              </a:ext>
            </a:extLst>
          </p:cNvPr>
          <p:cNvSpPr txBox="1"/>
          <p:nvPr/>
        </p:nvSpPr>
        <p:spPr>
          <a:xfrm>
            <a:off x="8986074" y="2024431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6</a:t>
            </a:r>
            <a:endParaRPr lang="ko-KR" altLang="en-US" sz="800" b="1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BFE9C6D-4CAC-2EC0-71E5-50A88F3C5F7B}"/>
              </a:ext>
            </a:extLst>
          </p:cNvPr>
          <p:cNvSpPr txBox="1"/>
          <p:nvPr/>
        </p:nvSpPr>
        <p:spPr>
          <a:xfrm>
            <a:off x="3667297" y="1210665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</a:t>
            </a:r>
            <a:endParaRPr lang="ko-KR" altLang="en-US" sz="800" b="1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B37B970-4CF8-7074-7044-10D0B49B3369}"/>
              </a:ext>
            </a:extLst>
          </p:cNvPr>
          <p:cNvSpPr txBox="1"/>
          <p:nvPr/>
        </p:nvSpPr>
        <p:spPr>
          <a:xfrm>
            <a:off x="2322433" y="5430154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3</a:t>
            </a:r>
            <a:endParaRPr lang="ko-KR" altLang="en-US" sz="800" b="1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37766E9-7021-E370-8DC1-75601A55BB8B}"/>
              </a:ext>
            </a:extLst>
          </p:cNvPr>
          <p:cNvSpPr txBox="1"/>
          <p:nvPr/>
        </p:nvSpPr>
        <p:spPr>
          <a:xfrm>
            <a:off x="4455787" y="3914466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5</a:t>
            </a:r>
            <a:endParaRPr lang="ko-KR" altLang="en-US" sz="800" b="1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1062CF1-944B-473D-3C0E-DD42133DAB2C}"/>
              </a:ext>
            </a:extLst>
          </p:cNvPr>
          <p:cNvSpPr txBox="1"/>
          <p:nvPr/>
        </p:nvSpPr>
        <p:spPr>
          <a:xfrm>
            <a:off x="8273862" y="1500580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7</a:t>
            </a:r>
            <a:endParaRPr lang="ko-KR" altLang="en-US" sz="800" b="1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6D9D0A3-7799-8413-C14D-A0F93659B4FE}"/>
              </a:ext>
            </a:extLst>
          </p:cNvPr>
          <p:cNvSpPr txBox="1"/>
          <p:nvPr/>
        </p:nvSpPr>
        <p:spPr>
          <a:xfrm>
            <a:off x="9477223" y="1508129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8</a:t>
            </a:r>
            <a:endParaRPr lang="ko-KR" altLang="en-US" sz="800" b="1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6038C2E-4A2C-C438-4C4F-F816162F1FAF}"/>
              </a:ext>
            </a:extLst>
          </p:cNvPr>
          <p:cNvSpPr txBox="1"/>
          <p:nvPr/>
        </p:nvSpPr>
        <p:spPr>
          <a:xfrm>
            <a:off x="9063896" y="712322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9</a:t>
            </a:r>
            <a:endParaRPr lang="ko-KR" altLang="en-US" sz="800" b="1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6B6BA50-2816-020F-A91C-88C3F90B93FA}"/>
              </a:ext>
            </a:extLst>
          </p:cNvPr>
          <p:cNvSpPr txBox="1"/>
          <p:nvPr/>
        </p:nvSpPr>
        <p:spPr>
          <a:xfrm>
            <a:off x="7921187" y="3720264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11</a:t>
            </a:r>
            <a:endParaRPr lang="ko-KR" altLang="en-US" sz="800" b="1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2AA2AE8-8EA2-45B6-E8AE-1112652DCB91}"/>
              </a:ext>
            </a:extLst>
          </p:cNvPr>
          <p:cNvSpPr txBox="1"/>
          <p:nvPr/>
        </p:nvSpPr>
        <p:spPr>
          <a:xfrm>
            <a:off x="6964652" y="3704186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12</a:t>
            </a:r>
            <a:endParaRPr lang="ko-KR" altLang="en-US" sz="800" b="1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7602E27-1A75-C39F-1A44-6232AF72858F}"/>
              </a:ext>
            </a:extLst>
          </p:cNvPr>
          <p:cNvSpPr txBox="1"/>
          <p:nvPr/>
        </p:nvSpPr>
        <p:spPr>
          <a:xfrm>
            <a:off x="8727575" y="3709865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10</a:t>
            </a:r>
            <a:endParaRPr lang="ko-KR" altLang="en-US" sz="800" b="1" dirty="0"/>
          </a:p>
        </p:txBody>
      </p:sp>
      <p:cxnSp>
        <p:nvCxnSpPr>
          <p:cNvPr id="168" name="직선 연결선 167">
            <a:extLst>
              <a:ext uri="{FF2B5EF4-FFF2-40B4-BE49-F238E27FC236}">
                <a16:creationId xmlns:a16="http://schemas.microsoft.com/office/drawing/2014/main" id="{FAFF086D-C2C5-46BD-A26F-C48FBEAE32C3}"/>
              </a:ext>
            </a:extLst>
          </p:cNvPr>
          <p:cNvCxnSpPr>
            <a:cxnSpLocks/>
            <a:endCxn id="82" idx="0"/>
          </p:cNvCxnSpPr>
          <p:nvPr/>
        </p:nvCxnSpPr>
        <p:spPr>
          <a:xfrm>
            <a:off x="7203498" y="4047524"/>
            <a:ext cx="200641" cy="88910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직선 연결선 175">
            <a:extLst>
              <a:ext uri="{FF2B5EF4-FFF2-40B4-BE49-F238E27FC236}">
                <a16:creationId xmlns:a16="http://schemas.microsoft.com/office/drawing/2014/main" id="{BD53865B-92FE-98C9-FFBC-24BA97287195}"/>
              </a:ext>
            </a:extLst>
          </p:cNvPr>
          <p:cNvCxnSpPr>
            <a:cxnSpLocks/>
          </p:cNvCxnSpPr>
          <p:nvPr/>
        </p:nvCxnSpPr>
        <p:spPr>
          <a:xfrm flipH="1">
            <a:off x="7066112" y="4042607"/>
            <a:ext cx="132142" cy="869133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08F9AC79-CB3D-BAB3-0123-D5717070B3BE}"/>
              </a:ext>
            </a:extLst>
          </p:cNvPr>
          <p:cNvSpPr txBox="1"/>
          <p:nvPr/>
        </p:nvSpPr>
        <p:spPr>
          <a:xfrm>
            <a:off x="2036683" y="6190343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</a:t>
            </a:r>
            <a:endParaRPr lang="ko-KR" altLang="en-US" sz="800" b="1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A8DBC0F-31A9-DB01-72A2-6D71231D5143}"/>
              </a:ext>
            </a:extLst>
          </p:cNvPr>
          <p:cNvSpPr txBox="1"/>
          <p:nvPr/>
        </p:nvSpPr>
        <p:spPr>
          <a:xfrm>
            <a:off x="3431243" y="6187147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2</a:t>
            </a:r>
            <a:endParaRPr lang="ko-KR" altLang="en-US" sz="800" b="1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D90ECBF-EBA9-A43C-4A00-CFBEBE8465BF}"/>
              </a:ext>
            </a:extLst>
          </p:cNvPr>
          <p:cNvSpPr txBox="1"/>
          <p:nvPr/>
        </p:nvSpPr>
        <p:spPr>
          <a:xfrm>
            <a:off x="3810545" y="6162827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3</a:t>
            </a:r>
            <a:endParaRPr lang="ko-KR" altLang="en-US" sz="800" b="1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CB158537-9500-994B-3B39-A202265EF34A}"/>
              </a:ext>
            </a:extLst>
          </p:cNvPr>
          <p:cNvSpPr txBox="1"/>
          <p:nvPr/>
        </p:nvSpPr>
        <p:spPr>
          <a:xfrm>
            <a:off x="6718492" y="5110485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4</a:t>
            </a:r>
            <a:endParaRPr lang="ko-KR" altLang="en-US" sz="800" b="1" dirty="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F63C86D-7943-C786-7400-5C3B875FB164}"/>
              </a:ext>
            </a:extLst>
          </p:cNvPr>
          <p:cNvSpPr txBox="1"/>
          <p:nvPr/>
        </p:nvSpPr>
        <p:spPr>
          <a:xfrm>
            <a:off x="7128815" y="5151756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5</a:t>
            </a:r>
            <a:endParaRPr lang="ko-KR" altLang="en-US" sz="800" b="1" dirty="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7B9EB5D8-7F9F-AAEA-22AB-0D3D478D4B4B}"/>
              </a:ext>
            </a:extLst>
          </p:cNvPr>
          <p:cNvSpPr txBox="1"/>
          <p:nvPr/>
        </p:nvSpPr>
        <p:spPr>
          <a:xfrm>
            <a:off x="8668085" y="415313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12</a:t>
            </a:r>
            <a:endParaRPr lang="ko-KR" altLang="en-US" sz="800" b="1" dirty="0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E4FBAC9E-1AF0-A6E7-BA70-BB57EFB1A5DC}"/>
              </a:ext>
            </a:extLst>
          </p:cNvPr>
          <p:cNvSpPr txBox="1"/>
          <p:nvPr/>
        </p:nvSpPr>
        <p:spPr>
          <a:xfrm>
            <a:off x="10034556" y="1744064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13</a:t>
            </a:r>
            <a:endParaRPr lang="ko-KR" altLang="en-US" sz="800" b="1" dirty="0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AD399FA4-59BE-287B-0611-909F78373341}"/>
              </a:ext>
            </a:extLst>
          </p:cNvPr>
          <p:cNvSpPr txBox="1"/>
          <p:nvPr/>
        </p:nvSpPr>
        <p:spPr>
          <a:xfrm>
            <a:off x="10034556" y="1225104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14</a:t>
            </a:r>
            <a:endParaRPr lang="ko-KR" altLang="en-US" sz="800" b="1" dirty="0"/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F2C07F4E-7266-F0C5-14B7-2B26FB10BD5E}"/>
              </a:ext>
            </a:extLst>
          </p:cNvPr>
          <p:cNvSpPr txBox="1"/>
          <p:nvPr/>
        </p:nvSpPr>
        <p:spPr>
          <a:xfrm>
            <a:off x="7428675" y="5169124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6</a:t>
            </a:r>
            <a:endParaRPr lang="ko-KR" altLang="en-US" sz="800" b="1" dirty="0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18F1CBDD-1056-4F7E-AC11-14F99683109B}"/>
              </a:ext>
            </a:extLst>
          </p:cNvPr>
          <p:cNvSpPr txBox="1"/>
          <p:nvPr/>
        </p:nvSpPr>
        <p:spPr>
          <a:xfrm>
            <a:off x="7849566" y="5165988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7</a:t>
            </a:r>
            <a:endParaRPr lang="ko-KR" altLang="en-US" sz="800" b="1" dirty="0"/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98BDCAFE-8BA2-390C-8089-46F56311B0B0}"/>
              </a:ext>
            </a:extLst>
          </p:cNvPr>
          <p:cNvSpPr txBox="1"/>
          <p:nvPr/>
        </p:nvSpPr>
        <p:spPr>
          <a:xfrm>
            <a:off x="8158843" y="5173170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8</a:t>
            </a:r>
            <a:endParaRPr lang="ko-KR" altLang="en-US" sz="800" b="1" dirty="0"/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30D1A6FF-EECE-6A18-F113-A7E4AA38FAF9}"/>
              </a:ext>
            </a:extLst>
          </p:cNvPr>
          <p:cNvSpPr txBox="1"/>
          <p:nvPr/>
        </p:nvSpPr>
        <p:spPr>
          <a:xfrm>
            <a:off x="8621025" y="5168933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9</a:t>
            </a:r>
            <a:endParaRPr lang="ko-KR" altLang="en-US" sz="800" b="1" dirty="0"/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581C59DC-D8BB-CE6F-45D6-6F544A986523}"/>
              </a:ext>
            </a:extLst>
          </p:cNvPr>
          <p:cNvSpPr txBox="1"/>
          <p:nvPr/>
        </p:nvSpPr>
        <p:spPr>
          <a:xfrm>
            <a:off x="9165129" y="5156729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10</a:t>
            </a:r>
            <a:endParaRPr lang="ko-KR" altLang="en-US" sz="800" b="1" dirty="0"/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3B32DF35-4561-BB23-39E8-8F5FD576B0C4}"/>
              </a:ext>
            </a:extLst>
          </p:cNvPr>
          <p:cNvSpPr txBox="1"/>
          <p:nvPr/>
        </p:nvSpPr>
        <p:spPr>
          <a:xfrm>
            <a:off x="7745299" y="1480944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11</a:t>
            </a:r>
            <a:endParaRPr lang="ko-KR" altLang="en-US" sz="800" b="1" dirty="0"/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E0056CA7-58A1-9645-D0A3-72424BF8DCC9}"/>
              </a:ext>
            </a:extLst>
          </p:cNvPr>
          <p:cNvSpPr txBox="1"/>
          <p:nvPr/>
        </p:nvSpPr>
        <p:spPr>
          <a:xfrm>
            <a:off x="3252058" y="1477830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</a:t>
            </a:r>
            <a:endParaRPr lang="ko-KR" altLang="en-US" sz="800" b="1" dirty="0"/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FB5FBC53-B0ED-483B-BA71-25DA146C2A97}"/>
              </a:ext>
            </a:extLst>
          </p:cNvPr>
          <p:cNvSpPr txBox="1"/>
          <p:nvPr/>
        </p:nvSpPr>
        <p:spPr>
          <a:xfrm>
            <a:off x="3289001" y="317859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2</a:t>
            </a:r>
            <a:endParaRPr lang="ko-KR" altLang="en-US" sz="800" b="1" dirty="0"/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E4695F7D-3201-96ED-B988-482AFAF5BB23}"/>
              </a:ext>
            </a:extLst>
          </p:cNvPr>
          <p:cNvSpPr txBox="1"/>
          <p:nvPr/>
        </p:nvSpPr>
        <p:spPr>
          <a:xfrm>
            <a:off x="2671334" y="6241479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3</a:t>
            </a:r>
            <a:endParaRPr lang="ko-KR" altLang="en-US" sz="800" b="1" dirty="0"/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94CE2201-528F-9380-12EA-010EEF15DBE2}"/>
              </a:ext>
            </a:extLst>
          </p:cNvPr>
          <p:cNvSpPr txBox="1"/>
          <p:nvPr/>
        </p:nvSpPr>
        <p:spPr>
          <a:xfrm>
            <a:off x="5333404" y="4366517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4</a:t>
            </a:r>
            <a:endParaRPr lang="ko-KR" altLang="en-US" sz="800" b="1" dirty="0"/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07D86975-7473-236A-350E-7CFC8BF4CEF6}"/>
              </a:ext>
            </a:extLst>
          </p:cNvPr>
          <p:cNvSpPr txBox="1"/>
          <p:nvPr/>
        </p:nvSpPr>
        <p:spPr>
          <a:xfrm>
            <a:off x="5323294" y="3598821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5</a:t>
            </a:r>
            <a:endParaRPr lang="ko-KR" altLang="en-US" sz="800" b="1" dirty="0"/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B75AAD88-0BAC-245C-3F8B-070930859890}"/>
              </a:ext>
            </a:extLst>
          </p:cNvPr>
          <p:cNvSpPr txBox="1"/>
          <p:nvPr/>
        </p:nvSpPr>
        <p:spPr>
          <a:xfrm>
            <a:off x="5360700" y="2876903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6</a:t>
            </a:r>
            <a:endParaRPr lang="ko-KR" altLang="en-US" sz="800" b="1" dirty="0"/>
          </a:p>
        </p:txBody>
      </p:sp>
      <p:cxnSp>
        <p:nvCxnSpPr>
          <p:cNvPr id="282" name="직선 연결선 281">
            <a:extLst>
              <a:ext uri="{FF2B5EF4-FFF2-40B4-BE49-F238E27FC236}">
                <a16:creationId xmlns:a16="http://schemas.microsoft.com/office/drawing/2014/main" id="{0B08002D-74F2-E2A6-78E9-7B0A125972CC}"/>
              </a:ext>
            </a:extLst>
          </p:cNvPr>
          <p:cNvCxnSpPr>
            <a:cxnSpLocks/>
            <a:stCxn id="284" idx="1"/>
          </p:cNvCxnSpPr>
          <p:nvPr/>
        </p:nvCxnSpPr>
        <p:spPr>
          <a:xfrm flipH="1">
            <a:off x="9239250" y="2520774"/>
            <a:ext cx="94336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4" name="그래픽 283">
            <a:extLst>
              <a:ext uri="{FF2B5EF4-FFF2-40B4-BE49-F238E27FC236}">
                <a16:creationId xmlns:a16="http://schemas.microsoft.com/office/drawing/2014/main" id="{B43F127C-DB86-44CC-D9EC-278E294321C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182614" y="2417035"/>
            <a:ext cx="220445" cy="207477"/>
          </a:xfrm>
          <a:prstGeom prst="rect">
            <a:avLst/>
          </a:prstGeom>
        </p:spPr>
      </p:pic>
      <p:pic>
        <p:nvPicPr>
          <p:cNvPr id="285" name="Picture 16" descr="Computer">
            <a:extLst>
              <a:ext uri="{FF2B5EF4-FFF2-40B4-BE49-F238E27FC236}">
                <a16:creationId xmlns:a16="http://schemas.microsoft.com/office/drawing/2014/main" id="{0484D3D0-148D-37B6-EB14-F951652C30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1578" y="3300080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6" name="Picture 16" descr="Computer">
            <a:extLst>
              <a:ext uri="{FF2B5EF4-FFF2-40B4-BE49-F238E27FC236}">
                <a16:creationId xmlns:a16="http://schemas.microsoft.com/office/drawing/2014/main" id="{FA885409-6071-A18E-9514-5FB31BEB15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4251" y="3285053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7" name="Picture 16" descr="Computer">
            <a:extLst>
              <a:ext uri="{FF2B5EF4-FFF2-40B4-BE49-F238E27FC236}">
                <a16:creationId xmlns:a16="http://schemas.microsoft.com/office/drawing/2014/main" id="{FC8350C7-8050-2529-A634-BF73B14800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1395" y="3296838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8" name="Picture 16" descr="Computer">
            <a:extLst>
              <a:ext uri="{FF2B5EF4-FFF2-40B4-BE49-F238E27FC236}">
                <a16:creationId xmlns:a16="http://schemas.microsoft.com/office/drawing/2014/main" id="{39C26AE2-20EF-4964-E999-4EC0BB97D6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96074" y="3294987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9" name="그래픽 288">
            <a:extLst>
              <a:ext uri="{FF2B5EF4-FFF2-40B4-BE49-F238E27FC236}">
                <a16:creationId xmlns:a16="http://schemas.microsoft.com/office/drawing/2014/main" id="{90B608A0-84FD-E104-A6AE-E1A17102C3F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222926" y="2427123"/>
            <a:ext cx="220445" cy="207477"/>
          </a:xfrm>
          <a:prstGeom prst="rect">
            <a:avLst/>
          </a:prstGeom>
        </p:spPr>
      </p:pic>
      <p:cxnSp>
        <p:nvCxnSpPr>
          <p:cNvPr id="291" name="직선 연결선 290">
            <a:extLst>
              <a:ext uri="{FF2B5EF4-FFF2-40B4-BE49-F238E27FC236}">
                <a16:creationId xmlns:a16="http://schemas.microsoft.com/office/drawing/2014/main" id="{2B72F094-449D-F8BB-788A-FD6873743DA7}"/>
              </a:ext>
            </a:extLst>
          </p:cNvPr>
          <p:cNvCxnSpPr>
            <a:cxnSpLocks/>
            <a:stCxn id="284" idx="2"/>
            <a:endCxn id="285" idx="0"/>
          </p:cNvCxnSpPr>
          <p:nvPr/>
        </p:nvCxnSpPr>
        <p:spPr>
          <a:xfrm flipH="1">
            <a:off x="9975614" y="2624512"/>
            <a:ext cx="317223" cy="67556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4" name="직선 연결선 293">
            <a:extLst>
              <a:ext uri="{FF2B5EF4-FFF2-40B4-BE49-F238E27FC236}">
                <a16:creationId xmlns:a16="http://schemas.microsoft.com/office/drawing/2014/main" id="{C88AB61F-01FD-D401-464F-478ED86C67A7}"/>
              </a:ext>
            </a:extLst>
          </p:cNvPr>
          <p:cNvCxnSpPr>
            <a:cxnSpLocks/>
            <a:stCxn id="284" idx="2"/>
            <a:endCxn id="286" idx="0"/>
          </p:cNvCxnSpPr>
          <p:nvPr/>
        </p:nvCxnSpPr>
        <p:spPr>
          <a:xfrm>
            <a:off x="10292837" y="2624512"/>
            <a:ext cx="255450" cy="660541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4" name="직선 연결선 303">
            <a:extLst>
              <a:ext uri="{FF2B5EF4-FFF2-40B4-BE49-F238E27FC236}">
                <a16:creationId xmlns:a16="http://schemas.microsoft.com/office/drawing/2014/main" id="{6955115E-85C3-A893-3F92-0BEFA6740EAE}"/>
              </a:ext>
            </a:extLst>
          </p:cNvPr>
          <p:cNvCxnSpPr>
            <a:cxnSpLocks/>
            <a:stCxn id="284" idx="3"/>
            <a:endCxn id="289" idx="1"/>
          </p:cNvCxnSpPr>
          <p:nvPr/>
        </p:nvCxnSpPr>
        <p:spPr>
          <a:xfrm>
            <a:off x="10403059" y="2520774"/>
            <a:ext cx="819867" cy="1008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" name="직선 연결선 306">
            <a:extLst>
              <a:ext uri="{FF2B5EF4-FFF2-40B4-BE49-F238E27FC236}">
                <a16:creationId xmlns:a16="http://schemas.microsoft.com/office/drawing/2014/main" id="{798B6F65-E1FE-CC3E-85F7-D80EB059DFA5}"/>
              </a:ext>
            </a:extLst>
          </p:cNvPr>
          <p:cNvCxnSpPr>
            <a:cxnSpLocks/>
            <a:stCxn id="287" idx="0"/>
            <a:endCxn id="289" idx="2"/>
          </p:cNvCxnSpPr>
          <p:nvPr/>
        </p:nvCxnSpPr>
        <p:spPr>
          <a:xfrm flipV="1">
            <a:off x="11125431" y="2634600"/>
            <a:ext cx="207718" cy="66223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0" name="직선 연결선 309">
            <a:extLst>
              <a:ext uri="{FF2B5EF4-FFF2-40B4-BE49-F238E27FC236}">
                <a16:creationId xmlns:a16="http://schemas.microsoft.com/office/drawing/2014/main" id="{EF4B4C79-138F-F9A4-B640-386F834BC5FE}"/>
              </a:ext>
            </a:extLst>
          </p:cNvPr>
          <p:cNvCxnSpPr>
            <a:cxnSpLocks/>
            <a:stCxn id="288" idx="0"/>
            <a:endCxn id="289" idx="2"/>
          </p:cNvCxnSpPr>
          <p:nvPr/>
        </p:nvCxnSpPr>
        <p:spPr>
          <a:xfrm flipH="1" flipV="1">
            <a:off x="11333149" y="2634600"/>
            <a:ext cx="276961" cy="66038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6" name="TextBox 335">
            <a:extLst>
              <a:ext uri="{FF2B5EF4-FFF2-40B4-BE49-F238E27FC236}">
                <a16:creationId xmlns:a16="http://schemas.microsoft.com/office/drawing/2014/main" id="{98BF2BFB-EF13-FAE0-5539-F377BAE9FEF8}"/>
              </a:ext>
            </a:extLst>
          </p:cNvPr>
          <p:cNvSpPr txBox="1"/>
          <p:nvPr/>
        </p:nvSpPr>
        <p:spPr>
          <a:xfrm>
            <a:off x="10041032" y="2191492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13</a:t>
            </a:r>
            <a:endParaRPr lang="ko-KR" altLang="en-US" sz="800" b="1" dirty="0"/>
          </a:p>
        </p:txBody>
      </p:sp>
      <p:sp>
        <p:nvSpPr>
          <p:cNvPr id="337" name="TextBox 336">
            <a:extLst>
              <a:ext uri="{FF2B5EF4-FFF2-40B4-BE49-F238E27FC236}">
                <a16:creationId xmlns:a16="http://schemas.microsoft.com/office/drawing/2014/main" id="{26AE1516-9262-CCBD-637A-03A0633C199B}"/>
              </a:ext>
            </a:extLst>
          </p:cNvPr>
          <p:cNvSpPr txBox="1"/>
          <p:nvPr/>
        </p:nvSpPr>
        <p:spPr>
          <a:xfrm>
            <a:off x="11101975" y="2196443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14</a:t>
            </a:r>
            <a:endParaRPr lang="ko-KR" altLang="en-US" sz="800" b="1" dirty="0"/>
          </a:p>
        </p:txBody>
      </p:sp>
      <p:sp>
        <p:nvSpPr>
          <p:cNvPr id="338" name="TextBox 337">
            <a:extLst>
              <a:ext uri="{FF2B5EF4-FFF2-40B4-BE49-F238E27FC236}">
                <a16:creationId xmlns:a16="http://schemas.microsoft.com/office/drawing/2014/main" id="{22E94897-4C60-E16D-02A0-106D84BA8E56}"/>
              </a:ext>
            </a:extLst>
          </p:cNvPr>
          <p:cNvSpPr txBox="1"/>
          <p:nvPr/>
        </p:nvSpPr>
        <p:spPr>
          <a:xfrm>
            <a:off x="9669909" y="3506288"/>
            <a:ext cx="52183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15</a:t>
            </a:r>
            <a:endParaRPr lang="ko-KR" altLang="en-US" sz="800" b="1" dirty="0"/>
          </a:p>
        </p:txBody>
      </p:sp>
      <p:sp>
        <p:nvSpPr>
          <p:cNvPr id="339" name="TextBox 338">
            <a:extLst>
              <a:ext uri="{FF2B5EF4-FFF2-40B4-BE49-F238E27FC236}">
                <a16:creationId xmlns:a16="http://schemas.microsoft.com/office/drawing/2014/main" id="{88043B63-8FBA-47BD-5F84-24BB5F24696F}"/>
              </a:ext>
            </a:extLst>
          </p:cNvPr>
          <p:cNvSpPr txBox="1"/>
          <p:nvPr/>
        </p:nvSpPr>
        <p:spPr>
          <a:xfrm>
            <a:off x="10259504" y="3496191"/>
            <a:ext cx="52183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16</a:t>
            </a:r>
            <a:endParaRPr lang="ko-KR" altLang="en-US" sz="800" b="1" dirty="0"/>
          </a:p>
        </p:txBody>
      </p:sp>
      <p:sp>
        <p:nvSpPr>
          <p:cNvPr id="340" name="TextBox 339">
            <a:extLst>
              <a:ext uri="{FF2B5EF4-FFF2-40B4-BE49-F238E27FC236}">
                <a16:creationId xmlns:a16="http://schemas.microsoft.com/office/drawing/2014/main" id="{288DD336-5AB7-8D57-E432-F44DE5865052}"/>
              </a:ext>
            </a:extLst>
          </p:cNvPr>
          <p:cNvSpPr txBox="1"/>
          <p:nvPr/>
        </p:nvSpPr>
        <p:spPr>
          <a:xfrm>
            <a:off x="10851792" y="3495697"/>
            <a:ext cx="52183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17</a:t>
            </a:r>
            <a:endParaRPr lang="ko-KR" altLang="en-US" sz="800" b="1" dirty="0"/>
          </a:p>
        </p:txBody>
      </p:sp>
      <p:sp>
        <p:nvSpPr>
          <p:cNvPr id="341" name="TextBox 340">
            <a:extLst>
              <a:ext uri="{FF2B5EF4-FFF2-40B4-BE49-F238E27FC236}">
                <a16:creationId xmlns:a16="http://schemas.microsoft.com/office/drawing/2014/main" id="{36E88D1F-66B1-0B42-8CE0-AAF47FF87F53}"/>
              </a:ext>
            </a:extLst>
          </p:cNvPr>
          <p:cNvSpPr txBox="1"/>
          <p:nvPr/>
        </p:nvSpPr>
        <p:spPr>
          <a:xfrm>
            <a:off x="11315237" y="3496260"/>
            <a:ext cx="52183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18</a:t>
            </a:r>
            <a:endParaRPr lang="ko-KR" altLang="en-US" sz="800" b="1" dirty="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D8812E04-C3FA-D4AD-E147-DB9B3A527F75}"/>
              </a:ext>
            </a:extLst>
          </p:cNvPr>
          <p:cNvSpPr txBox="1"/>
          <p:nvPr/>
        </p:nvSpPr>
        <p:spPr>
          <a:xfrm>
            <a:off x="7523954" y="519892"/>
            <a:ext cx="862674" cy="276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>
                <a:solidFill>
                  <a:schemeClr val="bg1"/>
                </a:solidFill>
              </a:rPr>
              <a:t>해외지사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03930F4E-5280-FA66-2054-453C74996F2F}"/>
              </a:ext>
            </a:extLst>
          </p:cNvPr>
          <p:cNvSpPr txBox="1"/>
          <p:nvPr/>
        </p:nvSpPr>
        <p:spPr>
          <a:xfrm>
            <a:off x="2172296" y="99448"/>
            <a:ext cx="1482013" cy="461665"/>
          </a:xfrm>
          <a:prstGeom prst="rect">
            <a:avLst/>
          </a:prstGeom>
          <a:solidFill>
            <a:srgbClr val="002060"/>
          </a:solidFill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</a:rPr>
              <a:t>Management &amp; Backup Zone</a:t>
            </a:r>
            <a:endParaRPr lang="ko-KR" altLang="en-US" sz="1200" b="1" dirty="0">
              <a:solidFill>
                <a:schemeClr val="bg1"/>
              </a:solidFill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08F04164-DE31-A88A-4711-19C4992DC5F3}"/>
              </a:ext>
            </a:extLst>
          </p:cNvPr>
          <p:cNvSpPr txBox="1"/>
          <p:nvPr/>
        </p:nvSpPr>
        <p:spPr>
          <a:xfrm>
            <a:off x="779192" y="497304"/>
            <a:ext cx="862674" cy="276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>
                <a:solidFill>
                  <a:schemeClr val="bg1"/>
                </a:solidFill>
              </a:rPr>
              <a:t>본사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3FB05B94-DD0E-9192-0363-EE258A741D97}"/>
              </a:ext>
            </a:extLst>
          </p:cNvPr>
          <p:cNvSpPr txBox="1"/>
          <p:nvPr/>
        </p:nvSpPr>
        <p:spPr>
          <a:xfrm>
            <a:off x="2168117" y="5241862"/>
            <a:ext cx="1114473" cy="461665"/>
          </a:xfrm>
          <a:prstGeom prst="rect">
            <a:avLst/>
          </a:prstGeom>
          <a:solidFill>
            <a:srgbClr val="002060"/>
          </a:solidFill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</a:rPr>
              <a:t>Internal User Zone </a:t>
            </a:r>
            <a:endParaRPr lang="ko-KR" altLang="en-US" sz="1200" b="1" dirty="0">
              <a:solidFill>
                <a:schemeClr val="bg1"/>
              </a:solidFill>
            </a:endParaRP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BA1920CD-1AA8-6421-233D-9654A5A00506}"/>
              </a:ext>
            </a:extLst>
          </p:cNvPr>
          <p:cNvSpPr txBox="1"/>
          <p:nvPr/>
        </p:nvSpPr>
        <p:spPr>
          <a:xfrm>
            <a:off x="4930675" y="4514247"/>
            <a:ext cx="878767" cy="400110"/>
          </a:xfrm>
          <a:prstGeom prst="rect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txBody>
          <a:bodyPr wrap="none" rtlCol="0">
            <a:spAutoFit/>
          </a:bodyPr>
          <a:lstStyle>
            <a:defPPr>
              <a:defRPr lang="ko-KR"/>
            </a:defPPr>
            <a:lvl1pPr algn="ctr">
              <a:defRPr sz="1000" b="1">
                <a:solidFill>
                  <a:srgbClr val="0000CC"/>
                </a:solidFill>
              </a:defRPr>
            </a:lvl1pPr>
          </a:lstStyle>
          <a:p>
            <a:r>
              <a:rPr lang="en-US" altLang="ko-KR" dirty="0">
                <a:solidFill>
                  <a:srgbClr val="00B050"/>
                </a:solidFill>
              </a:rPr>
              <a:t>WEB server</a:t>
            </a:r>
          </a:p>
          <a:p>
            <a:r>
              <a:rPr lang="en-US" altLang="ko-KR" dirty="0">
                <a:solidFill>
                  <a:srgbClr val="00B050"/>
                </a:solidFill>
              </a:rPr>
              <a:t>(</a:t>
            </a:r>
            <a:r>
              <a:rPr lang="ko-KR" altLang="en-US" dirty="0">
                <a:solidFill>
                  <a:srgbClr val="00B050"/>
                </a:solidFill>
              </a:rPr>
              <a:t>영문</a:t>
            </a:r>
            <a:r>
              <a:rPr lang="en-US" altLang="ko-KR" dirty="0">
                <a:solidFill>
                  <a:srgbClr val="00B050"/>
                </a:solidFill>
              </a:rPr>
              <a:t>)</a:t>
            </a:r>
          </a:p>
        </p:txBody>
      </p:sp>
      <p:cxnSp>
        <p:nvCxnSpPr>
          <p:cNvPr id="171" name="연결선: 꺾임 170">
            <a:extLst>
              <a:ext uri="{FF2B5EF4-FFF2-40B4-BE49-F238E27FC236}">
                <a16:creationId xmlns:a16="http://schemas.microsoft.com/office/drawing/2014/main" id="{33622872-A3B6-978D-B75E-C3883BC1A39F}"/>
              </a:ext>
            </a:extLst>
          </p:cNvPr>
          <p:cNvCxnSpPr>
            <a:cxnSpLocks/>
          </p:cNvCxnSpPr>
          <p:nvPr/>
        </p:nvCxnSpPr>
        <p:spPr>
          <a:xfrm flipV="1">
            <a:off x="1488778" y="3240631"/>
            <a:ext cx="3405137" cy="50348"/>
          </a:xfrm>
          <a:prstGeom prst="bentConnector3">
            <a:avLst/>
          </a:prstGeom>
          <a:ln w="444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연결선: 꺾임 174">
            <a:extLst>
              <a:ext uri="{FF2B5EF4-FFF2-40B4-BE49-F238E27FC236}">
                <a16:creationId xmlns:a16="http://schemas.microsoft.com/office/drawing/2014/main" id="{3C3C29A6-9B49-3901-B777-72747D90201E}"/>
              </a:ext>
            </a:extLst>
          </p:cNvPr>
          <p:cNvCxnSpPr>
            <a:cxnSpLocks/>
          </p:cNvCxnSpPr>
          <p:nvPr/>
        </p:nvCxnSpPr>
        <p:spPr>
          <a:xfrm>
            <a:off x="1886519" y="2109542"/>
            <a:ext cx="2942092" cy="1901145"/>
          </a:xfrm>
          <a:prstGeom prst="bentConnector3">
            <a:avLst/>
          </a:prstGeom>
          <a:ln w="444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" name="오른쪽 중괄호 179">
            <a:extLst>
              <a:ext uri="{FF2B5EF4-FFF2-40B4-BE49-F238E27FC236}">
                <a16:creationId xmlns:a16="http://schemas.microsoft.com/office/drawing/2014/main" id="{E4860750-55CD-7BE9-813C-E0D767463A44}"/>
              </a:ext>
            </a:extLst>
          </p:cNvPr>
          <p:cNvSpPr/>
          <p:nvPr/>
        </p:nvSpPr>
        <p:spPr>
          <a:xfrm flipV="1">
            <a:off x="1540012" y="1724607"/>
            <a:ext cx="256425" cy="786011"/>
          </a:xfrm>
          <a:prstGeom prst="rightBrac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90" name="연결선: 꺾임 189">
            <a:extLst>
              <a:ext uri="{FF2B5EF4-FFF2-40B4-BE49-F238E27FC236}">
                <a16:creationId xmlns:a16="http://schemas.microsoft.com/office/drawing/2014/main" id="{E8B03D29-6D34-F608-7C37-61E381AC4FDA}"/>
              </a:ext>
            </a:extLst>
          </p:cNvPr>
          <p:cNvCxnSpPr>
            <a:cxnSpLocks/>
          </p:cNvCxnSpPr>
          <p:nvPr/>
        </p:nvCxnSpPr>
        <p:spPr>
          <a:xfrm>
            <a:off x="3406160" y="4015826"/>
            <a:ext cx="1403325" cy="717131"/>
          </a:xfrm>
          <a:prstGeom prst="bentConnector3">
            <a:avLst/>
          </a:prstGeom>
          <a:ln w="444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5" name="TextBox 194">
            <a:extLst>
              <a:ext uri="{FF2B5EF4-FFF2-40B4-BE49-F238E27FC236}">
                <a16:creationId xmlns:a16="http://schemas.microsoft.com/office/drawing/2014/main" id="{EE5ADD85-8DC2-9849-4F08-A76EB8BBBF2E}"/>
              </a:ext>
            </a:extLst>
          </p:cNvPr>
          <p:cNvSpPr txBox="1"/>
          <p:nvPr/>
        </p:nvSpPr>
        <p:spPr>
          <a:xfrm>
            <a:off x="3943485" y="117173"/>
            <a:ext cx="800232" cy="40011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FF0000"/>
                </a:solidFill>
              </a:rPr>
              <a:t>Back up</a:t>
            </a:r>
          </a:p>
          <a:p>
            <a:pPr algn="ctr"/>
            <a:r>
              <a:rPr lang="en-US" altLang="ko-KR" sz="1000" b="1" dirty="0">
                <a:solidFill>
                  <a:srgbClr val="FF0000"/>
                </a:solidFill>
              </a:rPr>
              <a:t>storage</a:t>
            </a:r>
          </a:p>
        </p:txBody>
      </p:sp>
      <p:cxnSp>
        <p:nvCxnSpPr>
          <p:cNvPr id="220" name="연결선: 꺾임 219">
            <a:extLst>
              <a:ext uri="{FF2B5EF4-FFF2-40B4-BE49-F238E27FC236}">
                <a16:creationId xmlns:a16="http://schemas.microsoft.com/office/drawing/2014/main" id="{25FBB61A-0867-95D6-D85B-A8FDDE660F35}"/>
              </a:ext>
            </a:extLst>
          </p:cNvPr>
          <p:cNvCxnSpPr>
            <a:cxnSpLocks/>
          </p:cNvCxnSpPr>
          <p:nvPr/>
        </p:nvCxnSpPr>
        <p:spPr>
          <a:xfrm flipV="1">
            <a:off x="2118943" y="854158"/>
            <a:ext cx="1844891" cy="1752054"/>
          </a:xfrm>
          <a:prstGeom prst="bentConnector3">
            <a:avLst>
              <a:gd name="adj1" fmla="val 50000"/>
            </a:avLst>
          </a:prstGeom>
          <a:ln w="444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9" name="오른쪽 중괄호 228">
            <a:extLst>
              <a:ext uri="{FF2B5EF4-FFF2-40B4-BE49-F238E27FC236}">
                <a16:creationId xmlns:a16="http://schemas.microsoft.com/office/drawing/2014/main" id="{6FAC451F-1F21-AA00-677C-729EEB51C731}"/>
              </a:ext>
            </a:extLst>
          </p:cNvPr>
          <p:cNvSpPr/>
          <p:nvPr/>
        </p:nvSpPr>
        <p:spPr>
          <a:xfrm rot="10800000" flipH="1" flipV="1">
            <a:off x="1718814" y="1735955"/>
            <a:ext cx="439282" cy="1707737"/>
          </a:xfrm>
          <a:prstGeom prst="rightBrac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8E27673B-23DD-60C9-DBB7-569CD001DF27}"/>
              </a:ext>
            </a:extLst>
          </p:cNvPr>
          <p:cNvSpPr txBox="1"/>
          <p:nvPr/>
        </p:nvSpPr>
        <p:spPr>
          <a:xfrm>
            <a:off x="4929001" y="3126946"/>
            <a:ext cx="869149" cy="246221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0000CC"/>
                </a:solidFill>
              </a:rPr>
              <a:t>DNS server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445C2A-6153-14C4-24A6-A541CB3244B8}"/>
              </a:ext>
            </a:extLst>
          </p:cNvPr>
          <p:cNvSpPr txBox="1"/>
          <p:nvPr/>
        </p:nvSpPr>
        <p:spPr>
          <a:xfrm>
            <a:off x="4833284" y="2324296"/>
            <a:ext cx="1285007" cy="461665"/>
          </a:xfrm>
          <a:prstGeom prst="rect">
            <a:avLst/>
          </a:prstGeom>
          <a:solidFill>
            <a:srgbClr val="002060"/>
          </a:solidFill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</a:rPr>
              <a:t>Core service Zone</a:t>
            </a:r>
            <a:endParaRPr lang="ko-KR" altLang="en-US" sz="1200" b="1" dirty="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E15F6AA-318F-97F7-811E-93B8016A93AC}"/>
              </a:ext>
            </a:extLst>
          </p:cNvPr>
          <p:cNvSpPr txBox="1"/>
          <p:nvPr/>
        </p:nvSpPr>
        <p:spPr>
          <a:xfrm>
            <a:off x="606260" y="1570222"/>
            <a:ext cx="49404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0000CC"/>
                </a:solidFill>
              </a:rPr>
              <a:t>RAID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2A641AB-6F7F-9E1A-4A4B-5ABEF86D913A}"/>
              </a:ext>
            </a:extLst>
          </p:cNvPr>
          <p:cNvSpPr txBox="1"/>
          <p:nvPr/>
        </p:nvSpPr>
        <p:spPr>
          <a:xfrm>
            <a:off x="622452" y="2368087"/>
            <a:ext cx="49404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0000CC"/>
                </a:solidFill>
              </a:rPr>
              <a:t>RAID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C95CA0C-170D-23CA-EB88-417CF1C6223F}"/>
              </a:ext>
            </a:extLst>
          </p:cNvPr>
          <p:cNvSpPr txBox="1"/>
          <p:nvPr/>
        </p:nvSpPr>
        <p:spPr>
          <a:xfrm>
            <a:off x="614957" y="3107433"/>
            <a:ext cx="49404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0000CC"/>
                </a:solidFill>
              </a:rPr>
              <a:t>RAID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ECE32B8D-9A71-3C14-D37F-215A9CC42435}"/>
              </a:ext>
            </a:extLst>
          </p:cNvPr>
          <p:cNvSpPr txBox="1"/>
          <p:nvPr/>
        </p:nvSpPr>
        <p:spPr>
          <a:xfrm>
            <a:off x="56954" y="1986799"/>
            <a:ext cx="897091" cy="461665"/>
          </a:xfrm>
          <a:prstGeom prst="rect">
            <a:avLst/>
          </a:prstGeom>
          <a:solidFill>
            <a:srgbClr val="002060"/>
          </a:solidFill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</a:rPr>
              <a:t>Storage Zone</a:t>
            </a:r>
            <a:endParaRPr lang="ko-KR" altLang="en-US" sz="1200" b="1" dirty="0">
              <a:solidFill>
                <a:schemeClr val="bg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3D7C65D-15E0-0AF8-4726-69EFC73C60ED}"/>
              </a:ext>
            </a:extLst>
          </p:cNvPr>
          <p:cNvSpPr txBox="1"/>
          <p:nvPr/>
        </p:nvSpPr>
        <p:spPr>
          <a:xfrm>
            <a:off x="1174755" y="1030302"/>
            <a:ext cx="641522" cy="246221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00B0F0"/>
                </a:solidFill>
              </a:rPr>
              <a:t>SAMBA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8AEB254-DEFB-7FF3-A889-26C158E8C76B}"/>
              </a:ext>
            </a:extLst>
          </p:cNvPr>
          <p:cNvSpPr txBox="1"/>
          <p:nvPr/>
        </p:nvSpPr>
        <p:spPr>
          <a:xfrm>
            <a:off x="5845149" y="3397955"/>
            <a:ext cx="641522" cy="246221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00B0F0"/>
                </a:solidFill>
              </a:rPr>
              <a:t>SAMBA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6D2FD13-68CA-4FD2-1BDE-0DA004451C2C}"/>
              </a:ext>
            </a:extLst>
          </p:cNvPr>
          <p:cNvSpPr txBox="1"/>
          <p:nvPr/>
        </p:nvSpPr>
        <p:spPr>
          <a:xfrm>
            <a:off x="5867899" y="3696582"/>
            <a:ext cx="405880" cy="246221"/>
          </a:xfrm>
          <a:prstGeom prst="rect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7030A0"/>
                </a:solidFill>
              </a:rPr>
              <a:t>FPT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FD3F2F4-F168-835E-460B-DD202BE6DE87}"/>
              </a:ext>
            </a:extLst>
          </p:cNvPr>
          <p:cNvSpPr txBox="1"/>
          <p:nvPr/>
        </p:nvSpPr>
        <p:spPr>
          <a:xfrm>
            <a:off x="1056291" y="1315083"/>
            <a:ext cx="878767" cy="246221"/>
          </a:xfrm>
          <a:prstGeom prst="rect">
            <a:avLst/>
          </a:prstGeom>
          <a:solidFill>
            <a:schemeClr val="bg1"/>
          </a:solidFill>
          <a:ln>
            <a:solidFill>
              <a:srgbClr val="FFC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FFC000"/>
                </a:solidFill>
              </a:rPr>
              <a:t>DISK quota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E226D49-8251-78A2-8090-3361E17C7E83}"/>
              </a:ext>
            </a:extLst>
          </p:cNvPr>
          <p:cNvSpPr txBox="1"/>
          <p:nvPr/>
        </p:nvSpPr>
        <p:spPr>
          <a:xfrm>
            <a:off x="5828994" y="4282604"/>
            <a:ext cx="526106" cy="246221"/>
          </a:xfrm>
          <a:prstGeom prst="rect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chemeClr val="accent2">
                    <a:lumMod val="75000"/>
                  </a:schemeClr>
                </a:solidFill>
              </a:rPr>
              <a:t>XRDP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8B93120-D600-4B05-3BCB-39203A99F85E}"/>
              </a:ext>
            </a:extLst>
          </p:cNvPr>
          <p:cNvSpPr txBox="1"/>
          <p:nvPr/>
        </p:nvSpPr>
        <p:spPr>
          <a:xfrm>
            <a:off x="5862932" y="3994754"/>
            <a:ext cx="455574" cy="246221"/>
          </a:xfrm>
          <a:prstGeom prst="rect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chemeClr val="accent3">
                    <a:lumMod val="75000"/>
                  </a:schemeClr>
                </a:solidFill>
              </a:rPr>
              <a:t>VNC</a:t>
            </a:r>
          </a:p>
        </p:txBody>
      </p:sp>
      <p:sp>
        <p:nvSpPr>
          <p:cNvPr id="72" name="화살표: 위로 구부러짐 71">
            <a:extLst>
              <a:ext uri="{FF2B5EF4-FFF2-40B4-BE49-F238E27FC236}">
                <a16:creationId xmlns:a16="http://schemas.microsoft.com/office/drawing/2014/main" id="{F8A88E81-3B84-0E86-FD9A-069FF623D8B1}"/>
              </a:ext>
            </a:extLst>
          </p:cNvPr>
          <p:cNvSpPr/>
          <p:nvPr/>
        </p:nvSpPr>
        <p:spPr>
          <a:xfrm rot="19192707">
            <a:off x="3083463" y="4635776"/>
            <a:ext cx="3553217" cy="1508153"/>
          </a:xfrm>
          <a:prstGeom prst="curvedUpArrow">
            <a:avLst/>
          </a:prstGeom>
          <a:solidFill>
            <a:schemeClr val="accent1">
              <a:alpha val="6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FBDC9BA-F8A0-F48E-97EB-E21180D94EA8}"/>
              </a:ext>
            </a:extLst>
          </p:cNvPr>
          <p:cNvSpPr txBox="1"/>
          <p:nvPr/>
        </p:nvSpPr>
        <p:spPr>
          <a:xfrm>
            <a:off x="4589483" y="5527050"/>
            <a:ext cx="1054669" cy="4616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/>
              <a:t>1. </a:t>
            </a:r>
            <a:r>
              <a:rPr lang="ko-KR" altLang="en-US" sz="1200" b="1" dirty="0"/>
              <a:t>웹</a:t>
            </a:r>
            <a:r>
              <a:rPr lang="en-US" altLang="ko-KR" sz="1200" b="1" dirty="0"/>
              <a:t>/DNS </a:t>
            </a:r>
            <a:r>
              <a:rPr lang="ko-KR" altLang="en-US" sz="1200" b="1" dirty="0"/>
              <a:t>서비스 요청</a:t>
            </a:r>
            <a:r>
              <a:rPr lang="en-US" altLang="ko-KR" sz="1200" b="1" dirty="0"/>
              <a:t> </a:t>
            </a:r>
          </a:p>
        </p:txBody>
      </p:sp>
      <p:sp>
        <p:nvSpPr>
          <p:cNvPr id="79" name="화살표: 위로 구부러짐 78">
            <a:extLst>
              <a:ext uri="{FF2B5EF4-FFF2-40B4-BE49-F238E27FC236}">
                <a16:creationId xmlns:a16="http://schemas.microsoft.com/office/drawing/2014/main" id="{1DB5CDB7-2CEB-42B7-FF1A-C515F89104CC}"/>
              </a:ext>
            </a:extLst>
          </p:cNvPr>
          <p:cNvSpPr/>
          <p:nvPr/>
        </p:nvSpPr>
        <p:spPr>
          <a:xfrm rot="13153452" flipV="1">
            <a:off x="1252781" y="3113133"/>
            <a:ext cx="3592747" cy="1562621"/>
          </a:xfrm>
          <a:prstGeom prst="curvedUpArrow">
            <a:avLst/>
          </a:prstGeom>
          <a:solidFill>
            <a:schemeClr val="accent1">
              <a:alpha val="6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21A940ED-75E4-84CA-1B55-90216E28FBC4}"/>
              </a:ext>
            </a:extLst>
          </p:cNvPr>
          <p:cNvSpPr txBox="1"/>
          <p:nvPr/>
        </p:nvSpPr>
        <p:spPr>
          <a:xfrm>
            <a:off x="1298116" y="4163593"/>
            <a:ext cx="1054669" cy="4616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/>
              <a:t>2.NFS/SMB </a:t>
            </a:r>
            <a:r>
              <a:rPr lang="ko-KR" altLang="en-US" sz="1200" b="1" dirty="0"/>
              <a:t>데이터 접근</a:t>
            </a:r>
            <a:endParaRPr lang="en-US" altLang="ko-KR" sz="1200" b="1" dirty="0"/>
          </a:p>
        </p:txBody>
      </p:sp>
      <p:sp>
        <p:nvSpPr>
          <p:cNvPr id="95" name="타원 94">
            <a:extLst>
              <a:ext uri="{FF2B5EF4-FFF2-40B4-BE49-F238E27FC236}">
                <a16:creationId xmlns:a16="http://schemas.microsoft.com/office/drawing/2014/main" id="{81BB115B-595B-9CA7-F8BA-8662AD30E76C}"/>
              </a:ext>
            </a:extLst>
          </p:cNvPr>
          <p:cNvSpPr/>
          <p:nvPr/>
        </p:nvSpPr>
        <p:spPr>
          <a:xfrm>
            <a:off x="6799562" y="64013"/>
            <a:ext cx="5344445" cy="6600267"/>
          </a:xfrm>
          <a:prstGeom prst="ellipse">
            <a:avLst/>
          </a:prstGeom>
          <a:solidFill>
            <a:srgbClr val="00B0F0">
              <a:alpha val="14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8" name="화살표: 위로 구부러짐 87">
            <a:extLst>
              <a:ext uri="{FF2B5EF4-FFF2-40B4-BE49-F238E27FC236}">
                <a16:creationId xmlns:a16="http://schemas.microsoft.com/office/drawing/2014/main" id="{6B79F5CE-692B-DC51-A8D9-79C924D9327D}"/>
              </a:ext>
            </a:extLst>
          </p:cNvPr>
          <p:cNvSpPr/>
          <p:nvPr/>
        </p:nvSpPr>
        <p:spPr>
          <a:xfrm rot="19528213" flipV="1">
            <a:off x="1659167" y="864043"/>
            <a:ext cx="1765771" cy="809453"/>
          </a:xfrm>
          <a:prstGeom prst="curvedUpArrow">
            <a:avLst/>
          </a:prstGeom>
          <a:solidFill>
            <a:schemeClr val="accent1">
              <a:alpha val="6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2055F0D5-93F3-CE70-B0A4-E7338AEBACED}"/>
              </a:ext>
            </a:extLst>
          </p:cNvPr>
          <p:cNvSpPr txBox="1"/>
          <p:nvPr/>
        </p:nvSpPr>
        <p:spPr>
          <a:xfrm>
            <a:off x="1861424" y="617269"/>
            <a:ext cx="1054669" cy="2769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/>
              <a:t>4.BACKUP</a:t>
            </a:r>
          </a:p>
        </p:txBody>
      </p:sp>
      <p:sp>
        <p:nvSpPr>
          <p:cNvPr id="101" name="화살표: 위로 구부러짐 100">
            <a:extLst>
              <a:ext uri="{FF2B5EF4-FFF2-40B4-BE49-F238E27FC236}">
                <a16:creationId xmlns:a16="http://schemas.microsoft.com/office/drawing/2014/main" id="{7212AC2B-8498-1A97-A437-C7543B67F53B}"/>
              </a:ext>
            </a:extLst>
          </p:cNvPr>
          <p:cNvSpPr/>
          <p:nvPr/>
        </p:nvSpPr>
        <p:spPr>
          <a:xfrm rot="12553325">
            <a:off x="5998322" y="1919483"/>
            <a:ext cx="2989085" cy="1542460"/>
          </a:xfrm>
          <a:prstGeom prst="curvedUpArrow">
            <a:avLst/>
          </a:prstGeom>
          <a:solidFill>
            <a:schemeClr val="accent1">
              <a:alpha val="6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1F64B0F0-5C6C-59EB-55E5-1B1E5575CFA4}"/>
              </a:ext>
            </a:extLst>
          </p:cNvPr>
          <p:cNvSpPr txBox="1"/>
          <p:nvPr/>
        </p:nvSpPr>
        <p:spPr>
          <a:xfrm>
            <a:off x="7505496" y="2116554"/>
            <a:ext cx="1054669" cy="4616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/>
              <a:t>3.WAN </a:t>
            </a:r>
            <a:r>
              <a:rPr lang="ko-KR" altLang="en-US" sz="1200" b="1" dirty="0"/>
              <a:t>통한 서비스 접근</a:t>
            </a:r>
            <a:endParaRPr lang="en-US" altLang="ko-KR" sz="1200" b="1" dirty="0"/>
          </a:p>
        </p:txBody>
      </p:sp>
    </p:spTree>
    <p:extLst>
      <p:ext uri="{BB962C8B-B14F-4D97-AF65-F5344CB8AC3E}">
        <p14:creationId xmlns:p14="http://schemas.microsoft.com/office/powerpoint/2010/main" val="34402666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타원 147">
            <a:extLst>
              <a:ext uri="{FF2B5EF4-FFF2-40B4-BE49-F238E27FC236}">
                <a16:creationId xmlns:a16="http://schemas.microsoft.com/office/drawing/2014/main" id="{F9FB69CD-062D-E51F-4B8E-E306F8E23773}"/>
              </a:ext>
            </a:extLst>
          </p:cNvPr>
          <p:cNvSpPr/>
          <p:nvPr/>
        </p:nvSpPr>
        <p:spPr>
          <a:xfrm>
            <a:off x="2053199" y="5481361"/>
            <a:ext cx="1364953" cy="1312506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4" name="타원 153">
            <a:extLst>
              <a:ext uri="{FF2B5EF4-FFF2-40B4-BE49-F238E27FC236}">
                <a16:creationId xmlns:a16="http://schemas.microsoft.com/office/drawing/2014/main" id="{06F0C370-4AC0-AE3D-B75A-7CB99F34BEC4}"/>
              </a:ext>
            </a:extLst>
          </p:cNvPr>
          <p:cNvSpPr/>
          <p:nvPr/>
        </p:nvSpPr>
        <p:spPr>
          <a:xfrm>
            <a:off x="1988368" y="211562"/>
            <a:ext cx="3280153" cy="1775237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6" name="타원 165">
            <a:extLst>
              <a:ext uri="{FF2B5EF4-FFF2-40B4-BE49-F238E27FC236}">
                <a16:creationId xmlns:a16="http://schemas.microsoft.com/office/drawing/2014/main" id="{01653C61-868C-12A9-0887-723D858B8BC3}"/>
              </a:ext>
            </a:extLst>
          </p:cNvPr>
          <p:cNvSpPr/>
          <p:nvPr/>
        </p:nvSpPr>
        <p:spPr>
          <a:xfrm>
            <a:off x="153989" y="912207"/>
            <a:ext cx="2376476" cy="2451940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7" name="타원 166">
            <a:extLst>
              <a:ext uri="{FF2B5EF4-FFF2-40B4-BE49-F238E27FC236}">
                <a16:creationId xmlns:a16="http://schemas.microsoft.com/office/drawing/2014/main" id="{95541FA0-89B2-1AED-1511-3F35104AAD54}"/>
              </a:ext>
            </a:extLst>
          </p:cNvPr>
          <p:cNvSpPr/>
          <p:nvPr/>
        </p:nvSpPr>
        <p:spPr>
          <a:xfrm>
            <a:off x="4231462" y="2771390"/>
            <a:ext cx="2444994" cy="2336367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9" name="타원 168">
            <a:extLst>
              <a:ext uri="{FF2B5EF4-FFF2-40B4-BE49-F238E27FC236}">
                <a16:creationId xmlns:a16="http://schemas.microsoft.com/office/drawing/2014/main" id="{274B228D-433B-5F35-11C7-0CC0603D4CEF}"/>
              </a:ext>
            </a:extLst>
          </p:cNvPr>
          <p:cNvSpPr/>
          <p:nvPr/>
        </p:nvSpPr>
        <p:spPr>
          <a:xfrm>
            <a:off x="6799562" y="64013"/>
            <a:ext cx="5344445" cy="6600267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FA6A0E03-6443-C1C7-7651-0725138358E3}"/>
              </a:ext>
            </a:extLst>
          </p:cNvPr>
          <p:cNvCxnSpPr>
            <a:cxnSpLocks/>
            <a:stCxn id="256" idx="1"/>
            <a:endCxn id="2" idx="1"/>
          </p:cNvCxnSpPr>
          <p:nvPr/>
        </p:nvCxnSpPr>
        <p:spPr>
          <a:xfrm flipH="1" flipV="1">
            <a:off x="4459958" y="731708"/>
            <a:ext cx="1136458" cy="37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직선 연결선 107">
            <a:extLst>
              <a:ext uri="{FF2B5EF4-FFF2-40B4-BE49-F238E27FC236}">
                <a16:creationId xmlns:a16="http://schemas.microsoft.com/office/drawing/2014/main" id="{87CA2628-EECC-BE41-425F-06085598841E}"/>
              </a:ext>
            </a:extLst>
          </p:cNvPr>
          <p:cNvCxnSpPr>
            <a:cxnSpLocks/>
            <a:stCxn id="71" idx="2"/>
            <a:endCxn id="78" idx="0"/>
          </p:cNvCxnSpPr>
          <p:nvPr/>
        </p:nvCxnSpPr>
        <p:spPr>
          <a:xfrm flipH="1">
            <a:off x="9108414" y="2624512"/>
            <a:ext cx="19243" cy="126165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3">
            <a:extLst>
              <a:ext uri="{FF2B5EF4-FFF2-40B4-BE49-F238E27FC236}">
                <a16:creationId xmlns:a16="http://schemas.microsoft.com/office/drawing/2014/main" id="{EDABDFA6-19D9-E12C-B405-2C129242BBF8}"/>
              </a:ext>
            </a:extLst>
          </p:cNvPr>
          <p:cNvSpPr/>
          <p:nvPr/>
        </p:nvSpPr>
        <p:spPr>
          <a:xfrm>
            <a:off x="5805494" y="-646424"/>
            <a:ext cx="1469233" cy="377486"/>
          </a:xfrm>
          <a:prstGeom prst="rect">
            <a:avLst/>
          </a:prstGeom>
          <a:solidFill>
            <a:srgbClr val="00B05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Picture 2" descr="Data server ">
            <a:extLst>
              <a:ext uri="{FF2B5EF4-FFF2-40B4-BE49-F238E27FC236}">
                <a16:creationId xmlns:a16="http://schemas.microsoft.com/office/drawing/2014/main" id="{97C1AC17-DD52-B9CB-E61B-587F7D4C88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8368" y="-638525"/>
            <a:ext cx="438149" cy="438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1DE9B85-F5C1-DCA4-86A1-E519D5704C26}"/>
              </a:ext>
            </a:extLst>
          </p:cNvPr>
          <p:cNvSpPr txBox="1"/>
          <p:nvPr/>
        </p:nvSpPr>
        <p:spPr>
          <a:xfrm>
            <a:off x="11101975" y="-588486"/>
            <a:ext cx="8675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 dirty="0" err="1"/>
              <a:t>DNS_server</a:t>
            </a:r>
            <a:endParaRPr lang="ko-KR" altLang="en-US" sz="1100" b="1" dirty="0"/>
          </a:p>
        </p:txBody>
      </p:sp>
      <p:pic>
        <p:nvPicPr>
          <p:cNvPr id="8" name="Picture 16" descr="Computer">
            <a:extLst>
              <a:ext uri="{FF2B5EF4-FFF2-40B4-BE49-F238E27FC236}">
                <a16:creationId xmlns:a16="http://schemas.microsoft.com/office/drawing/2014/main" id="{6A7EAAFF-E779-EAF2-C00C-2C74CFB708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3467" y="-619004"/>
            <a:ext cx="377486" cy="377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9393B08-EB55-A119-C481-C72A75283D44}"/>
              </a:ext>
            </a:extLst>
          </p:cNvPr>
          <p:cNvSpPr txBox="1"/>
          <p:nvPr/>
        </p:nvSpPr>
        <p:spPr>
          <a:xfrm>
            <a:off x="7596185" y="-615514"/>
            <a:ext cx="862674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>
                <a:solidFill>
                  <a:srgbClr val="00B050"/>
                </a:solidFill>
              </a:rPr>
              <a:t>일반 부서</a:t>
            </a:r>
          </a:p>
        </p:txBody>
      </p:sp>
      <p:pic>
        <p:nvPicPr>
          <p:cNvPr id="10" name="그래픽 9">
            <a:extLst>
              <a:ext uri="{FF2B5EF4-FFF2-40B4-BE49-F238E27FC236}">
                <a16:creationId xmlns:a16="http://schemas.microsoft.com/office/drawing/2014/main" id="{01A0295D-576E-35F6-680E-52383CD56A7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13397" y="-512647"/>
            <a:ext cx="376089" cy="256425"/>
          </a:xfrm>
          <a:prstGeom prst="rect">
            <a:avLst/>
          </a:prstGeom>
        </p:spPr>
      </p:pic>
      <p:pic>
        <p:nvPicPr>
          <p:cNvPr id="11" name="Picture 30" descr="Server ">
            <a:extLst>
              <a:ext uri="{FF2B5EF4-FFF2-40B4-BE49-F238E27FC236}">
                <a16:creationId xmlns:a16="http://schemas.microsoft.com/office/drawing/2014/main" id="{CEF68412-033B-2A61-F6D0-14C8B4B463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8716" y="-646293"/>
            <a:ext cx="400110" cy="400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E83F992-A66E-6485-9030-DEEA5ED37449}"/>
              </a:ext>
            </a:extLst>
          </p:cNvPr>
          <p:cNvSpPr txBox="1"/>
          <p:nvPr/>
        </p:nvSpPr>
        <p:spPr>
          <a:xfrm>
            <a:off x="8621025" y="-707848"/>
            <a:ext cx="862674" cy="4616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/>
              <a:t>Vlan20</a:t>
            </a:r>
          </a:p>
          <a:p>
            <a:pPr algn="ctr"/>
            <a:r>
              <a:rPr lang="en-US" altLang="ko-KR" sz="1200" b="1" dirty="0" err="1"/>
              <a:t>dhcp</a:t>
            </a:r>
            <a:endParaRPr lang="en-US" altLang="ko-KR" sz="12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028C437-74DD-4330-B921-5CCFA2664B66}"/>
              </a:ext>
            </a:extLst>
          </p:cNvPr>
          <p:cNvSpPr txBox="1"/>
          <p:nvPr/>
        </p:nvSpPr>
        <p:spPr>
          <a:xfrm>
            <a:off x="9645865" y="-626004"/>
            <a:ext cx="12939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00" b="1" dirty="0">
                <a:solidFill>
                  <a:srgbClr val="0000CC"/>
                </a:solidFill>
              </a:rPr>
              <a:t>일반</a:t>
            </a:r>
            <a:r>
              <a:rPr lang="en-US" altLang="ko-KR" sz="1000" b="1" dirty="0">
                <a:solidFill>
                  <a:srgbClr val="0000CC"/>
                </a:solidFill>
              </a:rPr>
              <a:t>/</a:t>
            </a:r>
            <a:r>
              <a:rPr lang="ko-KR" altLang="en-US" sz="1000" b="1" dirty="0">
                <a:solidFill>
                  <a:srgbClr val="0000CC"/>
                </a:solidFill>
              </a:rPr>
              <a:t>백업 스토리지</a:t>
            </a:r>
            <a:endParaRPr lang="en-US" altLang="ko-KR" sz="1000" b="1" dirty="0">
              <a:solidFill>
                <a:srgbClr val="0000CC"/>
              </a:solidFill>
            </a:endParaRPr>
          </a:p>
          <a:p>
            <a:pPr algn="ctr"/>
            <a:r>
              <a:rPr lang="en-US" altLang="ko-KR" sz="1000" b="1" dirty="0">
                <a:solidFill>
                  <a:srgbClr val="0000CC"/>
                </a:solidFill>
              </a:rPr>
              <a:t>SMB </a:t>
            </a:r>
            <a:r>
              <a:rPr lang="ko-KR" altLang="en-US" sz="1000" b="1" dirty="0">
                <a:solidFill>
                  <a:srgbClr val="0000CC"/>
                </a:solidFill>
              </a:rPr>
              <a:t>연결</a:t>
            </a:r>
          </a:p>
        </p:txBody>
      </p:sp>
      <p:pic>
        <p:nvPicPr>
          <p:cNvPr id="14" name="그래픽 13">
            <a:extLst>
              <a:ext uri="{FF2B5EF4-FFF2-40B4-BE49-F238E27FC236}">
                <a16:creationId xmlns:a16="http://schemas.microsoft.com/office/drawing/2014/main" id="{0D3D8509-FACF-4A2A-118C-8A9A99BFB5A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82935" y="-522684"/>
            <a:ext cx="618490" cy="276501"/>
          </a:xfrm>
          <a:prstGeom prst="rect">
            <a:avLst/>
          </a:prstGeom>
        </p:spPr>
      </p:pic>
      <p:pic>
        <p:nvPicPr>
          <p:cNvPr id="71" name="그래픽 70">
            <a:extLst>
              <a:ext uri="{FF2B5EF4-FFF2-40B4-BE49-F238E27FC236}">
                <a16:creationId xmlns:a16="http://schemas.microsoft.com/office/drawing/2014/main" id="{024DCE2E-D8F1-B9B5-9788-3732D21D82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39612" y="2368087"/>
            <a:ext cx="376089" cy="256425"/>
          </a:xfrm>
          <a:prstGeom prst="rect">
            <a:avLst/>
          </a:prstGeom>
        </p:spPr>
      </p:pic>
      <p:pic>
        <p:nvPicPr>
          <p:cNvPr id="75" name="그래픽 74">
            <a:extLst>
              <a:ext uri="{FF2B5EF4-FFF2-40B4-BE49-F238E27FC236}">
                <a16:creationId xmlns:a16="http://schemas.microsoft.com/office/drawing/2014/main" id="{FBB79248-4E2D-7A6B-5719-1CC91095949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90084" y="-516212"/>
            <a:ext cx="220445" cy="207477"/>
          </a:xfrm>
          <a:prstGeom prst="rect">
            <a:avLst/>
          </a:prstGeom>
        </p:spPr>
      </p:pic>
      <p:sp>
        <p:nvSpPr>
          <p:cNvPr id="94" name="TextBox 93">
            <a:extLst>
              <a:ext uri="{FF2B5EF4-FFF2-40B4-BE49-F238E27FC236}">
                <a16:creationId xmlns:a16="http://schemas.microsoft.com/office/drawing/2014/main" id="{E6DB0D67-1621-6B2F-E5C4-140EABA3D0B2}"/>
              </a:ext>
            </a:extLst>
          </p:cNvPr>
          <p:cNvSpPr txBox="1"/>
          <p:nvPr/>
        </p:nvSpPr>
        <p:spPr>
          <a:xfrm>
            <a:off x="8094356" y="5265888"/>
            <a:ext cx="6158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0000CC"/>
                </a:solidFill>
              </a:rPr>
              <a:t>VLAN 20</a:t>
            </a:r>
            <a:endParaRPr lang="ko-KR" altLang="en-US" sz="800" b="1" dirty="0">
              <a:solidFill>
                <a:srgbClr val="0000CC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D53CCFCE-FF0E-A6E4-8F0D-7236E9E198D2}"/>
              </a:ext>
            </a:extLst>
          </p:cNvPr>
          <p:cNvSpPr txBox="1"/>
          <p:nvPr/>
        </p:nvSpPr>
        <p:spPr>
          <a:xfrm>
            <a:off x="7048385" y="5265888"/>
            <a:ext cx="6158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FF0000"/>
                </a:solidFill>
              </a:rPr>
              <a:t>VLAN 10</a:t>
            </a:r>
            <a:endParaRPr lang="ko-KR" altLang="en-US" sz="800" b="1" dirty="0">
              <a:solidFill>
                <a:srgbClr val="FF0000"/>
              </a:solidFill>
            </a:endParaRPr>
          </a:p>
        </p:txBody>
      </p:sp>
      <p:pic>
        <p:nvPicPr>
          <p:cNvPr id="44" name="그래픽 43">
            <a:extLst>
              <a:ext uri="{FF2B5EF4-FFF2-40B4-BE49-F238E27FC236}">
                <a16:creationId xmlns:a16="http://schemas.microsoft.com/office/drawing/2014/main" id="{3BDE070E-92E4-9B32-976A-DDAC8E3BE39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831261" y="3876082"/>
            <a:ext cx="220445" cy="207477"/>
          </a:xfrm>
          <a:prstGeom prst="rect">
            <a:avLst/>
          </a:prstGeom>
        </p:spPr>
      </p:pic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C4BD439E-38E6-F523-B6E7-E9859A8DBCBD}"/>
              </a:ext>
            </a:extLst>
          </p:cNvPr>
          <p:cNvCxnSpPr>
            <a:cxnSpLocks/>
            <a:stCxn id="78" idx="1"/>
          </p:cNvCxnSpPr>
          <p:nvPr/>
        </p:nvCxnSpPr>
        <p:spPr>
          <a:xfrm flipH="1">
            <a:off x="8047317" y="3989909"/>
            <a:ext cx="950874" cy="476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" name="Picture 16" descr="Computer">
            <a:extLst>
              <a:ext uri="{FF2B5EF4-FFF2-40B4-BE49-F238E27FC236}">
                <a16:creationId xmlns:a16="http://schemas.microsoft.com/office/drawing/2014/main" id="{901FAAB1-7909-4566-6E03-BFF40CDDF2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5498" y="4940931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" name="Picture 16" descr="Computer">
            <a:extLst>
              <a:ext uri="{FF2B5EF4-FFF2-40B4-BE49-F238E27FC236}">
                <a16:creationId xmlns:a16="http://schemas.microsoft.com/office/drawing/2014/main" id="{1EB558C3-4616-FE0E-6B82-9F2290A3E6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6656" y="4938597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B96E2AE5-188B-A2B7-393D-3E5FC6BCB358}"/>
              </a:ext>
            </a:extLst>
          </p:cNvPr>
          <p:cNvCxnSpPr>
            <a:cxnSpLocks/>
            <a:stCxn id="44" idx="2"/>
            <a:endCxn id="51" idx="0"/>
          </p:cNvCxnSpPr>
          <p:nvPr/>
        </p:nvCxnSpPr>
        <p:spPr>
          <a:xfrm>
            <a:off x="7941484" y="4083559"/>
            <a:ext cx="8050" cy="85737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12761CBD-3D7C-F478-2F7E-E187A08E73F8}"/>
              </a:ext>
            </a:extLst>
          </p:cNvPr>
          <p:cNvCxnSpPr>
            <a:cxnSpLocks/>
            <a:stCxn id="44" idx="2"/>
            <a:endCxn id="52" idx="0"/>
          </p:cNvCxnSpPr>
          <p:nvPr/>
        </p:nvCxnSpPr>
        <p:spPr>
          <a:xfrm>
            <a:off x="7941484" y="4083559"/>
            <a:ext cx="479208" cy="8550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6" name="그래픽 75">
            <a:extLst>
              <a:ext uri="{FF2B5EF4-FFF2-40B4-BE49-F238E27FC236}">
                <a16:creationId xmlns:a16="http://schemas.microsoft.com/office/drawing/2014/main" id="{6E822AA2-CFB5-A0C0-DC63-D705CE81F12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760299" y="3869605"/>
            <a:ext cx="220445" cy="207477"/>
          </a:xfrm>
          <a:prstGeom prst="rect">
            <a:avLst/>
          </a:prstGeom>
        </p:spPr>
      </p:pic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A72EA928-1D9C-CCB7-1371-A9B1F271087F}"/>
              </a:ext>
            </a:extLst>
          </p:cNvPr>
          <p:cNvCxnSpPr>
            <a:cxnSpLocks/>
            <a:stCxn id="44" idx="1"/>
            <a:endCxn id="76" idx="3"/>
          </p:cNvCxnSpPr>
          <p:nvPr/>
        </p:nvCxnSpPr>
        <p:spPr>
          <a:xfrm flipH="1" flipV="1">
            <a:off x="6980744" y="3973344"/>
            <a:ext cx="850517" cy="647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81" name="Picture 16" descr="Computer">
            <a:extLst>
              <a:ext uri="{FF2B5EF4-FFF2-40B4-BE49-F238E27FC236}">
                <a16:creationId xmlns:a16="http://schemas.microsoft.com/office/drawing/2014/main" id="{97D381B4-23AF-2503-C724-9B80B697C8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9814" y="4961526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" name="Picture 16" descr="Computer">
            <a:extLst>
              <a:ext uri="{FF2B5EF4-FFF2-40B4-BE49-F238E27FC236}">
                <a16:creationId xmlns:a16="http://schemas.microsoft.com/office/drawing/2014/main" id="{EA8D03FA-6F8A-D420-0EE9-3C55DD2B70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4420" y="4950931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2" name="TextBox 91">
            <a:extLst>
              <a:ext uri="{FF2B5EF4-FFF2-40B4-BE49-F238E27FC236}">
                <a16:creationId xmlns:a16="http://schemas.microsoft.com/office/drawing/2014/main" id="{BD41240C-94A0-5643-AD73-3408276C02BF}"/>
              </a:ext>
            </a:extLst>
          </p:cNvPr>
          <p:cNvSpPr txBox="1"/>
          <p:nvPr/>
        </p:nvSpPr>
        <p:spPr>
          <a:xfrm>
            <a:off x="6508391" y="5265961"/>
            <a:ext cx="6158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0000CC"/>
                </a:solidFill>
              </a:rPr>
              <a:t>VLAN 20</a:t>
            </a:r>
            <a:endParaRPr lang="ko-KR" altLang="en-US" sz="800" b="1" dirty="0">
              <a:solidFill>
                <a:srgbClr val="0000CC"/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EF5DDDD4-7DD7-CFAB-D957-BD75C2502C85}"/>
              </a:ext>
            </a:extLst>
          </p:cNvPr>
          <p:cNvSpPr txBox="1"/>
          <p:nvPr/>
        </p:nvSpPr>
        <p:spPr>
          <a:xfrm>
            <a:off x="5939746" y="5265888"/>
            <a:ext cx="6158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FF0000"/>
                </a:solidFill>
              </a:rPr>
              <a:t>VLAN 10</a:t>
            </a:r>
            <a:endParaRPr lang="ko-KR" altLang="en-US" sz="800" b="1" dirty="0">
              <a:solidFill>
                <a:srgbClr val="FF0000"/>
              </a:solidFill>
            </a:endParaRPr>
          </a:p>
        </p:txBody>
      </p:sp>
      <p:pic>
        <p:nvPicPr>
          <p:cNvPr id="98" name="Picture 16" descr="Computer">
            <a:extLst>
              <a:ext uri="{FF2B5EF4-FFF2-40B4-BE49-F238E27FC236}">
                <a16:creationId xmlns:a16="http://schemas.microsoft.com/office/drawing/2014/main" id="{FE391243-758E-56EC-2ED4-271A915B92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3805" y="4942753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9" name="직선 연결선 98">
            <a:extLst>
              <a:ext uri="{FF2B5EF4-FFF2-40B4-BE49-F238E27FC236}">
                <a16:creationId xmlns:a16="http://schemas.microsoft.com/office/drawing/2014/main" id="{B8BF3A53-4EA8-55AC-73E6-0589121104C4}"/>
              </a:ext>
            </a:extLst>
          </p:cNvPr>
          <p:cNvCxnSpPr>
            <a:cxnSpLocks/>
            <a:stCxn id="98" idx="0"/>
          </p:cNvCxnSpPr>
          <p:nvPr/>
        </p:nvCxnSpPr>
        <p:spPr>
          <a:xfrm flipV="1">
            <a:off x="7377841" y="4099186"/>
            <a:ext cx="556962" cy="8435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2643554A-ABEF-648F-EA55-480ED652CC51}"/>
              </a:ext>
            </a:extLst>
          </p:cNvPr>
          <p:cNvSpPr txBox="1"/>
          <p:nvPr/>
        </p:nvSpPr>
        <p:spPr>
          <a:xfrm>
            <a:off x="7637572" y="5281515"/>
            <a:ext cx="6158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00B050"/>
                </a:solidFill>
              </a:rPr>
              <a:t>VLAN 30</a:t>
            </a:r>
            <a:endParaRPr lang="ko-KR" altLang="en-US" sz="800" b="1" dirty="0">
              <a:solidFill>
                <a:srgbClr val="00B050"/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D273F177-50C6-776E-8726-3A6F58AC1B15}"/>
              </a:ext>
            </a:extLst>
          </p:cNvPr>
          <p:cNvSpPr txBox="1"/>
          <p:nvPr/>
        </p:nvSpPr>
        <p:spPr>
          <a:xfrm>
            <a:off x="7637572" y="3503468"/>
            <a:ext cx="654899" cy="21544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VTP</a:t>
            </a:r>
          </a:p>
        </p:txBody>
      </p:sp>
      <p:pic>
        <p:nvPicPr>
          <p:cNvPr id="113" name="그래픽 112">
            <a:extLst>
              <a:ext uri="{FF2B5EF4-FFF2-40B4-BE49-F238E27FC236}">
                <a16:creationId xmlns:a16="http://schemas.microsoft.com/office/drawing/2014/main" id="{7BD6B12D-E3AB-E473-6F34-EE97714857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82267" y="1547793"/>
            <a:ext cx="376089" cy="256425"/>
          </a:xfrm>
          <a:prstGeom prst="rect">
            <a:avLst/>
          </a:prstGeom>
        </p:spPr>
      </p:pic>
      <p:pic>
        <p:nvPicPr>
          <p:cNvPr id="114" name="그래픽 113">
            <a:extLst>
              <a:ext uri="{FF2B5EF4-FFF2-40B4-BE49-F238E27FC236}">
                <a16:creationId xmlns:a16="http://schemas.microsoft.com/office/drawing/2014/main" id="{FB4FB836-6416-CA55-693A-A41D16ADF6D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13677" y="2378175"/>
            <a:ext cx="376089" cy="256425"/>
          </a:xfrm>
          <a:prstGeom prst="rect">
            <a:avLst/>
          </a:prstGeom>
        </p:spPr>
      </p:pic>
      <p:pic>
        <p:nvPicPr>
          <p:cNvPr id="116" name="그래픽 115">
            <a:extLst>
              <a:ext uri="{FF2B5EF4-FFF2-40B4-BE49-F238E27FC236}">
                <a16:creationId xmlns:a16="http://schemas.microsoft.com/office/drawing/2014/main" id="{28925D98-A8AC-D57D-47BE-7446F1F2148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334046" y="3706213"/>
            <a:ext cx="376089" cy="256425"/>
          </a:xfrm>
          <a:prstGeom prst="rect">
            <a:avLst/>
          </a:prstGeom>
        </p:spPr>
      </p:pic>
      <p:pic>
        <p:nvPicPr>
          <p:cNvPr id="117" name="그래픽 116">
            <a:extLst>
              <a:ext uri="{FF2B5EF4-FFF2-40B4-BE49-F238E27FC236}">
                <a16:creationId xmlns:a16="http://schemas.microsoft.com/office/drawing/2014/main" id="{D5F714A0-B6D5-EA21-2696-C503B2820BF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907407" y="3706212"/>
            <a:ext cx="376089" cy="256425"/>
          </a:xfrm>
          <a:prstGeom prst="rect">
            <a:avLst/>
          </a:prstGeom>
        </p:spPr>
      </p:pic>
      <p:pic>
        <p:nvPicPr>
          <p:cNvPr id="118" name="그래픽 117">
            <a:extLst>
              <a:ext uri="{FF2B5EF4-FFF2-40B4-BE49-F238E27FC236}">
                <a16:creationId xmlns:a16="http://schemas.microsoft.com/office/drawing/2014/main" id="{C7B91C95-050E-EDAF-0B68-7B2165C0AB5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113679" y="3178151"/>
            <a:ext cx="376089" cy="256425"/>
          </a:xfrm>
          <a:prstGeom prst="rect">
            <a:avLst/>
          </a:prstGeom>
        </p:spPr>
      </p:pic>
      <p:pic>
        <p:nvPicPr>
          <p:cNvPr id="119" name="그래픽 118">
            <a:extLst>
              <a:ext uri="{FF2B5EF4-FFF2-40B4-BE49-F238E27FC236}">
                <a16:creationId xmlns:a16="http://schemas.microsoft.com/office/drawing/2014/main" id="{4111A750-C787-95A0-AA00-EB848A5E4BE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113678" y="4270853"/>
            <a:ext cx="376089" cy="256425"/>
          </a:xfrm>
          <a:prstGeom prst="rect">
            <a:avLst/>
          </a:prstGeom>
        </p:spPr>
      </p:pic>
      <p:cxnSp>
        <p:nvCxnSpPr>
          <p:cNvPr id="121" name="직선 연결선 120">
            <a:extLst>
              <a:ext uri="{FF2B5EF4-FFF2-40B4-BE49-F238E27FC236}">
                <a16:creationId xmlns:a16="http://schemas.microsoft.com/office/drawing/2014/main" id="{5FD57B3B-05AE-6BFA-E57C-AE240F47F72F}"/>
              </a:ext>
            </a:extLst>
          </p:cNvPr>
          <p:cNvCxnSpPr>
            <a:cxnSpLocks/>
            <a:stCxn id="118" idx="1"/>
            <a:endCxn id="116" idx="0"/>
          </p:cNvCxnSpPr>
          <p:nvPr/>
        </p:nvCxnSpPr>
        <p:spPr>
          <a:xfrm flipH="1">
            <a:off x="2522091" y="3306364"/>
            <a:ext cx="591588" cy="39984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직선 연결선 123">
            <a:extLst>
              <a:ext uri="{FF2B5EF4-FFF2-40B4-BE49-F238E27FC236}">
                <a16:creationId xmlns:a16="http://schemas.microsoft.com/office/drawing/2014/main" id="{5782217D-A1AC-1A2D-BB81-04B0F4CC8CA0}"/>
              </a:ext>
            </a:extLst>
          </p:cNvPr>
          <p:cNvCxnSpPr>
            <a:cxnSpLocks/>
            <a:stCxn id="119" idx="1"/>
            <a:endCxn id="116" idx="2"/>
          </p:cNvCxnSpPr>
          <p:nvPr/>
        </p:nvCxnSpPr>
        <p:spPr>
          <a:xfrm flipH="1" flipV="1">
            <a:off x="2522091" y="3962638"/>
            <a:ext cx="591587" cy="4364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37B6F898-7623-7FAA-A32F-D236517B008E}"/>
              </a:ext>
            </a:extLst>
          </p:cNvPr>
          <p:cNvCxnSpPr>
            <a:cxnSpLocks/>
            <a:stCxn id="118" idx="3"/>
            <a:endCxn id="117" idx="0"/>
          </p:cNvCxnSpPr>
          <p:nvPr/>
        </p:nvCxnSpPr>
        <p:spPr>
          <a:xfrm>
            <a:off x="3489768" y="3306364"/>
            <a:ext cx="605684" cy="3998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직선 연결선 129">
            <a:extLst>
              <a:ext uri="{FF2B5EF4-FFF2-40B4-BE49-F238E27FC236}">
                <a16:creationId xmlns:a16="http://schemas.microsoft.com/office/drawing/2014/main" id="{8E771C75-7844-A8F8-7FBB-C88E1A3295A6}"/>
              </a:ext>
            </a:extLst>
          </p:cNvPr>
          <p:cNvCxnSpPr>
            <a:cxnSpLocks/>
            <a:stCxn id="117" idx="2"/>
          </p:cNvCxnSpPr>
          <p:nvPr/>
        </p:nvCxnSpPr>
        <p:spPr>
          <a:xfrm flipH="1">
            <a:off x="3503863" y="3962637"/>
            <a:ext cx="591589" cy="4364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3" name="그래픽 132">
            <a:extLst>
              <a:ext uri="{FF2B5EF4-FFF2-40B4-BE49-F238E27FC236}">
                <a16:creationId xmlns:a16="http://schemas.microsoft.com/office/drawing/2014/main" id="{0394D150-905A-ADBE-622C-A8ACD389C9D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664844" y="5423312"/>
            <a:ext cx="220445" cy="207477"/>
          </a:xfrm>
          <a:prstGeom prst="rect">
            <a:avLst/>
          </a:prstGeom>
        </p:spPr>
      </p:pic>
      <p:pic>
        <p:nvPicPr>
          <p:cNvPr id="134" name="그래픽 133">
            <a:extLst>
              <a:ext uri="{FF2B5EF4-FFF2-40B4-BE49-F238E27FC236}">
                <a16:creationId xmlns:a16="http://schemas.microsoft.com/office/drawing/2014/main" id="{C0F1F9A5-F85F-1092-B29E-FFC1D61F244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699736" y="5425804"/>
            <a:ext cx="246467" cy="231968"/>
          </a:xfrm>
          <a:prstGeom prst="rect">
            <a:avLst/>
          </a:prstGeom>
        </p:spPr>
      </p:pic>
      <p:cxnSp>
        <p:nvCxnSpPr>
          <p:cNvPr id="136" name="직선 연결선 135">
            <a:extLst>
              <a:ext uri="{FF2B5EF4-FFF2-40B4-BE49-F238E27FC236}">
                <a16:creationId xmlns:a16="http://schemas.microsoft.com/office/drawing/2014/main" id="{0524982D-5DCC-90E5-36C5-A7C3692494C4}"/>
              </a:ext>
            </a:extLst>
          </p:cNvPr>
          <p:cNvCxnSpPr>
            <a:cxnSpLocks/>
            <a:stCxn id="182" idx="2"/>
            <a:endCxn id="133" idx="0"/>
          </p:cNvCxnSpPr>
          <p:nvPr/>
        </p:nvCxnSpPr>
        <p:spPr>
          <a:xfrm>
            <a:off x="2775066" y="5189663"/>
            <a:ext cx="1" cy="233649"/>
          </a:xfrm>
          <a:prstGeom prst="line">
            <a:avLst/>
          </a:prstGeom>
          <a:ln>
            <a:solidFill>
              <a:srgbClr val="0000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직선 연결선 140">
            <a:extLst>
              <a:ext uri="{FF2B5EF4-FFF2-40B4-BE49-F238E27FC236}">
                <a16:creationId xmlns:a16="http://schemas.microsoft.com/office/drawing/2014/main" id="{DDCDE9AB-59C4-145B-A9FA-8BE3A2798862}"/>
              </a:ext>
            </a:extLst>
          </p:cNvPr>
          <p:cNvCxnSpPr>
            <a:cxnSpLocks/>
            <a:stCxn id="184" idx="2"/>
            <a:endCxn id="134" idx="0"/>
          </p:cNvCxnSpPr>
          <p:nvPr/>
        </p:nvCxnSpPr>
        <p:spPr>
          <a:xfrm>
            <a:off x="3816329" y="5200027"/>
            <a:ext cx="6641" cy="22577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5" name="Picture 16" descr="Computer">
            <a:extLst>
              <a:ext uri="{FF2B5EF4-FFF2-40B4-BE49-F238E27FC236}">
                <a16:creationId xmlns:a16="http://schemas.microsoft.com/office/drawing/2014/main" id="{DEE273BA-2254-547C-C30D-691295A991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8331" y="5982866"/>
            <a:ext cx="228071" cy="2280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6" name="Picture 16" descr="Computer">
            <a:extLst>
              <a:ext uri="{FF2B5EF4-FFF2-40B4-BE49-F238E27FC236}">
                <a16:creationId xmlns:a16="http://schemas.microsoft.com/office/drawing/2014/main" id="{E0A2B6D7-4288-7999-6861-FADF601166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3485" y="5991664"/>
            <a:ext cx="228071" cy="2280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7" name="Picture 16" descr="Computer">
            <a:extLst>
              <a:ext uri="{FF2B5EF4-FFF2-40B4-BE49-F238E27FC236}">
                <a16:creationId xmlns:a16="http://schemas.microsoft.com/office/drawing/2014/main" id="{46CA2058-5FD6-C944-6ADB-A3BD6A930F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5552" y="5991664"/>
            <a:ext cx="254993" cy="2549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52" name="직선 연결선 151">
            <a:extLst>
              <a:ext uri="{FF2B5EF4-FFF2-40B4-BE49-F238E27FC236}">
                <a16:creationId xmlns:a16="http://schemas.microsoft.com/office/drawing/2014/main" id="{EF84DD6C-878A-1E1B-6054-D2D831BBF153}"/>
              </a:ext>
            </a:extLst>
          </p:cNvPr>
          <p:cNvCxnSpPr>
            <a:cxnSpLocks/>
            <a:stCxn id="134" idx="2"/>
          </p:cNvCxnSpPr>
          <p:nvPr/>
        </p:nvCxnSpPr>
        <p:spPr>
          <a:xfrm>
            <a:off x="3822970" y="5657772"/>
            <a:ext cx="211186" cy="37182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직선 연결선 154">
            <a:extLst>
              <a:ext uri="{FF2B5EF4-FFF2-40B4-BE49-F238E27FC236}">
                <a16:creationId xmlns:a16="http://schemas.microsoft.com/office/drawing/2014/main" id="{6ED97685-093F-3D30-D99D-E588AE8517D3}"/>
              </a:ext>
            </a:extLst>
          </p:cNvPr>
          <p:cNvCxnSpPr>
            <a:cxnSpLocks/>
            <a:stCxn id="134" idx="2"/>
            <a:endCxn id="147" idx="0"/>
          </p:cNvCxnSpPr>
          <p:nvPr/>
        </p:nvCxnSpPr>
        <p:spPr>
          <a:xfrm flipH="1">
            <a:off x="3683049" y="5657772"/>
            <a:ext cx="139921" cy="33389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직선 연결선 157">
            <a:extLst>
              <a:ext uri="{FF2B5EF4-FFF2-40B4-BE49-F238E27FC236}">
                <a16:creationId xmlns:a16="http://schemas.microsoft.com/office/drawing/2014/main" id="{57D3F2A0-FA4A-B560-EC4D-3C2AE9CBC14D}"/>
              </a:ext>
            </a:extLst>
          </p:cNvPr>
          <p:cNvCxnSpPr>
            <a:cxnSpLocks/>
            <a:stCxn id="133" idx="2"/>
            <a:endCxn id="145" idx="0"/>
          </p:cNvCxnSpPr>
          <p:nvPr/>
        </p:nvCxnSpPr>
        <p:spPr>
          <a:xfrm flipH="1">
            <a:off x="2512367" y="5630789"/>
            <a:ext cx="262700" cy="352077"/>
          </a:xfrm>
          <a:prstGeom prst="line">
            <a:avLst/>
          </a:prstGeom>
          <a:ln>
            <a:solidFill>
              <a:srgbClr val="0000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직선 연결선 160">
            <a:extLst>
              <a:ext uri="{FF2B5EF4-FFF2-40B4-BE49-F238E27FC236}">
                <a16:creationId xmlns:a16="http://schemas.microsoft.com/office/drawing/2014/main" id="{A4ACE8A0-03C6-0F38-B995-9BA04E7B1329}"/>
              </a:ext>
            </a:extLst>
          </p:cNvPr>
          <p:cNvCxnSpPr>
            <a:cxnSpLocks/>
          </p:cNvCxnSpPr>
          <p:nvPr/>
        </p:nvCxnSpPr>
        <p:spPr>
          <a:xfrm>
            <a:off x="2762679" y="5630789"/>
            <a:ext cx="174151" cy="352077"/>
          </a:xfrm>
          <a:prstGeom prst="line">
            <a:avLst/>
          </a:prstGeom>
          <a:ln>
            <a:solidFill>
              <a:srgbClr val="0000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TextBox 171">
            <a:extLst>
              <a:ext uri="{FF2B5EF4-FFF2-40B4-BE49-F238E27FC236}">
                <a16:creationId xmlns:a16="http://schemas.microsoft.com/office/drawing/2014/main" id="{489405FB-9D78-E77C-0217-A111B4A3B204}"/>
              </a:ext>
            </a:extLst>
          </p:cNvPr>
          <p:cNvSpPr txBox="1"/>
          <p:nvPr/>
        </p:nvSpPr>
        <p:spPr>
          <a:xfrm>
            <a:off x="2664793" y="4594889"/>
            <a:ext cx="42832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0000CC"/>
                </a:solidFill>
              </a:rPr>
              <a:t>PAT</a:t>
            </a:r>
            <a:endParaRPr lang="ko-KR" altLang="en-US" sz="1000" b="1" dirty="0">
              <a:solidFill>
                <a:srgbClr val="0000CC"/>
              </a:solidFill>
            </a:endParaRPr>
          </a:p>
        </p:txBody>
      </p:sp>
      <p:pic>
        <p:nvPicPr>
          <p:cNvPr id="182" name="그래픽 181">
            <a:extLst>
              <a:ext uri="{FF2B5EF4-FFF2-40B4-BE49-F238E27FC236}">
                <a16:creationId xmlns:a16="http://schemas.microsoft.com/office/drawing/2014/main" id="{D7FEE64D-088F-1F92-8E99-A0D7E1E942B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643134" y="5009756"/>
            <a:ext cx="263863" cy="179907"/>
          </a:xfrm>
          <a:prstGeom prst="rect">
            <a:avLst/>
          </a:prstGeom>
        </p:spPr>
      </p:pic>
      <p:pic>
        <p:nvPicPr>
          <p:cNvPr id="184" name="그래픽 183">
            <a:extLst>
              <a:ext uri="{FF2B5EF4-FFF2-40B4-BE49-F238E27FC236}">
                <a16:creationId xmlns:a16="http://schemas.microsoft.com/office/drawing/2014/main" id="{64217C9D-4FF7-E8C6-3BF9-808088D1FD4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668823" y="4998883"/>
            <a:ext cx="295011" cy="201144"/>
          </a:xfrm>
          <a:prstGeom prst="rect">
            <a:avLst/>
          </a:prstGeom>
        </p:spPr>
      </p:pic>
      <p:cxnSp>
        <p:nvCxnSpPr>
          <p:cNvPr id="189" name="직선 연결선 188">
            <a:extLst>
              <a:ext uri="{FF2B5EF4-FFF2-40B4-BE49-F238E27FC236}">
                <a16:creationId xmlns:a16="http://schemas.microsoft.com/office/drawing/2014/main" id="{E3310648-5EEA-F6E8-962B-1EA9808E54CA}"/>
              </a:ext>
            </a:extLst>
          </p:cNvPr>
          <p:cNvCxnSpPr>
            <a:cxnSpLocks/>
            <a:stCxn id="119" idx="2"/>
            <a:endCxn id="182" idx="0"/>
          </p:cNvCxnSpPr>
          <p:nvPr/>
        </p:nvCxnSpPr>
        <p:spPr>
          <a:xfrm flipH="1">
            <a:off x="2775066" y="4527278"/>
            <a:ext cx="526657" cy="482478"/>
          </a:xfrm>
          <a:prstGeom prst="line">
            <a:avLst/>
          </a:prstGeom>
          <a:ln>
            <a:solidFill>
              <a:srgbClr val="0000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직선 연결선 191">
            <a:extLst>
              <a:ext uri="{FF2B5EF4-FFF2-40B4-BE49-F238E27FC236}">
                <a16:creationId xmlns:a16="http://schemas.microsoft.com/office/drawing/2014/main" id="{39852CA1-F632-156E-B34E-1C456C652349}"/>
              </a:ext>
            </a:extLst>
          </p:cNvPr>
          <p:cNvCxnSpPr>
            <a:cxnSpLocks/>
            <a:stCxn id="119" idx="2"/>
            <a:endCxn id="184" idx="0"/>
          </p:cNvCxnSpPr>
          <p:nvPr/>
        </p:nvCxnSpPr>
        <p:spPr>
          <a:xfrm>
            <a:off x="3301723" y="4527278"/>
            <a:ext cx="514606" cy="4716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1" name="Picture 2" descr="Data server ">
            <a:extLst>
              <a:ext uri="{FF2B5EF4-FFF2-40B4-BE49-F238E27FC236}">
                <a16:creationId xmlns:a16="http://schemas.microsoft.com/office/drawing/2014/main" id="{F3C8209A-96C7-7CD1-A4EC-92C29A1DC7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5543" y="5943121"/>
            <a:ext cx="352077" cy="3520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4" name="TextBox 203">
            <a:extLst>
              <a:ext uri="{FF2B5EF4-FFF2-40B4-BE49-F238E27FC236}">
                <a16:creationId xmlns:a16="http://schemas.microsoft.com/office/drawing/2014/main" id="{CE3F618C-3CD1-DDFF-1D46-EF3772D658B6}"/>
              </a:ext>
            </a:extLst>
          </p:cNvPr>
          <p:cNvSpPr txBox="1"/>
          <p:nvPr/>
        </p:nvSpPr>
        <p:spPr>
          <a:xfrm>
            <a:off x="2731570" y="6393757"/>
            <a:ext cx="772294" cy="40011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solidFill>
                  <a:srgbClr val="0000CC"/>
                </a:solidFill>
              </a:rPr>
              <a:t>US-DHCP</a:t>
            </a:r>
          </a:p>
          <a:p>
            <a:r>
              <a:rPr lang="en-US" altLang="ko-KR" sz="1000" b="1" dirty="0">
                <a:solidFill>
                  <a:srgbClr val="0000CC"/>
                </a:solidFill>
              </a:rPr>
              <a:t>Rocky</a:t>
            </a:r>
            <a:endParaRPr lang="ko-KR" altLang="en-US" sz="1000" b="1" dirty="0">
              <a:solidFill>
                <a:srgbClr val="0000CC"/>
              </a:solidFill>
            </a:endParaRPr>
          </a:p>
        </p:txBody>
      </p:sp>
      <p:pic>
        <p:nvPicPr>
          <p:cNvPr id="206" name="Picture 2" descr="Data server ">
            <a:extLst>
              <a:ext uri="{FF2B5EF4-FFF2-40B4-BE49-F238E27FC236}">
                <a16:creationId xmlns:a16="http://schemas.microsoft.com/office/drawing/2014/main" id="{A2D426EA-34C8-015C-337B-9D62EB22D6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9989" y="4205321"/>
            <a:ext cx="314904" cy="314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" name="그래픽 206">
            <a:extLst>
              <a:ext uri="{FF2B5EF4-FFF2-40B4-BE49-F238E27FC236}">
                <a16:creationId xmlns:a16="http://schemas.microsoft.com/office/drawing/2014/main" id="{FDC193A5-78FC-5883-1418-D1EB9CC7BF6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592551" y="3742190"/>
            <a:ext cx="220445" cy="207477"/>
          </a:xfrm>
          <a:prstGeom prst="rect">
            <a:avLst/>
          </a:prstGeom>
        </p:spPr>
      </p:pic>
      <p:pic>
        <p:nvPicPr>
          <p:cNvPr id="208" name="Picture 2" descr="Data server ">
            <a:extLst>
              <a:ext uri="{FF2B5EF4-FFF2-40B4-BE49-F238E27FC236}">
                <a16:creationId xmlns:a16="http://schemas.microsoft.com/office/drawing/2014/main" id="{B2896F30-5010-2253-33D5-35F2F7FFF9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9158" y="3528151"/>
            <a:ext cx="314904" cy="314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9" name="Picture 2" descr="Data server ">
            <a:extLst>
              <a:ext uri="{FF2B5EF4-FFF2-40B4-BE49-F238E27FC236}">
                <a16:creationId xmlns:a16="http://schemas.microsoft.com/office/drawing/2014/main" id="{D58D63AF-024B-EAED-3991-2D923222ED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9830" y="2792529"/>
            <a:ext cx="314904" cy="314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1" name="TextBox 210">
            <a:extLst>
              <a:ext uri="{FF2B5EF4-FFF2-40B4-BE49-F238E27FC236}">
                <a16:creationId xmlns:a16="http://schemas.microsoft.com/office/drawing/2014/main" id="{830CD18B-9E2B-B8F5-012F-5288ABB08CFD}"/>
              </a:ext>
            </a:extLst>
          </p:cNvPr>
          <p:cNvSpPr txBox="1"/>
          <p:nvPr/>
        </p:nvSpPr>
        <p:spPr>
          <a:xfrm>
            <a:off x="4976505" y="4492877"/>
            <a:ext cx="793807" cy="40011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chemeClr val="accent2"/>
                </a:solidFill>
              </a:rPr>
              <a:t>CS-E-WEB</a:t>
            </a:r>
          </a:p>
          <a:p>
            <a:r>
              <a:rPr lang="en-US" altLang="ko-KR" sz="1000" b="1" dirty="0">
                <a:solidFill>
                  <a:schemeClr val="accent2"/>
                </a:solidFill>
              </a:rPr>
              <a:t>UBUNTU</a:t>
            </a:r>
            <a:endParaRPr lang="ko-KR" altLang="en-US" sz="1000" b="1" dirty="0">
              <a:solidFill>
                <a:schemeClr val="accent2"/>
              </a:solidFill>
            </a:endParaRPr>
          </a:p>
        </p:txBody>
      </p:sp>
      <p:sp>
        <p:nvSpPr>
          <p:cNvPr id="212" name="TextBox 211">
            <a:extLst>
              <a:ext uri="{FF2B5EF4-FFF2-40B4-BE49-F238E27FC236}">
                <a16:creationId xmlns:a16="http://schemas.microsoft.com/office/drawing/2014/main" id="{4FFAE41D-1D3F-0BB2-AAAD-F74BE165AD44}"/>
              </a:ext>
            </a:extLst>
          </p:cNvPr>
          <p:cNvSpPr txBox="1"/>
          <p:nvPr/>
        </p:nvSpPr>
        <p:spPr>
          <a:xfrm>
            <a:off x="4976505" y="3803562"/>
            <a:ext cx="824265" cy="40011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solidFill>
                  <a:srgbClr val="0000CC"/>
                </a:solidFill>
              </a:rPr>
              <a:t>CS-H-WEB</a:t>
            </a:r>
          </a:p>
          <a:p>
            <a:r>
              <a:rPr lang="en-US" altLang="ko-KR" sz="1000" b="1" dirty="0">
                <a:solidFill>
                  <a:srgbClr val="0000CC"/>
                </a:solidFill>
              </a:rPr>
              <a:t>Rocky</a:t>
            </a:r>
            <a:endParaRPr lang="ko-KR" altLang="en-US" sz="1000" b="1" dirty="0">
              <a:solidFill>
                <a:srgbClr val="0000CC"/>
              </a:solidFill>
            </a:endParaRP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6BC4DF94-88D9-EDAB-14BA-6876B0566835}"/>
              </a:ext>
            </a:extLst>
          </p:cNvPr>
          <p:cNvSpPr txBox="1"/>
          <p:nvPr/>
        </p:nvSpPr>
        <p:spPr>
          <a:xfrm>
            <a:off x="4976505" y="3114246"/>
            <a:ext cx="901209" cy="40011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solidFill>
                  <a:srgbClr val="0000CC"/>
                </a:solidFill>
              </a:rPr>
              <a:t>CS-DNS-VH</a:t>
            </a:r>
          </a:p>
          <a:p>
            <a:r>
              <a:rPr lang="en-US" altLang="ko-KR" sz="1000" b="1" dirty="0">
                <a:solidFill>
                  <a:srgbClr val="0000CC"/>
                </a:solidFill>
              </a:rPr>
              <a:t>Rocky</a:t>
            </a:r>
          </a:p>
        </p:txBody>
      </p:sp>
      <p:sp>
        <p:nvSpPr>
          <p:cNvPr id="214" name="오른쪽 중괄호 213">
            <a:extLst>
              <a:ext uri="{FF2B5EF4-FFF2-40B4-BE49-F238E27FC236}">
                <a16:creationId xmlns:a16="http://schemas.microsoft.com/office/drawing/2014/main" id="{B7153618-2F97-D895-6D20-F2BFE9541198}"/>
              </a:ext>
            </a:extLst>
          </p:cNvPr>
          <p:cNvSpPr/>
          <p:nvPr/>
        </p:nvSpPr>
        <p:spPr>
          <a:xfrm>
            <a:off x="5572629" y="3584524"/>
            <a:ext cx="314904" cy="730286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55EA339A-4A5C-75BB-5AC5-89B21A12484B}"/>
              </a:ext>
            </a:extLst>
          </p:cNvPr>
          <p:cNvSpPr txBox="1"/>
          <p:nvPr/>
        </p:nvSpPr>
        <p:spPr>
          <a:xfrm>
            <a:off x="5663762" y="3816464"/>
            <a:ext cx="7960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FF0000"/>
                </a:solidFill>
              </a:rPr>
              <a:t>FTP</a:t>
            </a:r>
            <a:endParaRPr lang="ko-KR" altLang="en-US" sz="1000" b="1" dirty="0">
              <a:solidFill>
                <a:srgbClr val="FF0000"/>
              </a:solidFill>
            </a:endParaRPr>
          </a:p>
        </p:txBody>
      </p:sp>
      <p:cxnSp>
        <p:nvCxnSpPr>
          <p:cNvPr id="217" name="직선 연결선 216">
            <a:extLst>
              <a:ext uri="{FF2B5EF4-FFF2-40B4-BE49-F238E27FC236}">
                <a16:creationId xmlns:a16="http://schemas.microsoft.com/office/drawing/2014/main" id="{732E9C27-30A4-D8D5-BBF2-E806807D4A79}"/>
              </a:ext>
            </a:extLst>
          </p:cNvPr>
          <p:cNvCxnSpPr>
            <a:cxnSpLocks/>
            <a:stCxn id="207" idx="3"/>
            <a:endCxn id="208" idx="1"/>
          </p:cNvCxnSpPr>
          <p:nvPr/>
        </p:nvCxnSpPr>
        <p:spPr>
          <a:xfrm flipV="1">
            <a:off x="4812996" y="3685603"/>
            <a:ext cx="366162" cy="16032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직선 연결선 220">
            <a:extLst>
              <a:ext uri="{FF2B5EF4-FFF2-40B4-BE49-F238E27FC236}">
                <a16:creationId xmlns:a16="http://schemas.microsoft.com/office/drawing/2014/main" id="{631A82A9-ADA1-C49F-57DE-CED17AEC595E}"/>
              </a:ext>
            </a:extLst>
          </p:cNvPr>
          <p:cNvCxnSpPr>
            <a:cxnSpLocks/>
            <a:stCxn id="207" idx="3"/>
            <a:endCxn id="206" idx="1"/>
          </p:cNvCxnSpPr>
          <p:nvPr/>
        </p:nvCxnSpPr>
        <p:spPr>
          <a:xfrm>
            <a:off x="4812996" y="3845929"/>
            <a:ext cx="356993" cy="51684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직선 연결선 223">
            <a:extLst>
              <a:ext uri="{FF2B5EF4-FFF2-40B4-BE49-F238E27FC236}">
                <a16:creationId xmlns:a16="http://schemas.microsoft.com/office/drawing/2014/main" id="{F28C88C6-D9CB-7EBB-4E7E-FC7B467745B7}"/>
              </a:ext>
            </a:extLst>
          </p:cNvPr>
          <p:cNvCxnSpPr>
            <a:cxnSpLocks/>
            <a:stCxn id="207" idx="3"/>
            <a:endCxn id="209" idx="1"/>
          </p:cNvCxnSpPr>
          <p:nvPr/>
        </p:nvCxnSpPr>
        <p:spPr>
          <a:xfrm flipV="1">
            <a:off x="4812996" y="2949981"/>
            <a:ext cx="376834" cy="8959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직선 연결선 226">
            <a:extLst>
              <a:ext uri="{FF2B5EF4-FFF2-40B4-BE49-F238E27FC236}">
                <a16:creationId xmlns:a16="http://schemas.microsoft.com/office/drawing/2014/main" id="{C4485D54-484C-2638-AF8E-9F474B0A6AF4}"/>
              </a:ext>
            </a:extLst>
          </p:cNvPr>
          <p:cNvCxnSpPr>
            <a:cxnSpLocks/>
            <a:stCxn id="117" idx="3"/>
            <a:endCxn id="207" idx="1"/>
          </p:cNvCxnSpPr>
          <p:nvPr/>
        </p:nvCxnSpPr>
        <p:spPr>
          <a:xfrm>
            <a:off x="4283496" y="3834425"/>
            <a:ext cx="309055" cy="1150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8" name="그룹 237">
            <a:extLst>
              <a:ext uri="{FF2B5EF4-FFF2-40B4-BE49-F238E27FC236}">
                <a16:creationId xmlns:a16="http://schemas.microsoft.com/office/drawing/2014/main" id="{33958594-D5C9-5464-9C11-3CEEABE8B0FD}"/>
              </a:ext>
            </a:extLst>
          </p:cNvPr>
          <p:cNvGrpSpPr/>
          <p:nvPr/>
        </p:nvGrpSpPr>
        <p:grpSpPr>
          <a:xfrm>
            <a:off x="282935" y="137655"/>
            <a:ext cx="1071343" cy="526780"/>
            <a:chOff x="287553" y="157018"/>
            <a:chExt cx="1421401" cy="698904"/>
          </a:xfrm>
        </p:grpSpPr>
        <p:sp>
          <p:nvSpPr>
            <p:cNvPr id="230" name="직사각형 229">
              <a:extLst>
                <a:ext uri="{FF2B5EF4-FFF2-40B4-BE49-F238E27FC236}">
                  <a16:creationId xmlns:a16="http://schemas.microsoft.com/office/drawing/2014/main" id="{4D43BE07-4B71-720F-8430-9C332AAB778D}"/>
                </a:ext>
              </a:extLst>
            </p:cNvPr>
            <p:cNvSpPr/>
            <p:nvPr/>
          </p:nvSpPr>
          <p:spPr>
            <a:xfrm>
              <a:off x="287553" y="157018"/>
              <a:ext cx="276501" cy="276501"/>
            </a:xfrm>
            <a:prstGeom prst="rect">
              <a:avLst/>
            </a:prstGeom>
            <a:solidFill>
              <a:srgbClr val="000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solidFill>
                  <a:srgbClr val="0000CC"/>
                </a:solidFill>
              </a:endParaRPr>
            </a:p>
          </p:txBody>
        </p:sp>
        <p:sp>
          <p:nvSpPr>
            <p:cNvPr id="231" name="TextBox 230">
              <a:extLst>
                <a:ext uri="{FF2B5EF4-FFF2-40B4-BE49-F238E27FC236}">
                  <a16:creationId xmlns:a16="http://schemas.microsoft.com/office/drawing/2014/main" id="{316D0185-E2B6-E29E-6E3B-325D5C3C534B}"/>
                </a:ext>
              </a:extLst>
            </p:cNvPr>
            <p:cNvSpPr txBox="1"/>
            <p:nvPr/>
          </p:nvSpPr>
          <p:spPr>
            <a:xfrm>
              <a:off x="638759" y="205182"/>
              <a:ext cx="1027660" cy="2654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700" b="1" dirty="0">
                  <a:solidFill>
                    <a:srgbClr val="0000CC"/>
                  </a:solidFill>
                </a:rPr>
                <a:t>Rocky(</a:t>
              </a:r>
              <a:r>
                <a:rPr lang="ko-KR" altLang="en-US" sz="700" b="1" dirty="0">
                  <a:solidFill>
                    <a:srgbClr val="0000CC"/>
                  </a:solidFill>
                </a:rPr>
                <a:t>파란색</a:t>
              </a:r>
              <a:r>
                <a:rPr lang="en-US" altLang="ko-KR" sz="700" b="1" dirty="0">
                  <a:solidFill>
                    <a:srgbClr val="0000CC"/>
                  </a:solidFill>
                </a:rPr>
                <a:t>)</a:t>
              </a:r>
              <a:endParaRPr lang="ko-KR" altLang="en-US" sz="700" b="1" dirty="0">
                <a:solidFill>
                  <a:srgbClr val="0000CC"/>
                </a:solidFill>
              </a:endParaRPr>
            </a:p>
          </p:txBody>
        </p:sp>
        <p:sp>
          <p:nvSpPr>
            <p:cNvPr id="232" name="직사각형 231">
              <a:extLst>
                <a:ext uri="{FF2B5EF4-FFF2-40B4-BE49-F238E27FC236}">
                  <a16:creationId xmlns:a16="http://schemas.microsoft.com/office/drawing/2014/main" id="{19C157B3-CF60-B784-1A72-9C4FA4EC26E3}"/>
                </a:ext>
              </a:extLst>
            </p:cNvPr>
            <p:cNvSpPr/>
            <p:nvPr/>
          </p:nvSpPr>
          <p:spPr>
            <a:xfrm>
              <a:off x="287553" y="550983"/>
              <a:ext cx="276501" cy="27650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solidFill>
                  <a:srgbClr val="0000CC"/>
                </a:solidFill>
              </a:endParaRPr>
            </a:p>
          </p:txBody>
        </p:sp>
        <p:sp>
          <p:nvSpPr>
            <p:cNvPr id="233" name="TextBox 232">
              <a:extLst>
                <a:ext uri="{FF2B5EF4-FFF2-40B4-BE49-F238E27FC236}">
                  <a16:creationId xmlns:a16="http://schemas.microsoft.com/office/drawing/2014/main" id="{D935B33C-62EB-A995-A40C-C32F5B05977F}"/>
                </a:ext>
              </a:extLst>
            </p:cNvPr>
            <p:cNvSpPr txBox="1"/>
            <p:nvPr/>
          </p:nvSpPr>
          <p:spPr>
            <a:xfrm>
              <a:off x="596223" y="590500"/>
              <a:ext cx="1112731" cy="2654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700" b="1" dirty="0">
                  <a:solidFill>
                    <a:schemeClr val="accent2"/>
                  </a:solidFill>
                </a:rPr>
                <a:t>Ubuntu(</a:t>
              </a:r>
              <a:r>
                <a:rPr lang="ko-KR" altLang="en-US" sz="700" b="1" dirty="0">
                  <a:solidFill>
                    <a:schemeClr val="accent2"/>
                  </a:solidFill>
                </a:rPr>
                <a:t>주황색</a:t>
              </a:r>
              <a:r>
                <a:rPr lang="en-US" altLang="ko-KR" sz="700" b="1" dirty="0">
                  <a:solidFill>
                    <a:schemeClr val="accent2"/>
                  </a:solidFill>
                </a:rPr>
                <a:t>)</a:t>
              </a:r>
              <a:endParaRPr lang="ko-KR" altLang="en-US" sz="700" b="1" dirty="0">
                <a:solidFill>
                  <a:schemeClr val="accent2"/>
                </a:solidFill>
              </a:endParaRPr>
            </a:p>
          </p:txBody>
        </p:sp>
      </p:grpSp>
      <p:cxnSp>
        <p:nvCxnSpPr>
          <p:cNvPr id="248" name="직선 연결선 247">
            <a:extLst>
              <a:ext uri="{FF2B5EF4-FFF2-40B4-BE49-F238E27FC236}">
                <a16:creationId xmlns:a16="http://schemas.microsoft.com/office/drawing/2014/main" id="{2946ACC9-54BF-2DB9-4558-3A07A0E4B6DF}"/>
              </a:ext>
            </a:extLst>
          </p:cNvPr>
          <p:cNvCxnSpPr>
            <a:cxnSpLocks/>
            <a:stCxn id="114" idx="2"/>
            <a:endCxn id="118" idx="0"/>
          </p:cNvCxnSpPr>
          <p:nvPr/>
        </p:nvCxnSpPr>
        <p:spPr>
          <a:xfrm>
            <a:off x="3301722" y="2634600"/>
            <a:ext cx="2" cy="5435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5" name="TextBox 254">
            <a:extLst>
              <a:ext uri="{FF2B5EF4-FFF2-40B4-BE49-F238E27FC236}">
                <a16:creationId xmlns:a16="http://schemas.microsoft.com/office/drawing/2014/main" id="{4DFFE304-1738-9A2F-9095-FC917B851879}"/>
              </a:ext>
            </a:extLst>
          </p:cNvPr>
          <p:cNvSpPr txBox="1"/>
          <p:nvPr/>
        </p:nvSpPr>
        <p:spPr>
          <a:xfrm>
            <a:off x="3539235" y="4569822"/>
            <a:ext cx="53412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0000CC"/>
                </a:solidFill>
              </a:rPr>
              <a:t>CHAP</a:t>
            </a:r>
            <a:endParaRPr lang="ko-KR" altLang="en-US" sz="1000" b="1" dirty="0">
              <a:solidFill>
                <a:srgbClr val="0000CC"/>
              </a:solidFill>
            </a:endParaRPr>
          </a:p>
        </p:txBody>
      </p:sp>
      <p:pic>
        <p:nvPicPr>
          <p:cNvPr id="256" name="그래픽 255">
            <a:extLst>
              <a:ext uri="{FF2B5EF4-FFF2-40B4-BE49-F238E27FC236}">
                <a16:creationId xmlns:a16="http://schemas.microsoft.com/office/drawing/2014/main" id="{54471499-C78F-A20B-CF64-94801D32A8F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596416" y="479363"/>
            <a:ext cx="1145734" cy="512210"/>
          </a:xfrm>
          <a:prstGeom prst="rect">
            <a:avLst/>
          </a:prstGeom>
        </p:spPr>
      </p:pic>
      <p:cxnSp>
        <p:nvCxnSpPr>
          <p:cNvPr id="257" name="직선 연결선 256">
            <a:extLst>
              <a:ext uri="{FF2B5EF4-FFF2-40B4-BE49-F238E27FC236}">
                <a16:creationId xmlns:a16="http://schemas.microsoft.com/office/drawing/2014/main" id="{045D44C4-0104-6E49-3060-3C2BAAFBACAC}"/>
              </a:ext>
            </a:extLst>
          </p:cNvPr>
          <p:cNvCxnSpPr>
            <a:cxnSpLocks/>
            <a:stCxn id="113" idx="0"/>
            <a:endCxn id="256" idx="2"/>
          </p:cNvCxnSpPr>
          <p:nvPr/>
        </p:nvCxnSpPr>
        <p:spPr>
          <a:xfrm flipH="1" flipV="1">
            <a:off x="6169283" y="991573"/>
            <a:ext cx="1029" cy="55622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1" name="TextBox 260">
            <a:extLst>
              <a:ext uri="{FF2B5EF4-FFF2-40B4-BE49-F238E27FC236}">
                <a16:creationId xmlns:a16="http://schemas.microsoft.com/office/drawing/2014/main" id="{C33E06E2-BDDE-01F3-41BD-BB7F6D72576C}"/>
              </a:ext>
            </a:extLst>
          </p:cNvPr>
          <p:cNvSpPr txBox="1"/>
          <p:nvPr/>
        </p:nvSpPr>
        <p:spPr>
          <a:xfrm>
            <a:off x="5840359" y="600903"/>
            <a:ext cx="7152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 dirty="0"/>
              <a:t>internet</a:t>
            </a:r>
            <a:endParaRPr lang="ko-KR" altLang="en-US" sz="1100" b="1" dirty="0"/>
          </a:p>
        </p:txBody>
      </p:sp>
      <p:sp>
        <p:nvSpPr>
          <p:cNvPr id="263" name="TextBox 262">
            <a:extLst>
              <a:ext uri="{FF2B5EF4-FFF2-40B4-BE49-F238E27FC236}">
                <a16:creationId xmlns:a16="http://schemas.microsoft.com/office/drawing/2014/main" id="{9FBB6BE6-B379-682E-CAC6-4B9A4A86B769}"/>
              </a:ext>
            </a:extLst>
          </p:cNvPr>
          <p:cNvSpPr txBox="1"/>
          <p:nvPr/>
        </p:nvSpPr>
        <p:spPr>
          <a:xfrm>
            <a:off x="6284962" y="1168175"/>
            <a:ext cx="654899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default routing</a:t>
            </a:r>
          </a:p>
        </p:txBody>
      </p:sp>
      <p:cxnSp>
        <p:nvCxnSpPr>
          <p:cNvPr id="296" name="직선 연결선 295">
            <a:extLst>
              <a:ext uri="{FF2B5EF4-FFF2-40B4-BE49-F238E27FC236}">
                <a16:creationId xmlns:a16="http://schemas.microsoft.com/office/drawing/2014/main" id="{A6B65F4E-0A06-836B-3BAF-E09777E73383}"/>
              </a:ext>
            </a:extLst>
          </p:cNvPr>
          <p:cNvCxnSpPr>
            <a:cxnSpLocks/>
            <a:stCxn id="115" idx="1"/>
            <a:endCxn id="114" idx="1"/>
          </p:cNvCxnSpPr>
          <p:nvPr/>
        </p:nvCxnSpPr>
        <p:spPr>
          <a:xfrm>
            <a:off x="2406062" y="2503817"/>
            <a:ext cx="707615" cy="257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6" name="그룹 195">
            <a:extLst>
              <a:ext uri="{FF2B5EF4-FFF2-40B4-BE49-F238E27FC236}">
                <a16:creationId xmlns:a16="http://schemas.microsoft.com/office/drawing/2014/main" id="{B0E04856-6041-FEC9-6951-150471F3E0A5}"/>
              </a:ext>
            </a:extLst>
          </p:cNvPr>
          <p:cNvGrpSpPr/>
          <p:nvPr/>
        </p:nvGrpSpPr>
        <p:grpSpPr>
          <a:xfrm rot="16200000" flipV="1">
            <a:off x="236358" y="1572487"/>
            <a:ext cx="2165527" cy="2173882"/>
            <a:chOff x="1211802" y="409869"/>
            <a:chExt cx="2165527" cy="2173882"/>
          </a:xfrm>
        </p:grpSpPr>
        <p:pic>
          <p:nvPicPr>
            <p:cNvPr id="115" name="그래픽 114">
              <a:extLst>
                <a:ext uri="{FF2B5EF4-FFF2-40B4-BE49-F238E27FC236}">
                  <a16:creationId xmlns:a16="http://schemas.microsoft.com/office/drawing/2014/main" id="{BB224C7F-FE26-62D5-DC4F-BE5A6D2D426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5400000">
              <a:off x="2262132" y="469701"/>
              <a:ext cx="376089" cy="256425"/>
            </a:xfrm>
            <a:prstGeom prst="rect">
              <a:avLst/>
            </a:prstGeom>
          </p:spPr>
        </p:pic>
        <p:pic>
          <p:nvPicPr>
            <p:cNvPr id="299" name="Picture 30" descr="Server ">
              <a:extLst>
                <a:ext uri="{FF2B5EF4-FFF2-40B4-BE49-F238E27FC236}">
                  <a16:creationId xmlns:a16="http://schemas.microsoft.com/office/drawing/2014/main" id="{CE27943F-D69B-9BE1-8883-EC4A96A1B23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1587073" y="1392369"/>
              <a:ext cx="265186" cy="265186"/>
            </a:xfrm>
            <a:prstGeom prst="rect">
              <a:avLst/>
            </a:prstGeom>
            <a:noFill/>
            <a:ln>
              <a:solidFill>
                <a:schemeClr val="tx1">
                  <a:lumMod val="65000"/>
                  <a:lumOff val="35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0" name="Picture 30" descr="Server ">
              <a:extLst>
                <a:ext uri="{FF2B5EF4-FFF2-40B4-BE49-F238E27FC236}">
                  <a16:creationId xmlns:a16="http://schemas.microsoft.com/office/drawing/2014/main" id="{6A898DC0-43B0-C06A-7095-C9FB28781AD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2312660" y="1392369"/>
              <a:ext cx="265186" cy="265186"/>
            </a:xfrm>
            <a:prstGeom prst="rect">
              <a:avLst/>
            </a:prstGeom>
            <a:noFill/>
            <a:ln>
              <a:solidFill>
                <a:schemeClr val="tx1">
                  <a:lumMod val="65000"/>
                  <a:lumOff val="35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1" name="Picture 30" descr="Server ">
              <a:extLst>
                <a:ext uri="{FF2B5EF4-FFF2-40B4-BE49-F238E27FC236}">
                  <a16:creationId xmlns:a16="http://schemas.microsoft.com/office/drawing/2014/main" id="{E2FD5AA6-EA83-0C41-924A-8A6306048F1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3112143" y="1392371"/>
              <a:ext cx="265186" cy="265186"/>
            </a:xfrm>
            <a:prstGeom prst="rect">
              <a:avLst/>
            </a:prstGeom>
            <a:noFill/>
            <a:ln>
              <a:solidFill>
                <a:schemeClr val="tx1">
                  <a:lumMod val="65000"/>
                  <a:lumOff val="35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2" name="그래픽 301">
              <a:extLst>
                <a:ext uri="{FF2B5EF4-FFF2-40B4-BE49-F238E27FC236}">
                  <a16:creationId xmlns:a16="http://schemas.microsoft.com/office/drawing/2014/main" id="{FA98DB65-8183-9ACC-6362-99FA68465E3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 rot="5400000">
              <a:off x="2332728" y="970864"/>
              <a:ext cx="220445" cy="207477"/>
            </a:xfrm>
            <a:prstGeom prst="rect">
              <a:avLst/>
            </a:prstGeom>
          </p:spPr>
        </p:pic>
        <p:cxnSp>
          <p:nvCxnSpPr>
            <p:cNvPr id="303" name="직선 연결선 302">
              <a:extLst>
                <a:ext uri="{FF2B5EF4-FFF2-40B4-BE49-F238E27FC236}">
                  <a16:creationId xmlns:a16="http://schemas.microsoft.com/office/drawing/2014/main" id="{5CD37FC3-A5B3-6B98-5EC0-7E5A93B98EDD}"/>
                </a:ext>
              </a:extLst>
            </p:cNvPr>
            <p:cNvCxnSpPr>
              <a:cxnSpLocks/>
              <a:stCxn id="302" idx="1"/>
              <a:endCxn id="115" idx="3"/>
            </p:cNvCxnSpPr>
            <p:nvPr/>
          </p:nvCxnSpPr>
          <p:spPr>
            <a:xfrm rot="16200000">
              <a:off x="2357352" y="871556"/>
              <a:ext cx="178422" cy="722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직선 연결선 305">
              <a:extLst>
                <a:ext uri="{FF2B5EF4-FFF2-40B4-BE49-F238E27FC236}">
                  <a16:creationId xmlns:a16="http://schemas.microsoft.com/office/drawing/2014/main" id="{BC4A7BEF-616B-F566-7CD2-ED2B741C3C8D}"/>
                </a:ext>
              </a:extLst>
            </p:cNvPr>
            <p:cNvCxnSpPr>
              <a:cxnSpLocks/>
              <a:stCxn id="299" idx="0"/>
              <a:endCxn id="302" idx="3"/>
            </p:cNvCxnSpPr>
            <p:nvPr/>
          </p:nvCxnSpPr>
          <p:spPr>
            <a:xfrm rot="16200000">
              <a:off x="1977536" y="1059548"/>
              <a:ext cx="340137" cy="59069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직선 연결선 308">
              <a:extLst>
                <a:ext uri="{FF2B5EF4-FFF2-40B4-BE49-F238E27FC236}">
                  <a16:creationId xmlns:a16="http://schemas.microsoft.com/office/drawing/2014/main" id="{6864F3A8-67A1-5C07-4746-303F034F64E3}"/>
                </a:ext>
              </a:extLst>
            </p:cNvPr>
            <p:cNvCxnSpPr>
              <a:cxnSpLocks/>
              <a:stCxn id="300" idx="1"/>
              <a:endCxn id="302" idx="3"/>
            </p:cNvCxnSpPr>
            <p:nvPr/>
          </p:nvCxnSpPr>
          <p:spPr>
            <a:xfrm rot="16200000" flipV="1">
              <a:off x="2340329" y="1287446"/>
              <a:ext cx="207544" cy="230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2" name="직선 연결선 311">
              <a:extLst>
                <a:ext uri="{FF2B5EF4-FFF2-40B4-BE49-F238E27FC236}">
                  <a16:creationId xmlns:a16="http://schemas.microsoft.com/office/drawing/2014/main" id="{67380ED5-4816-0293-A0D3-8C4747C30785}"/>
                </a:ext>
              </a:extLst>
            </p:cNvPr>
            <p:cNvCxnSpPr>
              <a:cxnSpLocks/>
              <a:stCxn id="301" idx="1"/>
              <a:endCxn id="302" idx="3"/>
            </p:cNvCxnSpPr>
            <p:nvPr/>
          </p:nvCxnSpPr>
          <p:spPr>
            <a:xfrm rot="16200000" flipV="1">
              <a:off x="2740070" y="887705"/>
              <a:ext cx="207546" cy="80178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5" name="TextBox 314">
              <a:extLst>
                <a:ext uri="{FF2B5EF4-FFF2-40B4-BE49-F238E27FC236}">
                  <a16:creationId xmlns:a16="http://schemas.microsoft.com/office/drawing/2014/main" id="{0A582C6B-720B-2CEB-9167-EA85C64ECF7E}"/>
                </a:ext>
              </a:extLst>
            </p:cNvPr>
            <p:cNvSpPr txBox="1"/>
            <p:nvPr/>
          </p:nvSpPr>
          <p:spPr>
            <a:xfrm rot="5400000">
              <a:off x="945222" y="1324801"/>
              <a:ext cx="933269" cy="400110"/>
            </a:xfrm>
            <a:prstGeom prst="rect">
              <a:avLst/>
            </a:prstGeom>
            <a:no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altLang="ko-KR" sz="1000" b="1" dirty="0">
                  <a:solidFill>
                    <a:srgbClr val="0000CC"/>
                  </a:solidFill>
                </a:rPr>
                <a:t>ST-R10-SDD</a:t>
              </a:r>
            </a:p>
            <a:p>
              <a:r>
                <a:rPr lang="en-US" altLang="ko-KR" sz="1000" b="1" dirty="0">
                  <a:solidFill>
                    <a:srgbClr val="0000CC"/>
                  </a:solidFill>
                </a:rPr>
                <a:t>ROCKY</a:t>
              </a:r>
              <a:endParaRPr lang="ko-KR" altLang="en-US" sz="1000" b="1" dirty="0">
                <a:solidFill>
                  <a:srgbClr val="0000CC"/>
                </a:solidFill>
              </a:endParaRPr>
            </a:p>
          </p:txBody>
        </p:sp>
        <p:sp>
          <p:nvSpPr>
            <p:cNvPr id="316" name="TextBox 315">
              <a:extLst>
                <a:ext uri="{FF2B5EF4-FFF2-40B4-BE49-F238E27FC236}">
                  <a16:creationId xmlns:a16="http://schemas.microsoft.com/office/drawing/2014/main" id="{006E96B7-4F7B-8858-0931-87F52626C295}"/>
                </a:ext>
              </a:extLst>
            </p:cNvPr>
            <p:cNvSpPr txBox="1"/>
            <p:nvPr/>
          </p:nvSpPr>
          <p:spPr>
            <a:xfrm rot="5400000">
              <a:off x="1704272" y="1311175"/>
              <a:ext cx="960519" cy="400110"/>
            </a:xfrm>
            <a:prstGeom prst="rect">
              <a:avLst/>
            </a:prstGeom>
            <a:no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altLang="ko-KR" sz="1000" b="1" dirty="0">
                  <a:solidFill>
                    <a:srgbClr val="0000CC"/>
                  </a:solidFill>
                </a:rPr>
                <a:t>ST-R10-HDD</a:t>
              </a:r>
            </a:p>
            <a:p>
              <a:r>
                <a:rPr lang="en-US" altLang="ko-KR" sz="1000" b="1" dirty="0">
                  <a:solidFill>
                    <a:srgbClr val="0000CC"/>
                  </a:solidFill>
                </a:rPr>
                <a:t>ROCKY</a:t>
              </a:r>
              <a:endParaRPr lang="ko-KR" altLang="en-US" sz="1000" b="1" dirty="0">
                <a:solidFill>
                  <a:srgbClr val="0000CC"/>
                </a:solidFill>
              </a:endParaRPr>
            </a:p>
          </p:txBody>
        </p:sp>
        <p:sp>
          <p:nvSpPr>
            <p:cNvPr id="317" name="TextBox 316">
              <a:extLst>
                <a:ext uri="{FF2B5EF4-FFF2-40B4-BE49-F238E27FC236}">
                  <a16:creationId xmlns:a16="http://schemas.microsoft.com/office/drawing/2014/main" id="{E4A00C46-0F58-D130-A3DE-A27BF68866D4}"/>
                </a:ext>
              </a:extLst>
            </p:cNvPr>
            <p:cNvSpPr txBox="1"/>
            <p:nvPr/>
          </p:nvSpPr>
          <p:spPr>
            <a:xfrm rot="5400000">
              <a:off x="2353516" y="1187744"/>
              <a:ext cx="1207382" cy="400110"/>
            </a:xfrm>
            <a:prstGeom prst="rect">
              <a:avLst/>
            </a:prstGeom>
            <a:no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altLang="ko-KR" sz="1000" b="1" dirty="0">
                  <a:solidFill>
                    <a:srgbClr val="ED7D31"/>
                  </a:solidFill>
                </a:rPr>
                <a:t>ST - R5-HDD-DC</a:t>
              </a:r>
            </a:p>
            <a:p>
              <a:r>
                <a:rPr lang="en-US" altLang="ko-KR" sz="1000" b="1" dirty="0">
                  <a:solidFill>
                    <a:srgbClr val="ED7D31"/>
                  </a:solidFill>
                </a:rPr>
                <a:t>UBUNTU</a:t>
              </a:r>
              <a:endParaRPr lang="ko-KR" altLang="en-US" sz="1000" b="1" dirty="0">
                <a:solidFill>
                  <a:srgbClr val="ED7D31"/>
                </a:solidFill>
              </a:endParaRPr>
            </a:p>
          </p:txBody>
        </p:sp>
        <p:sp>
          <p:nvSpPr>
            <p:cNvPr id="318" name="오른쪽 중괄호 317">
              <a:extLst>
                <a:ext uri="{FF2B5EF4-FFF2-40B4-BE49-F238E27FC236}">
                  <a16:creationId xmlns:a16="http://schemas.microsoft.com/office/drawing/2014/main" id="{A28D83D0-C7D1-D393-8FA0-8BC2DCF8303E}"/>
                </a:ext>
              </a:extLst>
            </p:cNvPr>
            <p:cNvSpPr/>
            <p:nvPr/>
          </p:nvSpPr>
          <p:spPr>
            <a:xfrm rot="5400000">
              <a:off x="2686582" y="1530541"/>
              <a:ext cx="256425" cy="786011"/>
            </a:xfrm>
            <a:prstGeom prst="rightBrac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9" name="TextBox 318">
              <a:extLst>
                <a:ext uri="{FF2B5EF4-FFF2-40B4-BE49-F238E27FC236}">
                  <a16:creationId xmlns:a16="http://schemas.microsoft.com/office/drawing/2014/main" id="{42EA9F83-04AF-732F-BCB4-95F9D129FF41}"/>
                </a:ext>
              </a:extLst>
            </p:cNvPr>
            <p:cNvSpPr txBox="1"/>
            <p:nvPr/>
          </p:nvSpPr>
          <p:spPr>
            <a:xfrm rot="5400000">
              <a:off x="2420786" y="2062591"/>
              <a:ext cx="79609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b="1" dirty="0">
                  <a:solidFill>
                    <a:srgbClr val="FF0000"/>
                  </a:solidFill>
                </a:rPr>
                <a:t>NFS</a:t>
              </a:r>
              <a:endParaRPr lang="ko-KR" altLang="en-US" sz="1000" b="1" dirty="0">
                <a:solidFill>
                  <a:srgbClr val="FF0000"/>
                </a:solidFill>
              </a:endParaRPr>
            </a:p>
          </p:txBody>
        </p:sp>
        <p:cxnSp>
          <p:nvCxnSpPr>
            <p:cNvPr id="321" name="직선 연결선 320">
              <a:extLst>
                <a:ext uri="{FF2B5EF4-FFF2-40B4-BE49-F238E27FC236}">
                  <a16:creationId xmlns:a16="http://schemas.microsoft.com/office/drawing/2014/main" id="{FC741115-A395-6905-9AA7-1CC0C344622E}"/>
                </a:ext>
              </a:extLst>
            </p:cNvPr>
            <p:cNvCxnSpPr>
              <a:stCxn id="301" idx="0"/>
              <a:endCxn id="301" idx="3"/>
            </p:cNvCxnSpPr>
            <p:nvPr/>
          </p:nvCxnSpPr>
          <p:spPr>
            <a:xfrm rot="16200000" flipH="1" flipV="1">
              <a:off x="3244736" y="1524964"/>
              <a:ext cx="132593" cy="13259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5" name="TextBox 324">
            <a:extLst>
              <a:ext uri="{FF2B5EF4-FFF2-40B4-BE49-F238E27FC236}">
                <a16:creationId xmlns:a16="http://schemas.microsoft.com/office/drawing/2014/main" id="{C6B6C7D7-7D6C-6349-FC89-E6247E9D3A4C}"/>
              </a:ext>
            </a:extLst>
          </p:cNvPr>
          <p:cNvSpPr txBox="1"/>
          <p:nvPr/>
        </p:nvSpPr>
        <p:spPr>
          <a:xfrm>
            <a:off x="1634716" y="1248613"/>
            <a:ext cx="70730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FF0000"/>
                </a:solidFill>
              </a:rPr>
              <a:t>Disk quota </a:t>
            </a:r>
          </a:p>
          <a:p>
            <a:pPr algn="ctr"/>
            <a:r>
              <a:rPr lang="en-US" altLang="ko-KR" sz="1000" b="1" dirty="0">
                <a:solidFill>
                  <a:srgbClr val="FF0000"/>
                </a:solidFill>
              </a:rPr>
              <a:t>control</a:t>
            </a:r>
            <a:endParaRPr lang="ko-KR" altLang="en-US" sz="1000" b="1" dirty="0">
              <a:solidFill>
                <a:srgbClr val="FF0000"/>
              </a:solidFill>
            </a:endParaRPr>
          </a:p>
        </p:txBody>
      </p:sp>
      <p:sp>
        <p:nvSpPr>
          <p:cNvPr id="348" name="TextBox 347">
            <a:extLst>
              <a:ext uri="{FF2B5EF4-FFF2-40B4-BE49-F238E27FC236}">
                <a16:creationId xmlns:a16="http://schemas.microsoft.com/office/drawing/2014/main" id="{C9CE05FF-A6CF-DCEB-B199-F66E8C6BAB0A}"/>
              </a:ext>
            </a:extLst>
          </p:cNvPr>
          <p:cNvSpPr txBox="1"/>
          <p:nvPr/>
        </p:nvSpPr>
        <p:spPr>
          <a:xfrm>
            <a:off x="3907407" y="599053"/>
            <a:ext cx="485509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ESXI</a:t>
            </a:r>
          </a:p>
          <a:p>
            <a:pPr algn="ctr"/>
            <a:r>
              <a:rPr lang="en-US" altLang="ko-KR" sz="800" b="1" dirty="0"/>
              <a:t>ISCSI</a:t>
            </a:r>
          </a:p>
        </p:txBody>
      </p:sp>
      <p:sp>
        <p:nvSpPr>
          <p:cNvPr id="351" name="오른쪽 중괄호 350">
            <a:extLst>
              <a:ext uri="{FF2B5EF4-FFF2-40B4-BE49-F238E27FC236}">
                <a16:creationId xmlns:a16="http://schemas.microsoft.com/office/drawing/2014/main" id="{CD885811-D854-64A8-5D47-EF7A1A2035D9}"/>
              </a:ext>
            </a:extLst>
          </p:cNvPr>
          <p:cNvSpPr/>
          <p:nvPr/>
        </p:nvSpPr>
        <p:spPr>
          <a:xfrm>
            <a:off x="5699489" y="2938492"/>
            <a:ext cx="314904" cy="1506838"/>
          </a:xfrm>
          <a:prstGeom prst="rightBrac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2" name="TextBox 351">
            <a:extLst>
              <a:ext uri="{FF2B5EF4-FFF2-40B4-BE49-F238E27FC236}">
                <a16:creationId xmlns:a16="http://schemas.microsoft.com/office/drawing/2014/main" id="{26A5FD6A-D4A7-8FCC-C037-6C3D5D4E2DA7}"/>
              </a:ext>
            </a:extLst>
          </p:cNvPr>
          <p:cNvSpPr txBox="1"/>
          <p:nvPr/>
        </p:nvSpPr>
        <p:spPr>
          <a:xfrm flipH="1">
            <a:off x="5846730" y="3553541"/>
            <a:ext cx="7960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00B0F0"/>
                </a:solidFill>
              </a:rPr>
              <a:t>SMB</a:t>
            </a:r>
            <a:endParaRPr lang="ko-KR" altLang="en-US" sz="1000" b="1" dirty="0">
              <a:solidFill>
                <a:srgbClr val="00B0F0"/>
              </a:solidFill>
            </a:endParaRPr>
          </a:p>
        </p:txBody>
      </p:sp>
      <p:pic>
        <p:nvPicPr>
          <p:cNvPr id="2" name="Picture 30" descr="Server ">
            <a:extLst>
              <a:ext uri="{FF2B5EF4-FFF2-40B4-BE49-F238E27FC236}">
                <a16:creationId xmlns:a16="http://schemas.microsoft.com/office/drawing/2014/main" id="{B5E0C2D7-02A6-67EB-BB5A-0F6BC0F6F2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9958" y="599115"/>
            <a:ext cx="265186" cy="2651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3" name="그룹 102">
            <a:extLst>
              <a:ext uri="{FF2B5EF4-FFF2-40B4-BE49-F238E27FC236}">
                <a16:creationId xmlns:a16="http://schemas.microsoft.com/office/drawing/2014/main" id="{85349D2A-633D-0D5D-0329-5A0DBDCE4A34}"/>
              </a:ext>
            </a:extLst>
          </p:cNvPr>
          <p:cNvGrpSpPr/>
          <p:nvPr/>
        </p:nvGrpSpPr>
        <p:grpSpPr>
          <a:xfrm>
            <a:off x="8481410" y="784168"/>
            <a:ext cx="1322700" cy="1287654"/>
            <a:chOff x="9208684" y="362548"/>
            <a:chExt cx="1322700" cy="1287654"/>
          </a:xfrm>
        </p:grpSpPr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2307508E-946E-3CA3-38C5-3AC02ADF9F4A}"/>
                </a:ext>
              </a:extLst>
            </p:cNvPr>
            <p:cNvSpPr txBox="1"/>
            <p:nvPr/>
          </p:nvSpPr>
          <p:spPr>
            <a:xfrm>
              <a:off x="9541708" y="854528"/>
              <a:ext cx="654899" cy="21544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dirty="0"/>
                <a:t>PVST+</a:t>
              </a:r>
            </a:p>
          </p:txBody>
        </p:sp>
        <p:pic>
          <p:nvPicPr>
            <p:cNvPr id="59" name="그래픽 58">
              <a:extLst>
                <a:ext uri="{FF2B5EF4-FFF2-40B4-BE49-F238E27FC236}">
                  <a16:creationId xmlns:a16="http://schemas.microsoft.com/office/drawing/2014/main" id="{7BC6AED2-E342-9B8A-8439-D30E7C7697D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9764510" y="362548"/>
              <a:ext cx="220445" cy="207477"/>
            </a:xfrm>
            <a:prstGeom prst="rect">
              <a:avLst/>
            </a:prstGeom>
          </p:spPr>
        </p:pic>
        <p:pic>
          <p:nvPicPr>
            <p:cNvPr id="61" name="그래픽 60">
              <a:extLst>
                <a:ext uri="{FF2B5EF4-FFF2-40B4-BE49-F238E27FC236}">
                  <a16:creationId xmlns:a16="http://schemas.microsoft.com/office/drawing/2014/main" id="{53412014-169B-4FE8-2085-62A7CBEAFBE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9208684" y="903399"/>
              <a:ext cx="220445" cy="207477"/>
            </a:xfrm>
            <a:prstGeom prst="rect">
              <a:avLst/>
            </a:prstGeom>
          </p:spPr>
        </p:pic>
        <p:pic>
          <p:nvPicPr>
            <p:cNvPr id="62" name="그래픽 61">
              <a:extLst>
                <a:ext uri="{FF2B5EF4-FFF2-40B4-BE49-F238E27FC236}">
                  <a16:creationId xmlns:a16="http://schemas.microsoft.com/office/drawing/2014/main" id="{914D1B09-B245-315D-2B62-EA51FDCF67E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9740835" y="1442725"/>
              <a:ext cx="220445" cy="207477"/>
            </a:xfrm>
            <a:prstGeom prst="rect">
              <a:avLst/>
            </a:prstGeom>
          </p:spPr>
        </p:pic>
        <p:pic>
          <p:nvPicPr>
            <p:cNvPr id="64" name="그래픽 63">
              <a:extLst>
                <a:ext uri="{FF2B5EF4-FFF2-40B4-BE49-F238E27FC236}">
                  <a16:creationId xmlns:a16="http://schemas.microsoft.com/office/drawing/2014/main" id="{21178BF4-F706-BAA5-2304-1C4395502E0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0310939" y="877748"/>
              <a:ext cx="220445" cy="207477"/>
            </a:xfrm>
            <a:prstGeom prst="rect">
              <a:avLst/>
            </a:prstGeom>
          </p:spPr>
        </p:pic>
        <p:cxnSp>
          <p:nvCxnSpPr>
            <p:cNvPr id="65" name="직선 연결선 64">
              <a:extLst>
                <a:ext uri="{FF2B5EF4-FFF2-40B4-BE49-F238E27FC236}">
                  <a16:creationId xmlns:a16="http://schemas.microsoft.com/office/drawing/2014/main" id="{2B8A9544-43D0-CC43-0782-364A879DE523}"/>
                </a:ext>
              </a:extLst>
            </p:cNvPr>
            <p:cNvCxnSpPr>
              <a:cxnSpLocks/>
              <a:stCxn id="59" idx="1"/>
              <a:endCxn id="61" idx="0"/>
            </p:cNvCxnSpPr>
            <p:nvPr/>
          </p:nvCxnSpPr>
          <p:spPr>
            <a:xfrm flipH="1">
              <a:off x="9318907" y="466287"/>
              <a:ext cx="445603" cy="437112"/>
            </a:xfrm>
            <a:prstGeom prst="line">
              <a:avLst/>
            </a:prstGeom>
            <a:ln w="34925" cmpd="dbl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직선 연결선 65">
              <a:extLst>
                <a:ext uri="{FF2B5EF4-FFF2-40B4-BE49-F238E27FC236}">
                  <a16:creationId xmlns:a16="http://schemas.microsoft.com/office/drawing/2014/main" id="{E2908571-93B6-04EE-9E7A-6D180D73D6BB}"/>
                </a:ext>
              </a:extLst>
            </p:cNvPr>
            <p:cNvCxnSpPr>
              <a:cxnSpLocks/>
              <a:stCxn id="61" idx="2"/>
              <a:endCxn id="62" idx="1"/>
            </p:cNvCxnSpPr>
            <p:nvPr/>
          </p:nvCxnSpPr>
          <p:spPr>
            <a:xfrm>
              <a:off x="9318907" y="1110876"/>
              <a:ext cx="421928" cy="435587"/>
            </a:xfrm>
            <a:prstGeom prst="line">
              <a:avLst/>
            </a:prstGeom>
            <a:ln w="34925" cmpd="dbl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직선 연결선 66">
              <a:extLst>
                <a:ext uri="{FF2B5EF4-FFF2-40B4-BE49-F238E27FC236}">
                  <a16:creationId xmlns:a16="http://schemas.microsoft.com/office/drawing/2014/main" id="{138DE691-7619-FC4D-3404-A43CF2E77CE6}"/>
                </a:ext>
              </a:extLst>
            </p:cNvPr>
            <p:cNvCxnSpPr>
              <a:cxnSpLocks/>
              <a:stCxn id="59" idx="3"/>
              <a:endCxn id="64" idx="0"/>
            </p:cNvCxnSpPr>
            <p:nvPr/>
          </p:nvCxnSpPr>
          <p:spPr>
            <a:xfrm>
              <a:off x="9984955" y="466287"/>
              <a:ext cx="436207" cy="411460"/>
            </a:xfrm>
            <a:prstGeom prst="line">
              <a:avLst/>
            </a:prstGeom>
            <a:ln w="34925" cmpd="dbl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직선 연결선 67">
              <a:extLst>
                <a:ext uri="{FF2B5EF4-FFF2-40B4-BE49-F238E27FC236}">
                  <a16:creationId xmlns:a16="http://schemas.microsoft.com/office/drawing/2014/main" id="{6348333F-C76C-FF61-30E7-B90EBE1550EC}"/>
                </a:ext>
              </a:extLst>
            </p:cNvPr>
            <p:cNvCxnSpPr>
              <a:cxnSpLocks/>
              <a:stCxn id="64" idx="2"/>
              <a:endCxn id="62" idx="3"/>
            </p:cNvCxnSpPr>
            <p:nvPr/>
          </p:nvCxnSpPr>
          <p:spPr>
            <a:xfrm flipH="1">
              <a:off x="9961280" y="1085225"/>
              <a:ext cx="459882" cy="461239"/>
            </a:xfrm>
            <a:prstGeom prst="line">
              <a:avLst/>
            </a:prstGeom>
            <a:ln w="34925" cmpd="dbl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8" name="그래픽 77">
            <a:extLst>
              <a:ext uri="{FF2B5EF4-FFF2-40B4-BE49-F238E27FC236}">
                <a16:creationId xmlns:a16="http://schemas.microsoft.com/office/drawing/2014/main" id="{1F82B55E-0A5B-2ADB-1BC7-F40C6128800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998191" y="3886170"/>
            <a:ext cx="220445" cy="207477"/>
          </a:xfrm>
          <a:prstGeom prst="rect">
            <a:avLst/>
          </a:prstGeom>
        </p:spPr>
      </p:pic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56B3BF27-3C9C-7198-4878-85C22BF2D4BC}"/>
              </a:ext>
            </a:extLst>
          </p:cNvPr>
          <p:cNvCxnSpPr>
            <a:cxnSpLocks/>
            <a:stCxn id="62" idx="2"/>
            <a:endCxn id="71" idx="0"/>
          </p:cNvCxnSpPr>
          <p:nvPr/>
        </p:nvCxnSpPr>
        <p:spPr>
          <a:xfrm>
            <a:off x="9123784" y="2071822"/>
            <a:ext cx="3873" cy="2962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0" name="Picture 16" descr="Computer">
            <a:extLst>
              <a:ext uri="{FF2B5EF4-FFF2-40B4-BE49-F238E27FC236}">
                <a16:creationId xmlns:a16="http://schemas.microsoft.com/office/drawing/2014/main" id="{274C2C7F-8CD4-479E-7E07-42A95D83AD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2349" y="1324159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" name="Picture 16" descr="Computer">
            <a:extLst>
              <a:ext uri="{FF2B5EF4-FFF2-40B4-BE49-F238E27FC236}">
                <a16:creationId xmlns:a16="http://schemas.microsoft.com/office/drawing/2014/main" id="{21DB5775-4D65-A9F4-E577-0A48B91843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37546" y="381386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3" name="Picture 16" descr="Computer">
            <a:extLst>
              <a:ext uri="{FF2B5EF4-FFF2-40B4-BE49-F238E27FC236}">
                <a16:creationId xmlns:a16="http://schemas.microsoft.com/office/drawing/2014/main" id="{0867B526-2E5D-8BD6-B6D9-201CF20A29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9731" y="1030764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5" name="Picture 16" descr="Computer">
            <a:extLst>
              <a:ext uri="{FF2B5EF4-FFF2-40B4-BE49-F238E27FC236}">
                <a16:creationId xmlns:a16="http://schemas.microsoft.com/office/drawing/2014/main" id="{DD80D4E0-AD92-F975-6795-F260E1E65F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2325" y="1568094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6" name="직선 연결선 125">
            <a:extLst>
              <a:ext uri="{FF2B5EF4-FFF2-40B4-BE49-F238E27FC236}">
                <a16:creationId xmlns:a16="http://schemas.microsoft.com/office/drawing/2014/main" id="{51A27166-A340-BA91-D7D3-DF16AB562B89}"/>
              </a:ext>
            </a:extLst>
          </p:cNvPr>
          <p:cNvCxnSpPr>
            <a:cxnSpLocks/>
            <a:endCxn id="125" idx="1"/>
          </p:cNvCxnSpPr>
          <p:nvPr/>
        </p:nvCxnSpPr>
        <p:spPr>
          <a:xfrm>
            <a:off x="9826929" y="1420891"/>
            <a:ext cx="345396" cy="26123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직선 연결선 130">
            <a:extLst>
              <a:ext uri="{FF2B5EF4-FFF2-40B4-BE49-F238E27FC236}">
                <a16:creationId xmlns:a16="http://schemas.microsoft.com/office/drawing/2014/main" id="{EEBBBD37-3AA8-BD43-E82E-02C22AF29526}"/>
              </a:ext>
            </a:extLst>
          </p:cNvPr>
          <p:cNvCxnSpPr>
            <a:cxnSpLocks/>
            <a:stCxn id="64" idx="3"/>
            <a:endCxn id="123" idx="1"/>
          </p:cNvCxnSpPr>
          <p:nvPr/>
        </p:nvCxnSpPr>
        <p:spPr>
          <a:xfrm flipV="1">
            <a:off x="9804110" y="1144800"/>
            <a:ext cx="375621" cy="25830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직선 연결선 136">
            <a:extLst>
              <a:ext uri="{FF2B5EF4-FFF2-40B4-BE49-F238E27FC236}">
                <a16:creationId xmlns:a16="http://schemas.microsoft.com/office/drawing/2014/main" id="{0508A2F5-A624-19BD-EB8B-3F96B3BCC2F8}"/>
              </a:ext>
            </a:extLst>
          </p:cNvPr>
          <p:cNvCxnSpPr>
            <a:cxnSpLocks/>
            <a:stCxn id="59" idx="0"/>
            <a:endCxn id="122" idx="2"/>
          </p:cNvCxnSpPr>
          <p:nvPr/>
        </p:nvCxnSpPr>
        <p:spPr>
          <a:xfrm flipV="1">
            <a:off x="9147459" y="609457"/>
            <a:ext cx="4123" cy="17471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직선 연결선 141">
            <a:extLst>
              <a:ext uri="{FF2B5EF4-FFF2-40B4-BE49-F238E27FC236}">
                <a16:creationId xmlns:a16="http://schemas.microsoft.com/office/drawing/2014/main" id="{6E433618-0F90-4377-9D21-AA3B65E99E25}"/>
              </a:ext>
            </a:extLst>
          </p:cNvPr>
          <p:cNvCxnSpPr>
            <a:cxnSpLocks/>
            <a:stCxn id="61" idx="1"/>
            <a:endCxn id="120" idx="3"/>
          </p:cNvCxnSpPr>
          <p:nvPr/>
        </p:nvCxnSpPr>
        <p:spPr>
          <a:xfrm flipH="1">
            <a:off x="8130420" y="1428758"/>
            <a:ext cx="350990" cy="94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9" name="TextBox 148">
            <a:extLst>
              <a:ext uri="{FF2B5EF4-FFF2-40B4-BE49-F238E27FC236}">
                <a16:creationId xmlns:a16="http://schemas.microsoft.com/office/drawing/2014/main" id="{BEAA1D61-5224-D310-C81E-4DBE6425248E}"/>
              </a:ext>
            </a:extLst>
          </p:cNvPr>
          <p:cNvSpPr txBox="1"/>
          <p:nvPr/>
        </p:nvSpPr>
        <p:spPr>
          <a:xfrm>
            <a:off x="7690471" y="1631831"/>
            <a:ext cx="6158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7030A0"/>
                </a:solidFill>
              </a:rPr>
              <a:t>VLAN 50</a:t>
            </a:r>
            <a:endParaRPr lang="ko-KR" altLang="en-US" sz="800" b="1" dirty="0">
              <a:solidFill>
                <a:srgbClr val="7030A0"/>
              </a:solidFill>
            </a:endParaRP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DB28D856-EF69-6AD2-C865-09CDDF2482CC}"/>
              </a:ext>
            </a:extLst>
          </p:cNvPr>
          <p:cNvSpPr txBox="1"/>
          <p:nvPr/>
        </p:nvSpPr>
        <p:spPr>
          <a:xfrm>
            <a:off x="9244775" y="373449"/>
            <a:ext cx="6158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FFC000"/>
                </a:solidFill>
              </a:rPr>
              <a:t>VLAN 40</a:t>
            </a:r>
            <a:endParaRPr lang="ko-KR" altLang="en-US" sz="800" b="1" dirty="0">
              <a:solidFill>
                <a:srgbClr val="FFC000"/>
              </a:solidFill>
            </a:endParaRP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F7B388D1-F81B-8860-72A8-2190384FEA5A}"/>
              </a:ext>
            </a:extLst>
          </p:cNvPr>
          <p:cNvSpPr txBox="1"/>
          <p:nvPr/>
        </p:nvSpPr>
        <p:spPr>
          <a:xfrm>
            <a:off x="10433202" y="996340"/>
            <a:ext cx="6158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7030A0"/>
                </a:solidFill>
              </a:rPr>
              <a:t>VLAN 50</a:t>
            </a:r>
            <a:endParaRPr lang="ko-KR" altLang="en-US" sz="800" b="1" dirty="0">
              <a:solidFill>
                <a:srgbClr val="7030A0"/>
              </a:solidFill>
            </a:endParaRP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DF88889F-7AAA-BFAD-089F-25978E9CC94B}"/>
              </a:ext>
            </a:extLst>
          </p:cNvPr>
          <p:cNvSpPr txBox="1"/>
          <p:nvPr/>
        </p:nvSpPr>
        <p:spPr>
          <a:xfrm>
            <a:off x="10433202" y="1557997"/>
            <a:ext cx="6158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FFC000"/>
                </a:solidFill>
              </a:rPr>
              <a:t>VLAN 40</a:t>
            </a:r>
            <a:endParaRPr lang="ko-KR" altLang="en-US" sz="800" b="1" dirty="0">
              <a:solidFill>
                <a:srgbClr val="FFC000"/>
              </a:solidFill>
            </a:endParaRPr>
          </a:p>
        </p:txBody>
      </p:sp>
      <p:cxnSp>
        <p:nvCxnSpPr>
          <p:cNvPr id="188" name="직선 연결선 187">
            <a:extLst>
              <a:ext uri="{FF2B5EF4-FFF2-40B4-BE49-F238E27FC236}">
                <a16:creationId xmlns:a16="http://schemas.microsoft.com/office/drawing/2014/main" id="{76C125DD-BC09-A2B2-33BC-E6A516BC3027}"/>
              </a:ext>
            </a:extLst>
          </p:cNvPr>
          <p:cNvCxnSpPr>
            <a:cxnSpLocks/>
            <a:stCxn id="113" idx="2"/>
            <a:endCxn id="114" idx="3"/>
          </p:cNvCxnSpPr>
          <p:nvPr/>
        </p:nvCxnSpPr>
        <p:spPr>
          <a:xfrm flipH="1">
            <a:off x="3489766" y="1804218"/>
            <a:ext cx="2680546" cy="70217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직선 연결선 192">
            <a:extLst>
              <a:ext uri="{FF2B5EF4-FFF2-40B4-BE49-F238E27FC236}">
                <a16:creationId xmlns:a16="http://schemas.microsoft.com/office/drawing/2014/main" id="{8C6370FB-C82D-ADEB-F183-24FEFB46F1AD}"/>
              </a:ext>
            </a:extLst>
          </p:cNvPr>
          <p:cNvCxnSpPr>
            <a:cxnSpLocks/>
          </p:cNvCxnSpPr>
          <p:nvPr/>
        </p:nvCxnSpPr>
        <p:spPr>
          <a:xfrm flipH="1" flipV="1">
            <a:off x="6170311" y="1796045"/>
            <a:ext cx="2769301" cy="6840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2" name="Picture 2" descr="Data server ">
            <a:extLst>
              <a:ext uri="{FF2B5EF4-FFF2-40B4-BE49-F238E27FC236}">
                <a16:creationId xmlns:a16="http://schemas.microsoft.com/office/drawing/2014/main" id="{D89FDE9B-B6B0-4BC0-DCF7-0FE57DE993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3174862" y="1374971"/>
            <a:ext cx="314904" cy="314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3" name="그래픽 242">
            <a:extLst>
              <a:ext uri="{FF2B5EF4-FFF2-40B4-BE49-F238E27FC236}">
                <a16:creationId xmlns:a16="http://schemas.microsoft.com/office/drawing/2014/main" id="{F916863C-FA83-317A-E5F0-E32FFF18A4D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flipH="1">
            <a:off x="3789612" y="1039215"/>
            <a:ext cx="220445" cy="207477"/>
          </a:xfrm>
          <a:prstGeom prst="rect">
            <a:avLst/>
          </a:prstGeom>
        </p:spPr>
      </p:pic>
      <p:pic>
        <p:nvPicPr>
          <p:cNvPr id="244" name="Picture 2" descr="Data server ">
            <a:extLst>
              <a:ext uri="{FF2B5EF4-FFF2-40B4-BE49-F238E27FC236}">
                <a16:creationId xmlns:a16="http://schemas.microsoft.com/office/drawing/2014/main" id="{2EB66C4B-9FDF-16FC-5B81-AB4591D761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3202482" y="286998"/>
            <a:ext cx="314904" cy="314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6" name="TextBox 245">
            <a:extLst>
              <a:ext uri="{FF2B5EF4-FFF2-40B4-BE49-F238E27FC236}">
                <a16:creationId xmlns:a16="http://schemas.microsoft.com/office/drawing/2014/main" id="{AABAAA95-6689-743F-CE73-DCEE7DB76B2F}"/>
              </a:ext>
            </a:extLst>
          </p:cNvPr>
          <p:cNvSpPr txBox="1"/>
          <p:nvPr/>
        </p:nvSpPr>
        <p:spPr>
          <a:xfrm flipH="1">
            <a:off x="2676342" y="1444810"/>
            <a:ext cx="1357814" cy="40011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solidFill>
                  <a:srgbClr val="ED7D31"/>
                </a:solidFill>
              </a:rPr>
              <a:t>MB -JUPYTER</a:t>
            </a:r>
          </a:p>
          <a:p>
            <a:r>
              <a:rPr lang="en-US" altLang="ko-KR" sz="1000" b="1" dirty="0">
                <a:solidFill>
                  <a:srgbClr val="ED7D31"/>
                </a:solidFill>
              </a:rPr>
              <a:t>UBUNTU</a:t>
            </a:r>
            <a:endParaRPr lang="ko-KR" altLang="en-US" sz="1000" b="1" dirty="0">
              <a:solidFill>
                <a:srgbClr val="ED7D31"/>
              </a:solidFill>
            </a:endParaRPr>
          </a:p>
        </p:txBody>
      </p:sp>
      <p:sp>
        <p:nvSpPr>
          <p:cNvPr id="247" name="TextBox 246">
            <a:extLst>
              <a:ext uri="{FF2B5EF4-FFF2-40B4-BE49-F238E27FC236}">
                <a16:creationId xmlns:a16="http://schemas.microsoft.com/office/drawing/2014/main" id="{099498D5-B48E-B05C-98F4-DFCA2F24FE94}"/>
              </a:ext>
            </a:extLst>
          </p:cNvPr>
          <p:cNvSpPr txBox="1"/>
          <p:nvPr/>
        </p:nvSpPr>
        <p:spPr>
          <a:xfrm flipH="1">
            <a:off x="2651601" y="600814"/>
            <a:ext cx="1146468" cy="400110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0000CC"/>
                </a:solidFill>
              </a:rPr>
              <a:t>MB – </a:t>
            </a:r>
            <a:r>
              <a:rPr lang="en-US" altLang="ko-KR" sz="1000" b="1" dirty="0" err="1">
                <a:solidFill>
                  <a:srgbClr val="0000CC"/>
                </a:solidFill>
              </a:rPr>
              <a:t>Monitorix</a:t>
            </a:r>
            <a:endParaRPr lang="en-US" altLang="ko-KR" sz="1000" b="1" dirty="0">
              <a:solidFill>
                <a:srgbClr val="0000CC"/>
              </a:solidFill>
            </a:endParaRPr>
          </a:p>
          <a:p>
            <a:r>
              <a:rPr lang="en-US" altLang="ko-KR" sz="1000" b="1" dirty="0">
                <a:solidFill>
                  <a:srgbClr val="0000CC"/>
                </a:solidFill>
              </a:rPr>
              <a:t>Rocky</a:t>
            </a:r>
            <a:endParaRPr lang="ko-KR" altLang="en-US" sz="1000" b="1" dirty="0">
              <a:solidFill>
                <a:srgbClr val="0000CC"/>
              </a:solidFill>
            </a:endParaRPr>
          </a:p>
        </p:txBody>
      </p:sp>
      <p:cxnSp>
        <p:nvCxnSpPr>
          <p:cNvPr id="249" name="직선 연결선 248">
            <a:extLst>
              <a:ext uri="{FF2B5EF4-FFF2-40B4-BE49-F238E27FC236}">
                <a16:creationId xmlns:a16="http://schemas.microsoft.com/office/drawing/2014/main" id="{C19DEBC3-3E7D-80D0-8AD1-7816B2C4FB3E}"/>
              </a:ext>
            </a:extLst>
          </p:cNvPr>
          <p:cNvCxnSpPr>
            <a:cxnSpLocks/>
            <a:stCxn id="243" idx="3"/>
          </p:cNvCxnSpPr>
          <p:nvPr/>
        </p:nvCxnSpPr>
        <p:spPr>
          <a:xfrm flipH="1" flipV="1">
            <a:off x="3459678" y="566413"/>
            <a:ext cx="329934" cy="57654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직선 연결선 249">
            <a:extLst>
              <a:ext uri="{FF2B5EF4-FFF2-40B4-BE49-F238E27FC236}">
                <a16:creationId xmlns:a16="http://schemas.microsoft.com/office/drawing/2014/main" id="{C6FE7F34-FF45-291F-5485-C7EC39089254}"/>
              </a:ext>
            </a:extLst>
          </p:cNvPr>
          <p:cNvCxnSpPr>
            <a:cxnSpLocks/>
            <a:stCxn id="243" idx="3"/>
          </p:cNvCxnSpPr>
          <p:nvPr/>
        </p:nvCxnSpPr>
        <p:spPr>
          <a:xfrm flipH="1">
            <a:off x="3421452" y="1142954"/>
            <a:ext cx="368160" cy="3495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직선 연결선 257">
            <a:extLst>
              <a:ext uri="{FF2B5EF4-FFF2-40B4-BE49-F238E27FC236}">
                <a16:creationId xmlns:a16="http://schemas.microsoft.com/office/drawing/2014/main" id="{8D6A7991-5C43-BCDA-8412-F5F8A8C915A5}"/>
              </a:ext>
            </a:extLst>
          </p:cNvPr>
          <p:cNvCxnSpPr>
            <a:cxnSpLocks/>
            <a:stCxn id="243" idx="1"/>
            <a:endCxn id="262" idx="1"/>
          </p:cNvCxnSpPr>
          <p:nvPr/>
        </p:nvCxnSpPr>
        <p:spPr>
          <a:xfrm flipV="1">
            <a:off x="4010057" y="1112922"/>
            <a:ext cx="1216366" cy="30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2" name="그래픽 261">
            <a:extLst>
              <a:ext uri="{FF2B5EF4-FFF2-40B4-BE49-F238E27FC236}">
                <a16:creationId xmlns:a16="http://schemas.microsoft.com/office/drawing/2014/main" id="{9F97A796-E74B-69F0-7DD4-8C8E8B35F68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26423" y="984709"/>
            <a:ext cx="376089" cy="256425"/>
          </a:xfrm>
          <a:prstGeom prst="rect">
            <a:avLst/>
          </a:prstGeom>
        </p:spPr>
      </p:pic>
      <p:cxnSp>
        <p:nvCxnSpPr>
          <p:cNvPr id="280" name="직선 연결선 279">
            <a:extLst>
              <a:ext uri="{FF2B5EF4-FFF2-40B4-BE49-F238E27FC236}">
                <a16:creationId xmlns:a16="http://schemas.microsoft.com/office/drawing/2014/main" id="{2D1F1D1C-3689-2934-84A2-86162C5013C9}"/>
              </a:ext>
            </a:extLst>
          </p:cNvPr>
          <p:cNvCxnSpPr>
            <a:cxnSpLocks/>
            <a:stCxn id="262" idx="3"/>
            <a:endCxn id="256" idx="1"/>
          </p:cNvCxnSpPr>
          <p:nvPr/>
        </p:nvCxnSpPr>
        <p:spPr>
          <a:xfrm flipH="1" flipV="1">
            <a:off x="5596416" y="735468"/>
            <a:ext cx="6096" cy="3774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0" name="직선 연결선 289">
            <a:extLst>
              <a:ext uri="{FF2B5EF4-FFF2-40B4-BE49-F238E27FC236}">
                <a16:creationId xmlns:a16="http://schemas.microsoft.com/office/drawing/2014/main" id="{DDAC1187-936E-DB69-ABC6-19B0391CC3AD}"/>
              </a:ext>
            </a:extLst>
          </p:cNvPr>
          <p:cNvCxnSpPr>
            <a:cxnSpLocks/>
            <a:stCxn id="301" idx="1"/>
            <a:endCxn id="325" idx="1"/>
          </p:cNvCxnSpPr>
          <p:nvPr/>
        </p:nvCxnSpPr>
        <p:spPr>
          <a:xfrm flipV="1">
            <a:off x="1423560" y="1525612"/>
            <a:ext cx="211156" cy="18364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DB95C866-AC45-EFCB-25E3-2E5B94A96B51}"/>
              </a:ext>
            </a:extLst>
          </p:cNvPr>
          <p:cNvSpPr txBox="1"/>
          <p:nvPr/>
        </p:nvSpPr>
        <p:spPr>
          <a:xfrm>
            <a:off x="5799226" y="2304661"/>
            <a:ext cx="768137" cy="21544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Frame-relay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3F985E3-18E1-16DD-4518-D8F9428A28D1}"/>
              </a:ext>
            </a:extLst>
          </p:cNvPr>
          <p:cNvSpPr txBox="1"/>
          <p:nvPr/>
        </p:nvSpPr>
        <p:spPr>
          <a:xfrm>
            <a:off x="9085958" y="5265888"/>
            <a:ext cx="6158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0000CC"/>
                </a:solidFill>
              </a:rPr>
              <a:t>VLAN 20</a:t>
            </a:r>
            <a:endParaRPr lang="ko-KR" altLang="en-US" sz="800" b="1" dirty="0">
              <a:solidFill>
                <a:srgbClr val="0000CC"/>
              </a:solidFill>
            </a:endParaRPr>
          </a:p>
        </p:txBody>
      </p:sp>
      <p:pic>
        <p:nvPicPr>
          <p:cNvPr id="21" name="Picture 16" descr="Computer">
            <a:extLst>
              <a:ext uri="{FF2B5EF4-FFF2-40B4-BE49-F238E27FC236}">
                <a16:creationId xmlns:a16="http://schemas.microsoft.com/office/drawing/2014/main" id="{A07EC7C8-E11F-6E23-7217-1C9779E43B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7814" y="4932652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16" descr="Computer">
            <a:extLst>
              <a:ext uri="{FF2B5EF4-FFF2-40B4-BE49-F238E27FC236}">
                <a16:creationId xmlns:a16="http://schemas.microsoft.com/office/drawing/2014/main" id="{D6F3DFC1-CA95-3F44-09BB-374BB0AC80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5200" y="4938596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D8A50815-D34A-1DB7-234F-F7A3AB6C8701}"/>
              </a:ext>
            </a:extLst>
          </p:cNvPr>
          <p:cNvSpPr txBox="1"/>
          <p:nvPr/>
        </p:nvSpPr>
        <p:spPr>
          <a:xfrm>
            <a:off x="8566166" y="5281515"/>
            <a:ext cx="6158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FF0000"/>
                </a:solidFill>
              </a:rPr>
              <a:t>VLAN 10</a:t>
            </a:r>
            <a:endParaRPr lang="ko-KR" altLang="en-US" sz="800" b="1" dirty="0">
              <a:solidFill>
                <a:srgbClr val="FF0000"/>
              </a:solidFill>
            </a:endParaRP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004751ED-468F-552F-2838-9CE9065E3FB0}"/>
              </a:ext>
            </a:extLst>
          </p:cNvPr>
          <p:cNvCxnSpPr>
            <a:cxnSpLocks/>
            <a:stCxn id="78" idx="2"/>
            <a:endCxn id="21" idx="0"/>
          </p:cNvCxnSpPr>
          <p:nvPr/>
        </p:nvCxnSpPr>
        <p:spPr>
          <a:xfrm flipH="1">
            <a:off x="8891850" y="4093647"/>
            <a:ext cx="216564" cy="8390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42FD43D4-9C43-1BB7-250E-4269706DD2AD}"/>
              </a:ext>
            </a:extLst>
          </p:cNvPr>
          <p:cNvCxnSpPr>
            <a:cxnSpLocks/>
            <a:stCxn id="78" idx="2"/>
            <a:endCxn id="22" idx="0"/>
          </p:cNvCxnSpPr>
          <p:nvPr/>
        </p:nvCxnSpPr>
        <p:spPr>
          <a:xfrm>
            <a:off x="9108414" y="4093647"/>
            <a:ext cx="300822" cy="84494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CDBCD7E-A0C2-9026-EE17-32FDAC738E52}"/>
              </a:ext>
            </a:extLst>
          </p:cNvPr>
          <p:cNvSpPr txBox="1"/>
          <p:nvPr/>
        </p:nvSpPr>
        <p:spPr>
          <a:xfrm>
            <a:off x="6686562" y="113551"/>
            <a:ext cx="12137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00" b="1" dirty="0" err="1"/>
              <a:t>외부망</a:t>
            </a:r>
            <a:endParaRPr lang="en-US" altLang="ko-KR" sz="1000" b="1" dirty="0"/>
          </a:p>
          <a:p>
            <a:pPr algn="ctr"/>
            <a:r>
              <a:rPr lang="en-US" altLang="ko-KR" sz="1000" b="1" dirty="0"/>
              <a:t>IP 172.16.0.0 /16</a:t>
            </a:r>
            <a:endParaRPr lang="ko-KR" altLang="en-US" sz="10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2B53C7-78D5-91AE-A88C-4202E242C3D1}"/>
              </a:ext>
            </a:extLst>
          </p:cNvPr>
          <p:cNvSpPr txBox="1"/>
          <p:nvPr/>
        </p:nvSpPr>
        <p:spPr>
          <a:xfrm>
            <a:off x="6760299" y="471298"/>
            <a:ext cx="10663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00" b="1" dirty="0" err="1"/>
              <a:t>내부망</a:t>
            </a:r>
            <a:endParaRPr lang="en-US" altLang="ko-KR" sz="1000" b="1" dirty="0"/>
          </a:p>
          <a:p>
            <a:pPr algn="ctr"/>
            <a:r>
              <a:rPr lang="en-US" altLang="ko-KR" sz="1000" b="1" dirty="0"/>
              <a:t>IP 10.1.0.0 /16</a:t>
            </a:r>
            <a:endParaRPr lang="ko-KR" altLang="en-US" sz="10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01C7F47-9E99-4DC3-4AB2-F6D0255B21DD}"/>
              </a:ext>
            </a:extLst>
          </p:cNvPr>
          <p:cNvSpPr txBox="1"/>
          <p:nvPr/>
        </p:nvSpPr>
        <p:spPr>
          <a:xfrm>
            <a:off x="5918506" y="1843440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MP</a:t>
            </a:r>
            <a:endParaRPr lang="ko-KR" altLang="en-US" sz="800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818F7F3-F88F-C9FD-E558-4DEB3387BD64}"/>
              </a:ext>
            </a:extLst>
          </p:cNvPr>
          <p:cNvSpPr txBox="1"/>
          <p:nvPr/>
        </p:nvSpPr>
        <p:spPr>
          <a:xfrm>
            <a:off x="8571140" y="2521621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MP</a:t>
            </a:r>
            <a:endParaRPr lang="ko-KR" altLang="en-US" sz="800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77A1EE6-99A1-CC83-23CC-76F38D64A10C}"/>
              </a:ext>
            </a:extLst>
          </p:cNvPr>
          <p:cNvSpPr txBox="1"/>
          <p:nvPr/>
        </p:nvSpPr>
        <p:spPr>
          <a:xfrm>
            <a:off x="5252929" y="1278254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</a:t>
            </a:r>
            <a:endParaRPr lang="ko-KR" altLang="en-US" sz="800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5D7A2F6-34A0-7B9B-8337-760A351D64C0}"/>
              </a:ext>
            </a:extLst>
          </p:cNvPr>
          <p:cNvSpPr txBox="1"/>
          <p:nvPr/>
        </p:nvSpPr>
        <p:spPr>
          <a:xfrm>
            <a:off x="5918506" y="1649478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2</a:t>
            </a:r>
            <a:endParaRPr lang="ko-KR" altLang="en-US" sz="800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1EF9AEA-07C5-86BB-93C9-105E26533C80}"/>
              </a:ext>
            </a:extLst>
          </p:cNvPr>
          <p:cNvSpPr txBox="1"/>
          <p:nvPr/>
        </p:nvSpPr>
        <p:spPr>
          <a:xfrm>
            <a:off x="3050117" y="2460764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3</a:t>
            </a:r>
            <a:endParaRPr lang="ko-KR" altLang="en-US" sz="800" b="1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93951B8-9CA6-BC15-8A39-5D5847207244}"/>
              </a:ext>
            </a:extLst>
          </p:cNvPr>
          <p:cNvSpPr txBox="1"/>
          <p:nvPr/>
        </p:nvSpPr>
        <p:spPr>
          <a:xfrm>
            <a:off x="1960793" y="2506387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4</a:t>
            </a:r>
            <a:endParaRPr lang="ko-KR" altLang="en-US" sz="800" b="1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49DE285-8246-2F0F-0692-9FC6E1657B9A}"/>
              </a:ext>
            </a:extLst>
          </p:cNvPr>
          <p:cNvSpPr txBox="1"/>
          <p:nvPr/>
        </p:nvSpPr>
        <p:spPr>
          <a:xfrm>
            <a:off x="2263239" y="3778891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6</a:t>
            </a:r>
            <a:endParaRPr lang="ko-KR" altLang="en-US" sz="800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7241DED-9D60-9A6A-418C-B7D2D384C1BD}"/>
              </a:ext>
            </a:extLst>
          </p:cNvPr>
          <p:cNvSpPr txBox="1"/>
          <p:nvPr/>
        </p:nvSpPr>
        <p:spPr>
          <a:xfrm>
            <a:off x="3058059" y="3243816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5</a:t>
            </a:r>
            <a:endParaRPr lang="ko-KR" altLang="en-US" sz="800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006C374-683F-D390-69E9-32A23E85C85E}"/>
              </a:ext>
            </a:extLst>
          </p:cNvPr>
          <p:cNvSpPr txBox="1"/>
          <p:nvPr/>
        </p:nvSpPr>
        <p:spPr>
          <a:xfrm>
            <a:off x="3851163" y="3798252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7</a:t>
            </a:r>
            <a:endParaRPr lang="ko-KR" altLang="en-US" sz="800" b="1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F1A5B80-E11C-AF89-587C-A511CD473F59}"/>
              </a:ext>
            </a:extLst>
          </p:cNvPr>
          <p:cNvSpPr txBox="1"/>
          <p:nvPr/>
        </p:nvSpPr>
        <p:spPr>
          <a:xfrm>
            <a:off x="3049008" y="4373174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8</a:t>
            </a:r>
            <a:endParaRPr lang="ko-KR" altLang="en-US" sz="800" b="1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48C3A8C-C825-40CA-69E8-C168FC78E89C}"/>
              </a:ext>
            </a:extLst>
          </p:cNvPr>
          <p:cNvSpPr txBox="1"/>
          <p:nvPr/>
        </p:nvSpPr>
        <p:spPr>
          <a:xfrm>
            <a:off x="2521177" y="5066443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9</a:t>
            </a:r>
            <a:endParaRPr lang="ko-KR" altLang="en-US" sz="800" b="1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D131D63-34D2-C8C7-57DB-B68E3804EB42}"/>
              </a:ext>
            </a:extLst>
          </p:cNvPr>
          <p:cNvSpPr txBox="1"/>
          <p:nvPr/>
        </p:nvSpPr>
        <p:spPr>
          <a:xfrm>
            <a:off x="3639975" y="5090897"/>
            <a:ext cx="3193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10</a:t>
            </a:r>
            <a:endParaRPr lang="ko-KR" altLang="en-US" sz="800" b="1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EAD4995-E2C9-F70E-C8FC-61279B4CEB6F}"/>
              </a:ext>
            </a:extLst>
          </p:cNvPr>
          <p:cNvSpPr txBox="1"/>
          <p:nvPr/>
        </p:nvSpPr>
        <p:spPr>
          <a:xfrm>
            <a:off x="8875851" y="2449944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11</a:t>
            </a:r>
            <a:endParaRPr lang="ko-KR" altLang="en-US" sz="800" b="1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D860D61-9E96-59ED-8F9B-A3C38E89A334}"/>
              </a:ext>
            </a:extLst>
          </p:cNvPr>
          <p:cNvSpPr txBox="1"/>
          <p:nvPr/>
        </p:nvSpPr>
        <p:spPr>
          <a:xfrm>
            <a:off x="1488878" y="2534948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2</a:t>
            </a:r>
            <a:endParaRPr lang="ko-KR" altLang="en-US" sz="800" b="1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2843E1D-9939-6E38-4BF2-6788B8BB3CC1}"/>
              </a:ext>
            </a:extLst>
          </p:cNvPr>
          <p:cNvSpPr txBox="1"/>
          <p:nvPr/>
        </p:nvSpPr>
        <p:spPr>
          <a:xfrm>
            <a:off x="3857053" y="5456188"/>
            <a:ext cx="3193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4</a:t>
            </a:r>
            <a:endParaRPr lang="ko-KR" altLang="en-US" sz="800" b="1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BC83FC3-E297-9623-F5E1-D1B00685E84D}"/>
              </a:ext>
            </a:extLst>
          </p:cNvPr>
          <p:cNvSpPr txBox="1"/>
          <p:nvPr/>
        </p:nvSpPr>
        <p:spPr>
          <a:xfrm>
            <a:off x="8986074" y="2024431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6</a:t>
            </a:r>
            <a:endParaRPr lang="ko-KR" altLang="en-US" sz="800" b="1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B394528-9FDA-8A84-32EC-5F181D43F540}"/>
              </a:ext>
            </a:extLst>
          </p:cNvPr>
          <p:cNvSpPr txBox="1"/>
          <p:nvPr/>
        </p:nvSpPr>
        <p:spPr>
          <a:xfrm>
            <a:off x="3667297" y="1210665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</a:t>
            </a:r>
            <a:endParaRPr lang="ko-KR" altLang="en-US" sz="800" b="1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4A99C2A-3186-A5EE-283D-9FB617E6194B}"/>
              </a:ext>
            </a:extLst>
          </p:cNvPr>
          <p:cNvSpPr txBox="1"/>
          <p:nvPr/>
        </p:nvSpPr>
        <p:spPr>
          <a:xfrm>
            <a:off x="2322433" y="5430154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3</a:t>
            </a:r>
            <a:endParaRPr lang="ko-KR" altLang="en-US" sz="800" b="1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6702B6D-53BC-1CC1-BAC4-3BDAF93906EF}"/>
              </a:ext>
            </a:extLst>
          </p:cNvPr>
          <p:cNvSpPr txBox="1"/>
          <p:nvPr/>
        </p:nvSpPr>
        <p:spPr>
          <a:xfrm>
            <a:off x="4455787" y="3914466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5</a:t>
            </a:r>
            <a:endParaRPr lang="ko-KR" altLang="en-US" sz="800" b="1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14B1260-7FB0-0E04-60FB-FBE395742CCA}"/>
              </a:ext>
            </a:extLst>
          </p:cNvPr>
          <p:cNvSpPr txBox="1"/>
          <p:nvPr/>
        </p:nvSpPr>
        <p:spPr>
          <a:xfrm>
            <a:off x="8273862" y="1500580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7</a:t>
            </a:r>
            <a:endParaRPr lang="ko-KR" altLang="en-US" sz="800" b="1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5A485F3-5F5A-59EE-B966-E1B72472CA40}"/>
              </a:ext>
            </a:extLst>
          </p:cNvPr>
          <p:cNvSpPr txBox="1"/>
          <p:nvPr/>
        </p:nvSpPr>
        <p:spPr>
          <a:xfrm>
            <a:off x="9477223" y="1508129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8</a:t>
            </a:r>
            <a:endParaRPr lang="ko-KR" altLang="en-US" sz="800" b="1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5CB5D80-F3DB-56C2-03F3-D4213355BC52}"/>
              </a:ext>
            </a:extLst>
          </p:cNvPr>
          <p:cNvSpPr txBox="1"/>
          <p:nvPr/>
        </p:nvSpPr>
        <p:spPr>
          <a:xfrm>
            <a:off x="9063896" y="712322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9</a:t>
            </a:r>
            <a:endParaRPr lang="ko-KR" altLang="en-US" sz="800" b="1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D1D4A97-6D84-58E9-539C-4C04AB073B41}"/>
              </a:ext>
            </a:extLst>
          </p:cNvPr>
          <p:cNvSpPr txBox="1"/>
          <p:nvPr/>
        </p:nvSpPr>
        <p:spPr>
          <a:xfrm>
            <a:off x="7514553" y="4024468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11</a:t>
            </a:r>
            <a:endParaRPr lang="ko-KR" altLang="en-US" sz="800" b="1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57820F7-6B66-9DB0-7311-8CF3541DC0FE}"/>
              </a:ext>
            </a:extLst>
          </p:cNvPr>
          <p:cNvSpPr txBox="1"/>
          <p:nvPr/>
        </p:nvSpPr>
        <p:spPr>
          <a:xfrm>
            <a:off x="6444355" y="4007506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12</a:t>
            </a:r>
            <a:endParaRPr lang="ko-KR" altLang="en-US" sz="800" b="1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B3E0595-9E1B-0DBB-D0D5-E5C83A24346C}"/>
              </a:ext>
            </a:extLst>
          </p:cNvPr>
          <p:cNvSpPr txBox="1"/>
          <p:nvPr/>
        </p:nvSpPr>
        <p:spPr>
          <a:xfrm>
            <a:off x="8710229" y="4032961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10</a:t>
            </a:r>
            <a:endParaRPr lang="ko-KR" altLang="en-US" sz="800" b="1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B5D4E36-730A-3A71-1631-3F4BB8BD6F4E}"/>
              </a:ext>
            </a:extLst>
          </p:cNvPr>
          <p:cNvSpPr txBox="1"/>
          <p:nvPr/>
        </p:nvSpPr>
        <p:spPr>
          <a:xfrm>
            <a:off x="5616186" y="1627996"/>
            <a:ext cx="3971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103</a:t>
            </a:r>
            <a:endParaRPr lang="ko-KR" altLang="en-US" sz="800" b="1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1D60232A-F9B6-EC4F-9055-A2501EA0C29B}"/>
              </a:ext>
            </a:extLst>
          </p:cNvPr>
          <p:cNvSpPr txBox="1"/>
          <p:nvPr/>
        </p:nvSpPr>
        <p:spPr>
          <a:xfrm>
            <a:off x="3336343" y="2506387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MP</a:t>
            </a:r>
            <a:endParaRPr lang="ko-KR" altLang="en-US" sz="800" b="1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86AAD6B-0C98-DE29-632E-CDAF754103E1}"/>
              </a:ext>
            </a:extLst>
          </p:cNvPr>
          <p:cNvSpPr txBox="1"/>
          <p:nvPr/>
        </p:nvSpPr>
        <p:spPr>
          <a:xfrm>
            <a:off x="2773467" y="2521806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PP</a:t>
            </a:r>
            <a:endParaRPr lang="ko-KR" altLang="en-US" sz="800" b="1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4FDDE500-C5B4-9096-3D67-F309EA189EE3}"/>
              </a:ext>
            </a:extLst>
          </p:cNvPr>
          <p:cNvSpPr txBox="1"/>
          <p:nvPr/>
        </p:nvSpPr>
        <p:spPr>
          <a:xfrm>
            <a:off x="2248429" y="2515471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PP</a:t>
            </a:r>
            <a:endParaRPr lang="ko-KR" altLang="en-US" sz="800" b="1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99EA3467-8D5D-CD46-A06B-8E2EA55A6E76}"/>
              </a:ext>
            </a:extLst>
          </p:cNvPr>
          <p:cNvSpPr txBox="1"/>
          <p:nvPr/>
        </p:nvSpPr>
        <p:spPr>
          <a:xfrm>
            <a:off x="2277489" y="2142241"/>
            <a:ext cx="10233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IP 10.1.64.0 /19</a:t>
            </a:r>
            <a:endParaRPr lang="ko-KR" altLang="en-US" sz="800" b="1" dirty="0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90C4EB99-92FB-18DB-29C5-A9D8CB30C5C7}"/>
              </a:ext>
            </a:extLst>
          </p:cNvPr>
          <p:cNvSpPr txBox="1"/>
          <p:nvPr/>
        </p:nvSpPr>
        <p:spPr>
          <a:xfrm>
            <a:off x="3216039" y="2862846"/>
            <a:ext cx="93534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IP 10.1.0.0 /23</a:t>
            </a:r>
            <a:endParaRPr lang="ko-KR" altLang="en-US" sz="800" b="1" dirty="0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198A772B-F1E9-1AC4-B598-D86999EC9944}"/>
              </a:ext>
            </a:extLst>
          </p:cNvPr>
          <p:cNvSpPr txBox="1"/>
          <p:nvPr/>
        </p:nvSpPr>
        <p:spPr>
          <a:xfrm>
            <a:off x="1473828" y="2038062"/>
            <a:ext cx="10076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IP 10.1.96.0 /19</a:t>
            </a:r>
            <a:endParaRPr lang="ko-KR" altLang="en-US" sz="800" b="1" dirty="0"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B0268504-1DEE-C789-CE17-7C20EE18510A}"/>
              </a:ext>
            </a:extLst>
          </p:cNvPr>
          <p:cNvSpPr txBox="1"/>
          <p:nvPr/>
        </p:nvSpPr>
        <p:spPr>
          <a:xfrm>
            <a:off x="5659283" y="2036158"/>
            <a:ext cx="10076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IP 10.1.128.0 /19</a:t>
            </a:r>
            <a:endParaRPr lang="ko-KR" altLang="en-US" sz="800" b="1" dirty="0"/>
          </a:p>
        </p:txBody>
      </p:sp>
      <p:cxnSp>
        <p:nvCxnSpPr>
          <p:cNvPr id="168" name="직선 연결선 167">
            <a:extLst>
              <a:ext uri="{FF2B5EF4-FFF2-40B4-BE49-F238E27FC236}">
                <a16:creationId xmlns:a16="http://schemas.microsoft.com/office/drawing/2014/main" id="{EFB27132-FE00-0A13-9E57-994D4442E483}"/>
              </a:ext>
            </a:extLst>
          </p:cNvPr>
          <p:cNvCxnSpPr>
            <a:cxnSpLocks/>
            <a:endCxn id="82" idx="0"/>
          </p:cNvCxnSpPr>
          <p:nvPr/>
        </p:nvCxnSpPr>
        <p:spPr>
          <a:xfrm flipH="1">
            <a:off x="6858456" y="4059326"/>
            <a:ext cx="11298" cy="8916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직선 연결선 175">
            <a:extLst>
              <a:ext uri="{FF2B5EF4-FFF2-40B4-BE49-F238E27FC236}">
                <a16:creationId xmlns:a16="http://schemas.microsoft.com/office/drawing/2014/main" id="{A7FB0424-C558-C86D-6F18-94213E963B51}"/>
              </a:ext>
            </a:extLst>
          </p:cNvPr>
          <p:cNvCxnSpPr>
            <a:cxnSpLocks/>
          </p:cNvCxnSpPr>
          <p:nvPr/>
        </p:nvCxnSpPr>
        <p:spPr>
          <a:xfrm flipH="1">
            <a:off x="6384848" y="4051133"/>
            <a:ext cx="498680" cy="92849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9" name="TextBox 198">
            <a:extLst>
              <a:ext uri="{FF2B5EF4-FFF2-40B4-BE49-F238E27FC236}">
                <a16:creationId xmlns:a16="http://schemas.microsoft.com/office/drawing/2014/main" id="{05DEA630-4CDD-05B1-9A0D-8FCF4FA8232A}"/>
              </a:ext>
            </a:extLst>
          </p:cNvPr>
          <p:cNvSpPr txBox="1"/>
          <p:nvPr/>
        </p:nvSpPr>
        <p:spPr>
          <a:xfrm>
            <a:off x="2024282" y="3266323"/>
            <a:ext cx="93534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IP 10.1.2.0 /23</a:t>
            </a:r>
            <a:endParaRPr lang="ko-KR" altLang="en-US" sz="800" b="1" dirty="0"/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4365269B-43CE-2CD3-6DB0-7017DCAA5B80}"/>
              </a:ext>
            </a:extLst>
          </p:cNvPr>
          <p:cNvSpPr txBox="1"/>
          <p:nvPr/>
        </p:nvSpPr>
        <p:spPr>
          <a:xfrm>
            <a:off x="1988368" y="4178660"/>
            <a:ext cx="96628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IP 10.1.4.0 /23</a:t>
            </a:r>
            <a:endParaRPr lang="ko-KR" altLang="en-US" sz="800" b="1" dirty="0"/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F613FDC7-1A93-8FFD-6C49-BC6FBBE46F54}"/>
              </a:ext>
            </a:extLst>
          </p:cNvPr>
          <p:cNvSpPr txBox="1"/>
          <p:nvPr/>
        </p:nvSpPr>
        <p:spPr>
          <a:xfrm>
            <a:off x="3643179" y="3259539"/>
            <a:ext cx="93534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IP 10.1.8.0 /23</a:t>
            </a:r>
            <a:endParaRPr lang="ko-KR" altLang="en-US" sz="800" b="1" dirty="0"/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7C7BB6CB-62F4-7574-3C98-AB3DDC74C22A}"/>
              </a:ext>
            </a:extLst>
          </p:cNvPr>
          <p:cNvSpPr txBox="1"/>
          <p:nvPr/>
        </p:nvSpPr>
        <p:spPr>
          <a:xfrm>
            <a:off x="4232245" y="3505534"/>
            <a:ext cx="9656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IP 10.1.10.0 /23</a:t>
            </a:r>
            <a:endParaRPr lang="ko-KR" altLang="en-US" sz="800" b="1" dirty="0"/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CB176178-2F7A-3CA9-ACB5-89656FAEF936}"/>
              </a:ext>
            </a:extLst>
          </p:cNvPr>
          <p:cNvSpPr txBox="1"/>
          <p:nvPr/>
        </p:nvSpPr>
        <p:spPr>
          <a:xfrm>
            <a:off x="3603235" y="4179241"/>
            <a:ext cx="99442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IP 10.1.6.0 /23</a:t>
            </a:r>
            <a:endParaRPr lang="ko-KR" altLang="en-US" sz="800" b="1" dirty="0"/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FF77BCC1-0F00-A318-5C63-E7ECAB5216AE}"/>
              </a:ext>
            </a:extLst>
          </p:cNvPr>
          <p:cNvSpPr txBox="1"/>
          <p:nvPr/>
        </p:nvSpPr>
        <p:spPr>
          <a:xfrm>
            <a:off x="3799657" y="4735062"/>
            <a:ext cx="100553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IP 10.1.12.0 /23</a:t>
            </a:r>
            <a:endParaRPr lang="ko-KR" altLang="en-US" sz="800" b="1" dirty="0"/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E0FD6F81-08E4-52DE-EA75-0650B56877C5}"/>
              </a:ext>
            </a:extLst>
          </p:cNvPr>
          <p:cNvSpPr txBox="1"/>
          <p:nvPr/>
        </p:nvSpPr>
        <p:spPr>
          <a:xfrm>
            <a:off x="1827981" y="4704359"/>
            <a:ext cx="9718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IP 10.1.16.0 /23</a:t>
            </a:r>
            <a:endParaRPr lang="ko-KR" altLang="en-US" sz="800" b="1" dirty="0"/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1AF063D2-858D-8F15-36D8-08DD56196EFA}"/>
              </a:ext>
            </a:extLst>
          </p:cNvPr>
          <p:cNvSpPr txBox="1"/>
          <p:nvPr/>
        </p:nvSpPr>
        <p:spPr>
          <a:xfrm>
            <a:off x="7002777" y="5528686"/>
            <a:ext cx="10076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C00000"/>
                </a:solidFill>
              </a:rPr>
              <a:t>VLAN 10</a:t>
            </a:r>
          </a:p>
          <a:p>
            <a:pPr algn="ctr"/>
            <a:r>
              <a:rPr lang="en-US" altLang="ko-KR" sz="800" b="1" dirty="0">
                <a:solidFill>
                  <a:srgbClr val="C00000"/>
                </a:solidFill>
              </a:rPr>
              <a:t>IP 10.1.32.0 /22</a:t>
            </a:r>
            <a:endParaRPr lang="ko-KR" altLang="en-US" sz="800" b="1" dirty="0">
              <a:solidFill>
                <a:srgbClr val="C00000"/>
              </a:solidFill>
            </a:endParaRP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B6B56093-FA73-E1FD-B856-18C96F9830B9}"/>
              </a:ext>
            </a:extLst>
          </p:cNvPr>
          <p:cNvSpPr txBox="1"/>
          <p:nvPr/>
        </p:nvSpPr>
        <p:spPr>
          <a:xfrm>
            <a:off x="7012840" y="6210937"/>
            <a:ext cx="10076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00B050"/>
                </a:solidFill>
              </a:rPr>
              <a:t>VLAN 30</a:t>
            </a:r>
          </a:p>
          <a:p>
            <a:pPr algn="ctr"/>
            <a:r>
              <a:rPr lang="en-US" altLang="ko-KR" sz="800" b="1" dirty="0">
                <a:solidFill>
                  <a:srgbClr val="00B050"/>
                </a:solidFill>
              </a:rPr>
              <a:t>IP 10.1.40.0 /22</a:t>
            </a:r>
            <a:endParaRPr lang="ko-KR" altLang="en-US" sz="800" b="1" dirty="0">
              <a:solidFill>
                <a:srgbClr val="00B050"/>
              </a:solidFill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3B5C2AE4-DD99-DC9E-2E57-7D106EDBCA0A}"/>
              </a:ext>
            </a:extLst>
          </p:cNvPr>
          <p:cNvSpPr txBox="1"/>
          <p:nvPr/>
        </p:nvSpPr>
        <p:spPr>
          <a:xfrm>
            <a:off x="1488604" y="5260905"/>
            <a:ext cx="11361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b="1" dirty="0"/>
              <a:t>사설 대역</a:t>
            </a:r>
            <a:endParaRPr lang="en-US" altLang="ko-KR" sz="800" b="1" dirty="0"/>
          </a:p>
          <a:p>
            <a:pPr algn="ctr"/>
            <a:r>
              <a:rPr lang="en-US" altLang="ko-KR" sz="800" b="1" dirty="0"/>
              <a:t>IP 128.128.0.0 /16</a:t>
            </a:r>
            <a:endParaRPr lang="ko-KR" altLang="en-US" sz="800" b="1" dirty="0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84391F2A-CC40-1CD8-244C-978223C851D4}"/>
              </a:ext>
            </a:extLst>
          </p:cNvPr>
          <p:cNvSpPr txBox="1"/>
          <p:nvPr/>
        </p:nvSpPr>
        <p:spPr>
          <a:xfrm>
            <a:off x="3878956" y="5247831"/>
            <a:ext cx="9718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IP 10.1.14.0 /23</a:t>
            </a:r>
            <a:endParaRPr lang="ko-KR" altLang="en-US" sz="800" b="1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98425F2-D029-8CAB-5B24-1D3D9A5BD9CA}"/>
              </a:ext>
            </a:extLst>
          </p:cNvPr>
          <p:cNvSpPr txBox="1"/>
          <p:nvPr/>
        </p:nvSpPr>
        <p:spPr>
          <a:xfrm>
            <a:off x="7247012" y="3200990"/>
            <a:ext cx="14853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도메인 이름</a:t>
            </a:r>
            <a:r>
              <a:rPr lang="en-US" altLang="ko-KR" sz="1000" b="1" dirty="0"/>
              <a:t>:</a:t>
            </a:r>
            <a:r>
              <a:rPr lang="ko-KR" altLang="en-US" sz="1000" b="1" dirty="0"/>
              <a:t> </a:t>
            </a:r>
            <a:r>
              <a:rPr lang="en-US" altLang="ko-KR" sz="1000" b="1" dirty="0"/>
              <a:t>team1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12C556A-845D-EC5E-DAFB-1D6A91DDD264}"/>
              </a:ext>
            </a:extLst>
          </p:cNvPr>
          <p:cNvSpPr txBox="1"/>
          <p:nvPr/>
        </p:nvSpPr>
        <p:spPr>
          <a:xfrm>
            <a:off x="2227183" y="6190343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</a:t>
            </a:r>
            <a:endParaRPr lang="ko-KR" altLang="en-US" sz="800" b="1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8022988-59BB-8DE6-FD9A-598760B679DF}"/>
              </a:ext>
            </a:extLst>
          </p:cNvPr>
          <p:cNvSpPr txBox="1"/>
          <p:nvPr/>
        </p:nvSpPr>
        <p:spPr>
          <a:xfrm>
            <a:off x="3431243" y="6187147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2</a:t>
            </a:r>
            <a:endParaRPr lang="ko-KR" altLang="en-US" sz="800" b="1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6598E02-AF59-3B86-52B6-88B80932FCC7}"/>
              </a:ext>
            </a:extLst>
          </p:cNvPr>
          <p:cNvSpPr txBox="1"/>
          <p:nvPr/>
        </p:nvSpPr>
        <p:spPr>
          <a:xfrm>
            <a:off x="3810545" y="6162827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3</a:t>
            </a:r>
            <a:endParaRPr lang="ko-KR" altLang="en-US" sz="800" b="1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E96A2C51-DFA3-C5D7-9DF2-A32B8BBA0B04}"/>
              </a:ext>
            </a:extLst>
          </p:cNvPr>
          <p:cNvSpPr txBox="1"/>
          <p:nvPr/>
        </p:nvSpPr>
        <p:spPr>
          <a:xfrm>
            <a:off x="6044162" y="5150248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4</a:t>
            </a:r>
            <a:endParaRPr lang="ko-KR" altLang="en-US" sz="800" b="1" dirty="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D354D3CD-38FD-EAD4-B107-B1A748E7B34B}"/>
              </a:ext>
            </a:extLst>
          </p:cNvPr>
          <p:cNvSpPr txBox="1"/>
          <p:nvPr/>
        </p:nvSpPr>
        <p:spPr>
          <a:xfrm>
            <a:off x="6582715" y="5151756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5</a:t>
            </a:r>
            <a:endParaRPr lang="ko-KR" altLang="en-US" sz="800" b="1" dirty="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7010409F-C892-1DD6-C80E-C83137831E1B}"/>
              </a:ext>
            </a:extLst>
          </p:cNvPr>
          <p:cNvSpPr txBox="1"/>
          <p:nvPr/>
        </p:nvSpPr>
        <p:spPr>
          <a:xfrm>
            <a:off x="8668085" y="415313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12</a:t>
            </a:r>
            <a:endParaRPr lang="ko-KR" altLang="en-US" sz="800" b="1" dirty="0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3D749342-1A38-8CF4-B417-BC11C96B55ED}"/>
              </a:ext>
            </a:extLst>
          </p:cNvPr>
          <p:cNvSpPr txBox="1"/>
          <p:nvPr/>
        </p:nvSpPr>
        <p:spPr>
          <a:xfrm>
            <a:off x="10034556" y="1744064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13</a:t>
            </a:r>
            <a:endParaRPr lang="ko-KR" altLang="en-US" sz="800" b="1" dirty="0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27780CF3-9A21-DB94-79AF-AD50661A7CD9}"/>
              </a:ext>
            </a:extLst>
          </p:cNvPr>
          <p:cNvSpPr txBox="1"/>
          <p:nvPr/>
        </p:nvSpPr>
        <p:spPr>
          <a:xfrm>
            <a:off x="10034556" y="1225104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14</a:t>
            </a:r>
            <a:endParaRPr lang="ko-KR" altLang="en-US" sz="800" b="1" dirty="0"/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2C285566-BBC8-5C37-AF42-637AEF3B4154}"/>
              </a:ext>
            </a:extLst>
          </p:cNvPr>
          <p:cNvSpPr txBox="1"/>
          <p:nvPr/>
        </p:nvSpPr>
        <p:spPr>
          <a:xfrm>
            <a:off x="7123875" y="5169124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6</a:t>
            </a:r>
            <a:endParaRPr lang="ko-KR" altLang="en-US" sz="800" b="1" dirty="0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D028087B-EA86-2678-605C-D08E7DB220FA}"/>
              </a:ext>
            </a:extLst>
          </p:cNvPr>
          <p:cNvSpPr txBox="1"/>
          <p:nvPr/>
        </p:nvSpPr>
        <p:spPr>
          <a:xfrm>
            <a:off x="7684466" y="5165988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7</a:t>
            </a:r>
            <a:endParaRPr lang="ko-KR" altLang="en-US" sz="800" b="1" dirty="0"/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074F85A8-2FF2-1BF6-862A-38B4ACCEFAD5}"/>
              </a:ext>
            </a:extLst>
          </p:cNvPr>
          <p:cNvSpPr txBox="1"/>
          <p:nvPr/>
        </p:nvSpPr>
        <p:spPr>
          <a:xfrm>
            <a:off x="8158843" y="5173170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8</a:t>
            </a:r>
            <a:endParaRPr lang="ko-KR" altLang="en-US" sz="800" b="1" dirty="0"/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6EEE996F-AD9F-1929-8A76-DE96E2D8CC30}"/>
              </a:ext>
            </a:extLst>
          </p:cNvPr>
          <p:cNvSpPr txBox="1"/>
          <p:nvPr/>
        </p:nvSpPr>
        <p:spPr>
          <a:xfrm>
            <a:off x="8621025" y="5168933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9</a:t>
            </a:r>
            <a:endParaRPr lang="ko-KR" altLang="en-US" sz="800" b="1" dirty="0"/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14BEBBC1-7FC4-92EA-466A-440D42CDD2E8}"/>
              </a:ext>
            </a:extLst>
          </p:cNvPr>
          <p:cNvSpPr txBox="1"/>
          <p:nvPr/>
        </p:nvSpPr>
        <p:spPr>
          <a:xfrm>
            <a:off x="9165129" y="5156729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10</a:t>
            </a:r>
            <a:endParaRPr lang="ko-KR" altLang="en-US" sz="800" b="1" dirty="0"/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7229828C-EAD3-A9E8-9CFF-7D466BF0D769}"/>
              </a:ext>
            </a:extLst>
          </p:cNvPr>
          <p:cNvSpPr txBox="1"/>
          <p:nvPr/>
        </p:nvSpPr>
        <p:spPr>
          <a:xfrm>
            <a:off x="7745299" y="1480944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11</a:t>
            </a:r>
            <a:endParaRPr lang="ko-KR" altLang="en-US" sz="800" b="1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089C709-3A2E-9AC6-9AFD-B4750D2CC79F}"/>
              </a:ext>
            </a:extLst>
          </p:cNvPr>
          <p:cNvSpPr txBox="1"/>
          <p:nvPr/>
        </p:nvSpPr>
        <p:spPr>
          <a:xfrm>
            <a:off x="7031046" y="5881181"/>
            <a:ext cx="9541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chemeClr val="accent1"/>
                </a:solidFill>
              </a:rPr>
              <a:t>VLAN 20</a:t>
            </a:r>
          </a:p>
          <a:p>
            <a:pPr algn="ctr"/>
            <a:r>
              <a:rPr lang="en-US" altLang="ko-KR" sz="800" b="1" dirty="0">
                <a:solidFill>
                  <a:schemeClr val="accent1"/>
                </a:solidFill>
              </a:rPr>
              <a:t>IP 10.1.36.0 /22</a:t>
            </a:r>
            <a:endParaRPr lang="ko-KR" altLang="en-US" sz="800" b="1" dirty="0">
              <a:solidFill>
                <a:schemeClr val="accent1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06A54AB-2E8C-D8F2-CA00-C240FFBB439F}"/>
              </a:ext>
            </a:extLst>
          </p:cNvPr>
          <p:cNvSpPr txBox="1"/>
          <p:nvPr/>
        </p:nvSpPr>
        <p:spPr>
          <a:xfrm>
            <a:off x="8631688" y="2240076"/>
            <a:ext cx="3971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201</a:t>
            </a:r>
            <a:endParaRPr lang="ko-KR" altLang="en-US" sz="800" b="1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E38AEEC-9799-84A2-5A10-D2BE14D51275}"/>
              </a:ext>
            </a:extLst>
          </p:cNvPr>
          <p:cNvSpPr txBox="1"/>
          <p:nvPr/>
        </p:nvSpPr>
        <p:spPr>
          <a:xfrm>
            <a:off x="6312200" y="1649478"/>
            <a:ext cx="3971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102</a:t>
            </a:r>
            <a:endParaRPr lang="ko-KR" altLang="en-US" sz="800" b="1" dirty="0"/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67A9DA42-E51A-DB63-2C93-4F22C4A7BF76}"/>
              </a:ext>
            </a:extLst>
          </p:cNvPr>
          <p:cNvSpPr txBox="1"/>
          <p:nvPr/>
        </p:nvSpPr>
        <p:spPr>
          <a:xfrm>
            <a:off x="3390138" y="2255676"/>
            <a:ext cx="3971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301</a:t>
            </a:r>
            <a:endParaRPr lang="ko-KR" altLang="en-US" sz="800" b="1" dirty="0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6DFBC01B-E381-9D0B-B9CF-A01922765220}"/>
              </a:ext>
            </a:extLst>
          </p:cNvPr>
          <p:cNvSpPr txBox="1"/>
          <p:nvPr/>
        </p:nvSpPr>
        <p:spPr>
          <a:xfrm>
            <a:off x="2849754" y="2315907"/>
            <a:ext cx="3971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304</a:t>
            </a:r>
            <a:endParaRPr lang="ko-KR" altLang="en-US" sz="800" b="1" dirty="0"/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27B87C4C-5967-78EF-A081-DC11160A4E2E}"/>
              </a:ext>
            </a:extLst>
          </p:cNvPr>
          <p:cNvSpPr txBox="1"/>
          <p:nvPr/>
        </p:nvSpPr>
        <p:spPr>
          <a:xfrm>
            <a:off x="2303436" y="2317900"/>
            <a:ext cx="3971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403</a:t>
            </a:r>
            <a:endParaRPr lang="ko-KR" altLang="en-US" sz="800" b="1" dirty="0"/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2D841724-63BB-6CFC-FDB6-F0853AC9A4CC}"/>
              </a:ext>
            </a:extLst>
          </p:cNvPr>
          <p:cNvSpPr txBox="1"/>
          <p:nvPr/>
        </p:nvSpPr>
        <p:spPr>
          <a:xfrm>
            <a:off x="3252058" y="1477830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</a:t>
            </a:r>
            <a:endParaRPr lang="ko-KR" altLang="en-US" sz="800" b="1" dirty="0"/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73730BD2-F931-B683-ABD0-2D22D5F091A8}"/>
              </a:ext>
            </a:extLst>
          </p:cNvPr>
          <p:cNvSpPr txBox="1"/>
          <p:nvPr/>
        </p:nvSpPr>
        <p:spPr>
          <a:xfrm>
            <a:off x="3289001" y="317859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2</a:t>
            </a:r>
            <a:endParaRPr lang="ko-KR" altLang="en-US" sz="800" b="1" dirty="0"/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6502AFF1-6BA0-376A-0C9A-C1F2D4089D90}"/>
              </a:ext>
            </a:extLst>
          </p:cNvPr>
          <p:cNvSpPr txBox="1"/>
          <p:nvPr/>
        </p:nvSpPr>
        <p:spPr>
          <a:xfrm>
            <a:off x="2671334" y="6241479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3</a:t>
            </a:r>
            <a:endParaRPr lang="ko-KR" altLang="en-US" sz="800" b="1" dirty="0"/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BA360BBE-DD88-89AF-B87C-F4BBBE88D0A1}"/>
              </a:ext>
            </a:extLst>
          </p:cNvPr>
          <p:cNvSpPr txBox="1"/>
          <p:nvPr/>
        </p:nvSpPr>
        <p:spPr>
          <a:xfrm>
            <a:off x="5333404" y="4366517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4</a:t>
            </a:r>
            <a:endParaRPr lang="ko-KR" altLang="en-US" sz="800" b="1" dirty="0"/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2FDD2855-1A63-940A-4945-9DFD7A6B8964}"/>
              </a:ext>
            </a:extLst>
          </p:cNvPr>
          <p:cNvSpPr txBox="1"/>
          <p:nvPr/>
        </p:nvSpPr>
        <p:spPr>
          <a:xfrm>
            <a:off x="5323294" y="3598821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5</a:t>
            </a:r>
            <a:endParaRPr lang="ko-KR" altLang="en-US" sz="800" b="1" dirty="0"/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776925DE-2840-DCEF-8A06-A143A4002FAE}"/>
              </a:ext>
            </a:extLst>
          </p:cNvPr>
          <p:cNvSpPr txBox="1"/>
          <p:nvPr/>
        </p:nvSpPr>
        <p:spPr>
          <a:xfrm>
            <a:off x="5360700" y="2876903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6</a:t>
            </a:r>
            <a:endParaRPr lang="ko-KR" altLang="en-US" sz="800" b="1" dirty="0"/>
          </a:p>
        </p:txBody>
      </p:sp>
      <p:cxnSp>
        <p:nvCxnSpPr>
          <p:cNvPr id="282" name="직선 연결선 281">
            <a:extLst>
              <a:ext uri="{FF2B5EF4-FFF2-40B4-BE49-F238E27FC236}">
                <a16:creationId xmlns:a16="http://schemas.microsoft.com/office/drawing/2014/main" id="{48464120-F018-5D6A-441F-F354367CB928}"/>
              </a:ext>
            </a:extLst>
          </p:cNvPr>
          <p:cNvCxnSpPr>
            <a:cxnSpLocks/>
            <a:stCxn id="284" idx="1"/>
          </p:cNvCxnSpPr>
          <p:nvPr/>
        </p:nvCxnSpPr>
        <p:spPr>
          <a:xfrm flipH="1">
            <a:off x="9239250" y="2520774"/>
            <a:ext cx="94336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4" name="그래픽 283">
            <a:extLst>
              <a:ext uri="{FF2B5EF4-FFF2-40B4-BE49-F238E27FC236}">
                <a16:creationId xmlns:a16="http://schemas.microsoft.com/office/drawing/2014/main" id="{DD14079A-19BD-8FE2-4B78-F6D6D33A70B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182614" y="2417035"/>
            <a:ext cx="220445" cy="207477"/>
          </a:xfrm>
          <a:prstGeom prst="rect">
            <a:avLst/>
          </a:prstGeom>
        </p:spPr>
      </p:pic>
      <p:pic>
        <p:nvPicPr>
          <p:cNvPr id="285" name="Picture 16" descr="Computer">
            <a:extLst>
              <a:ext uri="{FF2B5EF4-FFF2-40B4-BE49-F238E27FC236}">
                <a16:creationId xmlns:a16="http://schemas.microsoft.com/office/drawing/2014/main" id="{5D5A4E81-F38B-55AE-182C-36BDB20765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1578" y="3300080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6" name="Picture 16" descr="Computer">
            <a:extLst>
              <a:ext uri="{FF2B5EF4-FFF2-40B4-BE49-F238E27FC236}">
                <a16:creationId xmlns:a16="http://schemas.microsoft.com/office/drawing/2014/main" id="{E4F60DE7-27DF-428E-60E0-3A4B027CAF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4251" y="3285053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7" name="Picture 16" descr="Computer">
            <a:extLst>
              <a:ext uri="{FF2B5EF4-FFF2-40B4-BE49-F238E27FC236}">
                <a16:creationId xmlns:a16="http://schemas.microsoft.com/office/drawing/2014/main" id="{60D6D6D0-13A5-9453-279D-D1C44A5B36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1395" y="3296838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8" name="Picture 16" descr="Computer">
            <a:extLst>
              <a:ext uri="{FF2B5EF4-FFF2-40B4-BE49-F238E27FC236}">
                <a16:creationId xmlns:a16="http://schemas.microsoft.com/office/drawing/2014/main" id="{979B6C54-F2C6-A2A4-49A2-898F6E1F52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96074" y="3294987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9" name="그래픽 288">
            <a:extLst>
              <a:ext uri="{FF2B5EF4-FFF2-40B4-BE49-F238E27FC236}">
                <a16:creationId xmlns:a16="http://schemas.microsoft.com/office/drawing/2014/main" id="{A4C6894A-A80E-4DC9-B804-7E742C9ACC6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315302" y="2417035"/>
            <a:ext cx="220445" cy="207477"/>
          </a:xfrm>
          <a:prstGeom prst="rect">
            <a:avLst/>
          </a:prstGeom>
        </p:spPr>
      </p:pic>
      <p:cxnSp>
        <p:nvCxnSpPr>
          <p:cNvPr id="291" name="직선 연결선 290">
            <a:extLst>
              <a:ext uri="{FF2B5EF4-FFF2-40B4-BE49-F238E27FC236}">
                <a16:creationId xmlns:a16="http://schemas.microsoft.com/office/drawing/2014/main" id="{15E56400-D2BB-6EAA-E015-9CFF2C2F84F9}"/>
              </a:ext>
            </a:extLst>
          </p:cNvPr>
          <p:cNvCxnSpPr>
            <a:cxnSpLocks/>
            <a:stCxn id="284" idx="2"/>
            <a:endCxn id="285" idx="0"/>
          </p:cNvCxnSpPr>
          <p:nvPr/>
        </p:nvCxnSpPr>
        <p:spPr>
          <a:xfrm flipH="1">
            <a:off x="9975614" y="2624512"/>
            <a:ext cx="317223" cy="67556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4" name="직선 연결선 293">
            <a:extLst>
              <a:ext uri="{FF2B5EF4-FFF2-40B4-BE49-F238E27FC236}">
                <a16:creationId xmlns:a16="http://schemas.microsoft.com/office/drawing/2014/main" id="{F93724DA-F7A8-8F67-B01D-4B8D99A5FA66}"/>
              </a:ext>
            </a:extLst>
          </p:cNvPr>
          <p:cNvCxnSpPr>
            <a:cxnSpLocks/>
            <a:stCxn id="284" idx="2"/>
            <a:endCxn id="286" idx="0"/>
          </p:cNvCxnSpPr>
          <p:nvPr/>
        </p:nvCxnSpPr>
        <p:spPr>
          <a:xfrm>
            <a:off x="10292837" y="2624512"/>
            <a:ext cx="255450" cy="66054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4" name="직선 연결선 303">
            <a:extLst>
              <a:ext uri="{FF2B5EF4-FFF2-40B4-BE49-F238E27FC236}">
                <a16:creationId xmlns:a16="http://schemas.microsoft.com/office/drawing/2014/main" id="{5260EB02-2404-5769-36D9-0D2656805116}"/>
              </a:ext>
            </a:extLst>
          </p:cNvPr>
          <p:cNvCxnSpPr>
            <a:cxnSpLocks/>
            <a:stCxn id="284" idx="3"/>
            <a:endCxn id="289" idx="1"/>
          </p:cNvCxnSpPr>
          <p:nvPr/>
        </p:nvCxnSpPr>
        <p:spPr>
          <a:xfrm>
            <a:off x="10403059" y="2520774"/>
            <a:ext cx="91224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" name="직선 연결선 306">
            <a:extLst>
              <a:ext uri="{FF2B5EF4-FFF2-40B4-BE49-F238E27FC236}">
                <a16:creationId xmlns:a16="http://schemas.microsoft.com/office/drawing/2014/main" id="{39F7D68C-3D2E-2C07-7864-5079E972E81D}"/>
              </a:ext>
            </a:extLst>
          </p:cNvPr>
          <p:cNvCxnSpPr>
            <a:cxnSpLocks/>
            <a:stCxn id="287" idx="0"/>
            <a:endCxn id="289" idx="2"/>
          </p:cNvCxnSpPr>
          <p:nvPr/>
        </p:nvCxnSpPr>
        <p:spPr>
          <a:xfrm flipV="1">
            <a:off x="11125431" y="2624512"/>
            <a:ext cx="300094" cy="67232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0" name="직선 연결선 309">
            <a:extLst>
              <a:ext uri="{FF2B5EF4-FFF2-40B4-BE49-F238E27FC236}">
                <a16:creationId xmlns:a16="http://schemas.microsoft.com/office/drawing/2014/main" id="{A225E794-61E7-D864-34C2-D4C69AFF6D9A}"/>
              </a:ext>
            </a:extLst>
          </p:cNvPr>
          <p:cNvCxnSpPr>
            <a:cxnSpLocks/>
            <a:stCxn id="288" idx="0"/>
            <a:endCxn id="289" idx="2"/>
          </p:cNvCxnSpPr>
          <p:nvPr/>
        </p:nvCxnSpPr>
        <p:spPr>
          <a:xfrm flipH="1" flipV="1">
            <a:off x="11425525" y="2624512"/>
            <a:ext cx="184585" cy="6704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5" name="TextBox 334">
            <a:extLst>
              <a:ext uri="{FF2B5EF4-FFF2-40B4-BE49-F238E27FC236}">
                <a16:creationId xmlns:a16="http://schemas.microsoft.com/office/drawing/2014/main" id="{886EDAF6-3559-A72C-293B-1AC3B39DC955}"/>
              </a:ext>
            </a:extLst>
          </p:cNvPr>
          <p:cNvSpPr txBox="1"/>
          <p:nvPr/>
        </p:nvSpPr>
        <p:spPr>
          <a:xfrm>
            <a:off x="10421497" y="2076443"/>
            <a:ext cx="751328" cy="21544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Inter VLAN</a:t>
            </a:r>
          </a:p>
        </p:txBody>
      </p:sp>
      <p:sp>
        <p:nvSpPr>
          <p:cNvPr id="336" name="TextBox 335">
            <a:extLst>
              <a:ext uri="{FF2B5EF4-FFF2-40B4-BE49-F238E27FC236}">
                <a16:creationId xmlns:a16="http://schemas.microsoft.com/office/drawing/2014/main" id="{27FA5568-0447-3F1F-3240-94B38037C376}"/>
              </a:ext>
            </a:extLst>
          </p:cNvPr>
          <p:cNvSpPr txBox="1"/>
          <p:nvPr/>
        </p:nvSpPr>
        <p:spPr>
          <a:xfrm>
            <a:off x="10041032" y="2191492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13</a:t>
            </a:r>
            <a:endParaRPr lang="ko-KR" altLang="en-US" sz="800" b="1" dirty="0"/>
          </a:p>
        </p:txBody>
      </p:sp>
      <p:sp>
        <p:nvSpPr>
          <p:cNvPr id="337" name="TextBox 336">
            <a:extLst>
              <a:ext uri="{FF2B5EF4-FFF2-40B4-BE49-F238E27FC236}">
                <a16:creationId xmlns:a16="http://schemas.microsoft.com/office/drawing/2014/main" id="{D95773D2-65E7-C926-8551-89DC22C331E0}"/>
              </a:ext>
            </a:extLst>
          </p:cNvPr>
          <p:cNvSpPr txBox="1"/>
          <p:nvPr/>
        </p:nvSpPr>
        <p:spPr>
          <a:xfrm>
            <a:off x="11101975" y="2196443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14</a:t>
            </a:r>
            <a:endParaRPr lang="ko-KR" altLang="en-US" sz="800" b="1" dirty="0"/>
          </a:p>
        </p:txBody>
      </p:sp>
      <p:sp>
        <p:nvSpPr>
          <p:cNvPr id="338" name="TextBox 337">
            <a:extLst>
              <a:ext uri="{FF2B5EF4-FFF2-40B4-BE49-F238E27FC236}">
                <a16:creationId xmlns:a16="http://schemas.microsoft.com/office/drawing/2014/main" id="{F97B5EE8-EA96-1802-50B7-0BA4DD4EE0FC}"/>
              </a:ext>
            </a:extLst>
          </p:cNvPr>
          <p:cNvSpPr txBox="1"/>
          <p:nvPr/>
        </p:nvSpPr>
        <p:spPr>
          <a:xfrm>
            <a:off x="9669909" y="3506288"/>
            <a:ext cx="52183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15</a:t>
            </a:r>
            <a:endParaRPr lang="ko-KR" altLang="en-US" sz="800" b="1" dirty="0"/>
          </a:p>
        </p:txBody>
      </p:sp>
      <p:sp>
        <p:nvSpPr>
          <p:cNvPr id="339" name="TextBox 338">
            <a:extLst>
              <a:ext uri="{FF2B5EF4-FFF2-40B4-BE49-F238E27FC236}">
                <a16:creationId xmlns:a16="http://schemas.microsoft.com/office/drawing/2014/main" id="{39A7FE80-8CE0-90D0-63E9-2A93C03BE90B}"/>
              </a:ext>
            </a:extLst>
          </p:cNvPr>
          <p:cNvSpPr txBox="1"/>
          <p:nvPr/>
        </p:nvSpPr>
        <p:spPr>
          <a:xfrm>
            <a:off x="10259504" y="3496191"/>
            <a:ext cx="52183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16</a:t>
            </a:r>
            <a:endParaRPr lang="ko-KR" altLang="en-US" sz="800" b="1" dirty="0"/>
          </a:p>
        </p:txBody>
      </p:sp>
      <p:sp>
        <p:nvSpPr>
          <p:cNvPr id="340" name="TextBox 339">
            <a:extLst>
              <a:ext uri="{FF2B5EF4-FFF2-40B4-BE49-F238E27FC236}">
                <a16:creationId xmlns:a16="http://schemas.microsoft.com/office/drawing/2014/main" id="{DEF4B415-2010-02C2-FA1A-FCCB75E436BC}"/>
              </a:ext>
            </a:extLst>
          </p:cNvPr>
          <p:cNvSpPr txBox="1"/>
          <p:nvPr/>
        </p:nvSpPr>
        <p:spPr>
          <a:xfrm>
            <a:off x="10851792" y="3495697"/>
            <a:ext cx="52183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17</a:t>
            </a:r>
            <a:endParaRPr lang="ko-KR" altLang="en-US" sz="800" b="1" dirty="0"/>
          </a:p>
        </p:txBody>
      </p:sp>
      <p:sp>
        <p:nvSpPr>
          <p:cNvPr id="341" name="TextBox 340">
            <a:extLst>
              <a:ext uri="{FF2B5EF4-FFF2-40B4-BE49-F238E27FC236}">
                <a16:creationId xmlns:a16="http://schemas.microsoft.com/office/drawing/2014/main" id="{44727478-5973-2BD8-7435-43E0FD99A7D2}"/>
              </a:ext>
            </a:extLst>
          </p:cNvPr>
          <p:cNvSpPr txBox="1"/>
          <p:nvPr/>
        </p:nvSpPr>
        <p:spPr>
          <a:xfrm>
            <a:off x="11315237" y="3496260"/>
            <a:ext cx="52183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18</a:t>
            </a:r>
            <a:endParaRPr lang="ko-KR" altLang="en-US" sz="800" b="1" dirty="0"/>
          </a:p>
        </p:txBody>
      </p:sp>
      <p:sp>
        <p:nvSpPr>
          <p:cNvPr id="342" name="TextBox 341">
            <a:extLst>
              <a:ext uri="{FF2B5EF4-FFF2-40B4-BE49-F238E27FC236}">
                <a16:creationId xmlns:a16="http://schemas.microsoft.com/office/drawing/2014/main" id="{ED98A665-F19A-4FFB-F59E-F9E9FE86D236}"/>
              </a:ext>
            </a:extLst>
          </p:cNvPr>
          <p:cNvSpPr txBox="1"/>
          <p:nvPr/>
        </p:nvSpPr>
        <p:spPr>
          <a:xfrm>
            <a:off x="9624064" y="3678554"/>
            <a:ext cx="6158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VLAN 60</a:t>
            </a:r>
            <a:endParaRPr lang="ko-KR" altLang="en-US" sz="8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46" name="TextBox 345">
            <a:extLst>
              <a:ext uri="{FF2B5EF4-FFF2-40B4-BE49-F238E27FC236}">
                <a16:creationId xmlns:a16="http://schemas.microsoft.com/office/drawing/2014/main" id="{50C32B4E-14B9-C103-14D3-C58C06AA90B7}"/>
              </a:ext>
            </a:extLst>
          </p:cNvPr>
          <p:cNvSpPr txBox="1"/>
          <p:nvPr/>
        </p:nvSpPr>
        <p:spPr>
          <a:xfrm>
            <a:off x="10797806" y="3669670"/>
            <a:ext cx="6158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VLAN 60</a:t>
            </a:r>
            <a:endParaRPr lang="ko-KR" altLang="en-US" sz="8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47" name="TextBox 346">
            <a:extLst>
              <a:ext uri="{FF2B5EF4-FFF2-40B4-BE49-F238E27FC236}">
                <a16:creationId xmlns:a16="http://schemas.microsoft.com/office/drawing/2014/main" id="{78229405-FC05-1813-6202-0171E93FA761}"/>
              </a:ext>
            </a:extLst>
          </p:cNvPr>
          <p:cNvSpPr txBox="1"/>
          <p:nvPr/>
        </p:nvSpPr>
        <p:spPr>
          <a:xfrm>
            <a:off x="10207967" y="3660638"/>
            <a:ext cx="61587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chemeClr val="accent2">
                    <a:lumMod val="50000"/>
                  </a:schemeClr>
                </a:solidFill>
              </a:rPr>
              <a:t>VLAN 70</a:t>
            </a:r>
            <a:endParaRPr lang="ko-KR" altLang="en-US" sz="8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349" name="TextBox 348">
            <a:extLst>
              <a:ext uri="{FF2B5EF4-FFF2-40B4-BE49-F238E27FC236}">
                <a16:creationId xmlns:a16="http://schemas.microsoft.com/office/drawing/2014/main" id="{CC228417-7F38-344F-370F-F4866F9BDE69}"/>
              </a:ext>
            </a:extLst>
          </p:cNvPr>
          <p:cNvSpPr txBox="1"/>
          <p:nvPr/>
        </p:nvSpPr>
        <p:spPr>
          <a:xfrm>
            <a:off x="11300752" y="3669670"/>
            <a:ext cx="61587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chemeClr val="accent2">
                    <a:lumMod val="50000"/>
                  </a:schemeClr>
                </a:solidFill>
              </a:rPr>
              <a:t>VLAN 70</a:t>
            </a:r>
            <a:endParaRPr lang="ko-KR" altLang="en-US" sz="8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356" name="TextBox 355">
            <a:extLst>
              <a:ext uri="{FF2B5EF4-FFF2-40B4-BE49-F238E27FC236}">
                <a16:creationId xmlns:a16="http://schemas.microsoft.com/office/drawing/2014/main" id="{A46CBB44-2DAA-81C8-B815-BF2E25962E6E}"/>
              </a:ext>
            </a:extLst>
          </p:cNvPr>
          <p:cNvSpPr txBox="1"/>
          <p:nvPr/>
        </p:nvSpPr>
        <p:spPr>
          <a:xfrm>
            <a:off x="7916344" y="5543965"/>
            <a:ext cx="9541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FFC000"/>
                </a:solidFill>
              </a:rPr>
              <a:t>VLAN 40</a:t>
            </a:r>
          </a:p>
          <a:p>
            <a:pPr algn="ctr"/>
            <a:r>
              <a:rPr lang="en-US" altLang="ko-KR" sz="800" b="1" dirty="0">
                <a:solidFill>
                  <a:srgbClr val="FFC000"/>
                </a:solidFill>
              </a:rPr>
              <a:t>IP 10.1.44.0 /22</a:t>
            </a:r>
            <a:endParaRPr lang="ko-KR" altLang="en-US" sz="800" b="1" dirty="0">
              <a:solidFill>
                <a:srgbClr val="FFC000"/>
              </a:solidFill>
            </a:endParaRPr>
          </a:p>
        </p:txBody>
      </p:sp>
      <p:sp>
        <p:nvSpPr>
          <p:cNvPr id="357" name="TextBox 356">
            <a:extLst>
              <a:ext uri="{FF2B5EF4-FFF2-40B4-BE49-F238E27FC236}">
                <a16:creationId xmlns:a16="http://schemas.microsoft.com/office/drawing/2014/main" id="{E5A1098C-E358-C721-D4DB-C976FBF308B7}"/>
              </a:ext>
            </a:extLst>
          </p:cNvPr>
          <p:cNvSpPr txBox="1"/>
          <p:nvPr/>
        </p:nvSpPr>
        <p:spPr>
          <a:xfrm>
            <a:off x="7906555" y="5871166"/>
            <a:ext cx="9541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7030A0"/>
                </a:solidFill>
              </a:rPr>
              <a:t>VLAN 50</a:t>
            </a:r>
          </a:p>
          <a:p>
            <a:pPr algn="ctr"/>
            <a:r>
              <a:rPr lang="en-US" altLang="ko-KR" sz="800" b="1" dirty="0">
                <a:solidFill>
                  <a:srgbClr val="7030A0"/>
                </a:solidFill>
              </a:rPr>
              <a:t>IP 10.1.48.0 /22</a:t>
            </a:r>
            <a:endParaRPr lang="ko-KR" altLang="en-US" sz="800" b="1" dirty="0">
              <a:solidFill>
                <a:srgbClr val="7030A0"/>
              </a:solidFill>
            </a:endParaRPr>
          </a:p>
        </p:txBody>
      </p:sp>
      <p:sp>
        <p:nvSpPr>
          <p:cNvPr id="358" name="TextBox 357">
            <a:extLst>
              <a:ext uri="{FF2B5EF4-FFF2-40B4-BE49-F238E27FC236}">
                <a16:creationId xmlns:a16="http://schemas.microsoft.com/office/drawing/2014/main" id="{6742F12B-378A-D5D8-643E-7C5CC102AFBF}"/>
              </a:ext>
            </a:extLst>
          </p:cNvPr>
          <p:cNvSpPr txBox="1"/>
          <p:nvPr/>
        </p:nvSpPr>
        <p:spPr>
          <a:xfrm>
            <a:off x="8767518" y="5541788"/>
            <a:ext cx="9541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VLAN 60</a:t>
            </a:r>
          </a:p>
          <a:p>
            <a:pPr algn="ctr"/>
            <a:r>
              <a:rPr lang="en-US" altLang="ko-KR" sz="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IP 10.1.52.0 /22</a:t>
            </a:r>
            <a:endParaRPr lang="ko-KR" altLang="en-US" sz="8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59" name="TextBox 358">
            <a:extLst>
              <a:ext uri="{FF2B5EF4-FFF2-40B4-BE49-F238E27FC236}">
                <a16:creationId xmlns:a16="http://schemas.microsoft.com/office/drawing/2014/main" id="{0CB7240E-4E15-039C-D792-F3226FA110F2}"/>
              </a:ext>
            </a:extLst>
          </p:cNvPr>
          <p:cNvSpPr txBox="1"/>
          <p:nvPr/>
        </p:nvSpPr>
        <p:spPr>
          <a:xfrm>
            <a:off x="8762775" y="5873772"/>
            <a:ext cx="9541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chemeClr val="accent2">
                    <a:lumMod val="50000"/>
                  </a:schemeClr>
                </a:solidFill>
              </a:rPr>
              <a:t>VLAN 70</a:t>
            </a:r>
          </a:p>
          <a:p>
            <a:pPr algn="ctr"/>
            <a:r>
              <a:rPr lang="en-US" altLang="ko-KR" sz="800" b="1" dirty="0">
                <a:solidFill>
                  <a:schemeClr val="accent2">
                    <a:lumMod val="50000"/>
                  </a:schemeClr>
                </a:solidFill>
              </a:rPr>
              <a:t>IP 10.1.56.0 /22</a:t>
            </a:r>
            <a:endParaRPr lang="ko-KR" altLang="en-US" sz="8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78603BFD-9487-F53F-9FB1-DFFCE7FB5458}"/>
              </a:ext>
            </a:extLst>
          </p:cNvPr>
          <p:cNvSpPr txBox="1"/>
          <p:nvPr/>
        </p:nvSpPr>
        <p:spPr>
          <a:xfrm flipH="1">
            <a:off x="3890380" y="175828"/>
            <a:ext cx="846720" cy="40011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solidFill>
                  <a:srgbClr val="ED7D31"/>
                </a:solidFill>
              </a:rPr>
              <a:t>MB – iSCSI</a:t>
            </a:r>
          </a:p>
          <a:p>
            <a:r>
              <a:rPr lang="en-US" altLang="ko-KR" sz="1000" b="1" dirty="0">
                <a:solidFill>
                  <a:srgbClr val="ED7D31"/>
                </a:solidFill>
              </a:rPr>
              <a:t>UBUNTU</a:t>
            </a:r>
            <a:endParaRPr lang="ko-KR" altLang="en-US" sz="1000" b="1" dirty="0">
              <a:solidFill>
                <a:srgbClr val="ED7D31"/>
              </a:solidFill>
            </a:endParaRP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150FD95D-FC97-08C8-38FB-0BACB6155620}"/>
              </a:ext>
            </a:extLst>
          </p:cNvPr>
          <p:cNvSpPr txBox="1"/>
          <p:nvPr/>
        </p:nvSpPr>
        <p:spPr>
          <a:xfrm>
            <a:off x="6662000" y="812405"/>
            <a:ext cx="12875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00" b="1" dirty="0" err="1"/>
              <a:t>사설망</a:t>
            </a:r>
            <a:endParaRPr lang="en-US" altLang="ko-KR" sz="1000" b="1" dirty="0"/>
          </a:p>
          <a:p>
            <a:pPr algn="ctr"/>
            <a:r>
              <a:rPr lang="en-US" altLang="ko-KR" sz="1000" b="1" dirty="0"/>
              <a:t>IP 192.168.0.0 /16</a:t>
            </a:r>
            <a:endParaRPr lang="ko-KR" altLang="en-US" sz="1000" b="1" dirty="0"/>
          </a:p>
        </p:txBody>
      </p:sp>
    </p:spTree>
    <p:extLst>
      <p:ext uri="{BB962C8B-B14F-4D97-AF65-F5344CB8AC3E}">
        <p14:creationId xmlns:p14="http://schemas.microsoft.com/office/powerpoint/2010/main" val="19162422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1022</TotalTime>
  <Words>518</Words>
  <Application>Microsoft Office PowerPoint</Application>
  <PresentationFormat>와이드스크린</PresentationFormat>
  <Paragraphs>323</Paragraphs>
  <Slides>3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Hyerim Park</dc:creator>
  <cp:lastModifiedBy>Hyerim Park</cp:lastModifiedBy>
  <cp:revision>2</cp:revision>
  <dcterms:created xsi:type="dcterms:W3CDTF">2025-10-28T08:06:36Z</dcterms:created>
  <dcterms:modified xsi:type="dcterms:W3CDTF">2025-10-29T01:09:21Z</dcterms:modified>
</cp:coreProperties>
</file>