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4660"/>
  </p:normalViewPr>
  <p:slideViewPr>
    <p:cSldViewPr snapToGrid="0">
      <p:cViewPr>
        <p:scale>
          <a:sx n="50" d="100"/>
          <a:sy n="50" d="100"/>
        </p:scale>
        <p:origin x="-4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010F4-B301-C229-7795-BEDB40532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47B2A6-6BB7-4332-306C-1361F8A0D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20930A-0524-F5B7-86AB-87FC017C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1B72E8-7070-332A-37C8-DE88B7A18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54E0B1-CC97-6698-4B96-6418CDBB7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14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CE26D-9641-1DA8-4839-9C2963C0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688E8-D421-AF0C-C1CB-3C4EB8E39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5BD54E-A073-CC08-4905-F073899C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A04E8-0EF1-BB31-4FF1-4C4A6E9F9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C85110-002B-6F14-3C11-F9B0C001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14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E848E-28B4-9196-22F8-8DBA1F4C5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1F06D2-24B2-1308-A1D3-296AF037A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46B26F-D800-72FB-3976-1ABCEABA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142078-788E-A527-B05A-521CDD80F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15CBAE-6469-3C7B-31FF-FED46A0B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1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800C7-3A9F-ED3D-F645-BD0617F8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74FEB8-D55F-CACC-3D5F-90161D777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92C6D8-D925-197A-5887-45A641EE0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45B7AC-9D17-4BCF-77FC-33FCB781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8D1E0D-2909-6DC3-9491-11E73DD6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9F8639-7728-B8C5-92E5-2625D335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33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73CF1-921F-7B21-353D-2D4C82DA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D39A81-C5A5-0FE2-5DC5-77C068202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6D39EC-8A72-CD92-E368-E9BC55416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D2081B-5536-9025-24B5-DD0C7102D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142C30-BE77-DEE0-487D-60A30EAFE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437970-206B-44C5-1923-A17273A5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FB1F06-EB0D-4F29-B9B5-46EE5787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DD0B75-927C-CD49-6BB8-D02DDA95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63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442CE-ED01-A476-62BF-561EEA3A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18104B-9023-10B3-B37A-165FBF07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AE2362-EE68-2F57-3A7C-E897BC86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7C43AC-443F-FA04-D998-F18B7E4F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64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EE5B1C-0B96-40D6-70D6-9642C7BD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A7F741-BCE6-254D-9619-6A92274B3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747305-99FC-9B01-C1D0-110417B3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89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65B94-43AC-0539-C202-EA8BBA73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FD4A4F-6292-290A-0734-75E6767CA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D309F2-4ECC-9057-DA5B-76017DA2F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29C49E-015C-2110-8048-30A433F5F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0E9325-A076-EC5D-FB7D-4FD09B6F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132398-9F49-BA47-42D0-888A48D2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29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4C553-8028-A83D-73BB-E59837BF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BC3C74-86E9-55CC-2857-56E79DAB5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2D33AD-1697-7648-C617-6C446BF39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6F923D-FA5A-FC08-0E76-35E945EC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E466C-35A6-73DC-05EC-30F36187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209DA7-603F-1111-A5C4-5582D5DA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07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733A0-865C-0D70-B129-24595AA9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079878-5FC8-FF5C-C676-DEBB89C50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2AC3E-6987-6425-0042-B549652BF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16EF34-60C7-3D8D-1D46-2F909BFB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9D9F2-E394-CE7A-7CD4-986E192BA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35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B8FCC51-DBCC-AD59-D792-A6A1D11CA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BADB9C-F188-EDCE-58F9-9242AA96F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C440E7-443E-D59A-701A-B243E5DD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AFFE2E-DB2A-AA67-803B-B4759A477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67FC8-DA9F-4AF5-83B7-8E0FB543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57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8CAD88-2C65-3611-7862-C731B657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DB94AE-3B08-F918-3F26-EFDEC09C6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9910E-FBDD-D3CB-7DEA-02EF5CBA1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D95AF6-6FF8-9490-A877-17F9D68A1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22CE1D-B6CC-EB64-52C1-ECDF0F5A2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00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A440-1733-CD19-CC75-34511E7C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그룹 78">
            <a:extLst>
              <a:ext uri="{FF2B5EF4-FFF2-40B4-BE49-F238E27FC236}">
                <a16:creationId xmlns:a16="http://schemas.microsoft.com/office/drawing/2014/main" id="{EC1D4609-4712-906D-97CD-12C404071F8D}"/>
              </a:ext>
            </a:extLst>
          </p:cNvPr>
          <p:cNvGrpSpPr/>
          <p:nvPr/>
        </p:nvGrpSpPr>
        <p:grpSpPr>
          <a:xfrm>
            <a:off x="5360142" y="5433889"/>
            <a:ext cx="5318348" cy="1070485"/>
            <a:chOff x="4004472" y="5586154"/>
            <a:chExt cx="5432567" cy="1070485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EB8D681-66D5-B74C-E34C-6CA72EB4F425}"/>
                </a:ext>
              </a:extLst>
            </p:cNvPr>
            <p:cNvSpPr/>
            <p:nvPr/>
          </p:nvSpPr>
          <p:spPr>
            <a:xfrm>
              <a:off x="4004472" y="5586154"/>
              <a:ext cx="5432567" cy="10704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D93A821-F300-7BF9-18C8-693BB6F15CDF}"/>
                </a:ext>
              </a:extLst>
            </p:cNvPr>
            <p:cNvSpPr txBox="1"/>
            <p:nvPr/>
          </p:nvSpPr>
          <p:spPr>
            <a:xfrm>
              <a:off x="4160750" y="5723616"/>
              <a:ext cx="1664920" cy="3693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All Device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7CC08F1-0615-13C5-7429-4831DFAEFD74}"/>
                </a:ext>
              </a:extLst>
            </p:cNvPr>
            <p:cNvSpPr txBox="1"/>
            <p:nvPr/>
          </p:nvSpPr>
          <p:spPr>
            <a:xfrm>
              <a:off x="4160750" y="6180915"/>
              <a:ext cx="1664920" cy="369332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Switch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DF34768-60B2-DE4B-571F-376EB6CEFA65}"/>
                </a:ext>
              </a:extLst>
            </p:cNvPr>
            <p:cNvSpPr txBox="1"/>
            <p:nvPr/>
          </p:nvSpPr>
          <p:spPr>
            <a:xfrm>
              <a:off x="5875144" y="6180915"/>
              <a:ext cx="1664920" cy="36933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Router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14FB811-7E99-9CB7-CE01-2B0C7F987479}"/>
                </a:ext>
              </a:extLst>
            </p:cNvPr>
            <p:cNvSpPr txBox="1"/>
            <p:nvPr/>
          </p:nvSpPr>
          <p:spPr>
            <a:xfrm>
              <a:off x="7602673" y="6174802"/>
              <a:ext cx="166492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Others..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F990A5-F6A3-39A7-837B-94AFCDA442CD}"/>
              </a:ext>
            </a:extLst>
          </p:cNvPr>
          <p:cNvSpPr/>
          <p:nvPr/>
        </p:nvSpPr>
        <p:spPr>
          <a:xfrm>
            <a:off x="1647382" y="701292"/>
            <a:ext cx="9060873" cy="11519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F39E00-7358-6532-3D54-1C67DA668030}"/>
              </a:ext>
            </a:extLst>
          </p:cNvPr>
          <p:cNvSpPr/>
          <p:nvPr/>
        </p:nvSpPr>
        <p:spPr>
          <a:xfrm>
            <a:off x="1617617" y="2611453"/>
            <a:ext cx="2101934" cy="22251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ACA4AC-01AD-3814-B960-CCCAAB7C1CDB}"/>
              </a:ext>
            </a:extLst>
          </p:cNvPr>
          <p:cNvSpPr/>
          <p:nvPr/>
        </p:nvSpPr>
        <p:spPr>
          <a:xfrm>
            <a:off x="8472451" y="1959621"/>
            <a:ext cx="2206039" cy="32644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58B698-1601-4EF9-59BD-6FCEAEFF9B4D}"/>
              </a:ext>
            </a:extLst>
          </p:cNvPr>
          <p:cNvSpPr/>
          <p:nvPr/>
        </p:nvSpPr>
        <p:spPr>
          <a:xfrm>
            <a:off x="1617617" y="5090523"/>
            <a:ext cx="2101934" cy="14743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FEF2B6-9C74-A3BC-4328-F2CBF715A869}"/>
              </a:ext>
            </a:extLst>
          </p:cNvPr>
          <p:cNvSpPr/>
          <p:nvPr/>
        </p:nvSpPr>
        <p:spPr>
          <a:xfrm>
            <a:off x="1734391" y="1319024"/>
            <a:ext cx="1640973" cy="3440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C89327-4476-9454-391F-D5B6AA1973F2}"/>
              </a:ext>
            </a:extLst>
          </p:cNvPr>
          <p:cNvSpPr/>
          <p:nvPr/>
        </p:nvSpPr>
        <p:spPr>
          <a:xfrm>
            <a:off x="5706522" y="844011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EA2A2B-DB61-9E61-AA3B-9C09FEBAFC2D}"/>
              </a:ext>
            </a:extLst>
          </p:cNvPr>
          <p:cNvSpPr/>
          <p:nvPr/>
        </p:nvSpPr>
        <p:spPr>
          <a:xfrm>
            <a:off x="5706522" y="1319024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B3FDCA-AA9F-91DC-2CDD-3A443F357CE3}"/>
              </a:ext>
            </a:extLst>
          </p:cNvPr>
          <p:cNvSpPr/>
          <p:nvPr/>
        </p:nvSpPr>
        <p:spPr>
          <a:xfrm>
            <a:off x="4160750" y="844011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927407-804C-F291-38F7-07FE87978CFE}"/>
              </a:ext>
            </a:extLst>
          </p:cNvPr>
          <p:cNvSpPr/>
          <p:nvPr/>
        </p:nvSpPr>
        <p:spPr>
          <a:xfrm>
            <a:off x="4160750" y="1319024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26A699-19A8-086D-47D3-EF5D125615CB}"/>
              </a:ext>
            </a:extLst>
          </p:cNvPr>
          <p:cNvSpPr txBox="1"/>
          <p:nvPr/>
        </p:nvSpPr>
        <p:spPr>
          <a:xfrm>
            <a:off x="8405522" y="808150"/>
            <a:ext cx="2183611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Management Zone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3BC579-EC71-C84B-6758-11F356524B09}"/>
              </a:ext>
            </a:extLst>
          </p:cNvPr>
          <p:cNvSpPr txBox="1"/>
          <p:nvPr/>
        </p:nvSpPr>
        <p:spPr>
          <a:xfrm>
            <a:off x="8538456" y="2021237"/>
            <a:ext cx="210193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Core Service Zone</a:t>
            </a:r>
          </a:p>
        </p:txBody>
      </p:sp>
      <p:sp>
        <p:nvSpPr>
          <p:cNvPr id="21" name="화살표: 왼쪽으로 구부러짐 20">
            <a:extLst>
              <a:ext uri="{FF2B5EF4-FFF2-40B4-BE49-F238E27FC236}">
                <a16:creationId xmlns:a16="http://schemas.microsoft.com/office/drawing/2014/main" id="{5940A106-A41C-B109-8978-1A49A349D25F}"/>
              </a:ext>
            </a:extLst>
          </p:cNvPr>
          <p:cNvSpPr/>
          <p:nvPr/>
        </p:nvSpPr>
        <p:spPr>
          <a:xfrm rot="10800000" flipH="1">
            <a:off x="6916178" y="931531"/>
            <a:ext cx="281047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화살표: 왼쪽으로 구부러짐 21">
            <a:extLst>
              <a:ext uri="{FF2B5EF4-FFF2-40B4-BE49-F238E27FC236}">
                <a16:creationId xmlns:a16="http://schemas.microsoft.com/office/drawing/2014/main" id="{41450FAB-426B-A31A-EE2A-6D9155B80BBE}"/>
              </a:ext>
            </a:extLst>
          </p:cNvPr>
          <p:cNvSpPr/>
          <p:nvPr/>
        </p:nvSpPr>
        <p:spPr>
          <a:xfrm flipH="1">
            <a:off x="3930174" y="954617"/>
            <a:ext cx="281046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화살표: 왼쪽으로 구부러짐 22">
            <a:extLst>
              <a:ext uri="{FF2B5EF4-FFF2-40B4-BE49-F238E27FC236}">
                <a16:creationId xmlns:a16="http://schemas.microsoft.com/office/drawing/2014/main" id="{0C9FF62B-3302-20ED-5643-4C726D2C7476}"/>
              </a:ext>
            </a:extLst>
          </p:cNvPr>
          <p:cNvSpPr/>
          <p:nvPr/>
        </p:nvSpPr>
        <p:spPr>
          <a:xfrm rot="11041649" flipH="1">
            <a:off x="5382509" y="947647"/>
            <a:ext cx="268171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화살표: 왼쪽으로 구부러짐 23">
            <a:extLst>
              <a:ext uri="{FF2B5EF4-FFF2-40B4-BE49-F238E27FC236}">
                <a16:creationId xmlns:a16="http://schemas.microsoft.com/office/drawing/2014/main" id="{253FA75D-8FA6-411E-CCA3-2DCD83CBF967}"/>
              </a:ext>
            </a:extLst>
          </p:cNvPr>
          <p:cNvSpPr/>
          <p:nvPr/>
        </p:nvSpPr>
        <p:spPr>
          <a:xfrm flipH="1">
            <a:off x="5662980" y="954617"/>
            <a:ext cx="281046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1EF57FB-0E21-7AA9-3924-F477EAD0FAE5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3545840" y="1829711"/>
            <a:ext cx="1499673" cy="1171022"/>
          </a:xfrm>
          <a:prstGeom prst="bentConnector3">
            <a:avLst>
              <a:gd name="adj1" fmla="val 99964"/>
            </a:avLst>
          </a:prstGeom>
          <a:ln w="152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DDBB2FDE-76CF-1F1F-7114-9195560186B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57808" y="1667741"/>
            <a:ext cx="2949831" cy="1497317"/>
          </a:xfrm>
          <a:prstGeom prst="bentConnector3">
            <a:avLst>
              <a:gd name="adj1" fmla="val 2211"/>
            </a:avLst>
          </a:prstGeom>
          <a:ln w="161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4C7FCB-E7E7-3595-CF44-B7B1953582D3}"/>
              </a:ext>
            </a:extLst>
          </p:cNvPr>
          <p:cNvSpPr/>
          <p:nvPr/>
        </p:nvSpPr>
        <p:spPr>
          <a:xfrm>
            <a:off x="1972590" y="3110597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A74313-763B-037E-2EFA-3FB70BDD120F}"/>
              </a:ext>
            </a:extLst>
          </p:cNvPr>
          <p:cNvSpPr/>
          <p:nvPr/>
        </p:nvSpPr>
        <p:spPr>
          <a:xfrm>
            <a:off x="4911575" y="2722260"/>
            <a:ext cx="1545771" cy="38634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iSCSI</a:t>
            </a:r>
            <a:endParaRPr lang="ko-KR" altLang="en-US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A1E17C-F2FD-3DEF-1B1D-325D89A36F31}"/>
              </a:ext>
            </a:extLst>
          </p:cNvPr>
          <p:cNvSpPr txBox="1"/>
          <p:nvPr/>
        </p:nvSpPr>
        <p:spPr>
          <a:xfrm>
            <a:off x="1887402" y="2667815"/>
            <a:ext cx="166492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Storage Zone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ADE2E1-0ED1-5F03-C284-C8BD2C4EB05E}"/>
              </a:ext>
            </a:extLst>
          </p:cNvPr>
          <p:cNvSpPr txBox="1"/>
          <p:nvPr/>
        </p:nvSpPr>
        <p:spPr>
          <a:xfrm>
            <a:off x="1802603" y="5224101"/>
            <a:ext cx="1664920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Internal User Zone</a:t>
            </a:r>
          </a:p>
        </p:txBody>
      </p:sp>
      <p:sp>
        <p:nvSpPr>
          <p:cNvPr id="51" name="오른쪽 대괄호 50">
            <a:extLst>
              <a:ext uri="{FF2B5EF4-FFF2-40B4-BE49-F238E27FC236}">
                <a16:creationId xmlns:a16="http://schemas.microsoft.com/office/drawing/2014/main" id="{7379B855-D9BC-0429-1228-812957D25CED}"/>
              </a:ext>
            </a:extLst>
          </p:cNvPr>
          <p:cNvSpPr/>
          <p:nvPr/>
        </p:nvSpPr>
        <p:spPr>
          <a:xfrm>
            <a:off x="10393952" y="3591668"/>
            <a:ext cx="122283" cy="897763"/>
          </a:xfrm>
          <a:prstGeom prst="rightBracket">
            <a:avLst/>
          </a:prstGeom>
          <a:ln w="920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1DAB601-1D2B-E401-0526-17F436415FA8}"/>
              </a:ext>
            </a:extLst>
          </p:cNvPr>
          <p:cNvGrpSpPr/>
          <p:nvPr/>
        </p:nvGrpSpPr>
        <p:grpSpPr>
          <a:xfrm>
            <a:off x="8672738" y="2833575"/>
            <a:ext cx="202341" cy="1717410"/>
            <a:chOff x="8672738" y="2440036"/>
            <a:chExt cx="202341" cy="1717410"/>
          </a:xfrm>
        </p:grpSpPr>
        <p:sp>
          <p:nvSpPr>
            <p:cNvPr id="55" name="왼쪽 대괄호 54">
              <a:extLst>
                <a:ext uri="{FF2B5EF4-FFF2-40B4-BE49-F238E27FC236}">
                  <a16:creationId xmlns:a16="http://schemas.microsoft.com/office/drawing/2014/main" id="{748EA853-7454-BBAE-C562-318DB3B73A72}"/>
                </a:ext>
              </a:extLst>
            </p:cNvPr>
            <p:cNvSpPr/>
            <p:nvPr/>
          </p:nvSpPr>
          <p:spPr>
            <a:xfrm>
              <a:off x="8672738" y="2440036"/>
              <a:ext cx="176552" cy="893474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왼쪽 대괄호 55">
              <a:extLst>
                <a:ext uri="{FF2B5EF4-FFF2-40B4-BE49-F238E27FC236}">
                  <a16:creationId xmlns:a16="http://schemas.microsoft.com/office/drawing/2014/main" id="{BAD856DD-E783-5150-6844-2DC03708E93D}"/>
                </a:ext>
              </a:extLst>
            </p:cNvPr>
            <p:cNvSpPr/>
            <p:nvPr/>
          </p:nvSpPr>
          <p:spPr>
            <a:xfrm>
              <a:off x="8680401" y="3333511"/>
              <a:ext cx="194678" cy="823935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9" name="화살표: 왼쪽 58">
            <a:extLst>
              <a:ext uri="{FF2B5EF4-FFF2-40B4-BE49-F238E27FC236}">
                <a16:creationId xmlns:a16="http://schemas.microsoft.com/office/drawing/2014/main" id="{A2278170-FF32-3AC5-7FFE-5BA0E5AEDB2D}"/>
              </a:ext>
            </a:extLst>
          </p:cNvPr>
          <p:cNvSpPr/>
          <p:nvPr/>
        </p:nvSpPr>
        <p:spPr>
          <a:xfrm>
            <a:off x="3719549" y="3341771"/>
            <a:ext cx="4960851" cy="647790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        SAMBA</a:t>
            </a:r>
            <a:endParaRPr lang="ko-KR" altLang="en-US" b="1" dirty="0"/>
          </a:p>
        </p:txBody>
      </p:sp>
      <p:sp>
        <p:nvSpPr>
          <p:cNvPr id="62" name="화살표: 위로 굽음 61">
            <a:extLst>
              <a:ext uri="{FF2B5EF4-FFF2-40B4-BE49-F238E27FC236}">
                <a16:creationId xmlns:a16="http://schemas.microsoft.com/office/drawing/2014/main" id="{4471FB88-027E-E65C-0B34-6467DD529345}"/>
              </a:ext>
            </a:extLst>
          </p:cNvPr>
          <p:cNvSpPr/>
          <p:nvPr/>
        </p:nvSpPr>
        <p:spPr>
          <a:xfrm rot="5400000">
            <a:off x="1847812" y="4107459"/>
            <a:ext cx="656047" cy="325835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C792778-33E2-8DC8-A015-95B8BC5766EA}"/>
              </a:ext>
            </a:extLst>
          </p:cNvPr>
          <p:cNvSpPr/>
          <p:nvPr/>
        </p:nvSpPr>
        <p:spPr>
          <a:xfrm>
            <a:off x="1972590" y="3897138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50D712-0380-7F40-ED44-666C8DFB4459}"/>
              </a:ext>
            </a:extLst>
          </p:cNvPr>
          <p:cNvSpPr txBox="1"/>
          <p:nvPr/>
        </p:nvSpPr>
        <p:spPr>
          <a:xfrm>
            <a:off x="2220986" y="4303981"/>
            <a:ext cx="155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</a:rPr>
              <a:t> DISK quota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42" name="화살표: 위쪽/아래쪽 41">
            <a:extLst>
              <a:ext uri="{FF2B5EF4-FFF2-40B4-BE49-F238E27FC236}">
                <a16:creationId xmlns:a16="http://schemas.microsoft.com/office/drawing/2014/main" id="{CACE959F-D647-4301-80BF-6205857E2979}"/>
              </a:ext>
            </a:extLst>
          </p:cNvPr>
          <p:cNvSpPr/>
          <p:nvPr/>
        </p:nvSpPr>
        <p:spPr>
          <a:xfrm>
            <a:off x="2385061" y="3291679"/>
            <a:ext cx="500004" cy="756789"/>
          </a:xfrm>
          <a:prstGeom prst="upDown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7416CE-A060-9A0E-23DA-A43FD7432502}"/>
              </a:ext>
            </a:extLst>
          </p:cNvPr>
          <p:cNvSpPr txBox="1"/>
          <p:nvPr/>
        </p:nvSpPr>
        <p:spPr>
          <a:xfrm>
            <a:off x="2249667" y="3485407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RAID 1</a:t>
            </a:r>
            <a:endParaRPr lang="ko-KR" altLang="en-US" b="1" dirty="0"/>
          </a:p>
        </p:txBody>
      </p:sp>
      <p:sp>
        <p:nvSpPr>
          <p:cNvPr id="64" name="화살표: 위로 굽음 63">
            <a:extLst>
              <a:ext uri="{FF2B5EF4-FFF2-40B4-BE49-F238E27FC236}">
                <a16:creationId xmlns:a16="http://schemas.microsoft.com/office/drawing/2014/main" id="{E4E16290-8457-B8DE-CA30-871EEB80B923}"/>
              </a:ext>
            </a:extLst>
          </p:cNvPr>
          <p:cNvSpPr/>
          <p:nvPr/>
        </p:nvSpPr>
        <p:spPr>
          <a:xfrm rot="16200000">
            <a:off x="2813865" y="701334"/>
            <a:ext cx="656047" cy="325835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F1F319-1B6C-DEF9-2CE1-6A7E1CC7FD84}"/>
              </a:ext>
            </a:extLst>
          </p:cNvPr>
          <p:cNvSpPr/>
          <p:nvPr/>
        </p:nvSpPr>
        <p:spPr>
          <a:xfrm>
            <a:off x="1734391" y="844011"/>
            <a:ext cx="1640973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988748-DED6-73FE-FE6A-A730EC668426}"/>
              </a:ext>
            </a:extLst>
          </p:cNvPr>
          <p:cNvSpPr txBox="1"/>
          <p:nvPr/>
        </p:nvSpPr>
        <p:spPr>
          <a:xfrm>
            <a:off x="1470669" y="393539"/>
            <a:ext cx="155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 err="1">
                <a:solidFill>
                  <a:srgbClr val="7030A0"/>
                </a:solidFill>
              </a:rPr>
              <a:t>Monitorix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7CEEF7E4-2BD8-3381-1463-D9461ED4AC0D}"/>
              </a:ext>
            </a:extLst>
          </p:cNvPr>
          <p:cNvSpPr/>
          <p:nvPr/>
        </p:nvSpPr>
        <p:spPr>
          <a:xfrm>
            <a:off x="3806040" y="4124920"/>
            <a:ext cx="4255200" cy="786350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DISK quota</a:t>
            </a:r>
            <a:endParaRPr lang="ko-KR" alt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41E069-0950-D9F7-ACCC-B9D3CCAC554B}"/>
              </a:ext>
            </a:extLst>
          </p:cNvPr>
          <p:cNvSpPr txBox="1"/>
          <p:nvPr/>
        </p:nvSpPr>
        <p:spPr>
          <a:xfrm>
            <a:off x="-1859475" y="117840"/>
            <a:ext cx="15190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서비스</a:t>
            </a:r>
            <a:r>
              <a:rPr lang="en-US" altLang="ko-KR" b="1" dirty="0"/>
              <a:t> LIST</a:t>
            </a:r>
          </a:p>
          <a:p>
            <a:endParaRPr lang="en-US" altLang="ko-KR" b="1" dirty="0"/>
          </a:p>
          <a:p>
            <a:r>
              <a:rPr lang="en-US" altLang="ko-KR" b="1" dirty="0"/>
              <a:t>iSCSI</a:t>
            </a:r>
          </a:p>
          <a:p>
            <a:r>
              <a:rPr lang="en-US" altLang="ko-KR" b="1" dirty="0"/>
              <a:t>RAID 1</a:t>
            </a:r>
          </a:p>
          <a:p>
            <a:r>
              <a:rPr lang="en-US" altLang="ko-KR" b="1" dirty="0" err="1"/>
              <a:t>Monitorix</a:t>
            </a:r>
            <a:endParaRPr lang="en-US" altLang="ko-KR" b="1" dirty="0"/>
          </a:p>
          <a:p>
            <a:r>
              <a:rPr lang="en-US" altLang="ko-KR" b="1" dirty="0"/>
              <a:t>Disk quota</a:t>
            </a:r>
          </a:p>
          <a:p>
            <a:r>
              <a:rPr lang="en-US" altLang="ko-KR" b="1" dirty="0"/>
              <a:t>NFS</a:t>
            </a:r>
          </a:p>
          <a:p>
            <a:r>
              <a:rPr lang="en-US" altLang="ko-KR" b="1" dirty="0"/>
              <a:t>SAMBA</a:t>
            </a:r>
          </a:p>
          <a:p>
            <a:r>
              <a:rPr lang="en-US" altLang="ko-KR" b="1" dirty="0"/>
              <a:t>Virtual Host</a:t>
            </a:r>
          </a:p>
          <a:p>
            <a:r>
              <a:rPr lang="en-US" altLang="ko-KR" b="1" dirty="0"/>
              <a:t>FTP</a:t>
            </a:r>
          </a:p>
          <a:p>
            <a:r>
              <a:rPr lang="en-US" altLang="ko-KR" b="1" dirty="0"/>
              <a:t>VNC</a:t>
            </a:r>
          </a:p>
          <a:p>
            <a:r>
              <a:rPr lang="en-US" altLang="ko-KR" b="1" dirty="0"/>
              <a:t>XRDP</a:t>
            </a:r>
          </a:p>
          <a:p>
            <a:r>
              <a:rPr lang="en-US" altLang="ko-KR" b="1" dirty="0"/>
              <a:t>SSH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F634FE-3087-7FE5-3111-5CBBE9CD226B}"/>
              </a:ext>
            </a:extLst>
          </p:cNvPr>
          <p:cNvSpPr/>
          <p:nvPr/>
        </p:nvSpPr>
        <p:spPr>
          <a:xfrm>
            <a:off x="8907086" y="2438734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DNS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0A5478-7B15-179C-7471-AECC5A60FB41}"/>
              </a:ext>
            </a:extLst>
          </p:cNvPr>
          <p:cNvSpPr/>
          <p:nvPr/>
        </p:nvSpPr>
        <p:spPr>
          <a:xfrm>
            <a:off x="8907086" y="3501408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dirty="0">
                <a:solidFill>
                  <a:sysClr val="windowText" lastClr="000000"/>
                </a:solidFill>
              </a:rPr>
              <a:t>KR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4766E2-A7C8-EC95-7BDF-0CF12B1D2553}"/>
              </a:ext>
            </a:extLst>
          </p:cNvPr>
          <p:cNvSpPr/>
          <p:nvPr/>
        </p:nvSpPr>
        <p:spPr>
          <a:xfrm>
            <a:off x="8907086" y="4399411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dirty="0">
                <a:solidFill>
                  <a:sysClr val="windowText" lastClr="000000"/>
                </a:solidFill>
              </a:rPr>
              <a:t>EN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E441E8-4968-1C1E-298D-9052A6F80146}"/>
              </a:ext>
            </a:extLst>
          </p:cNvPr>
          <p:cNvSpPr txBox="1"/>
          <p:nvPr/>
        </p:nvSpPr>
        <p:spPr>
          <a:xfrm>
            <a:off x="8908377" y="3871195"/>
            <a:ext cx="712193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7030A0"/>
                </a:solidFill>
              </a:rPr>
              <a:t>VNC</a:t>
            </a:r>
            <a:endParaRPr lang="ko-KR" altLang="en-US" sz="1400" b="1" dirty="0">
              <a:solidFill>
                <a:srgbClr val="7030A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773BB86-21B5-1FB6-2B20-A37DD02E3645}"/>
              </a:ext>
            </a:extLst>
          </p:cNvPr>
          <p:cNvSpPr/>
          <p:nvPr/>
        </p:nvSpPr>
        <p:spPr>
          <a:xfrm>
            <a:off x="10136233" y="3872453"/>
            <a:ext cx="712193" cy="31177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FTP</a:t>
            </a:r>
            <a:endParaRPr lang="ko-KR" altLang="en-US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B4BECC-87E3-D211-642F-5B0AF41869E5}"/>
              </a:ext>
            </a:extLst>
          </p:cNvPr>
          <p:cNvSpPr txBox="1"/>
          <p:nvPr/>
        </p:nvSpPr>
        <p:spPr>
          <a:xfrm>
            <a:off x="8908047" y="2802820"/>
            <a:ext cx="1452614" cy="307777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1400" b="1" dirty="0" err="1">
                <a:solidFill>
                  <a:schemeClr val="bg1"/>
                </a:solidFill>
              </a:rPr>
              <a:t>Vitual</a:t>
            </a:r>
            <a:r>
              <a:rPr lang="en-US" altLang="ko-KR" sz="1400" b="1" dirty="0">
                <a:solidFill>
                  <a:schemeClr val="bg1"/>
                </a:solidFill>
              </a:rPr>
              <a:t> Host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E1798F-F6BE-1190-1CCB-7B7B8CCC681A}"/>
              </a:ext>
            </a:extLst>
          </p:cNvPr>
          <p:cNvSpPr txBox="1"/>
          <p:nvPr/>
        </p:nvSpPr>
        <p:spPr>
          <a:xfrm>
            <a:off x="8921077" y="4771119"/>
            <a:ext cx="712193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7030A0"/>
                </a:solidFill>
              </a:rPr>
              <a:t>XRDP</a:t>
            </a:r>
            <a:endParaRPr lang="ko-KR" altLang="en-US" sz="1400" b="1" dirty="0">
              <a:solidFill>
                <a:srgbClr val="7030A0"/>
              </a:solidFill>
            </a:endParaRPr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27F56F90-C77C-6BCC-2F87-ACF1DA819916}"/>
              </a:ext>
            </a:extLst>
          </p:cNvPr>
          <p:cNvSpPr/>
          <p:nvPr/>
        </p:nvSpPr>
        <p:spPr>
          <a:xfrm>
            <a:off x="1752143" y="1748621"/>
            <a:ext cx="1400678" cy="92885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NFS</a:t>
            </a:r>
            <a:endParaRPr lang="ko-KR" altLang="en-US" b="1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F44A2B4-846B-F0BE-1497-60983800C02C}"/>
              </a:ext>
            </a:extLst>
          </p:cNvPr>
          <p:cNvGrpSpPr/>
          <p:nvPr/>
        </p:nvGrpSpPr>
        <p:grpSpPr>
          <a:xfrm>
            <a:off x="2986380" y="1491815"/>
            <a:ext cx="5448947" cy="4079536"/>
            <a:chOff x="2986380" y="1491815"/>
            <a:chExt cx="5448947" cy="4079536"/>
          </a:xfrm>
        </p:grpSpPr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A65B57A4-7190-3A70-F7DA-D168FAF4191E}"/>
                </a:ext>
              </a:extLst>
            </p:cNvPr>
            <p:cNvCxnSpPr>
              <a:cxnSpLocks/>
            </p:cNvCxnSpPr>
            <p:nvPr/>
          </p:nvCxnSpPr>
          <p:spPr>
            <a:xfrm>
              <a:off x="3205378" y="1577862"/>
              <a:ext cx="2486352" cy="3993489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3C0C2C29-A6A1-BCF3-B479-74E9943381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86380" y="1710112"/>
              <a:ext cx="419371" cy="957703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E8CF248-9C5A-2849-5A16-77B345D1BEBB}"/>
                </a:ext>
              </a:extLst>
            </p:cNvPr>
            <p:cNvSpPr/>
            <p:nvPr/>
          </p:nvSpPr>
          <p:spPr>
            <a:xfrm>
              <a:off x="3031089" y="1491815"/>
              <a:ext cx="712193" cy="311773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SSH</a:t>
              </a:r>
              <a:endParaRPr lang="ko-KR" altLang="en-US" b="1" dirty="0"/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0CBD879C-FCA1-006E-9BBD-735DA4FDB994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>
              <a:off x="3743282" y="1647702"/>
              <a:ext cx="4692045" cy="633871"/>
            </a:xfrm>
            <a:prstGeom prst="straightConnector1">
              <a:avLst/>
            </a:prstGeom>
            <a:ln w="952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CB4D9A7-33A4-473B-4E74-677173C9F6B8}"/>
              </a:ext>
            </a:extLst>
          </p:cNvPr>
          <p:cNvGrpSpPr/>
          <p:nvPr/>
        </p:nvGrpSpPr>
        <p:grpSpPr>
          <a:xfrm>
            <a:off x="8224701" y="2852949"/>
            <a:ext cx="372175" cy="2058319"/>
            <a:chOff x="8561418" y="3091868"/>
            <a:chExt cx="330416" cy="1717410"/>
          </a:xfrm>
          <a:noFill/>
        </p:grpSpPr>
        <p:sp>
          <p:nvSpPr>
            <p:cNvPr id="3" name="왼쪽 대괄호 2">
              <a:extLst>
                <a:ext uri="{FF2B5EF4-FFF2-40B4-BE49-F238E27FC236}">
                  <a16:creationId xmlns:a16="http://schemas.microsoft.com/office/drawing/2014/main" id="{605034CD-11C4-083D-C487-AF6923C394D3}"/>
                </a:ext>
              </a:extLst>
            </p:cNvPr>
            <p:cNvSpPr/>
            <p:nvPr/>
          </p:nvSpPr>
          <p:spPr>
            <a:xfrm>
              <a:off x="8561418" y="3091868"/>
              <a:ext cx="292598" cy="893474"/>
            </a:xfrm>
            <a:prstGeom prst="leftBracket">
              <a:avLst/>
            </a:prstGeom>
            <a:grpFill/>
            <a:ln w="952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왼쪽 대괄호 14">
              <a:extLst>
                <a:ext uri="{FF2B5EF4-FFF2-40B4-BE49-F238E27FC236}">
                  <a16:creationId xmlns:a16="http://schemas.microsoft.com/office/drawing/2014/main" id="{2297C5F9-BADD-67BC-55B0-7F15C5892EAC}"/>
                </a:ext>
              </a:extLst>
            </p:cNvPr>
            <p:cNvSpPr/>
            <p:nvPr/>
          </p:nvSpPr>
          <p:spPr>
            <a:xfrm>
              <a:off x="8569196" y="3985343"/>
              <a:ext cx="322638" cy="823935"/>
            </a:xfrm>
            <a:prstGeom prst="leftBracket">
              <a:avLst/>
            </a:prstGeom>
            <a:grpFill/>
            <a:ln w="952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5B3E7B08-A00A-D559-99B9-793351EA72E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88731" y="3929133"/>
            <a:ext cx="2543756" cy="1639751"/>
          </a:xfrm>
          <a:prstGeom prst="bentConnector3">
            <a:avLst>
              <a:gd name="adj1" fmla="val 2071"/>
            </a:avLst>
          </a:prstGeom>
          <a:ln w="1079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C14100-8365-6871-3BDA-7E2B798628F6}"/>
              </a:ext>
            </a:extLst>
          </p:cNvPr>
          <p:cNvSpPr/>
          <p:nvPr/>
        </p:nvSpPr>
        <p:spPr>
          <a:xfrm>
            <a:off x="1800649" y="6004011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DHCP </a:t>
            </a:r>
            <a:r>
              <a:rPr lang="ko-KR" altLang="en-US" dirty="0">
                <a:solidFill>
                  <a:sysClr val="windowText" lastClr="000000"/>
                </a:solidFill>
              </a:rPr>
              <a:t>서버</a:t>
            </a:r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4D8BF17-E570-E65C-C34F-29B42B505E60}"/>
              </a:ext>
            </a:extLst>
          </p:cNvPr>
          <p:cNvSpPr/>
          <p:nvPr/>
        </p:nvSpPr>
        <p:spPr>
          <a:xfrm>
            <a:off x="3861356" y="6055413"/>
            <a:ext cx="712193" cy="31177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SMB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6202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36" grpId="0" animBg="1"/>
      <p:bldP spid="51" grpId="0" animBg="1"/>
      <p:bldP spid="59" grpId="0" animBg="1"/>
      <p:bldP spid="62" grpId="0" animBg="1"/>
      <p:bldP spid="63" grpId="0"/>
      <p:bldP spid="42" grpId="0" animBg="1"/>
      <p:bldP spid="43" grpId="0"/>
      <p:bldP spid="67" grpId="0" animBg="1"/>
      <p:bldP spid="52" grpId="0" animBg="1"/>
      <p:bldP spid="39" grpId="0" animBg="1"/>
      <p:bldP spid="61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74</Words>
  <Application>Microsoft Office PowerPoint</Application>
  <PresentationFormat>와이드스크린</PresentationFormat>
  <Paragraphs>50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Hyerim Park</cp:lastModifiedBy>
  <cp:revision>8</cp:revision>
  <dcterms:created xsi:type="dcterms:W3CDTF">2025-10-31T02:17:32Z</dcterms:created>
  <dcterms:modified xsi:type="dcterms:W3CDTF">2025-11-06T01:35:46Z</dcterms:modified>
</cp:coreProperties>
</file>