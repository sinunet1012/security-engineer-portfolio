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9" autoAdjust="0"/>
    <p:restoredTop sz="94660"/>
  </p:normalViewPr>
  <p:slideViewPr>
    <p:cSldViewPr snapToGrid="0">
      <p:cViewPr>
        <p:scale>
          <a:sx n="125" d="100"/>
          <a:sy n="125" d="100"/>
        </p:scale>
        <p:origin x="-378" y="-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98F69-4A6D-44E9-AEF8-5EA595248F0C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315FA-E9FE-4DA4-8BCE-92E7699CB5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74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9104-C045-797F-97E9-A0678676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8E5C79-47E5-3671-59A7-A41AE094C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6B524F-6552-72B7-9ABF-CCF39F744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DED3E-93B6-3274-FE74-B4487DF23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81FD1-8FC6-403F-B54F-80D1381058C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043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4CC2C-E09C-88DA-C522-23D409835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046DB7-34BF-F600-D4F3-D815BB6EC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C340A-1B98-6683-07E3-0F04E117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6FF3B2-BD53-D327-2946-81C09D5B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C2C1B3-9537-5E41-3D0D-EF7F3941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07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8C1D3-B495-1273-34E5-16EC629D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AEB203-9A06-B179-CEC2-DF879EDE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C3685-3678-6DE5-93D7-87EFF7A6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CF04A-7838-5942-AEDF-6186BCDD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C888E5-1E73-D2C9-0C57-E1804539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1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65E22-2257-721F-9FF2-48BE75F40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83102-1E3B-8978-5818-A1954A521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7E5F49-F99E-ED0E-BEF2-7E7F90C1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0E025-58BD-3EF8-309A-4FEC6B669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9EFDBD-D773-8BFE-130E-FD76378AD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36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2C412-A7BD-9E65-5405-8962FF85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AC095C-B209-DDF8-E61F-507B108839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B951A0-F58D-5F46-65DD-819E6BF08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56D568-8429-4193-FEEF-1D97BC32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5FC1A1-47EA-59BE-3A7E-D767C69C0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9E33E2-6DAC-E87E-6B38-10B035EA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864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4BC40-AA1A-EF1D-A78A-4ABEF91B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BE6AD1-6949-F557-3C30-268BA4E66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5B7C5A-E319-D2A8-EE95-087E5D7F6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9CF41D-E4D5-B106-56D1-07F911901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AB301A-C536-C7D1-2323-60B7C9D20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84C0AC-E8FC-72A7-7A43-CB2FAA6B3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6A76BE-F692-64AF-7DC3-D3079048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FAFB79-0C29-224F-542F-D07E5736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44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B3120-2E91-64AD-4D5E-962771DF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20EAB5-7A75-3892-4E30-C06BCF10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408AB4-B84E-3EB4-788E-2617188E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8CA654-C4EF-7DA1-F983-33C66E06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814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5CAB5D-6993-ECC4-C6BD-FAE61EA7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6D33A0-BB25-8DC7-082B-6DF3D4362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4DB0FB-F1DC-CD43-87DE-7AD89D67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084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02F89-79FE-C447-1427-96E878062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5851BC-9A9A-E695-2CFC-C61A9BCD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AA26BB-2639-A516-05FF-841C874A2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E1BB9D-9DDE-99D5-909E-8C01193D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26F7EC-5AF5-77AD-A45F-86DA53D8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ABA3D4-4E9D-A98E-F36A-50574763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94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D2EF74-6ACB-7037-A66D-75F802D6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783D15-8984-D158-1558-A938D973D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0B89DD-5099-ED58-64AB-57D6363F1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4DAFC3-9DF9-CAA3-8468-8A108621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712E90-286E-32C3-B855-CB3AFF75A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C2412-4156-5340-DF82-AF91B13F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02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E4182-0EC7-7EEA-0BE8-8C20C7E9C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933F0-A144-1395-3EA3-E70C391BD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E551FF-53F5-293D-00C3-25EFF0FF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D19E98-8663-B71F-1D9E-726A2A4D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4F4F88-56FB-2921-3DA9-EC4BF72D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62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28D7E9-FBBE-D355-85BF-E480F229E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F7D6F8-5825-EE9D-7946-D391DDE5E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2241B-EBC3-C308-1E08-A9A98BA6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5C4B4-448C-5B29-9276-2613BFB45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DBFE91-C7D1-5AB8-F49C-7D90A008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1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F3EAD6-AEA1-C802-92C9-BEDB0BD84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A28A78-2567-C1CB-3AD1-4929E6B3E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AF3B67-6ED6-39C6-67A9-B59C8C014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C95F0-8A31-4F1B-8730-5ED3C69F2CD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16CAD-0CC5-C079-4D45-B12280206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7782C4-F738-5FA5-EEAA-7E47806FE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D900B-E5BB-40F0-8D14-64DAE1687C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96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B02D-85E6-F01A-E2EE-04ADD785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타원 86">
            <a:extLst>
              <a:ext uri="{FF2B5EF4-FFF2-40B4-BE49-F238E27FC236}">
                <a16:creationId xmlns:a16="http://schemas.microsoft.com/office/drawing/2014/main" id="{23958251-8231-FBF1-070F-CA09ED2AE392}"/>
              </a:ext>
            </a:extLst>
          </p:cNvPr>
          <p:cNvSpPr/>
          <p:nvPr/>
        </p:nvSpPr>
        <p:spPr>
          <a:xfrm>
            <a:off x="2053199" y="5481361"/>
            <a:ext cx="1364953" cy="1312506"/>
          </a:xfrm>
          <a:prstGeom prst="ellipse">
            <a:avLst/>
          </a:prstGeom>
          <a:solidFill>
            <a:srgbClr val="00B05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49F701D3-876F-2E11-4AA0-BA3006437FBC}"/>
              </a:ext>
            </a:extLst>
          </p:cNvPr>
          <p:cNvSpPr/>
          <p:nvPr/>
        </p:nvSpPr>
        <p:spPr>
          <a:xfrm>
            <a:off x="1988368" y="211562"/>
            <a:ext cx="3280153" cy="1775237"/>
          </a:xfrm>
          <a:prstGeom prst="ellipse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9AEEA35E-1D37-323A-B23F-BA6059B534DF}"/>
              </a:ext>
            </a:extLst>
          </p:cNvPr>
          <p:cNvSpPr/>
          <p:nvPr/>
        </p:nvSpPr>
        <p:spPr>
          <a:xfrm>
            <a:off x="153989" y="912207"/>
            <a:ext cx="2376476" cy="2451940"/>
          </a:xfrm>
          <a:prstGeom prst="ellipse">
            <a:avLst/>
          </a:prstGeom>
          <a:solidFill>
            <a:srgbClr val="FFFF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312047B-4984-69AC-F126-3444FC430150}"/>
              </a:ext>
            </a:extLst>
          </p:cNvPr>
          <p:cNvSpPr/>
          <p:nvPr/>
        </p:nvSpPr>
        <p:spPr>
          <a:xfrm>
            <a:off x="4231462" y="2771390"/>
            <a:ext cx="2444994" cy="2336367"/>
          </a:xfrm>
          <a:prstGeom prst="ellipse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3986A0C-C645-9FA8-8C51-471B94D2FB71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 flipV="1">
            <a:off x="4459958" y="731708"/>
            <a:ext cx="1136458" cy="37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FB1407F-ACB5-A51A-E3C4-401392B705F9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39B39AAB-7163-D2FF-B871-EBDEB7F00D3E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130ED643-B3FD-A929-5BA0-EB8DE9315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9D7319-A3DD-6C97-C935-7E4A1BF0889C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BF4D412C-8D8B-79A2-6406-9D9C8B43C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E29986-83C9-D131-CA2A-2B1891E7E619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CEFF9872-E341-8273-218A-D6EEFA6104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B735DFA4-4799-EEF3-EBF2-73B86B413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425151-6CD6-F66F-4184-E4F69C1C16A6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2EB9C4-B9D9-091E-2093-DB03B33D6B08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4986619D-0A48-78E9-925F-DB634ABF9E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A99774B8-6783-1E1C-40DD-D9D812E34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2DE9E527-D139-1451-C132-9169CA6D7C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pic>
        <p:nvPicPr>
          <p:cNvPr id="44" name="그래픽 43">
            <a:extLst>
              <a:ext uri="{FF2B5EF4-FFF2-40B4-BE49-F238E27FC236}">
                <a16:creationId xmlns:a16="http://schemas.microsoft.com/office/drawing/2014/main" id="{F57D6A76-6B16-52A8-5E9A-0414AA23C0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430" y="3888279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61BA073-22C2-B683-88A2-DA5D33874792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00FDB8F2-13BE-4D1F-57CC-AB1E20B1E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5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BABC7BD8-EE6B-A4D9-2119-4225086B7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EAC114D-490C-D31B-2984-817DDB75B80C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 flipH="1">
            <a:off x="8114634" y="4095756"/>
            <a:ext cx="56019" cy="8451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50DC5C8-6AF3-F706-7C75-D5FC5D1EF3E1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170653" y="4095756"/>
            <a:ext cx="250039" cy="84284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49E160B5-BA31-7A9B-860D-A6E91FA1E0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4167" y="3873583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C6212419-2822-6234-D206-986E00D013A1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7324612" y="3977322"/>
            <a:ext cx="735818" cy="1469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2F589411-B5E3-14F7-3B78-CB80C2BAE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776" y="491174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6D427FC-93F7-392B-7D76-B020C4337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103" y="493662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DF2873C5-3EF2-1633-A46B-5F31AEA14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33D416DD-9643-9BBE-30D6-A6F343F0BDC9}"/>
              </a:ext>
            </a:extLst>
          </p:cNvPr>
          <p:cNvCxnSpPr>
            <a:cxnSpLocks/>
          </p:cNvCxnSpPr>
          <p:nvPr/>
        </p:nvCxnSpPr>
        <p:spPr>
          <a:xfrm flipV="1">
            <a:off x="7783026" y="4062685"/>
            <a:ext cx="344531" cy="9063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E3D2FFF7-4B27-A264-019D-3C56D52F68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30E3B9DA-7998-02D9-403B-4BEB61C5AD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B298DCE5-E63D-438A-E67F-242253B131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4547D21-2F46-4A83-E16C-FB580617A3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DA880DB6-C369-FF78-409B-16CD9DA88A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D7648213-0AD9-1261-3EBA-79CC6C883C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D348CFD-85B9-E43C-36FF-C067C300421D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43CC828E-EDD4-4217-1763-44B36548AA8E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8A95F257-EDF5-BDB3-D561-1342A3DCB025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1F1F576B-42F2-2049-A7CC-9650F750074D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62986B9B-D50B-4DC0-3E1B-A2C0293F53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7338D2AB-2665-622D-CC38-B8E93D926C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71148FBC-58E9-0113-1E8A-73E92C7D1932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94495ACE-E9A2-F8C0-C24F-F3B178F73575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64A0987C-E78A-3571-1DF0-A1B28F223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154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0BBD8A6F-2DC8-E0BE-D5E4-F9E146637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A02054F8-BFFE-93DC-2006-4BC5B0B4A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AAE80D6A-63DF-DF7B-A27A-5A77D87BE6FF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565FB594-C788-C2EE-E4A7-A50631E331B1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318D368C-FABB-DDBE-9A55-E43B07F8B09F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309190" y="5630789"/>
            <a:ext cx="465877" cy="3520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5884C1F0-196A-35B9-BA76-C7B4DFA8D9DB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C926948A-ADDE-6335-206E-96E126AAE9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245A6A58-07B0-E16C-5115-F0D6A5EACE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4A12464-C4CC-29C9-CB55-E951F52AD202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7CF166D7-1738-E79A-0053-B0FBB5DBE3CA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C874A300-46E2-E4FC-563D-BDFCC606C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19020575-95F5-3C79-D977-DFD431520FEF}"/>
              </a:ext>
            </a:extLst>
          </p:cNvPr>
          <p:cNvSpPr txBox="1"/>
          <p:nvPr/>
        </p:nvSpPr>
        <p:spPr>
          <a:xfrm>
            <a:off x="2530465" y="6356848"/>
            <a:ext cx="777143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6">
                    <a:lumMod val="50000"/>
                  </a:schemeClr>
                </a:solidFill>
              </a:rPr>
              <a:t>DHCP Server</a:t>
            </a:r>
            <a:endParaRPr lang="ko-KR" alt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7FCCF251-6B0D-B1F7-EE1C-FE7E13DA6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532BCDAE-7E35-8250-C01D-20DE2973EE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19C58080-91D1-7196-F911-C1D686047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3AA8C23-2A33-4FBF-84E4-77E88A381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EBE452CB-C7CA-CFF8-05AD-710CF1948F5C}"/>
              </a:ext>
            </a:extLst>
          </p:cNvPr>
          <p:cNvSpPr txBox="1"/>
          <p:nvPr/>
        </p:nvSpPr>
        <p:spPr>
          <a:xfrm>
            <a:off x="4924066" y="3777392"/>
            <a:ext cx="878767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50"/>
                </a:solidFill>
              </a:rPr>
              <a:t>WEB server</a:t>
            </a:r>
          </a:p>
          <a:p>
            <a:pPr algn="ctr"/>
            <a:r>
              <a:rPr lang="en-US" altLang="ko-KR" sz="1000" b="1" dirty="0">
                <a:solidFill>
                  <a:srgbClr val="00B050"/>
                </a:solidFill>
              </a:rPr>
              <a:t>(</a:t>
            </a:r>
            <a:r>
              <a:rPr lang="ko-KR" altLang="en-US" sz="1000" b="1" dirty="0">
                <a:solidFill>
                  <a:srgbClr val="00B050"/>
                </a:solidFill>
              </a:rPr>
              <a:t>한글</a:t>
            </a:r>
            <a:r>
              <a:rPr lang="en-US" altLang="ko-KR" sz="1000" b="1" dirty="0">
                <a:solidFill>
                  <a:srgbClr val="00B050"/>
                </a:solidFill>
              </a:rPr>
              <a:t>)</a:t>
            </a: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BD6CD66D-D3DA-9923-787D-FC5500704D80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C2DEE257-BB74-0FA9-B379-F96971B190CC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41A16D4D-E321-F201-5D87-2528BCAEB2F5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E5AF705B-8659-38DC-8497-05B881FB4C8B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BE46CC06-2418-31C9-B13E-F99AA4D3F33D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BB376A6A-484C-BB9D-C813-171845001C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5FEB7C62-BF0B-A3D1-83BF-7F0B40ACB9A0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019576DE-28C3-EF25-143D-E547B8299FF9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DB93A6BF-B758-AE30-FE45-7A23AE9C3202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7B625BD7-DE82-B0F4-2B0D-70013A2ADDBC}"/>
              </a:ext>
            </a:extLst>
          </p:cNvPr>
          <p:cNvGrpSpPr/>
          <p:nvPr/>
        </p:nvGrpSpPr>
        <p:grpSpPr>
          <a:xfrm rot="16200000" flipV="1">
            <a:off x="887092" y="1847950"/>
            <a:ext cx="1790256" cy="1247688"/>
            <a:chOff x="1587073" y="409869"/>
            <a:chExt cx="1790256" cy="1247688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DB191C01-4E94-EDF6-3CF9-B373C44A5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299" name="Picture 30" descr="Server ">
              <a:extLst>
                <a:ext uri="{FF2B5EF4-FFF2-40B4-BE49-F238E27FC236}">
                  <a16:creationId xmlns:a16="http://schemas.microsoft.com/office/drawing/2014/main" id="{F6B631F8-78D4-F1AC-CD92-C7C2A37557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87073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F466E101-97F6-A2F1-D8EA-5763D03DD3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2660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729D8B8A-2C3B-9135-69EC-D2A23FC37C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12143" y="1392371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376BBDEA-730C-1E69-13A1-88A92E935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01694B7A-07C1-56E2-6825-AEEF90726377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DE395159-319E-2538-648E-414E107564FA}"/>
                </a:ext>
              </a:extLst>
            </p:cNvPr>
            <p:cNvCxnSpPr>
              <a:cxnSpLocks/>
              <a:stCxn id="299" idx="0"/>
              <a:endCxn id="302" idx="3"/>
            </p:cNvCxnSpPr>
            <p:nvPr/>
          </p:nvCxnSpPr>
          <p:spPr>
            <a:xfrm rot="16200000">
              <a:off x="1977536" y="1059548"/>
              <a:ext cx="340137" cy="59069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2688F67B-E91B-C5F1-7290-4C1A09CD4309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340329" y="1287446"/>
              <a:ext cx="207544" cy="2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DAFC7AE6-7614-31FA-15F3-A3CE18C60E6C}"/>
                </a:ext>
              </a:extLst>
            </p:cNvPr>
            <p:cNvCxnSpPr>
              <a:cxnSpLocks/>
              <a:stCxn id="301" idx="1"/>
              <a:endCxn id="302" idx="3"/>
            </p:cNvCxnSpPr>
            <p:nvPr/>
          </p:nvCxnSpPr>
          <p:spPr>
            <a:xfrm rot="16200000" flipV="1">
              <a:off x="2740070" y="887705"/>
              <a:ext cx="207546" cy="8017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79A1167B-0790-915F-ED87-CE37F1AFD499}"/>
                </a:ext>
              </a:extLst>
            </p:cNvPr>
            <p:cNvCxnSpPr>
              <a:cxnSpLocks/>
              <a:stCxn id="301" idx="0"/>
              <a:endCxn id="301" idx="3"/>
            </p:cNvCxnSpPr>
            <p:nvPr/>
          </p:nvCxnSpPr>
          <p:spPr>
            <a:xfrm rot="16200000" flipH="1" flipV="1">
              <a:off x="3244736" y="1524964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8" name="TextBox 347">
            <a:extLst>
              <a:ext uri="{FF2B5EF4-FFF2-40B4-BE49-F238E27FC236}">
                <a16:creationId xmlns:a16="http://schemas.microsoft.com/office/drawing/2014/main" id="{17A24CA9-942D-AB50-91C3-3F1ADDB52259}"/>
              </a:ext>
            </a:extLst>
          </p:cNvPr>
          <p:cNvSpPr txBox="1"/>
          <p:nvPr/>
        </p:nvSpPr>
        <p:spPr>
          <a:xfrm>
            <a:off x="3920107" y="57365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917B801-71B6-A0E3-1A7A-7D2D62B90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599115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F0AEDBC3-FD81-70F5-9B8B-D957EAC81CC0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D5B65088-3F50-4886-086F-7EDE1058B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82D4782A-5432-1466-2DD5-0605219DA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3FE6E652-14F1-F00A-A791-D2B524824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40DA1BC5-5BF3-1701-2B50-CCC8DBC0A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1E9CB991-AE27-B454-6C60-3C5B6339333C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C1CC30BE-E7E9-E277-CC0B-7B9D2ED05178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5D140209-2760-3976-048A-50D0E3F94942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D0658619-6038-766A-8548-8D5527578F23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BF6A991C-1772-C03D-082B-B49D56C84C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C3C9698A-3672-B6A6-FA3E-097C86B69551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08806A3C-5056-B6B1-3458-4A5F0DDD5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47BF5FA-F5BF-5768-20F9-57B1E4B3B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16771D41-90F4-6E4E-B977-697B68C60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964F9E80-0B62-FD91-C391-29DD259DA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B59DADA7-B94B-A6E8-13CC-E3B731E1E66A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1048AB54-712E-28CC-1902-D133701EB638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AF06F6CC-4B12-1792-32D9-D725D6BF2865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26F6EF6C-358F-3AFB-19E3-D4B5B6286BB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4BED3B69-94E5-8870-7BF1-69230B4FC47F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C815F086-250D-E4D9-67B3-76DC2BD7A0E3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F081BE85-D0CB-0964-134B-8F49743B8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187271FC-D7F4-B54E-5ABB-F187014DD0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E7366B8D-7943-EF4B-E072-1F8A7F315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02482" y="28699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817DBD92-A597-F635-3473-2D0B5D55A20F}"/>
              </a:ext>
            </a:extLst>
          </p:cNvPr>
          <p:cNvCxnSpPr>
            <a:cxnSpLocks/>
            <a:stCxn id="243" idx="3"/>
          </p:cNvCxnSpPr>
          <p:nvPr/>
        </p:nvCxnSpPr>
        <p:spPr>
          <a:xfrm flipH="1" flipV="1">
            <a:off x="3459678" y="566413"/>
            <a:ext cx="329934" cy="5765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8DD9A85D-739D-3C54-4446-EDA7DDC9DE4D}"/>
              </a:ext>
            </a:extLst>
          </p:cNvPr>
          <p:cNvCxnSpPr>
            <a:cxnSpLocks/>
            <a:stCxn id="243" idx="3"/>
          </p:cNvCxnSpPr>
          <p:nvPr/>
        </p:nvCxnSpPr>
        <p:spPr>
          <a:xfrm flipH="1">
            <a:off x="3421452" y="1142954"/>
            <a:ext cx="368160" cy="34955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51E26D8C-6F43-34F6-EE4F-525FDE8DFA98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D0E8C493-6757-CB8D-B62C-A77DCE3FD5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7B44F279-6F2A-B58B-B18F-A3F0BE1309EE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920F726B-A502-9A68-547B-A257CF6F2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455DA05B-7E04-3757-9430-6EE220181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A444EC4-9BD1-5A06-6DFB-B29E7272C646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C8B53A5-A02F-5A18-7A1D-2390E548C276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EBD9681-1160-51D2-E60C-77DBAF93CAB8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626CAB-0ADE-F105-3111-468633D1363B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E5AC6E-45BF-0C20-AFB0-F98343D1D2EE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E65F5A-A611-29B9-ADC4-50E13B3E298F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0A4BBC-4D5D-F845-8A50-3CBAE4A35DA1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D0E1CD-9CDB-5468-FC56-BFD2BE045818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81F314-81CB-6355-A52B-B0D1487B53E3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13751D-2C38-C764-F0AA-34F0DE592657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020D45-4A5A-C05B-38DE-76DFF86697AF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A3E893-44A0-D7C6-8992-25C28C30C3FD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79CE4B-0BD7-6BBB-9E2D-E657E0E21865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AA80F9-3151-F836-419B-F7191190690A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4134FB-3680-B7C5-CA31-5A1488FDB894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8D2C5F-C5D7-99BD-8192-321DFE5A280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FE9C6D-4CAC-2EC0-71E5-50A88F3C5F7B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37B970-4CF8-7074-7044-10D0B49B3369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7766E9-7021-E370-8DC1-75601A55BB8B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062CF1-944B-473D-3C0E-DD42133DAB2C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D9D0A3-7799-8413-C14D-A0F93659B4FE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038C2E-4A2C-C438-4C4F-F816162F1FAF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B6BA50-2816-020F-A91C-88C3F90B93FA}"/>
              </a:ext>
            </a:extLst>
          </p:cNvPr>
          <p:cNvSpPr txBox="1"/>
          <p:nvPr/>
        </p:nvSpPr>
        <p:spPr>
          <a:xfrm>
            <a:off x="7921187" y="37202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AA2AE8-8EA2-45B6-E8AE-1112652DCB91}"/>
              </a:ext>
            </a:extLst>
          </p:cNvPr>
          <p:cNvSpPr txBox="1"/>
          <p:nvPr/>
        </p:nvSpPr>
        <p:spPr>
          <a:xfrm>
            <a:off x="6964652" y="370418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602E27-1A75-C39F-1A44-6232AF72858F}"/>
              </a:ext>
            </a:extLst>
          </p:cNvPr>
          <p:cNvSpPr txBox="1"/>
          <p:nvPr/>
        </p:nvSpPr>
        <p:spPr>
          <a:xfrm>
            <a:off x="8727575" y="37098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FAFF086D-C2C5-46BD-A26F-C48FBEAE32C3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7203498" y="4047524"/>
            <a:ext cx="200641" cy="889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BD53865B-92FE-98C9-FFBC-24BA97287195}"/>
              </a:ext>
            </a:extLst>
          </p:cNvPr>
          <p:cNvCxnSpPr>
            <a:cxnSpLocks/>
          </p:cNvCxnSpPr>
          <p:nvPr/>
        </p:nvCxnSpPr>
        <p:spPr>
          <a:xfrm flipH="1">
            <a:off x="7066112" y="4042607"/>
            <a:ext cx="132142" cy="86913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8F9AC79-CB3D-BAB3-0123-D5717070B3BE}"/>
              </a:ext>
            </a:extLst>
          </p:cNvPr>
          <p:cNvSpPr txBox="1"/>
          <p:nvPr/>
        </p:nvSpPr>
        <p:spPr>
          <a:xfrm>
            <a:off x="20366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A8DBC0F-31A9-DB01-72A2-6D71231D5143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90ECBF-EBA9-A43C-4A00-CFBEBE8465BF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158537-9500-994B-3B39-A202265EF34A}"/>
              </a:ext>
            </a:extLst>
          </p:cNvPr>
          <p:cNvSpPr txBox="1"/>
          <p:nvPr/>
        </p:nvSpPr>
        <p:spPr>
          <a:xfrm>
            <a:off x="6718492" y="511048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63C86D-7943-C786-7400-5C3B875FB164}"/>
              </a:ext>
            </a:extLst>
          </p:cNvPr>
          <p:cNvSpPr txBox="1"/>
          <p:nvPr/>
        </p:nvSpPr>
        <p:spPr>
          <a:xfrm>
            <a:off x="71288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B9EB5D8-7F9F-AAEA-22AB-0D3D478D4B4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4FBAC9E-1AF0-A6E7-BA70-BB57EFB1A5DC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D399FA4-59BE-287B-0611-909F78373341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2C07F4E-7266-F0C5-14B7-2B26FB10BD5E}"/>
              </a:ext>
            </a:extLst>
          </p:cNvPr>
          <p:cNvSpPr txBox="1"/>
          <p:nvPr/>
        </p:nvSpPr>
        <p:spPr>
          <a:xfrm>
            <a:off x="74286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8F1CBDD-1056-4F7E-AC11-14F99683109B}"/>
              </a:ext>
            </a:extLst>
          </p:cNvPr>
          <p:cNvSpPr txBox="1"/>
          <p:nvPr/>
        </p:nvSpPr>
        <p:spPr>
          <a:xfrm>
            <a:off x="78495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8BDCAFE-8BA2-390C-8089-46F56311B0B0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0D1A6FF-EECE-6A18-F113-A7E4AA38FAF9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81C59DC-D8BB-CE6F-45D6-6F544A986523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B32DF35-4561-BB23-39E8-8F5FD576B0C4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0056CA7-58A1-9645-D0A3-72424BF8DCC9}"/>
              </a:ext>
            </a:extLst>
          </p:cNvPr>
          <p:cNvSpPr txBox="1"/>
          <p:nvPr/>
        </p:nvSpPr>
        <p:spPr>
          <a:xfrm>
            <a:off x="3252058" y="14778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B5FBC53-B0ED-483B-BA71-25DA146C2A97}"/>
              </a:ext>
            </a:extLst>
          </p:cNvPr>
          <p:cNvSpPr txBox="1"/>
          <p:nvPr/>
        </p:nvSpPr>
        <p:spPr>
          <a:xfrm>
            <a:off x="3289001" y="31785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4695F7D-3201-96ED-B988-482AFAF5BB23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4CE2201-528F-9380-12EA-010EEF15DBE2}"/>
              </a:ext>
            </a:extLst>
          </p:cNvPr>
          <p:cNvSpPr txBox="1"/>
          <p:nvPr/>
        </p:nvSpPr>
        <p:spPr>
          <a:xfrm>
            <a:off x="5333404" y="43665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7D86975-7473-236A-350E-7CFC8BF4CEF6}"/>
              </a:ext>
            </a:extLst>
          </p:cNvPr>
          <p:cNvSpPr txBox="1"/>
          <p:nvPr/>
        </p:nvSpPr>
        <p:spPr>
          <a:xfrm>
            <a:off x="5323294" y="35988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75AAD88-0BAC-245C-3F8B-070930859890}"/>
              </a:ext>
            </a:extLst>
          </p:cNvPr>
          <p:cNvSpPr txBox="1"/>
          <p:nvPr/>
        </p:nvSpPr>
        <p:spPr>
          <a:xfrm>
            <a:off x="5360700" y="287690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0B08002D-74F2-E2A6-78E9-7B0A125972CC}"/>
              </a:ext>
            </a:extLst>
          </p:cNvPr>
          <p:cNvCxnSpPr>
            <a:cxnSpLocks/>
            <a:stCxn id="284" idx="1"/>
          </p:cNvCxnSpPr>
          <p:nvPr/>
        </p:nvCxnSpPr>
        <p:spPr>
          <a:xfrm flipH="1">
            <a:off x="9239250" y="2520774"/>
            <a:ext cx="9433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B43F127C-DB86-44CC-D9EC-278E294321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82614" y="2417035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0484D3D0-148D-37B6-EB14-F951652C3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578" y="330008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FA885409-6071-A18E-9514-5FB31BEB1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251" y="32850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FC8350C7-8050-2529-A634-BF73B1480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395" y="329683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39C26AE2-20EF-4964-E999-4EC0BB97D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074" y="329498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90B608A0-84FD-E104-A6AE-E1A17102C3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22926" y="2427123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2B72F094-449D-F8BB-788A-FD6873743DA7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9975614" y="2624512"/>
            <a:ext cx="317223" cy="67556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C88AB61F-01FD-D401-464F-478ED86C67A7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292837" y="2624512"/>
            <a:ext cx="255450" cy="6605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6955115E-85C3-A893-3F92-0BEFA6740EAE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>
            <a:off x="10403059" y="2520774"/>
            <a:ext cx="819867" cy="100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798B6F65-E1FE-CC3E-85F7-D80EB059DFA5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125431" y="2634600"/>
            <a:ext cx="207718" cy="6622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EF4B4C79-138F-F9A4-B640-386F834BC5FE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333149" y="2634600"/>
            <a:ext cx="276961" cy="66038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TextBox 335">
            <a:extLst>
              <a:ext uri="{FF2B5EF4-FFF2-40B4-BE49-F238E27FC236}">
                <a16:creationId xmlns:a16="http://schemas.microsoft.com/office/drawing/2014/main" id="{98BF2BFB-EF13-FAE0-5539-F377BAE9FEF8}"/>
              </a:ext>
            </a:extLst>
          </p:cNvPr>
          <p:cNvSpPr txBox="1"/>
          <p:nvPr/>
        </p:nvSpPr>
        <p:spPr>
          <a:xfrm>
            <a:off x="10041032" y="21914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26AE1516-9262-CCBD-637A-03A0633C199B}"/>
              </a:ext>
            </a:extLst>
          </p:cNvPr>
          <p:cNvSpPr txBox="1"/>
          <p:nvPr/>
        </p:nvSpPr>
        <p:spPr>
          <a:xfrm>
            <a:off x="11101975" y="219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22E94897-4C60-E16D-02A0-106D84BA8E56}"/>
              </a:ext>
            </a:extLst>
          </p:cNvPr>
          <p:cNvSpPr txBox="1"/>
          <p:nvPr/>
        </p:nvSpPr>
        <p:spPr>
          <a:xfrm>
            <a:off x="9669909" y="3506288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88043B63-8FBA-47BD-5F84-24BB5F24696F}"/>
              </a:ext>
            </a:extLst>
          </p:cNvPr>
          <p:cNvSpPr txBox="1"/>
          <p:nvPr/>
        </p:nvSpPr>
        <p:spPr>
          <a:xfrm>
            <a:off x="10259504" y="3496191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288DD336-5AB7-8D57-E432-F44DE5865052}"/>
              </a:ext>
            </a:extLst>
          </p:cNvPr>
          <p:cNvSpPr txBox="1"/>
          <p:nvPr/>
        </p:nvSpPr>
        <p:spPr>
          <a:xfrm>
            <a:off x="10851792" y="3495697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36E88D1F-66B1-0B42-8CE0-AAF47FF87F53}"/>
              </a:ext>
            </a:extLst>
          </p:cNvPr>
          <p:cNvSpPr txBox="1"/>
          <p:nvPr/>
        </p:nvSpPr>
        <p:spPr>
          <a:xfrm>
            <a:off x="11315237" y="3496260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8812E04-C3FA-D4AD-E147-DB9B3A527F75}"/>
              </a:ext>
            </a:extLst>
          </p:cNvPr>
          <p:cNvSpPr txBox="1"/>
          <p:nvPr/>
        </p:nvSpPr>
        <p:spPr>
          <a:xfrm>
            <a:off x="7523954" y="519892"/>
            <a:ext cx="862674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지사</a:t>
            </a:r>
            <a:r>
              <a:rPr lang="en-US" altLang="ko-KR" sz="1200" b="1" dirty="0">
                <a:solidFill>
                  <a:schemeClr val="bg1"/>
                </a:solidFill>
              </a:rPr>
              <a:t>(branch)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3930F4E-5280-FA66-2054-453C74996F2F}"/>
              </a:ext>
            </a:extLst>
          </p:cNvPr>
          <p:cNvSpPr txBox="1"/>
          <p:nvPr/>
        </p:nvSpPr>
        <p:spPr>
          <a:xfrm>
            <a:off x="1725941" y="82089"/>
            <a:ext cx="1482013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Management &amp; Backup Zone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8F04164-DE31-A88A-4711-19C4992DC5F3}"/>
              </a:ext>
            </a:extLst>
          </p:cNvPr>
          <p:cNvSpPr txBox="1"/>
          <p:nvPr/>
        </p:nvSpPr>
        <p:spPr>
          <a:xfrm>
            <a:off x="779192" y="497304"/>
            <a:ext cx="862674" cy="276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본사</a:t>
            </a:r>
            <a:r>
              <a:rPr lang="en-US" altLang="ko-KR" sz="1200" b="1" dirty="0">
                <a:solidFill>
                  <a:schemeClr val="bg1"/>
                </a:solidFill>
              </a:rPr>
              <a:t>(HQ)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FB05B94-DD0E-9192-0363-EE258A741D97}"/>
              </a:ext>
            </a:extLst>
          </p:cNvPr>
          <p:cNvSpPr txBox="1"/>
          <p:nvPr/>
        </p:nvSpPr>
        <p:spPr>
          <a:xfrm>
            <a:off x="1311108" y="4969194"/>
            <a:ext cx="1114473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Internal User Zone 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A1920CD-1AA8-6421-233D-9654A5A00506}"/>
              </a:ext>
            </a:extLst>
          </p:cNvPr>
          <p:cNvSpPr txBox="1"/>
          <p:nvPr/>
        </p:nvSpPr>
        <p:spPr>
          <a:xfrm>
            <a:off x="4930675" y="4514247"/>
            <a:ext cx="878767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rgbClr val="0000CC"/>
                </a:solidFill>
              </a:defRPr>
            </a:lvl1pPr>
          </a:lstStyle>
          <a:p>
            <a:r>
              <a:rPr lang="en-US" altLang="ko-KR" dirty="0">
                <a:solidFill>
                  <a:srgbClr val="00B050"/>
                </a:solidFill>
              </a:rPr>
              <a:t>WEB server</a:t>
            </a:r>
          </a:p>
          <a:p>
            <a:r>
              <a:rPr lang="en-US" altLang="ko-KR" dirty="0">
                <a:solidFill>
                  <a:srgbClr val="00B050"/>
                </a:solidFill>
              </a:rPr>
              <a:t>(</a:t>
            </a:r>
            <a:r>
              <a:rPr lang="ko-KR" altLang="en-US" dirty="0">
                <a:solidFill>
                  <a:srgbClr val="00B050"/>
                </a:solidFill>
              </a:rPr>
              <a:t>영문</a:t>
            </a:r>
            <a:r>
              <a:rPr lang="en-US" altLang="ko-KR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EE5ADD85-8DC2-9849-4F08-A76EB8BBBF2E}"/>
              </a:ext>
            </a:extLst>
          </p:cNvPr>
          <p:cNvSpPr txBox="1"/>
          <p:nvPr/>
        </p:nvSpPr>
        <p:spPr>
          <a:xfrm>
            <a:off x="3943485" y="117173"/>
            <a:ext cx="800232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Back up</a:t>
            </a:r>
          </a:p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storage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E27673B-23DD-60C9-DBB7-569CD001DF27}"/>
              </a:ext>
            </a:extLst>
          </p:cNvPr>
          <p:cNvSpPr txBox="1"/>
          <p:nvPr/>
        </p:nvSpPr>
        <p:spPr>
          <a:xfrm>
            <a:off x="4929001" y="3126946"/>
            <a:ext cx="86914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DNS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45C2A-6153-14C4-24A6-A541CB3244B8}"/>
              </a:ext>
            </a:extLst>
          </p:cNvPr>
          <p:cNvSpPr txBox="1"/>
          <p:nvPr/>
        </p:nvSpPr>
        <p:spPr>
          <a:xfrm>
            <a:off x="4833284" y="2324296"/>
            <a:ext cx="1285007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Core service Zone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15F6AA-318F-97F7-811E-93B8016A93AC}"/>
              </a:ext>
            </a:extLst>
          </p:cNvPr>
          <p:cNvSpPr txBox="1"/>
          <p:nvPr/>
        </p:nvSpPr>
        <p:spPr>
          <a:xfrm>
            <a:off x="606260" y="1570222"/>
            <a:ext cx="49404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RAID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A641AB-6F7F-9E1A-4A4B-5ABEF86D913A}"/>
              </a:ext>
            </a:extLst>
          </p:cNvPr>
          <p:cNvSpPr txBox="1"/>
          <p:nvPr/>
        </p:nvSpPr>
        <p:spPr>
          <a:xfrm>
            <a:off x="622452" y="2368087"/>
            <a:ext cx="49404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RAID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95CA0C-170D-23CA-EB88-417CF1C6223F}"/>
              </a:ext>
            </a:extLst>
          </p:cNvPr>
          <p:cNvSpPr txBox="1"/>
          <p:nvPr/>
        </p:nvSpPr>
        <p:spPr>
          <a:xfrm>
            <a:off x="614957" y="3107433"/>
            <a:ext cx="49404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RAID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CE32B8D-9A71-3C14-D37F-215A9CC42435}"/>
              </a:ext>
            </a:extLst>
          </p:cNvPr>
          <p:cNvSpPr txBox="1"/>
          <p:nvPr/>
        </p:nvSpPr>
        <p:spPr>
          <a:xfrm>
            <a:off x="56954" y="1986799"/>
            <a:ext cx="897091" cy="46166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Storage Zone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D7C65D-15E0-0AF8-4726-69EFC73C60ED}"/>
              </a:ext>
            </a:extLst>
          </p:cNvPr>
          <p:cNvSpPr txBox="1"/>
          <p:nvPr/>
        </p:nvSpPr>
        <p:spPr>
          <a:xfrm>
            <a:off x="1282156" y="1030302"/>
            <a:ext cx="426720" cy="24622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92D050"/>
                </a:solidFill>
              </a:rPr>
              <a:t>NFS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AEB254-DEFB-7FF3-A889-26C158E8C76B}"/>
              </a:ext>
            </a:extLst>
          </p:cNvPr>
          <p:cNvSpPr txBox="1"/>
          <p:nvPr/>
        </p:nvSpPr>
        <p:spPr>
          <a:xfrm>
            <a:off x="5845149" y="3397955"/>
            <a:ext cx="641522" cy="24622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SAMBA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D2FD13-68CA-4FD2-1BDE-0DA004451C2C}"/>
              </a:ext>
            </a:extLst>
          </p:cNvPr>
          <p:cNvSpPr txBox="1"/>
          <p:nvPr/>
        </p:nvSpPr>
        <p:spPr>
          <a:xfrm>
            <a:off x="5867899" y="3696582"/>
            <a:ext cx="405880" cy="24622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7030A0"/>
                </a:solidFill>
              </a:rPr>
              <a:t>FTP</a:t>
            </a:r>
            <a:endParaRPr lang="en-US" altLang="ko-KR" sz="1000" b="1" dirty="0">
              <a:solidFill>
                <a:srgbClr val="7030A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D3F2F4-F168-835E-460B-DD202BE6DE87}"/>
              </a:ext>
            </a:extLst>
          </p:cNvPr>
          <p:cNvSpPr txBox="1"/>
          <p:nvPr/>
        </p:nvSpPr>
        <p:spPr>
          <a:xfrm>
            <a:off x="1056291" y="1315083"/>
            <a:ext cx="878767" cy="246221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C000"/>
                </a:solidFill>
              </a:rPr>
              <a:t>DISK quota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226D49-8251-78A2-8090-3361E17C7E83}"/>
              </a:ext>
            </a:extLst>
          </p:cNvPr>
          <p:cNvSpPr txBox="1"/>
          <p:nvPr/>
        </p:nvSpPr>
        <p:spPr>
          <a:xfrm>
            <a:off x="5828994" y="4282604"/>
            <a:ext cx="526106" cy="24622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>
                    <a:lumMod val="75000"/>
                  </a:schemeClr>
                </a:solidFill>
              </a:rPr>
              <a:t>XRDP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B93120-D600-4B05-3BCB-39203A99F85E}"/>
              </a:ext>
            </a:extLst>
          </p:cNvPr>
          <p:cNvSpPr txBox="1"/>
          <p:nvPr/>
        </p:nvSpPr>
        <p:spPr>
          <a:xfrm>
            <a:off x="5862932" y="3994754"/>
            <a:ext cx="455574" cy="24622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3">
                    <a:lumMod val="75000"/>
                  </a:schemeClr>
                </a:solidFill>
              </a:rPr>
              <a:t>VNC</a:t>
            </a: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81BB115B-595B-9CA7-F8BA-8662AD30E76C}"/>
              </a:ext>
            </a:extLst>
          </p:cNvPr>
          <p:cNvSpPr/>
          <p:nvPr/>
        </p:nvSpPr>
        <p:spPr>
          <a:xfrm>
            <a:off x="6799562" y="64013"/>
            <a:ext cx="5344445" cy="6600267"/>
          </a:xfrm>
          <a:prstGeom prst="ellipse">
            <a:avLst/>
          </a:prstGeom>
          <a:solidFill>
            <a:srgbClr val="00B0F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36EE5-AFEB-AC45-ACF7-273FF7B77DA2}"/>
              </a:ext>
            </a:extLst>
          </p:cNvPr>
          <p:cNvSpPr txBox="1"/>
          <p:nvPr/>
        </p:nvSpPr>
        <p:spPr>
          <a:xfrm>
            <a:off x="9561128" y="465931"/>
            <a:ext cx="1285007" cy="27699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PVST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5D78CC-3F60-94C8-C7E2-6B34A9234054}"/>
              </a:ext>
            </a:extLst>
          </p:cNvPr>
          <p:cNvSpPr txBox="1"/>
          <p:nvPr/>
        </p:nvSpPr>
        <p:spPr>
          <a:xfrm>
            <a:off x="7500139" y="3343389"/>
            <a:ext cx="1285007" cy="27699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VTP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104CEF-818F-0607-ADB5-E2BFE7F7079E}"/>
              </a:ext>
            </a:extLst>
          </p:cNvPr>
          <p:cNvSpPr txBox="1"/>
          <p:nvPr/>
        </p:nvSpPr>
        <p:spPr>
          <a:xfrm>
            <a:off x="10753331" y="1962125"/>
            <a:ext cx="1285007" cy="27699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chemeClr val="bg1"/>
                </a:solidFill>
              </a:rPr>
              <a:t>interVLAN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1072A16-7273-4A77-7A3C-142153429790}"/>
              </a:ext>
            </a:extLst>
          </p:cNvPr>
          <p:cNvSpPr txBox="1"/>
          <p:nvPr/>
        </p:nvSpPr>
        <p:spPr>
          <a:xfrm>
            <a:off x="2710135" y="2760620"/>
            <a:ext cx="1285007" cy="27699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chemeClr val="bg1"/>
                </a:solidFill>
              </a:rPr>
              <a:t>HQcore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5F611FC-C2B6-A3FD-2C3C-DD005B2ACBB3}"/>
              </a:ext>
            </a:extLst>
          </p:cNvPr>
          <p:cNvSpPr txBox="1"/>
          <p:nvPr/>
        </p:nvSpPr>
        <p:spPr>
          <a:xfrm>
            <a:off x="5971163" y="1116427"/>
            <a:ext cx="1285007" cy="27699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Gateway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266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118</Words>
  <Application>Microsoft Office PowerPoint</Application>
  <PresentationFormat>와이드스크린</PresentationFormat>
  <Paragraphs>87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TJ</cp:lastModifiedBy>
  <cp:revision>5</cp:revision>
  <dcterms:created xsi:type="dcterms:W3CDTF">2025-10-29T01:38:11Z</dcterms:created>
  <dcterms:modified xsi:type="dcterms:W3CDTF">2025-10-30T04:56:27Z</dcterms:modified>
</cp:coreProperties>
</file>