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504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DEEBF7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85" autoAdjust="0"/>
    <p:restoredTop sz="93983" autoAdjust="0"/>
  </p:normalViewPr>
  <p:slideViewPr>
    <p:cSldViewPr snapToGrid="0">
      <p:cViewPr varScale="1">
        <p:scale>
          <a:sx n="105" d="100"/>
          <a:sy n="105" d="100"/>
        </p:scale>
        <p:origin x="1476" y="120"/>
      </p:cViewPr>
      <p:guideLst>
        <p:guide orient="horz" pos="2160"/>
        <p:guide pos="3840"/>
        <p:guide orient="horz" pos="255"/>
        <p:guide orient="horz" pos="504"/>
        <p:guide orient="horz" pos="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1A725-CE58-44AC-9D40-C8BF57C3F32D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9C23D-59D4-4B93-BE1F-7E24397AB9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7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13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 flipV="1">
            <a:off x="4459958" y="731708"/>
            <a:ext cx="1136458" cy="3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09435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7048385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31261" y="3876082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7941484" y="4083559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7941484" y="4083559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60299" y="3869605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6980744" y="3973344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14" y="496152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20" y="495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508391" y="52659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593974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377841" y="4099186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637572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282935" y="137655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887091" y="1847949"/>
            <a:ext cx="1790256" cy="1247688"/>
            <a:chOff x="1587073" y="409869"/>
            <a:chExt cx="1790256" cy="1247688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299" name="Picture 30" descr="Server ">
              <a:extLst>
                <a:ext uri="{FF2B5EF4-FFF2-40B4-BE49-F238E27FC236}">
                  <a16:creationId xmlns:a16="http://schemas.microsoft.com/office/drawing/2014/main" id="{CE27943F-D69B-9BE1-8883-EC4A96A1B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87073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2660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E2FD5AA6-EA83-0C41-924A-8A6306048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12143" y="1392371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BC4A7BEF-616B-F566-7CD2-ED2B741C3C8D}"/>
                </a:ext>
              </a:extLst>
            </p:cNvPr>
            <p:cNvCxnSpPr>
              <a:cxnSpLocks/>
              <a:stCxn id="299" idx="0"/>
              <a:endCxn id="302" idx="3"/>
            </p:cNvCxnSpPr>
            <p:nvPr/>
          </p:nvCxnSpPr>
          <p:spPr>
            <a:xfrm rot="16200000">
              <a:off x="1977536" y="1059548"/>
              <a:ext cx="340137" cy="590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340329" y="1287446"/>
              <a:ext cx="207544" cy="2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67380ED5-4816-0293-A0D3-8C4747C30785}"/>
                </a:ext>
              </a:extLst>
            </p:cNvPr>
            <p:cNvCxnSpPr>
              <a:cxnSpLocks/>
              <a:stCxn id="301" idx="1"/>
              <a:endCxn id="302" idx="3"/>
            </p:cNvCxnSpPr>
            <p:nvPr/>
          </p:nvCxnSpPr>
          <p:spPr>
            <a:xfrm rot="16200000" flipV="1">
              <a:off x="2740070" y="887705"/>
              <a:ext cx="207546" cy="801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FC741115-A395-6905-9AA7-1CC0C344622E}"/>
                </a:ext>
              </a:extLst>
            </p:cNvPr>
            <p:cNvCxnSpPr>
              <a:stCxn id="301" idx="0"/>
              <a:endCxn id="301" idx="3"/>
            </p:cNvCxnSpPr>
            <p:nvPr/>
          </p:nvCxnSpPr>
          <p:spPr>
            <a:xfrm rot="16200000" flipH="1" flipV="1">
              <a:off x="3244736" y="1524964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599115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7690471" y="163183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9244775" y="373449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0433202" y="99634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0433202" y="155799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88959" y="59597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503863" y="753425"/>
            <a:ext cx="285749" cy="3895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 flipH="1">
            <a:off x="3489766" y="1142954"/>
            <a:ext cx="299846" cy="3894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9085958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8566166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DBCD7E-A0C2-9026-EE17-32FDAC738E52}"/>
              </a:ext>
            </a:extLst>
          </p:cNvPr>
          <p:cNvSpPr txBox="1"/>
          <p:nvPr/>
        </p:nvSpPr>
        <p:spPr>
          <a:xfrm>
            <a:off x="6686562" y="113551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외부망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172.16.0.0 /16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B53C7-78D5-91AE-A88C-4202E242C3D1}"/>
              </a:ext>
            </a:extLst>
          </p:cNvPr>
          <p:cNvSpPr txBox="1"/>
          <p:nvPr/>
        </p:nvSpPr>
        <p:spPr>
          <a:xfrm>
            <a:off x="6649693" y="471298"/>
            <a:ext cx="128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내부망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128.128.0.0 /16</a:t>
            </a:r>
            <a:endParaRPr lang="ko-KR" altLang="en-US" sz="1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C7F47-9E99-4DC3-4AB2-F6D0255B21DD}"/>
              </a:ext>
            </a:extLst>
          </p:cNvPr>
          <p:cNvSpPr txBox="1"/>
          <p:nvPr/>
        </p:nvSpPr>
        <p:spPr>
          <a:xfrm>
            <a:off x="5918506" y="184344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8F7F3-F88F-C9FD-E558-4DEB3387BD64}"/>
              </a:ext>
            </a:extLst>
          </p:cNvPr>
          <p:cNvSpPr txBox="1"/>
          <p:nvPr/>
        </p:nvSpPr>
        <p:spPr>
          <a:xfrm>
            <a:off x="8571140" y="25216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514553" y="40244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444355" y="40075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8710229" y="40329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5D4E36-730A-3A71-1631-3F4BB8BD6F4E}"/>
              </a:ext>
            </a:extLst>
          </p:cNvPr>
          <p:cNvSpPr txBox="1"/>
          <p:nvPr/>
        </p:nvSpPr>
        <p:spPr>
          <a:xfrm>
            <a:off x="5616186" y="162799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103</a:t>
            </a:r>
            <a:endParaRPr lang="ko-KR" altLang="en-US" sz="8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60232A-F9B6-EC4F-9055-A2501EA0C29B}"/>
              </a:ext>
            </a:extLst>
          </p:cNvPr>
          <p:cNvSpPr txBox="1"/>
          <p:nvPr/>
        </p:nvSpPr>
        <p:spPr>
          <a:xfrm>
            <a:off x="333634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6AAD6B-0C98-DE29-632E-CDAF754103E1}"/>
              </a:ext>
            </a:extLst>
          </p:cNvPr>
          <p:cNvSpPr txBox="1"/>
          <p:nvPr/>
        </p:nvSpPr>
        <p:spPr>
          <a:xfrm>
            <a:off x="2773467" y="25218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DDE500-C5B4-9096-3D67-F309EA189EE3}"/>
              </a:ext>
            </a:extLst>
          </p:cNvPr>
          <p:cNvSpPr txBox="1"/>
          <p:nvPr/>
        </p:nvSpPr>
        <p:spPr>
          <a:xfrm>
            <a:off x="2248429" y="251547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EA3467-8D5D-CD46-A06B-8E2EA55A6E76}"/>
              </a:ext>
            </a:extLst>
          </p:cNvPr>
          <p:cNvSpPr txBox="1"/>
          <p:nvPr/>
        </p:nvSpPr>
        <p:spPr>
          <a:xfrm>
            <a:off x="2277489" y="2142241"/>
            <a:ext cx="1023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128.1.64.0 /19</a:t>
            </a:r>
            <a:endParaRPr lang="ko-KR" altLang="en-US" sz="8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C4EB99-92FB-18DB-29C5-A9D8CB30C5C7}"/>
              </a:ext>
            </a:extLst>
          </p:cNvPr>
          <p:cNvSpPr txBox="1"/>
          <p:nvPr/>
        </p:nvSpPr>
        <p:spPr>
          <a:xfrm>
            <a:off x="3216039" y="2862846"/>
            <a:ext cx="9555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128.1.0.0 /23</a:t>
            </a:r>
            <a:endParaRPr lang="ko-KR" altLang="en-US" sz="8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4C66C71-869F-6211-B756-E1286451F2CF}"/>
              </a:ext>
            </a:extLst>
          </p:cNvPr>
          <p:cNvSpPr txBox="1"/>
          <p:nvPr/>
        </p:nvSpPr>
        <p:spPr>
          <a:xfrm>
            <a:off x="5668871" y="5806827"/>
            <a:ext cx="1298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L2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128.1.32.0 /19</a:t>
            </a:r>
            <a:endParaRPr lang="ko-KR" altLang="en-US" sz="1000" b="1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98A772B-F1E9-1AC4-B598-D86999EC9944}"/>
              </a:ext>
            </a:extLst>
          </p:cNvPr>
          <p:cNvSpPr txBox="1"/>
          <p:nvPr/>
        </p:nvSpPr>
        <p:spPr>
          <a:xfrm>
            <a:off x="1473828" y="2038062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128.1.96.0 /19</a:t>
            </a:r>
            <a:endParaRPr lang="ko-KR" altLang="en-US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0268504-1DEE-C789-CE17-7C20EE18510A}"/>
              </a:ext>
            </a:extLst>
          </p:cNvPr>
          <p:cNvSpPr txBox="1"/>
          <p:nvPr/>
        </p:nvSpPr>
        <p:spPr>
          <a:xfrm>
            <a:off x="5659282" y="2036158"/>
            <a:ext cx="1082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128.1.128.0 /19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8456" y="4059326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384848" y="4051133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05DEA630-4CDD-05B1-9A0D-8FCF4FA8232A}"/>
              </a:ext>
            </a:extLst>
          </p:cNvPr>
          <p:cNvSpPr txBox="1"/>
          <p:nvPr/>
        </p:nvSpPr>
        <p:spPr>
          <a:xfrm>
            <a:off x="2024282" y="3266323"/>
            <a:ext cx="998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128.1.2.0 /23</a:t>
            </a:r>
            <a:endParaRPr lang="ko-KR" altLang="en-US" sz="8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365269B-43CE-2CD3-6DB0-7017DCAA5B80}"/>
              </a:ext>
            </a:extLst>
          </p:cNvPr>
          <p:cNvSpPr txBox="1"/>
          <p:nvPr/>
        </p:nvSpPr>
        <p:spPr>
          <a:xfrm>
            <a:off x="1988368" y="4178660"/>
            <a:ext cx="9662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128.1.4.0 /23</a:t>
            </a:r>
            <a:endParaRPr lang="ko-KR" altLang="en-US" sz="800" b="1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613FDC7-1A93-8FFD-6C49-BC6FBBE46F54}"/>
              </a:ext>
            </a:extLst>
          </p:cNvPr>
          <p:cNvSpPr txBox="1"/>
          <p:nvPr/>
        </p:nvSpPr>
        <p:spPr>
          <a:xfrm>
            <a:off x="3643179" y="3259539"/>
            <a:ext cx="9817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128.1.8.0 /23</a:t>
            </a:r>
            <a:endParaRPr lang="ko-KR" altLang="en-US" sz="8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C7BB6CB-62F4-7574-3C98-AB3DDC74C22A}"/>
              </a:ext>
            </a:extLst>
          </p:cNvPr>
          <p:cNvSpPr txBox="1"/>
          <p:nvPr/>
        </p:nvSpPr>
        <p:spPr>
          <a:xfrm>
            <a:off x="4232244" y="3505534"/>
            <a:ext cx="10604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128.1.10.0 /23</a:t>
            </a:r>
            <a:endParaRPr lang="ko-KR" altLang="en-US" sz="800" b="1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B176178-2F7A-3CA9-ACB5-89656FAEF936}"/>
              </a:ext>
            </a:extLst>
          </p:cNvPr>
          <p:cNvSpPr txBox="1"/>
          <p:nvPr/>
        </p:nvSpPr>
        <p:spPr>
          <a:xfrm>
            <a:off x="3603235" y="4179241"/>
            <a:ext cx="9944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128.1.6.0 /23</a:t>
            </a:r>
            <a:endParaRPr lang="ko-KR" altLang="en-US" sz="800" b="1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77BCC1-0F00-A318-5C63-E7ECAB5216AE}"/>
              </a:ext>
            </a:extLst>
          </p:cNvPr>
          <p:cNvSpPr txBox="1"/>
          <p:nvPr/>
        </p:nvSpPr>
        <p:spPr>
          <a:xfrm>
            <a:off x="3799657" y="4735062"/>
            <a:ext cx="10055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128.1.12.0 /23</a:t>
            </a:r>
            <a:endParaRPr lang="ko-KR" altLang="en-US" sz="800" b="1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0FD6F81-08E4-52DE-EA75-0650B56877C5}"/>
              </a:ext>
            </a:extLst>
          </p:cNvPr>
          <p:cNvSpPr txBox="1"/>
          <p:nvPr/>
        </p:nvSpPr>
        <p:spPr>
          <a:xfrm>
            <a:off x="1827981" y="4704359"/>
            <a:ext cx="102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128.1.16.0 /23</a:t>
            </a:r>
            <a:endParaRPr lang="ko-KR" altLang="en-US" sz="800" b="1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5C63DF1-269C-40BF-56DC-6D28E8A2996F}"/>
              </a:ext>
            </a:extLst>
          </p:cNvPr>
          <p:cNvSpPr txBox="1"/>
          <p:nvPr/>
        </p:nvSpPr>
        <p:spPr>
          <a:xfrm>
            <a:off x="418992" y="4736997"/>
            <a:ext cx="1233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L3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128.1.0.0 /19</a:t>
            </a:r>
            <a:endParaRPr lang="ko-KR" altLang="en-US" sz="1000" b="1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AF063D2-858D-8F15-36D8-08DD56196EFA}"/>
              </a:ext>
            </a:extLst>
          </p:cNvPr>
          <p:cNvSpPr txBox="1"/>
          <p:nvPr/>
        </p:nvSpPr>
        <p:spPr>
          <a:xfrm>
            <a:off x="7002777" y="5528686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VLAN 10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IP 128.1.32.0 /22</a:t>
            </a:r>
            <a:endParaRPr lang="ko-KR" altLang="en-US" sz="800" b="1" dirty="0">
              <a:solidFill>
                <a:srgbClr val="C000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6B56093-FA73-E1FD-B856-18C96F9830B9}"/>
              </a:ext>
            </a:extLst>
          </p:cNvPr>
          <p:cNvSpPr txBox="1"/>
          <p:nvPr/>
        </p:nvSpPr>
        <p:spPr>
          <a:xfrm>
            <a:off x="7012840" y="6210937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</a:p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IP 128.1.40.0 /22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B5C2AE4-DD99-DC9E-2E57-7D106EDBCA0A}"/>
              </a:ext>
            </a:extLst>
          </p:cNvPr>
          <p:cNvSpPr txBox="1"/>
          <p:nvPr/>
        </p:nvSpPr>
        <p:spPr>
          <a:xfrm>
            <a:off x="1557309" y="5166493"/>
            <a:ext cx="1136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사설 대역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IP 192.168.0.0 /16</a:t>
            </a:r>
            <a:endParaRPr lang="ko-KR" altLang="en-US" sz="8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4391F2A-CC40-1CD8-244C-978223C851D4}"/>
              </a:ext>
            </a:extLst>
          </p:cNvPr>
          <p:cNvSpPr txBox="1"/>
          <p:nvPr/>
        </p:nvSpPr>
        <p:spPr>
          <a:xfrm>
            <a:off x="3878957" y="5247831"/>
            <a:ext cx="1025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128.1.14.0 /23</a:t>
            </a:r>
            <a:endParaRPr lang="ko-KR" altLang="en-US" sz="8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0441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5827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1238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76844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9C709-3A2E-9AC6-9AFD-B4750D2CC79F}"/>
              </a:ext>
            </a:extLst>
          </p:cNvPr>
          <p:cNvSpPr txBox="1"/>
          <p:nvPr/>
        </p:nvSpPr>
        <p:spPr>
          <a:xfrm>
            <a:off x="7001390" y="5881181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1"/>
                </a:solidFill>
              </a:rPr>
              <a:t>VLAN 20</a:t>
            </a:r>
          </a:p>
          <a:p>
            <a:pPr algn="ctr"/>
            <a:r>
              <a:rPr lang="en-US" altLang="ko-KR" sz="800" b="1" dirty="0">
                <a:solidFill>
                  <a:schemeClr val="accent1"/>
                </a:solidFill>
              </a:rPr>
              <a:t>IP 128.1.36.0 /22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6A54AB-2E8C-D8F2-CA00-C240FFBB439F}"/>
              </a:ext>
            </a:extLst>
          </p:cNvPr>
          <p:cNvSpPr txBox="1"/>
          <p:nvPr/>
        </p:nvSpPr>
        <p:spPr>
          <a:xfrm>
            <a:off x="8631688" y="22400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201</a:t>
            </a:r>
            <a:endParaRPr lang="ko-KR" altLang="en-US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38AEEC-9799-84A2-5A10-D2BE14D51275}"/>
              </a:ext>
            </a:extLst>
          </p:cNvPr>
          <p:cNvSpPr txBox="1"/>
          <p:nvPr/>
        </p:nvSpPr>
        <p:spPr>
          <a:xfrm>
            <a:off x="6312200" y="1649478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102</a:t>
            </a:r>
            <a:endParaRPr lang="ko-KR" altLang="en-US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A9DA42-E51A-DB63-2C93-4F22C4A7BF76}"/>
              </a:ext>
            </a:extLst>
          </p:cNvPr>
          <p:cNvSpPr txBox="1"/>
          <p:nvPr/>
        </p:nvSpPr>
        <p:spPr>
          <a:xfrm>
            <a:off x="3390138" y="22556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301</a:t>
            </a:r>
            <a:endParaRPr lang="ko-KR" altLang="en-US" sz="8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DFBC01B-E381-9D0B-B9CF-A01922765220}"/>
              </a:ext>
            </a:extLst>
          </p:cNvPr>
          <p:cNvSpPr txBox="1"/>
          <p:nvPr/>
        </p:nvSpPr>
        <p:spPr>
          <a:xfrm>
            <a:off x="2849754" y="231590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304</a:t>
            </a:r>
            <a:endParaRPr lang="ko-KR" altLang="en-US" sz="8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7B87C4C-5967-78EF-A081-DC11160A4E2E}"/>
              </a:ext>
            </a:extLst>
          </p:cNvPr>
          <p:cNvSpPr txBox="1"/>
          <p:nvPr/>
        </p:nvSpPr>
        <p:spPr>
          <a:xfrm>
            <a:off x="2303436" y="231790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403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52058" y="153409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43061" y="5062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275316" y="427085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295373" y="359849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298419" y="2822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48464120-F018-5D6A-441F-F354367CB928}"/>
              </a:ext>
            </a:extLst>
          </p:cNvPr>
          <p:cNvCxnSpPr>
            <a:cxnSpLocks/>
            <a:stCxn id="284" idx="1"/>
          </p:cNvCxnSpPr>
          <p:nvPr/>
        </p:nvCxnSpPr>
        <p:spPr>
          <a:xfrm flipH="1">
            <a:off x="9239250" y="2520774"/>
            <a:ext cx="9433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DD14079A-19BD-8FE2-4B78-F6D6D33A70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82614" y="2417035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5D5A4E81-F38B-55AE-182C-36BDB2076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578" y="330008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E4F60DE7-27DF-428E-60E0-3A4B027CA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251" y="32850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60D6D6D0-13A5-9453-279D-D1C44A5B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395" y="329683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979B6C54-F2C6-A2A4-49A2-898F6E1F5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074" y="329498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A4C6894A-A80E-4DC9-B804-7E742C9ACC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22926" y="2427123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15E56400-D2BB-6EAA-E015-9CFF2C2F84F9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9975614" y="2624512"/>
            <a:ext cx="317223" cy="675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F93724DA-F7A8-8F67-B01D-4B8D99A5FA66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292837" y="2624512"/>
            <a:ext cx="255450" cy="660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5260EB02-2404-5769-36D9-0D2656805116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>
            <a:off x="10403059" y="2520774"/>
            <a:ext cx="819867" cy="10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39F7D68C-3D2E-2C07-7864-5079E972E81D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125431" y="2634600"/>
            <a:ext cx="207718" cy="662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A225E794-61E7-D864-34C2-D4C69AFF6D9A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333149" y="2634600"/>
            <a:ext cx="276961" cy="6603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TextBox 335">
            <a:extLst>
              <a:ext uri="{FF2B5EF4-FFF2-40B4-BE49-F238E27FC236}">
                <a16:creationId xmlns:a16="http://schemas.microsoft.com/office/drawing/2014/main" id="{27FA5568-0447-3F1F-3240-94B38037C376}"/>
              </a:ext>
            </a:extLst>
          </p:cNvPr>
          <p:cNvSpPr txBox="1"/>
          <p:nvPr/>
        </p:nvSpPr>
        <p:spPr>
          <a:xfrm>
            <a:off x="10041032" y="21914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95773D2-65E7-C926-8551-89DC22C331E0}"/>
              </a:ext>
            </a:extLst>
          </p:cNvPr>
          <p:cNvSpPr txBox="1"/>
          <p:nvPr/>
        </p:nvSpPr>
        <p:spPr>
          <a:xfrm>
            <a:off x="11101975" y="219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F97B5EE8-EA96-1802-50B7-0BA4DD4EE0FC}"/>
              </a:ext>
            </a:extLst>
          </p:cNvPr>
          <p:cNvSpPr txBox="1"/>
          <p:nvPr/>
        </p:nvSpPr>
        <p:spPr>
          <a:xfrm>
            <a:off x="9669909" y="3506288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9A7FE80-8CE0-90D0-63E9-2A93C03BE90B}"/>
              </a:ext>
            </a:extLst>
          </p:cNvPr>
          <p:cNvSpPr txBox="1"/>
          <p:nvPr/>
        </p:nvSpPr>
        <p:spPr>
          <a:xfrm>
            <a:off x="10259504" y="3496191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EF4B415-2010-02C2-FA1A-FCCB75E436BC}"/>
              </a:ext>
            </a:extLst>
          </p:cNvPr>
          <p:cNvSpPr txBox="1"/>
          <p:nvPr/>
        </p:nvSpPr>
        <p:spPr>
          <a:xfrm>
            <a:off x="10851792" y="3495697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4727478-5973-2BD8-7435-43E0FD99A7D2}"/>
              </a:ext>
            </a:extLst>
          </p:cNvPr>
          <p:cNvSpPr txBox="1"/>
          <p:nvPr/>
        </p:nvSpPr>
        <p:spPr>
          <a:xfrm>
            <a:off x="11315237" y="3496260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ED98A665-F19A-4FFB-F59E-F9E9FE86D236}"/>
              </a:ext>
            </a:extLst>
          </p:cNvPr>
          <p:cNvSpPr txBox="1"/>
          <p:nvPr/>
        </p:nvSpPr>
        <p:spPr>
          <a:xfrm>
            <a:off x="9624064" y="367855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50C32B4E-14B9-C103-14D3-C58C06AA90B7}"/>
              </a:ext>
            </a:extLst>
          </p:cNvPr>
          <p:cNvSpPr txBox="1"/>
          <p:nvPr/>
        </p:nvSpPr>
        <p:spPr>
          <a:xfrm>
            <a:off x="10797806" y="366967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78229405-FC05-1813-6202-0171E93FA761}"/>
              </a:ext>
            </a:extLst>
          </p:cNvPr>
          <p:cNvSpPr txBox="1"/>
          <p:nvPr/>
        </p:nvSpPr>
        <p:spPr>
          <a:xfrm>
            <a:off x="10207967" y="3660638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CC228417-7F38-344F-370F-F4866F9BDE69}"/>
              </a:ext>
            </a:extLst>
          </p:cNvPr>
          <p:cNvSpPr txBox="1"/>
          <p:nvPr/>
        </p:nvSpPr>
        <p:spPr>
          <a:xfrm>
            <a:off x="11300752" y="3669670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A46CBB44-2DAA-81C8-B815-BF2E25962E6E}"/>
              </a:ext>
            </a:extLst>
          </p:cNvPr>
          <p:cNvSpPr txBox="1"/>
          <p:nvPr/>
        </p:nvSpPr>
        <p:spPr>
          <a:xfrm>
            <a:off x="7886688" y="5543965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</a:p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IP 128.1.44.0 /22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E5A1098C-E358-C721-D4DB-C976FBF308B7}"/>
              </a:ext>
            </a:extLst>
          </p:cNvPr>
          <p:cNvSpPr txBox="1"/>
          <p:nvPr/>
        </p:nvSpPr>
        <p:spPr>
          <a:xfrm>
            <a:off x="7876899" y="5871166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</a:p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IP 128.1.48.0 /22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6742F12B-378A-D5D8-643E-7C5CC102AFBF}"/>
              </a:ext>
            </a:extLst>
          </p:cNvPr>
          <p:cNvSpPr txBox="1"/>
          <p:nvPr/>
        </p:nvSpPr>
        <p:spPr>
          <a:xfrm>
            <a:off x="8737862" y="5541788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</a:p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IP 128.1.52.0 /22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0CB7240E-4E15-039C-D792-F3226FA110F2}"/>
              </a:ext>
            </a:extLst>
          </p:cNvPr>
          <p:cNvSpPr txBox="1"/>
          <p:nvPr/>
        </p:nvSpPr>
        <p:spPr>
          <a:xfrm>
            <a:off x="8733119" y="5873772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</a:p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IP 128.1.56.0 /22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3DC6F9-B4D5-40EF-E406-C5C2CBFFAAA2}"/>
              </a:ext>
            </a:extLst>
          </p:cNvPr>
          <p:cNvSpPr txBox="1"/>
          <p:nvPr/>
        </p:nvSpPr>
        <p:spPr>
          <a:xfrm>
            <a:off x="1005280" y="133234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4F6935F-9703-5A58-34DB-64991D3B24A0}"/>
              </a:ext>
            </a:extLst>
          </p:cNvPr>
          <p:cNvSpPr txBox="1"/>
          <p:nvPr/>
        </p:nvSpPr>
        <p:spPr>
          <a:xfrm>
            <a:off x="1029425" y="21627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D854E8-369D-7819-BD3D-6D706FDB7F76}"/>
              </a:ext>
            </a:extLst>
          </p:cNvPr>
          <p:cNvSpPr txBox="1"/>
          <p:nvPr/>
        </p:nvSpPr>
        <p:spPr>
          <a:xfrm>
            <a:off x="1029425" y="290637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F58295-FD27-CDB4-37FB-37770FEC9D60}"/>
              </a:ext>
            </a:extLst>
          </p:cNvPr>
          <p:cNvSpPr txBox="1"/>
          <p:nvPr/>
        </p:nvSpPr>
        <p:spPr>
          <a:xfrm>
            <a:off x="4340746" y="3995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043D49F-24C0-91A7-C61D-A4C6E5D9E5AC}"/>
              </a:ext>
            </a:extLst>
          </p:cNvPr>
          <p:cNvSpPr txBox="1"/>
          <p:nvPr/>
        </p:nvSpPr>
        <p:spPr>
          <a:xfrm>
            <a:off x="6662000" y="812405"/>
            <a:ext cx="128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사설망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192.168.0.0 /16</a:t>
            </a:r>
            <a:endParaRPr lang="ko-KR" altLang="en-US" sz="1000" b="1" dirty="0"/>
          </a:p>
        </p:txBody>
      </p:sp>
      <p:sp>
        <p:nvSpPr>
          <p:cNvPr id="15" name="TextBox 262">
            <a:extLst>
              <a:ext uri="{FF2B5EF4-FFF2-40B4-BE49-F238E27FC236}">
                <a16:creationId xmlns:a16="http://schemas.microsoft.com/office/drawing/2014/main" id="{9FBB6BE6-B379-682E-CAC6-4B9A4A86B769}"/>
              </a:ext>
            </a:extLst>
          </p:cNvPr>
          <p:cNvSpPr txBox="1"/>
          <p:nvPr/>
        </p:nvSpPr>
        <p:spPr>
          <a:xfrm>
            <a:off x="4446917" y="678962"/>
            <a:ext cx="144982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/>
              <a:t>default routing</a:t>
            </a:r>
          </a:p>
          <a:p>
            <a:pPr marL="228600" indent="-228600" algn="ctr">
              <a:buAutoNum type="arabicPeriod"/>
            </a:pPr>
            <a:r>
              <a:rPr lang="ko-KR" altLang="en-US" sz="800" b="1" dirty="0"/>
              <a:t>위쪽 </a:t>
            </a:r>
            <a:r>
              <a:rPr lang="en-US" altLang="ko-KR" sz="800" b="1" dirty="0"/>
              <a:t>int</a:t>
            </a:r>
            <a:r>
              <a:rPr lang="ko-KR" altLang="en-US" sz="800" b="1" dirty="0"/>
              <a:t> </a:t>
            </a:r>
            <a:r>
              <a:rPr lang="en-US" altLang="ko-KR" sz="800" b="1" dirty="0"/>
              <a:t>255.1 / </a:t>
            </a:r>
            <a:r>
              <a:rPr lang="ko-KR" altLang="en-US" sz="800" b="1" dirty="0"/>
              <a:t>디폴트 라우팅</a:t>
            </a:r>
            <a:endParaRPr lang="en-US" altLang="ko-KR" sz="800" b="1" dirty="0"/>
          </a:p>
          <a:p>
            <a:pPr marL="228600" indent="-228600" algn="ctr">
              <a:buAutoNum type="arabicPeriod"/>
            </a:pPr>
            <a:r>
              <a:rPr lang="ko-KR" altLang="en-US" sz="800" b="1" dirty="0"/>
              <a:t>구역 별 축약 라우팅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(128.1.64.0/128.1.96.0/128.1.32.0/128.1.0.0)</a:t>
            </a:r>
          </a:p>
        </p:txBody>
      </p:sp>
      <p:sp>
        <p:nvSpPr>
          <p:cNvPr id="37" name="TextBox 262">
            <a:extLst>
              <a:ext uri="{FF2B5EF4-FFF2-40B4-BE49-F238E27FC236}">
                <a16:creationId xmlns:a16="http://schemas.microsoft.com/office/drawing/2014/main" id="{B7565AA9-C14E-B6F2-7720-7E107ABB3A80}"/>
              </a:ext>
            </a:extLst>
          </p:cNvPr>
          <p:cNvSpPr txBox="1"/>
          <p:nvPr/>
        </p:nvSpPr>
        <p:spPr>
          <a:xfrm>
            <a:off x="5711306" y="2219954"/>
            <a:ext cx="1449822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/>
              <a:t>Frame-relay</a:t>
            </a:r>
          </a:p>
          <a:p>
            <a:pPr marL="228600" indent="-228600" algn="ctr">
              <a:buAutoNum type="arabicPeriod"/>
            </a:pPr>
            <a:r>
              <a:rPr lang="ko-KR" altLang="en-US" sz="800" b="1" dirty="0"/>
              <a:t>하나의 서브 </a:t>
            </a:r>
            <a:r>
              <a:rPr lang="en-US" altLang="ko-KR" sz="800" b="1" dirty="0"/>
              <a:t>int, </a:t>
            </a:r>
            <a:r>
              <a:rPr lang="en-US" altLang="ko-KR" sz="800" b="1" dirty="0" err="1"/>
              <a:t>mp</a:t>
            </a:r>
            <a:r>
              <a:rPr lang="en-US" altLang="ko-KR" sz="800" b="1" dirty="0"/>
              <a:t> </a:t>
            </a:r>
            <a:r>
              <a:rPr lang="ko-KR" altLang="en-US" sz="800" b="1" dirty="0"/>
              <a:t>연결</a:t>
            </a:r>
            <a:endParaRPr lang="en-US" altLang="ko-KR" sz="800" b="1" dirty="0"/>
          </a:p>
        </p:txBody>
      </p:sp>
      <p:sp>
        <p:nvSpPr>
          <p:cNvPr id="58" name="TextBox 262">
            <a:extLst>
              <a:ext uri="{FF2B5EF4-FFF2-40B4-BE49-F238E27FC236}">
                <a16:creationId xmlns:a16="http://schemas.microsoft.com/office/drawing/2014/main" id="{76F9160A-6AB3-BDB1-B7D0-81AF0C168817}"/>
              </a:ext>
            </a:extLst>
          </p:cNvPr>
          <p:cNvSpPr txBox="1"/>
          <p:nvPr/>
        </p:nvSpPr>
        <p:spPr>
          <a:xfrm>
            <a:off x="2594145" y="1676005"/>
            <a:ext cx="179124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/>
              <a:t>Frame-relay</a:t>
            </a:r>
          </a:p>
          <a:p>
            <a:pPr marL="228600" indent="-228600" algn="ctr">
              <a:buAutoNum type="arabicPeriod"/>
            </a:pPr>
            <a:r>
              <a:rPr lang="ko-KR" altLang="en-US" sz="800" b="1" dirty="0"/>
              <a:t>오른쪽 서브 </a:t>
            </a:r>
            <a:r>
              <a:rPr lang="en-US" altLang="ko-KR" sz="800" b="1" dirty="0"/>
              <a:t>int, </a:t>
            </a:r>
            <a:r>
              <a:rPr lang="en-US" altLang="ko-KR" sz="800" b="1" dirty="0" err="1"/>
              <a:t>mp</a:t>
            </a:r>
            <a:r>
              <a:rPr lang="en-US" altLang="ko-KR" sz="800" b="1" dirty="0"/>
              <a:t> </a:t>
            </a:r>
            <a:r>
              <a:rPr lang="ko-KR" altLang="en-US" sz="800" b="1" dirty="0"/>
              <a:t>연결</a:t>
            </a:r>
            <a:endParaRPr lang="en-US" altLang="ko-KR" sz="800" b="1" dirty="0"/>
          </a:p>
          <a:p>
            <a:pPr marL="228600" indent="-228600" algn="ctr">
              <a:buAutoNum type="arabicPeriod"/>
            </a:pPr>
            <a:r>
              <a:rPr lang="ko-KR" altLang="en-US" sz="800" b="1" dirty="0"/>
              <a:t>왼쪽 서브 </a:t>
            </a:r>
            <a:r>
              <a:rPr lang="en-US" altLang="ko-KR" sz="800" b="1" dirty="0"/>
              <a:t>int, pp </a:t>
            </a:r>
            <a:r>
              <a:rPr lang="ko-KR" altLang="en-US" sz="800" b="1" dirty="0"/>
              <a:t>연결</a:t>
            </a:r>
            <a:endParaRPr lang="en-US" altLang="ko-KR" sz="800" b="1" dirty="0"/>
          </a:p>
        </p:txBody>
      </p:sp>
      <p:sp>
        <p:nvSpPr>
          <p:cNvPr id="73" name="TextBox 262">
            <a:extLst>
              <a:ext uri="{FF2B5EF4-FFF2-40B4-BE49-F238E27FC236}">
                <a16:creationId xmlns:a16="http://schemas.microsoft.com/office/drawing/2014/main" id="{F1FC5767-E11A-6D35-FEA8-BF6368250E82}"/>
              </a:ext>
            </a:extLst>
          </p:cNvPr>
          <p:cNvSpPr txBox="1"/>
          <p:nvPr/>
        </p:nvSpPr>
        <p:spPr>
          <a:xfrm>
            <a:off x="7256081" y="2219954"/>
            <a:ext cx="167965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/>
              <a:t>Frame-relay</a:t>
            </a:r>
          </a:p>
          <a:p>
            <a:pPr marL="228600" indent="-228600" algn="ctr">
              <a:buAutoNum type="arabicPeriod"/>
            </a:pPr>
            <a:r>
              <a:rPr lang="ko-KR" altLang="en-US" sz="800" b="1" dirty="0"/>
              <a:t>왼쪽 서브 </a:t>
            </a:r>
            <a:r>
              <a:rPr lang="en-US" altLang="ko-KR" sz="800" b="1" dirty="0"/>
              <a:t>int, </a:t>
            </a:r>
            <a:r>
              <a:rPr lang="en-US" altLang="ko-KR" sz="800" b="1" dirty="0" err="1"/>
              <a:t>mp</a:t>
            </a:r>
            <a:r>
              <a:rPr lang="en-US" altLang="ko-KR" sz="800" b="1" dirty="0"/>
              <a:t> </a:t>
            </a:r>
            <a:r>
              <a:rPr lang="ko-KR" altLang="en-US" sz="800" b="1" dirty="0"/>
              <a:t>연결</a:t>
            </a:r>
            <a:endParaRPr lang="en-US" altLang="ko-KR" sz="800" b="1" dirty="0"/>
          </a:p>
        </p:txBody>
      </p: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2" descr="Data server ">
            <a:extLst>
              <a:ext uri="{FF2B5EF4-FFF2-40B4-BE49-F238E27FC236}">
                <a16:creationId xmlns:a16="http://schemas.microsoft.com/office/drawing/2014/main" id="{0962AFE4-7C6E-0FF2-951E-14A50FFE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480" y="97168"/>
            <a:ext cx="474489" cy="47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D8DDE5C-2FB0-C362-1085-F0AE90AA69EA}"/>
              </a:ext>
            </a:extLst>
          </p:cNvPr>
          <p:cNvSpPr txBox="1"/>
          <p:nvPr/>
        </p:nvSpPr>
        <p:spPr>
          <a:xfrm>
            <a:off x="5929969" y="99820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DNS_1</a:t>
            </a:r>
            <a:endParaRPr lang="ko-KR" altLang="en-US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A0BCA7-7115-5DE7-554C-341A6AFA67D7}"/>
              </a:ext>
            </a:extLst>
          </p:cNvPr>
          <p:cNvSpPr txBox="1"/>
          <p:nvPr/>
        </p:nvSpPr>
        <p:spPr>
          <a:xfrm>
            <a:off x="5929969" y="360353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DNS_2</a:t>
            </a:r>
            <a:endParaRPr lang="ko-KR" altLang="en-US" sz="1000" b="1" dirty="0"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BC648AF5-F85F-9433-DD7E-50D40EBB9D39}"/>
              </a:ext>
            </a:extLst>
          </p:cNvPr>
          <p:cNvGrpSpPr/>
          <p:nvPr/>
        </p:nvGrpSpPr>
        <p:grpSpPr>
          <a:xfrm>
            <a:off x="866624" y="182765"/>
            <a:ext cx="1583666" cy="492442"/>
            <a:chOff x="961874" y="182765"/>
            <a:chExt cx="1583666" cy="489205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721FF19D-B703-8D16-3C6B-13B8963C2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3CF1D7-1189-098B-9095-2F5430C39090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3DAE496-8300-1388-1DDA-41F134462B93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C5AB84D-8DA7-F14E-7139-EF01C6213837}"/>
              </a:ext>
            </a:extLst>
          </p:cNvPr>
          <p:cNvGrpSpPr/>
          <p:nvPr/>
        </p:nvGrpSpPr>
        <p:grpSpPr>
          <a:xfrm>
            <a:off x="2997871" y="1404581"/>
            <a:ext cx="1774163" cy="451017"/>
            <a:chOff x="3212223" y="193664"/>
            <a:chExt cx="1774163" cy="451017"/>
          </a:xfrm>
        </p:grpSpPr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EF84CD08-8A2C-11E9-9447-D4E4D955B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2F9177-6D90-26DD-CD38-7A116480739B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172.16.0.1 /16</a:t>
              </a:r>
              <a:endParaRPr lang="ko-KR" altLang="en-US" sz="10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61EF35E-16F8-2520-B1F1-BF2EC9B63475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DF4FB603-57CF-8537-114A-20AEDE21583B}"/>
              </a:ext>
            </a:extLst>
          </p:cNvPr>
          <p:cNvGrpSpPr/>
          <p:nvPr/>
        </p:nvGrpSpPr>
        <p:grpSpPr>
          <a:xfrm>
            <a:off x="866624" y="644681"/>
            <a:ext cx="1583666" cy="492442"/>
            <a:chOff x="961874" y="182765"/>
            <a:chExt cx="1583666" cy="489205"/>
          </a:xfrm>
        </p:grpSpPr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D4BA8890-4D0E-6BE2-A676-F0B5AD340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ED3FF9A-D041-AC93-2AB0-DE13EDD5D71A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0D13926-537D-D056-D9E0-D689A6F57272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1555AD7D-5B59-0CE6-2537-E34A92C18F3A}"/>
              </a:ext>
            </a:extLst>
          </p:cNvPr>
          <p:cNvGrpSpPr/>
          <p:nvPr/>
        </p:nvGrpSpPr>
        <p:grpSpPr>
          <a:xfrm>
            <a:off x="866624" y="1106597"/>
            <a:ext cx="1583666" cy="492442"/>
            <a:chOff x="961874" y="182765"/>
            <a:chExt cx="1583666" cy="489205"/>
          </a:xfrm>
        </p:grpSpPr>
        <p:pic>
          <p:nvPicPr>
            <p:cNvPr id="127" name="그래픽 126">
              <a:extLst>
                <a:ext uri="{FF2B5EF4-FFF2-40B4-BE49-F238E27FC236}">
                  <a16:creationId xmlns:a16="http://schemas.microsoft.com/office/drawing/2014/main" id="{2F0EC231-8C11-DEF5-5442-F20ABD19C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E987070-8923-726B-413B-1B3235EB87BC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0B79B8B-0B61-9046-75C2-0F69E532E5BA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DB3F6282-23EF-66D8-E59B-D02F0D51E746}"/>
              </a:ext>
            </a:extLst>
          </p:cNvPr>
          <p:cNvGrpSpPr/>
          <p:nvPr/>
        </p:nvGrpSpPr>
        <p:grpSpPr>
          <a:xfrm>
            <a:off x="866624" y="1568513"/>
            <a:ext cx="1583666" cy="492442"/>
            <a:chOff x="961874" y="182765"/>
            <a:chExt cx="1583666" cy="489205"/>
          </a:xfrm>
        </p:grpSpPr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A12265D0-1F93-314F-74CF-7E3666C02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8471AED-BE7B-389F-9295-4BA1FF4B4E9F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CB51451-F246-CF51-DC09-33C892BDBDB6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894584C-613C-C4FD-B0A5-82D5ABEF7A55}"/>
              </a:ext>
            </a:extLst>
          </p:cNvPr>
          <p:cNvGrpSpPr/>
          <p:nvPr/>
        </p:nvGrpSpPr>
        <p:grpSpPr>
          <a:xfrm>
            <a:off x="866624" y="2030429"/>
            <a:ext cx="1583666" cy="492442"/>
            <a:chOff x="961874" y="182765"/>
            <a:chExt cx="1583666" cy="489205"/>
          </a:xfrm>
        </p:grpSpPr>
        <p:pic>
          <p:nvPicPr>
            <p:cNvPr id="135" name="그래픽 134">
              <a:extLst>
                <a:ext uri="{FF2B5EF4-FFF2-40B4-BE49-F238E27FC236}">
                  <a16:creationId xmlns:a16="http://schemas.microsoft.com/office/drawing/2014/main" id="{D874A1E2-9D6F-7D88-BB33-FF4F3A9A2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F5598AE-0921-A15D-EB56-081E1249A8F6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15E86F6-BA55-2FA5-FF6E-FD3E08711E18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B1BB202-991A-DCEF-5223-B92A536EC81A}"/>
              </a:ext>
            </a:extLst>
          </p:cNvPr>
          <p:cNvGrpSpPr/>
          <p:nvPr/>
        </p:nvGrpSpPr>
        <p:grpSpPr>
          <a:xfrm>
            <a:off x="866624" y="2492345"/>
            <a:ext cx="1583666" cy="492442"/>
            <a:chOff x="961874" y="182765"/>
            <a:chExt cx="1583666" cy="489205"/>
          </a:xfrm>
        </p:grpSpPr>
        <p:pic>
          <p:nvPicPr>
            <p:cNvPr id="139" name="그래픽 138">
              <a:extLst>
                <a:ext uri="{FF2B5EF4-FFF2-40B4-BE49-F238E27FC236}">
                  <a16:creationId xmlns:a16="http://schemas.microsoft.com/office/drawing/2014/main" id="{CA885FB2-7E99-DE79-53F3-5C0CE0021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5CD9FB0-BEB2-013F-4609-267464E052C8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25B8843-9138-323B-009A-F2F8B029863B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59F35CD-C2F4-E26E-C3B3-FFCE676DCE3A}"/>
              </a:ext>
            </a:extLst>
          </p:cNvPr>
          <p:cNvGrpSpPr/>
          <p:nvPr/>
        </p:nvGrpSpPr>
        <p:grpSpPr>
          <a:xfrm>
            <a:off x="866624" y="2954261"/>
            <a:ext cx="1583666" cy="492442"/>
            <a:chOff x="961874" y="182765"/>
            <a:chExt cx="1583666" cy="489205"/>
          </a:xfrm>
        </p:grpSpPr>
        <p:pic>
          <p:nvPicPr>
            <p:cNvPr id="143" name="그래픽 142">
              <a:extLst>
                <a:ext uri="{FF2B5EF4-FFF2-40B4-BE49-F238E27FC236}">
                  <a16:creationId xmlns:a16="http://schemas.microsoft.com/office/drawing/2014/main" id="{4DBC4920-A83D-15E7-ED69-D40EAC45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D75278B-FF37-CCCF-B0E9-7D813B2D0937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4F1B752-2545-D6D9-B56A-6FBF6DEE79F1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1DA99244-F705-BD69-0254-435DE54B68B0}"/>
              </a:ext>
            </a:extLst>
          </p:cNvPr>
          <p:cNvGrpSpPr/>
          <p:nvPr/>
        </p:nvGrpSpPr>
        <p:grpSpPr>
          <a:xfrm>
            <a:off x="866624" y="3416177"/>
            <a:ext cx="1583666" cy="492442"/>
            <a:chOff x="961874" y="182765"/>
            <a:chExt cx="1583666" cy="489205"/>
          </a:xfrm>
        </p:grpSpPr>
        <p:pic>
          <p:nvPicPr>
            <p:cNvPr id="147" name="그래픽 146">
              <a:extLst>
                <a:ext uri="{FF2B5EF4-FFF2-40B4-BE49-F238E27FC236}">
                  <a16:creationId xmlns:a16="http://schemas.microsoft.com/office/drawing/2014/main" id="{1E68DBA5-5006-FCA4-971A-55A196999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3413F6F-F0A4-A485-225C-8A68CCA894D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35CF6F1-F49B-74A7-5288-0F0E1B27FECD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06CFE122-2D47-B667-ADA7-0B63632D3946}"/>
              </a:ext>
            </a:extLst>
          </p:cNvPr>
          <p:cNvGrpSpPr/>
          <p:nvPr/>
        </p:nvGrpSpPr>
        <p:grpSpPr>
          <a:xfrm>
            <a:off x="866624" y="3878093"/>
            <a:ext cx="1583666" cy="492442"/>
            <a:chOff x="961874" y="182765"/>
            <a:chExt cx="1583666" cy="489205"/>
          </a:xfrm>
        </p:grpSpPr>
        <p:pic>
          <p:nvPicPr>
            <p:cNvPr id="151" name="그래픽 150">
              <a:extLst>
                <a:ext uri="{FF2B5EF4-FFF2-40B4-BE49-F238E27FC236}">
                  <a16:creationId xmlns:a16="http://schemas.microsoft.com/office/drawing/2014/main" id="{17D74088-7715-BF68-63BE-FA82BD65C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FDA7B1C-1995-B394-C927-D07493E2BE91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1CBBB29-AF49-EB32-790B-993C4484FA9D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6740DE36-BF05-C0F5-F633-A5E5FF68A4C0}"/>
              </a:ext>
            </a:extLst>
          </p:cNvPr>
          <p:cNvGrpSpPr/>
          <p:nvPr/>
        </p:nvGrpSpPr>
        <p:grpSpPr>
          <a:xfrm>
            <a:off x="866624" y="4340009"/>
            <a:ext cx="1583666" cy="492442"/>
            <a:chOff x="961874" y="182765"/>
            <a:chExt cx="1583666" cy="489205"/>
          </a:xfrm>
        </p:grpSpPr>
        <p:pic>
          <p:nvPicPr>
            <p:cNvPr id="155" name="그래픽 154">
              <a:extLst>
                <a:ext uri="{FF2B5EF4-FFF2-40B4-BE49-F238E27FC236}">
                  <a16:creationId xmlns:a16="http://schemas.microsoft.com/office/drawing/2014/main" id="{3905BBF1-12D5-C227-E6EE-3DD339C94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D55EA7B-5157-66D4-C4D2-A05AB71D41E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D20E7D2-5E10-E39F-9975-F2994DDA13CE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F48CDD15-7878-5FF4-FD15-6F8FC85CB33C}"/>
              </a:ext>
            </a:extLst>
          </p:cNvPr>
          <p:cNvGrpSpPr/>
          <p:nvPr/>
        </p:nvGrpSpPr>
        <p:grpSpPr>
          <a:xfrm>
            <a:off x="866624" y="5725757"/>
            <a:ext cx="1583666" cy="492442"/>
            <a:chOff x="961874" y="182765"/>
            <a:chExt cx="1583666" cy="489205"/>
          </a:xfrm>
        </p:grpSpPr>
        <p:pic>
          <p:nvPicPr>
            <p:cNvPr id="159" name="그래픽 158">
              <a:extLst>
                <a:ext uri="{FF2B5EF4-FFF2-40B4-BE49-F238E27FC236}">
                  <a16:creationId xmlns:a16="http://schemas.microsoft.com/office/drawing/2014/main" id="{BB50F7EC-01E2-77DB-940B-948707F7D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7180525F-861C-7273-39B1-E8C15137F40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E7BF0B66-E852-4E2A-B082-B615EB68A115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5402C5C1-6567-3F12-500B-EE69C4F7BF51}"/>
              </a:ext>
            </a:extLst>
          </p:cNvPr>
          <p:cNvGrpSpPr/>
          <p:nvPr/>
        </p:nvGrpSpPr>
        <p:grpSpPr>
          <a:xfrm>
            <a:off x="866624" y="4801925"/>
            <a:ext cx="1583666" cy="492442"/>
            <a:chOff x="961874" y="182765"/>
            <a:chExt cx="1583666" cy="489205"/>
          </a:xfrm>
        </p:grpSpPr>
        <p:pic>
          <p:nvPicPr>
            <p:cNvPr id="163" name="그래픽 162">
              <a:extLst>
                <a:ext uri="{FF2B5EF4-FFF2-40B4-BE49-F238E27FC236}">
                  <a16:creationId xmlns:a16="http://schemas.microsoft.com/office/drawing/2014/main" id="{FC202122-6AB0-0842-9D6A-E978D3ADF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A0C9F36-29C4-5AF5-4633-752000CC124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775F95CD-C028-EDFD-048D-51CA3B45D3BE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C358535D-74F5-548D-9670-FE0E46D5B594}"/>
              </a:ext>
            </a:extLst>
          </p:cNvPr>
          <p:cNvGrpSpPr/>
          <p:nvPr/>
        </p:nvGrpSpPr>
        <p:grpSpPr>
          <a:xfrm>
            <a:off x="866624" y="5263841"/>
            <a:ext cx="1583666" cy="492442"/>
            <a:chOff x="961874" y="182765"/>
            <a:chExt cx="1583666" cy="489205"/>
          </a:xfrm>
        </p:grpSpPr>
        <p:pic>
          <p:nvPicPr>
            <p:cNvPr id="167" name="그래픽 166">
              <a:extLst>
                <a:ext uri="{FF2B5EF4-FFF2-40B4-BE49-F238E27FC236}">
                  <a16:creationId xmlns:a16="http://schemas.microsoft.com/office/drawing/2014/main" id="{CCB6FBAE-CDF0-8026-6554-7DDE33EC9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055552-E45D-5254-CE07-B4CA024D41A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8F67A1-7C7F-10D2-D977-32808B351F1B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F470F5EE-458F-86DD-0169-43BA094F2122}"/>
              </a:ext>
            </a:extLst>
          </p:cNvPr>
          <p:cNvGrpSpPr/>
          <p:nvPr/>
        </p:nvGrpSpPr>
        <p:grpSpPr>
          <a:xfrm>
            <a:off x="866624" y="6187679"/>
            <a:ext cx="1583666" cy="492442"/>
            <a:chOff x="961874" y="182765"/>
            <a:chExt cx="1583666" cy="489205"/>
          </a:xfrm>
        </p:grpSpPr>
        <p:pic>
          <p:nvPicPr>
            <p:cNvPr id="171" name="그래픽 170">
              <a:extLst>
                <a:ext uri="{FF2B5EF4-FFF2-40B4-BE49-F238E27FC236}">
                  <a16:creationId xmlns:a16="http://schemas.microsoft.com/office/drawing/2014/main" id="{3D2D2E19-AF5D-F01F-7875-4A759710E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C8376D6A-BACE-22B5-A6B8-542BF2F3CA2E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445B9A72-8AF3-9CBF-D809-2812975BC612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9B3E0DA6-A4B2-4898-B271-B40BDC5C5670}"/>
              </a:ext>
            </a:extLst>
          </p:cNvPr>
          <p:cNvGrpSpPr/>
          <p:nvPr/>
        </p:nvGrpSpPr>
        <p:grpSpPr>
          <a:xfrm>
            <a:off x="2997871" y="3216086"/>
            <a:ext cx="1774163" cy="451017"/>
            <a:chOff x="3212223" y="193664"/>
            <a:chExt cx="1774163" cy="451017"/>
          </a:xfrm>
        </p:grpSpPr>
        <p:pic>
          <p:nvPicPr>
            <p:cNvPr id="176" name="그래픽 175">
              <a:extLst>
                <a:ext uri="{FF2B5EF4-FFF2-40B4-BE49-F238E27FC236}">
                  <a16:creationId xmlns:a16="http://schemas.microsoft.com/office/drawing/2014/main" id="{020B828E-8B6E-A179-9D27-C8AEFF9AE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6BF992F-96AB-E448-F133-249FD590F2F8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172.16.0.1 /16</a:t>
              </a:r>
              <a:endParaRPr lang="ko-KR" altLang="en-US" sz="1000" b="1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70DA2F4-2675-AC87-49CA-F32A7DB330B7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B1E0FEF8-032B-2588-177D-109BC9F844D9}"/>
              </a:ext>
            </a:extLst>
          </p:cNvPr>
          <p:cNvGrpSpPr/>
          <p:nvPr/>
        </p:nvGrpSpPr>
        <p:grpSpPr>
          <a:xfrm>
            <a:off x="2997871" y="3819921"/>
            <a:ext cx="1774163" cy="451017"/>
            <a:chOff x="3212223" y="193664"/>
            <a:chExt cx="1774163" cy="451017"/>
          </a:xfrm>
        </p:grpSpPr>
        <p:pic>
          <p:nvPicPr>
            <p:cNvPr id="180" name="그래픽 179">
              <a:extLst>
                <a:ext uri="{FF2B5EF4-FFF2-40B4-BE49-F238E27FC236}">
                  <a16:creationId xmlns:a16="http://schemas.microsoft.com/office/drawing/2014/main" id="{2307786D-44DF-5F76-D10D-4D5E547F1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9870094-C67B-AC9E-54D7-BFDB67B318C2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172.16.0.1 /16</a:t>
              </a:r>
              <a:endParaRPr lang="ko-KR" altLang="en-US" sz="1000" b="1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EF342FB1-64BA-6CE6-FEA7-2B6AE316DDDE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4273480-687C-BA89-E9B8-1D95F1223715}"/>
              </a:ext>
            </a:extLst>
          </p:cNvPr>
          <p:cNvGrpSpPr/>
          <p:nvPr/>
        </p:nvGrpSpPr>
        <p:grpSpPr>
          <a:xfrm>
            <a:off x="2997871" y="4423756"/>
            <a:ext cx="1774163" cy="451017"/>
            <a:chOff x="3212223" y="193664"/>
            <a:chExt cx="1774163" cy="451017"/>
          </a:xfrm>
        </p:grpSpPr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7908A0EB-D33C-02CC-C2F7-2E0E7FA3E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1D6C0AA-F761-DF3F-F416-A2427A24B3F6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172.16.0.1 /16</a:t>
              </a:r>
              <a:endParaRPr lang="ko-KR" altLang="en-US" sz="1000" b="1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097B2079-23B9-766C-5FFB-617573F6257B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99ADB7D4-E1F7-EB88-2EAF-B46031F8730A}"/>
              </a:ext>
            </a:extLst>
          </p:cNvPr>
          <p:cNvGrpSpPr/>
          <p:nvPr/>
        </p:nvGrpSpPr>
        <p:grpSpPr>
          <a:xfrm>
            <a:off x="2997871" y="5027591"/>
            <a:ext cx="1774163" cy="451017"/>
            <a:chOff x="3212223" y="193664"/>
            <a:chExt cx="1774163" cy="451017"/>
          </a:xfrm>
        </p:grpSpPr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A1256178-0750-0475-57B0-CCD3BBDFA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D43DD31-4BF5-A87A-8E2E-7C4AA5B3FC63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172.16.0.1 /16</a:t>
              </a:r>
              <a:endParaRPr lang="ko-KR" altLang="en-US" sz="1000" b="1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8FBEB7E1-4DE3-BF58-4C3B-A78C320E056F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0B9372B5-E4A6-2F32-382D-73A78C5F7F86}"/>
              </a:ext>
            </a:extLst>
          </p:cNvPr>
          <p:cNvGrpSpPr/>
          <p:nvPr/>
        </p:nvGrpSpPr>
        <p:grpSpPr>
          <a:xfrm>
            <a:off x="2997871" y="5631426"/>
            <a:ext cx="1774163" cy="451017"/>
            <a:chOff x="3212223" y="193664"/>
            <a:chExt cx="1774163" cy="451017"/>
          </a:xfrm>
        </p:grpSpPr>
        <p:pic>
          <p:nvPicPr>
            <p:cNvPr id="192" name="그래픽 191">
              <a:extLst>
                <a:ext uri="{FF2B5EF4-FFF2-40B4-BE49-F238E27FC236}">
                  <a16:creationId xmlns:a16="http://schemas.microsoft.com/office/drawing/2014/main" id="{FB4B282A-9481-79A9-1193-763DD38FE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52CDA48-28FA-BEB5-882C-8059CCD846FF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172.16.0.1 /16</a:t>
              </a:r>
              <a:endParaRPr lang="ko-KR" altLang="en-US" sz="1000" b="1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F15E8B7-4C0C-E195-CEF5-56B87A63A8B2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BB2D9F57-D378-EDF5-B6EB-FC4916918383}"/>
              </a:ext>
            </a:extLst>
          </p:cNvPr>
          <p:cNvGrpSpPr/>
          <p:nvPr/>
        </p:nvGrpSpPr>
        <p:grpSpPr>
          <a:xfrm>
            <a:off x="2997871" y="6235258"/>
            <a:ext cx="1774163" cy="451017"/>
            <a:chOff x="3212223" y="193664"/>
            <a:chExt cx="1774163" cy="451017"/>
          </a:xfrm>
        </p:grpSpPr>
        <p:pic>
          <p:nvPicPr>
            <p:cNvPr id="196" name="그래픽 195">
              <a:extLst>
                <a:ext uri="{FF2B5EF4-FFF2-40B4-BE49-F238E27FC236}">
                  <a16:creationId xmlns:a16="http://schemas.microsoft.com/office/drawing/2014/main" id="{32A31575-9035-5A8F-ED64-29AFC8E67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0385F9A-EC20-8028-B249-582296EEBF02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172.16.0.1 /16</a:t>
              </a:r>
              <a:endParaRPr lang="ko-KR" altLang="en-US" sz="1000" b="1" dirty="0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65900A8-16AC-E4DA-3C75-6F03EAE04205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7B2B8C18-3E8F-85DE-7BDA-6581E06C5B61}"/>
              </a:ext>
            </a:extLst>
          </p:cNvPr>
          <p:cNvGrpSpPr/>
          <p:nvPr/>
        </p:nvGrpSpPr>
        <p:grpSpPr>
          <a:xfrm>
            <a:off x="2997871" y="196911"/>
            <a:ext cx="1774163" cy="451017"/>
            <a:chOff x="3212223" y="193664"/>
            <a:chExt cx="1774163" cy="451017"/>
          </a:xfrm>
        </p:grpSpPr>
        <p:pic>
          <p:nvPicPr>
            <p:cNvPr id="200" name="그래픽 199">
              <a:extLst>
                <a:ext uri="{FF2B5EF4-FFF2-40B4-BE49-F238E27FC236}">
                  <a16:creationId xmlns:a16="http://schemas.microsoft.com/office/drawing/2014/main" id="{A6D282EF-D920-467C-1597-23A28F76D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13740307-1D8E-61E9-A193-D574281C68CB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172.16.0.1 /16</a:t>
              </a:r>
              <a:endParaRPr lang="ko-KR" altLang="en-US" sz="1000" b="1" dirty="0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F7FDD76-1974-30CF-6568-6311AD415E0A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ADE14F6C-8ADA-D875-BEBD-ED1C48128342}"/>
              </a:ext>
            </a:extLst>
          </p:cNvPr>
          <p:cNvGrpSpPr/>
          <p:nvPr/>
        </p:nvGrpSpPr>
        <p:grpSpPr>
          <a:xfrm>
            <a:off x="2997871" y="2008416"/>
            <a:ext cx="1774163" cy="451017"/>
            <a:chOff x="3212223" y="193664"/>
            <a:chExt cx="1774163" cy="451017"/>
          </a:xfrm>
        </p:grpSpPr>
        <p:pic>
          <p:nvPicPr>
            <p:cNvPr id="204" name="그래픽 203">
              <a:extLst>
                <a:ext uri="{FF2B5EF4-FFF2-40B4-BE49-F238E27FC236}">
                  <a16:creationId xmlns:a16="http://schemas.microsoft.com/office/drawing/2014/main" id="{D3F2C7A0-C3B2-FDE9-C7AF-25D51FBA6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6F74500E-B223-A842-811A-3F614FE847D4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172.16.0.1 /16</a:t>
              </a:r>
              <a:endParaRPr lang="ko-KR" altLang="en-US" sz="1000" b="1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A7A208E-8CB6-02EE-D761-281BFBA467B2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50D5A583-BC6C-172F-9092-5F4020BED3D3}"/>
              </a:ext>
            </a:extLst>
          </p:cNvPr>
          <p:cNvGrpSpPr/>
          <p:nvPr/>
        </p:nvGrpSpPr>
        <p:grpSpPr>
          <a:xfrm>
            <a:off x="2997871" y="2612251"/>
            <a:ext cx="1774163" cy="451017"/>
            <a:chOff x="3212223" y="193664"/>
            <a:chExt cx="1774163" cy="451017"/>
          </a:xfrm>
        </p:grpSpPr>
        <p:pic>
          <p:nvPicPr>
            <p:cNvPr id="208" name="그래픽 207">
              <a:extLst>
                <a:ext uri="{FF2B5EF4-FFF2-40B4-BE49-F238E27FC236}">
                  <a16:creationId xmlns:a16="http://schemas.microsoft.com/office/drawing/2014/main" id="{EE2ED5DB-16AE-EE60-B21E-5B2858F8F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8021C23-0247-0E0A-12C7-AFEAE21D90D0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172.16.0.1 /16</a:t>
              </a:r>
              <a:endParaRPr lang="ko-KR" altLang="en-US" sz="1000" b="1" dirty="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7E050462-BECA-011B-D56B-9DFBE8519F40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BB0E25A5-365B-19BC-4E21-7A101848AC26}"/>
              </a:ext>
            </a:extLst>
          </p:cNvPr>
          <p:cNvGrpSpPr/>
          <p:nvPr/>
        </p:nvGrpSpPr>
        <p:grpSpPr>
          <a:xfrm>
            <a:off x="2997871" y="800746"/>
            <a:ext cx="1774163" cy="451017"/>
            <a:chOff x="3212223" y="193664"/>
            <a:chExt cx="1774163" cy="451017"/>
          </a:xfrm>
        </p:grpSpPr>
        <p:pic>
          <p:nvPicPr>
            <p:cNvPr id="212" name="그래픽 211">
              <a:extLst>
                <a:ext uri="{FF2B5EF4-FFF2-40B4-BE49-F238E27FC236}">
                  <a16:creationId xmlns:a16="http://schemas.microsoft.com/office/drawing/2014/main" id="{6A969B5F-98D4-285E-B2A1-57CFF540C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6955E30-E314-7487-DA13-AFF9CE093D35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172.16.0.1 /16</a:t>
              </a:r>
              <a:endParaRPr lang="ko-KR" altLang="en-US" sz="1000" b="1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173BEC5-EBB0-ACDB-9800-1E7B8ACBAD9D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416</Words>
  <Application>Microsoft Office PowerPoint</Application>
  <PresentationFormat>와이드스크린</PresentationFormat>
  <Paragraphs>191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47</cp:revision>
  <dcterms:created xsi:type="dcterms:W3CDTF">2025-10-27T08:02:19Z</dcterms:created>
  <dcterms:modified xsi:type="dcterms:W3CDTF">2025-10-29T03:32:02Z</dcterms:modified>
</cp:coreProperties>
</file>