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ED7D31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7" autoAdjust="0"/>
    <p:restoredTop sz="93983" autoAdjust="0"/>
  </p:normalViewPr>
  <p:slideViewPr>
    <p:cSldViewPr snapToGrid="0">
      <p:cViewPr>
        <p:scale>
          <a:sx n="100" d="100"/>
          <a:sy n="100" d="100"/>
        </p:scale>
        <p:origin x="78" y="192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2E4F-4E1B-80C2-853C-94741A83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019854-7153-B90B-90B4-0581FFBBB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0931C6-9C00-575B-0445-823975F06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3EB30E-2886-24FA-AA2E-A519F674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61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-1071343" y="44648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649693" y="471298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128.128.0.0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28201" y="2823886"/>
            <a:ext cx="955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10211563" y="4809701"/>
            <a:ext cx="12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2" y="2036158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1986182" y="3294898"/>
            <a:ext cx="998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81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4" y="3505534"/>
            <a:ext cx="1060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102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18992" y="4736997"/>
            <a:ext cx="123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128.1.32.0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128.1.40.0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557309" y="5166493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192.168.0.0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7" y="5247831"/>
            <a:ext cx="1025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128.1.14.0 /23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01390" y="5881181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IP 128.1.36.0 /22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84772" y="5542408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128.1.48.0 /21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75959" y="5871166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128.1.56.0 /21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3D49F-24C0-91A7-C61D-A4C6E5D9E5AC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D0FDB80-5AC6-FB12-309C-C8EA8C3D93C8}"/>
              </a:ext>
            </a:extLst>
          </p:cNvPr>
          <p:cNvSpPr txBox="1"/>
          <p:nvPr/>
        </p:nvSpPr>
        <p:spPr>
          <a:xfrm>
            <a:off x="2956650" y="261351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76415CC-100D-92AD-7191-8946D04127B2}"/>
              </a:ext>
            </a:extLst>
          </p:cNvPr>
          <p:cNvSpPr txBox="1"/>
          <p:nvPr/>
        </p:nvSpPr>
        <p:spPr>
          <a:xfrm>
            <a:off x="2956650" y="30145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49B728B-0358-D7D2-D434-27656110CBC5}"/>
              </a:ext>
            </a:extLst>
          </p:cNvPr>
          <p:cNvSpPr txBox="1"/>
          <p:nvPr/>
        </p:nvSpPr>
        <p:spPr>
          <a:xfrm>
            <a:off x="2464453" y="35850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C26838A-DC5D-C744-FCBF-01AAEDC276C5}"/>
              </a:ext>
            </a:extLst>
          </p:cNvPr>
          <p:cNvSpPr txBox="1"/>
          <p:nvPr/>
        </p:nvSpPr>
        <p:spPr>
          <a:xfrm>
            <a:off x="2886471" y="32946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9C770FB-C451-32A6-7F63-25ED38EA9348}"/>
              </a:ext>
            </a:extLst>
          </p:cNvPr>
          <p:cNvSpPr txBox="1"/>
          <p:nvPr/>
        </p:nvSpPr>
        <p:spPr>
          <a:xfrm>
            <a:off x="2490380" y="380813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1F08A3E-2C71-7BDC-2E8A-5BFBACF532B5}"/>
              </a:ext>
            </a:extLst>
          </p:cNvPr>
          <p:cNvSpPr txBox="1"/>
          <p:nvPr/>
        </p:nvSpPr>
        <p:spPr>
          <a:xfrm>
            <a:off x="3668990" y="38167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112DCC6-8202-BEBD-6484-28664F58E749}"/>
              </a:ext>
            </a:extLst>
          </p:cNvPr>
          <p:cNvSpPr txBox="1"/>
          <p:nvPr/>
        </p:nvSpPr>
        <p:spPr>
          <a:xfrm>
            <a:off x="3252058" y="42119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57406EC-DED2-1353-3888-59DE3CBBBBB4}"/>
              </a:ext>
            </a:extLst>
          </p:cNvPr>
          <p:cNvSpPr txBox="1"/>
          <p:nvPr/>
        </p:nvSpPr>
        <p:spPr>
          <a:xfrm>
            <a:off x="3221996" y="260844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305</a:t>
            </a:r>
            <a:endParaRPr lang="ko-KR" altLang="en-US" sz="8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556C3C7-153B-DE29-C707-A79F11302B1B}"/>
              </a:ext>
            </a:extLst>
          </p:cNvPr>
          <p:cNvSpPr txBox="1"/>
          <p:nvPr/>
        </p:nvSpPr>
        <p:spPr>
          <a:xfrm>
            <a:off x="3244759" y="300206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503</a:t>
            </a:r>
            <a:endParaRPr lang="ko-KR" altLang="en-US" sz="800" b="1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01E3D13-32F7-19CA-4A72-FC80EBC778D2}"/>
              </a:ext>
            </a:extLst>
          </p:cNvPr>
          <p:cNvSpPr txBox="1"/>
          <p:nvPr/>
        </p:nvSpPr>
        <p:spPr>
          <a:xfrm>
            <a:off x="2830716" y="317517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506</a:t>
            </a:r>
            <a:endParaRPr lang="ko-KR" altLang="en-US" sz="800" b="1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76B6D79-0FF3-19D3-4696-EEB999CBD020}"/>
              </a:ext>
            </a:extLst>
          </p:cNvPr>
          <p:cNvSpPr txBox="1"/>
          <p:nvPr/>
        </p:nvSpPr>
        <p:spPr>
          <a:xfrm>
            <a:off x="2312856" y="3511259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605</a:t>
            </a:r>
            <a:endParaRPr lang="ko-KR" altLang="en-US" sz="800" b="1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3904BFD-6D56-BE4C-3742-4D3A12BDB6E9}"/>
              </a:ext>
            </a:extLst>
          </p:cNvPr>
          <p:cNvSpPr txBox="1"/>
          <p:nvPr/>
        </p:nvSpPr>
        <p:spPr>
          <a:xfrm>
            <a:off x="2316219" y="394452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608</a:t>
            </a:r>
            <a:endParaRPr lang="ko-KR" altLang="en-US" sz="800" b="1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CDA8984-9C51-D3B1-0458-A7A6E5E74723}"/>
              </a:ext>
            </a:extLst>
          </p:cNvPr>
          <p:cNvSpPr txBox="1"/>
          <p:nvPr/>
        </p:nvSpPr>
        <p:spPr>
          <a:xfrm>
            <a:off x="3937457" y="395255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708</a:t>
            </a:r>
            <a:endParaRPr lang="ko-KR" altLang="en-US" sz="8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77540C4-4ED8-2F83-2E7D-EF8653244DC0}"/>
              </a:ext>
            </a:extLst>
          </p:cNvPr>
          <p:cNvSpPr txBox="1"/>
          <p:nvPr/>
        </p:nvSpPr>
        <p:spPr>
          <a:xfrm>
            <a:off x="3375097" y="4362773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807</a:t>
            </a:r>
            <a:endParaRPr lang="ko-KR" altLang="en-US" sz="800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1E75B49-1D8A-54F2-E07A-EE6FE44ADC0A}"/>
              </a:ext>
            </a:extLst>
          </p:cNvPr>
          <p:cNvSpPr txBox="1"/>
          <p:nvPr/>
        </p:nvSpPr>
        <p:spPr>
          <a:xfrm>
            <a:off x="3397159" y="315446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507</a:t>
            </a:r>
            <a:endParaRPr lang="ko-KR" altLang="en-US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363299A-4F8C-9EFC-2C61-CD011FB725F1}"/>
              </a:ext>
            </a:extLst>
          </p:cNvPr>
          <p:cNvSpPr txBox="1"/>
          <p:nvPr/>
        </p:nvSpPr>
        <p:spPr>
          <a:xfrm>
            <a:off x="3918772" y="3502273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705</a:t>
            </a:r>
            <a:endParaRPr lang="ko-KR" altLang="en-US" sz="8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77502C9-C050-1A75-7627-CB55DFF1C2BD}"/>
              </a:ext>
            </a:extLst>
          </p:cNvPr>
          <p:cNvSpPr txBox="1"/>
          <p:nvPr/>
        </p:nvSpPr>
        <p:spPr>
          <a:xfrm>
            <a:off x="2804362" y="434230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806</a:t>
            </a:r>
            <a:endParaRPr lang="ko-KR" altLang="en-US" sz="800" b="1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08C3C0D-E7E9-13F9-187A-7C3036E51BEC}"/>
              </a:ext>
            </a:extLst>
          </p:cNvPr>
          <p:cNvSpPr txBox="1"/>
          <p:nvPr/>
        </p:nvSpPr>
        <p:spPr>
          <a:xfrm>
            <a:off x="2848616" y="42080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484E4A0-F4AE-440C-4A4A-6C7F0312253B}"/>
              </a:ext>
            </a:extLst>
          </p:cNvPr>
          <p:cNvSpPr txBox="1"/>
          <p:nvPr/>
        </p:nvSpPr>
        <p:spPr>
          <a:xfrm>
            <a:off x="3660149" y="359753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3435C62-7191-71D3-6C88-58239FCC87F5}"/>
              </a:ext>
            </a:extLst>
          </p:cNvPr>
          <p:cNvSpPr txBox="1"/>
          <p:nvPr/>
        </p:nvSpPr>
        <p:spPr>
          <a:xfrm>
            <a:off x="3211121" y="33050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6311-E0B0-EC7D-A5E0-D2AFED49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0E7330C1-2297-2236-DFB6-704F27D4E651}"/>
              </a:ext>
            </a:extLst>
          </p:cNvPr>
          <p:cNvCxnSpPr>
            <a:cxnSpLocks/>
            <a:stCxn id="117" idx="1"/>
          </p:cNvCxnSpPr>
          <p:nvPr/>
        </p:nvCxnSpPr>
        <p:spPr>
          <a:xfrm flipH="1">
            <a:off x="2643134" y="3834425"/>
            <a:ext cx="1264273" cy="8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04DC6F0-152A-D057-B954-7302FFE83C21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5713D02-87F3-4B9F-A81D-6924335EBA5F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798D7E-E67D-4CCC-0F15-460FBA6995C9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458348FC-D491-BEAA-2BF8-8BD2A6220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91582-BE12-B411-FABE-085D1CC3D061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EF624BDA-4583-B72C-BCD5-3DD84271A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970F5D-0957-CBE2-4B4A-2A975534A391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1391209-4BAB-5872-F994-FBE68E6DE8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3F20B4C5-7F62-680E-691D-FCE9C8AAC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377424-96BE-5357-555D-4A35709D13F0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5B7F2-23A9-418D-2460-E09D56B35457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2EF99002-4C8C-FE86-B9F4-0F26382EBF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3216410-97F2-A901-418C-80D6550511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5EC68F87-7CC4-A4A0-6479-97A706A67D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46C0EEC0-7AE5-3B04-5D6F-CD36E876CD37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AAA7F03-D4C8-1DDC-28E5-84EF722BD43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64ED4DA7-651E-2CE8-9DEE-E3B9EEAF2B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71E8EB8-32D5-DCE2-0604-E92C292DEDD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22891C4-CB5B-3B5F-CD26-3B3A87144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A980A31-E2E9-B587-E075-2C003A70C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0CCAC60-146F-3C55-5A0C-CA8D496BD166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28478EE-2145-7491-654C-4F4BD15AE83F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CF1F19B9-8BE8-D538-5541-0D54A732D4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DFDCFBE-49F7-95A2-1DB9-49D120F351B6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188255CA-6A13-1264-56E6-EEF7E75C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F6B6B1BD-5C54-9950-8690-71027A1F6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AEACE33-5BDE-11E6-D4A7-22DD3E99EECB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6C2013-324C-9EB8-72AE-5016BA090CA7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A280077E-BC07-7475-D769-D3A04BFDD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C32C9EC-9AB0-E9BC-6D60-AB1603A7E1C2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B8A5538-BF74-9752-52A0-3B3DF04C00B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C81DCA16-D30D-FD94-F228-522858DCF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D5F54051-B43F-8247-882A-E9A6E264E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687C9F53-5CD6-3012-46C3-5B0ADEB026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767D48BA-3992-C817-A9D2-CA893C9024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54980A39-E1E3-7EAB-67BC-7CF39182D7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FB84113-B5BE-18B1-2742-EAF3C383F9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7C36E217-D83F-99E7-3470-C1656EA4812E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409C67A-F412-28BC-4A1C-F5528C47E9C8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B0F5757A-1880-9904-2BFC-5CF05347F2EA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C1FD2616-559F-885C-DE23-5EDBAA7142DC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39F2F5CE-A0CE-BA0B-EC78-35A43D0096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BDF7FCBD-DB7F-6E32-ABFD-76213D558F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5CB5931-00A7-7F9F-817F-A5BCE4626FF3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4A8193C1-05EC-B20F-4560-40B3FF26D624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2D6C1BF0-9B0F-4972-64E7-20F716EE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84F759F7-719B-C655-F7F7-524F781D8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A6D7FD4D-8001-6F9D-B782-7B92F6004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7DEBA894-E696-77F6-9BCD-FA0DBB4E1CB7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A77B22A1-3530-3B27-5984-BC8F9A00723F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4F42F39-DAE3-4D8E-C761-A325AA5F82FE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F330E4B3-413E-C3C7-1056-24DC22E136ED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844CFA7A-D51B-2485-0E26-84D3B1DE6B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7561CC24-A9AA-2574-669A-EFA055148F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631B54F8-3D7C-6083-72AC-5A6AB0A3F073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AE4B2CC8-5D28-F237-C78D-D13E9A525593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DC816CBB-3E32-9FC4-235A-D23968F84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2636A3B7-5204-77F9-FB08-D83E0F19A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3731B6BB-90E5-57FA-AD7C-D1701B8C77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D0EC195A-B757-EF1A-FCD0-5747A0C5D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EC3A82B8-1FB8-26A0-7F24-6ADD8069C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099B8797-4118-70C3-508B-0B0666A3EFE4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5A8F4CA8-27DD-BB3D-821B-62F9A1AE2946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E49D977E-751A-113D-C3F7-4243CFC7FECC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70045DF0-D7B5-9918-2D9A-EE26B37ABB53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46F8191-36E7-4022-3B6B-8A230AE9592C}"/>
              </a:ext>
            </a:extLst>
          </p:cNvPr>
          <p:cNvGrpSpPr/>
          <p:nvPr/>
        </p:nvGrpSpPr>
        <p:grpSpPr>
          <a:xfrm>
            <a:off x="-1071343" y="44648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EB20E072-8B68-A125-68F7-7792887D21C5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C42EBAB-3DF1-3DBB-719E-B1D475F57A2A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49C3733B-0D2B-7DA6-BAFF-7D4A6B834A92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75EA06E1-3BAB-12BE-8BFF-F98842B24892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42A538BD-6B85-4A61-AF1A-1830FC016035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39DA9B3C-54B3-AE40-0E05-9E7074176B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B104872C-1D16-7724-2A8C-EF385E003D01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46DA2CF3-9DEB-2689-D8B8-11F99BDD885B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235CB3C0-A6F3-A851-5797-084CEE22848F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C2804974-7D7E-7A2B-33BD-03C0AADDEA22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066277D-868E-34E9-01CD-A5301B034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6D5609E-FDC9-4E80-0AFE-44B3DAB8E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4B503D61-70F5-A5B4-DF44-FEE53FAAB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488B6101-92F4-A3D6-50AA-7CEDA1A192EC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E837C65E-F472-7601-A4F8-2B7BF8722279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8B6E3FE7-13F5-463D-9AC3-A87FC02F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DD57E706-42B0-7A19-4241-A8F13900EA43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F025C0AC-B8D8-75FC-6B0F-AEEE2C27F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BB7C83B4-B164-498C-6103-2AB92D4FF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47239A30-53AC-01D3-F698-C6906BA4C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7E80C074-AEDD-35D1-564F-FC82A52FF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B16BC291-537F-8426-B851-965AF50D7F35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1E7D85B5-62D9-007D-6446-9398B64B0CE1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29DD53DF-C21E-F489-6B67-B43B071E98BA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8F509E47-13EE-6FD8-958A-B4AE6639E14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0A62EDF5-2EA2-F3E8-F1AF-8483673B21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4D6D270E-D4F9-BE4D-3BF1-1350291AFE3B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8B4564A7-793D-D870-EEDD-24647CC7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D0874D99-F845-BD72-2E7F-D5836C409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48E1033B-1BD7-C3E1-B1EB-4D9FF23A4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534330F4-501C-4995-D0D4-7FEEC2F36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F547ACDA-D434-0BE7-3CEA-D10FA7C71B55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C238D146-1A15-D196-0223-4A67739F471D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782C7031-2E70-D5FE-6C8F-4F70582AE53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FC164425-6F7F-5E29-BA1A-984C9B547356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A43D6ED8-293D-89A4-BCB9-293A9C3C8592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D323FCB-2E2F-C6BD-B2E3-2B70516FFBF6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0A9EF8E-7935-DD89-7A33-D4BC7BB737E5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EB728B1-02B1-9043-DFB1-EFC967C14F8D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3EA54646-8EC0-555E-F9F4-39FBE0772DE6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289E4453-93F6-956A-2292-7D2501849C16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EC0C31D1-BA9F-AFC8-52E6-3F88C55DF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ADEA4471-2681-CA11-15AD-5AEA2B4D74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7DCEDAD1-CA9A-C49D-B73D-A9695790D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D4443CE4-4EBD-7239-FAB6-B399258707E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1DDAB153-D819-7663-55F7-900FC89225BB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D11B7294-A669-D770-3BC1-B8B76DB564B3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6DA448C8-1355-E181-6DAB-7F0BFD36ED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6D19DC3C-DD0C-B24A-BC99-302C368D1F82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83D5505-9170-8ECA-A1BF-227E4203AB2A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E82C0D7E-E868-3A59-37DD-FFED090B3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6FFA7E58-ECCB-B627-CCC5-D932B3B8A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B8AA7DB-F08D-D0B5-F753-BB04659E9C3E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A14EFDE-717B-9776-5A79-E19DEF5F89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35F782E-1A08-3B3E-B546-BA67CCF74C25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B07F79-A088-FA68-A5A7-47A8F8F4FFCA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D9089-BF30-D21F-513D-07E17F2ED544}"/>
              </a:ext>
            </a:extLst>
          </p:cNvPr>
          <p:cNvSpPr txBox="1"/>
          <p:nvPr/>
        </p:nvSpPr>
        <p:spPr>
          <a:xfrm>
            <a:off x="6649693" y="471298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128.128.0.0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CF2509-C101-6523-F5FF-9B700356549B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C2510-1F7F-5D23-8155-FA5E7B46901E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76480E-3EEE-2A90-0824-6BCB89CB2770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1C55C9-5ACD-0502-D86B-56887322087A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7B7F09-0BDC-3401-825C-87EACC1EFF1E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6DA70C-7BF0-697B-DEEE-CCE3382C283B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7D833D-BE64-D30F-D09F-67F913992F7D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03E12C-DB4D-B1B5-D7A6-306ADB1061C5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E4AE06-7958-D3EE-1B50-F2177A990C49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EB4AB2-D9AE-A888-1801-65E0DD305EF8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99EE87-F43F-3D49-053A-35833B7D9328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8DF6C4-1002-990A-BD11-237D51458FAC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71036B-9718-27B1-7340-B89052B2E8FA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49972-D7C2-B43C-D19D-2C1FE6281A7A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6FCE32-1FEA-FC08-D230-307B3C1875DE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5E5042-2247-7EF5-6869-E2C1F62EE566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8B2190-EFC4-E6D7-1755-02AA2D82AB2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99D8FC-5CEE-DE30-658D-5CEF0F79A48E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32CF62-E3BA-18FB-C0B3-401CE0943CAC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C187AE-E2E9-9ECF-907B-5E2606E62339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B04F2E-D2BF-C65E-6148-2E0FCDC6F293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994FEB-48EC-3D6E-3F96-FBE579FF16E1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B417E3-389D-E731-E2E6-4DEDB2FD6EBB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2726D5-1733-9DF3-38B4-92E25BBB66DC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6740A8-36C7-B50C-8031-8EEF7C47AAF7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54D702-6513-9EA9-3116-E1EFDDDBF96C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7F5845-54B7-037D-2465-69C194BBE658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4C861F-3C1F-E7F4-87AB-B6F4D1B0A8BD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2BE9F1-46B5-C550-907D-B602BEBDA84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95200E3-CCA0-8993-847C-47ED3A135065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E560185-19FA-26E7-9683-2922B4D38E3A}"/>
              </a:ext>
            </a:extLst>
          </p:cNvPr>
          <p:cNvSpPr txBox="1"/>
          <p:nvPr/>
        </p:nvSpPr>
        <p:spPr>
          <a:xfrm>
            <a:off x="3216039" y="2862846"/>
            <a:ext cx="955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128.1.0.0 /23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89E2C86-9B57-9920-6457-3DDB751C2CB0}"/>
              </a:ext>
            </a:extLst>
          </p:cNvPr>
          <p:cNvSpPr txBox="1"/>
          <p:nvPr/>
        </p:nvSpPr>
        <p:spPr>
          <a:xfrm>
            <a:off x="10211563" y="4809701"/>
            <a:ext cx="12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A9BC9C9-A50D-2B49-26FD-83177BFB54B1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6C2EC36-A9EF-D4B5-E274-63C3389E4E81}"/>
              </a:ext>
            </a:extLst>
          </p:cNvPr>
          <p:cNvSpPr txBox="1"/>
          <p:nvPr/>
        </p:nvSpPr>
        <p:spPr>
          <a:xfrm>
            <a:off x="5659282" y="2036158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455472E8-6F7C-882E-7C69-73F8D4AB500B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56BA43F3-45EB-62AE-1C86-4A7BA83AAF98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DE07EBC6-A7ED-AFD1-9C85-14DB9D34E668}"/>
              </a:ext>
            </a:extLst>
          </p:cNvPr>
          <p:cNvSpPr txBox="1"/>
          <p:nvPr/>
        </p:nvSpPr>
        <p:spPr>
          <a:xfrm>
            <a:off x="2024282" y="3266323"/>
            <a:ext cx="998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15FEFC3-7F38-5A2C-3346-FC524049EEA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7A8B966-6D6F-E40C-98DF-E77E37D5CE26}"/>
              </a:ext>
            </a:extLst>
          </p:cNvPr>
          <p:cNvSpPr txBox="1"/>
          <p:nvPr/>
        </p:nvSpPr>
        <p:spPr>
          <a:xfrm>
            <a:off x="3643179" y="3259539"/>
            <a:ext cx="981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1F04D2A2-02B0-9E4A-57C7-884D7D59C060}"/>
              </a:ext>
            </a:extLst>
          </p:cNvPr>
          <p:cNvSpPr txBox="1"/>
          <p:nvPr/>
        </p:nvSpPr>
        <p:spPr>
          <a:xfrm>
            <a:off x="4232244" y="3505534"/>
            <a:ext cx="1060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B8256771-E20D-A62E-5749-8381CB19665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7437B82-68B4-B46A-78ED-5AB23B1293E8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D7980A-7D6A-EE83-8B87-E42736A41568}"/>
              </a:ext>
            </a:extLst>
          </p:cNvPr>
          <p:cNvSpPr txBox="1"/>
          <p:nvPr/>
        </p:nvSpPr>
        <p:spPr>
          <a:xfrm>
            <a:off x="1827981" y="4704359"/>
            <a:ext cx="102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128.1.16.0 /23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846425-C1F1-0276-F176-7FFD6A722782}"/>
              </a:ext>
            </a:extLst>
          </p:cNvPr>
          <p:cNvSpPr txBox="1"/>
          <p:nvPr/>
        </p:nvSpPr>
        <p:spPr>
          <a:xfrm>
            <a:off x="418992" y="4736997"/>
            <a:ext cx="123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B4CB2DF-FD68-1F4B-CA3F-AD301FE26593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128.1.32.0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E0D07EBA-F407-9494-A7E0-3DEE519E3B77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128.1.40.0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EFAC59D-F111-D16F-1F2B-E6E5ECCEBEEF}"/>
              </a:ext>
            </a:extLst>
          </p:cNvPr>
          <p:cNvSpPr txBox="1"/>
          <p:nvPr/>
        </p:nvSpPr>
        <p:spPr>
          <a:xfrm>
            <a:off x="1557309" y="5166493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192.168.0.0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CB70BF0-452B-762A-5687-CD500AC74FD3}"/>
              </a:ext>
            </a:extLst>
          </p:cNvPr>
          <p:cNvSpPr txBox="1"/>
          <p:nvPr/>
        </p:nvSpPr>
        <p:spPr>
          <a:xfrm>
            <a:off x="3878957" y="5247831"/>
            <a:ext cx="1025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128.1.14.0 /23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8B2C3-A426-7254-618E-D8BAD97511B7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634D8F-6126-74B0-E43D-27585EF7C975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6BAE0F-41DF-F397-1CEC-3A2138974ABB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AF085D-7B4F-082A-FF65-2304B4ED3BFC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FB384D3-CE87-E19A-2F68-DCB2447B1DE3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DC6E8A-CB07-3DB5-EDC6-3E21F7FF0E3F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0F0F70C-2582-D0F5-FDDA-D6536997EACF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914C46E-558D-282E-162B-80B8C367892E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574925-DEBA-1558-12C5-35E8C940BCBC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BFF8F2C-D578-CBA2-91DF-3F1C5362952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920E12-E0D5-2AC4-8788-3B5E45E389D3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4AC7BB3-F80D-B5EC-2CCF-D94059E64981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E142FB6-5DB5-81F7-0052-D42F35B1C9E6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960AC27-BEF2-CCD3-3528-CABF73265441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E2AD0E-D728-FF9D-4CAA-6287BCA7A72C}"/>
              </a:ext>
            </a:extLst>
          </p:cNvPr>
          <p:cNvSpPr txBox="1"/>
          <p:nvPr/>
        </p:nvSpPr>
        <p:spPr>
          <a:xfrm>
            <a:off x="7001390" y="5881181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IP 128.1.36.0 /22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D24F56-B3DA-9831-F5AA-C61B685279F6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24293A-2C9D-366D-0843-A0CE2AFA78CD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3BE057E-80C0-795F-3308-338B80793611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B862DFB-3CAC-6D31-0A8D-0023F34F5232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F07DC2D-5B95-EE21-28DF-C1FB2E4C348D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0807ED2-94AB-E566-3E22-39F677889C62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CC4DD1-256F-DDCD-AEE4-3616113129A0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B1DE977-125C-C49F-BE08-FB8D166DE762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7F5B73B-0351-75DE-4DB3-468E09D77813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A56DA-D89F-C993-5509-E46AB7D0589D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EF51E9-7A10-23E9-E1C0-C03255223962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01D49B6E-5A0F-0C21-B661-11326660F638}"/>
              </a:ext>
            </a:extLst>
          </p:cNvPr>
          <p:cNvSpPr txBox="1"/>
          <p:nvPr/>
        </p:nvSpPr>
        <p:spPr>
          <a:xfrm>
            <a:off x="7984772" y="5542408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128.1.48.0 /21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BCC7700-4A64-29FF-3716-0011173DDC93}"/>
              </a:ext>
            </a:extLst>
          </p:cNvPr>
          <p:cNvSpPr txBox="1"/>
          <p:nvPr/>
        </p:nvSpPr>
        <p:spPr>
          <a:xfrm>
            <a:off x="7975959" y="5871166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128.1.56.0 /21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DCC845-6803-FD3C-5F6A-A71EF14973B6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293BA5-6FA3-89AE-F4C3-8604614600D3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049814A-9C06-9609-B204-A80ACA97B01C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5A86B8D9-91C6-6ED9-6CC6-603CBBE19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1702276-26AD-61C1-A9BF-DE3FA5D6755E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473098C-DBED-C348-33C8-81C2441F721C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2FF70C3-58DE-C389-B64B-4DCC2F203E9B}"/>
              </a:ext>
            </a:extLst>
          </p:cNvPr>
          <p:cNvSpPr txBox="1"/>
          <p:nvPr/>
        </p:nvSpPr>
        <p:spPr>
          <a:xfrm>
            <a:off x="2786319" y="3495806"/>
            <a:ext cx="1033954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/Road Balancing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7E7724-A37A-80E9-0EBF-170CC9540D9B}"/>
              </a:ext>
            </a:extLst>
          </p:cNvPr>
          <p:cNvSpPr txBox="1"/>
          <p:nvPr/>
        </p:nvSpPr>
        <p:spPr>
          <a:xfrm>
            <a:off x="872366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42360C-04DA-0D37-CEAB-7C3063D8E91D}"/>
              </a:ext>
            </a:extLst>
          </p:cNvPr>
          <p:cNvSpPr txBox="1"/>
          <p:nvPr/>
        </p:nvSpPr>
        <p:spPr>
          <a:xfrm>
            <a:off x="643715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4B7BF1-F0EF-04FE-4996-7111935131BA}"/>
              </a:ext>
            </a:extLst>
          </p:cNvPr>
          <p:cNvSpPr txBox="1"/>
          <p:nvPr/>
        </p:nvSpPr>
        <p:spPr>
          <a:xfrm>
            <a:off x="742867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019BC9-5021-F72D-1ECB-0D3E4BC61177}"/>
              </a:ext>
            </a:extLst>
          </p:cNvPr>
          <p:cNvSpPr txBox="1"/>
          <p:nvPr/>
        </p:nvSpPr>
        <p:spPr>
          <a:xfrm>
            <a:off x="7502117" y="2958308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68CBD45-277C-C23B-7C41-8722B6C039C6}"/>
              </a:ext>
            </a:extLst>
          </p:cNvPr>
          <p:cNvSpPr txBox="1"/>
          <p:nvPr/>
        </p:nvSpPr>
        <p:spPr>
          <a:xfrm>
            <a:off x="8819879" y="1282362"/>
            <a:ext cx="654899" cy="253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PVST+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94C105B-2EC6-68B3-4D95-BB6331D7C7F5}"/>
              </a:ext>
            </a:extLst>
          </p:cNvPr>
          <p:cNvSpPr txBox="1"/>
          <p:nvPr/>
        </p:nvSpPr>
        <p:spPr>
          <a:xfrm>
            <a:off x="5858862" y="1102946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3DE270-FFDA-0A24-4E43-62221349654B}"/>
              </a:ext>
            </a:extLst>
          </p:cNvPr>
          <p:cNvSpPr txBox="1"/>
          <p:nvPr/>
        </p:nvSpPr>
        <p:spPr>
          <a:xfrm>
            <a:off x="5774658" y="2298531"/>
            <a:ext cx="985641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Frame-relay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14A5B4E-DD04-70B3-4881-57A66CBF54BA}"/>
              </a:ext>
            </a:extLst>
          </p:cNvPr>
          <p:cNvSpPr txBox="1"/>
          <p:nvPr/>
        </p:nvSpPr>
        <p:spPr>
          <a:xfrm>
            <a:off x="2343099" y="4479860"/>
            <a:ext cx="4264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B359510-FE84-0158-1AE6-1211D432D212}"/>
              </a:ext>
            </a:extLst>
          </p:cNvPr>
          <p:cNvSpPr txBox="1"/>
          <p:nvPr/>
        </p:nvSpPr>
        <p:spPr>
          <a:xfrm>
            <a:off x="3699736" y="4479860"/>
            <a:ext cx="534122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BD54D41-0C07-1067-60DD-53919232C048}"/>
              </a:ext>
            </a:extLst>
          </p:cNvPr>
          <p:cNvSpPr txBox="1"/>
          <p:nvPr/>
        </p:nvSpPr>
        <p:spPr>
          <a:xfrm>
            <a:off x="2956650" y="261351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163F0E0-6964-97BE-B22F-869F5FDCCE55}"/>
              </a:ext>
            </a:extLst>
          </p:cNvPr>
          <p:cNvSpPr txBox="1"/>
          <p:nvPr/>
        </p:nvSpPr>
        <p:spPr>
          <a:xfrm>
            <a:off x="2956650" y="30145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2B4427C-DD25-C769-FD63-DA2D4D6C8526}"/>
              </a:ext>
            </a:extLst>
          </p:cNvPr>
          <p:cNvSpPr txBox="1"/>
          <p:nvPr/>
        </p:nvSpPr>
        <p:spPr>
          <a:xfrm>
            <a:off x="2464453" y="35850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7AB4DDE-C135-DCEB-B58B-AC3F93B5F3E1}"/>
              </a:ext>
            </a:extLst>
          </p:cNvPr>
          <p:cNvSpPr txBox="1"/>
          <p:nvPr/>
        </p:nvSpPr>
        <p:spPr>
          <a:xfrm>
            <a:off x="2886471" y="32946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610E6CD-C239-8197-189C-6A375C56810B}"/>
              </a:ext>
            </a:extLst>
          </p:cNvPr>
          <p:cNvSpPr txBox="1"/>
          <p:nvPr/>
        </p:nvSpPr>
        <p:spPr>
          <a:xfrm>
            <a:off x="2490380" y="380813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18A6C02-27E0-EF2F-5050-F38C9A9D7944}"/>
              </a:ext>
            </a:extLst>
          </p:cNvPr>
          <p:cNvSpPr txBox="1"/>
          <p:nvPr/>
        </p:nvSpPr>
        <p:spPr>
          <a:xfrm>
            <a:off x="3649940" y="38167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D131725-1B99-40A4-1D4F-166364C2CD12}"/>
              </a:ext>
            </a:extLst>
          </p:cNvPr>
          <p:cNvSpPr txBox="1"/>
          <p:nvPr/>
        </p:nvSpPr>
        <p:spPr>
          <a:xfrm>
            <a:off x="3894734" y="393198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054A9DB-6FD3-DFD8-DD4D-ABE370BF6723}"/>
              </a:ext>
            </a:extLst>
          </p:cNvPr>
          <p:cNvSpPr txBox="1"/>
          <p:nvPr/>
        </p:nvSpPr>
        <p:spPr>
          <a:xfrm>
            <a:off x="3352251" y="4309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C0F685E-A950-0558-8F7E-45FA21498F80}"/>
              </a:ext>
            </a:extLst>
          </p:cNvPr>
          <p:cNvSpPr txBox="1"/>
          <p:nvPr/>
        </p:nvSpPr>
        <p:spPr>
          <a:xfrm>
            <a:off x="3221996" y="260844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305</a:t>
            </a:r>
            <a:endParaRPr lang="ko-KR" altLang="en-US" sz="8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D83495D-3D44-8ED4-72BE-8423021E8BAA}"/>
              </a:ext>
            </a:extLst>
          </p:cNvPr>
          <p:cNvSpPr txBox="1"/>
          <p:nvPr/>
        </p:nvSpPr>
        <p:spPr>
          <a:xfrm>
            <a:off x="3244759" y="300206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503</a:t>
            </a:r>
            <a:endParaRPr lang="ko-KR" altLang="en-US" sz="800" b="1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EEF9270-5395-01CA-06E1-C0C262B801E8}"/>
              </a:ext>
            </a:extLst>
          </p:cNvPr>
          <p:cNvSpPr txBox="1"/>
          <p:nvPr/>
        </p:nvSpPr>
        <p:spPr>
          <a:xfrm>
            <a:off x="2830716" y="317517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506</a:t>
            </a:r>
            <a:endParaRPr lang="ko-KR" altLang="en-US" sz="800" b="1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37CD55C-0D48-2C7E-DD5D-B07FB9B0ABE9}"/>
              </a:ext>
            </a:extLst>
          </p:cNvPr>
          <p:cNvSpPr txBox="1"/>
          <p:nvPr/>
        </p:nvSpPr>
        <p:spPr>
          <a:xfrm>
            <a:off x="2312856" y="3511259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605</a:t>
            </a:r>
            <a:endParaRPr lang="ko-KR" altLang="en-US" sz="800" b="1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B9F36E3-B5C3-F37D-BCED-7099F343A676}"/>
              </a:ext>
            </a:extLst>
          </p:cNvPr>
          <p:cNvSpPr txBox="1"/>
          <p:nvPr/>
        </p:nvSpPr>
        <p:spPr>
          <a:xfrm>
            <a:off x="2586813" y="3675009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607</a:t>
            </a:r>
            <a:endParaRPr lang="ko-KR" altLang="en-US" sz="800" b="1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7D27171-EF86-C4D3-9A9C-E71A84B9FA50}"/>
              </a:ext>
            </a:extLst>
          </p:cNvPr>
          <p:cNvSpPr txBox="1"/>
          <p:nvPr/>
        </p:nvSpPr>
        <p:spPr>
          <a:xfrm>
            <a:off x="3646066" y="365634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706</a:t>
            </a:r>
            <a:endParaRPr lang="ko-KR" altLang="en-US" sz="800" b="1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AA97FC6-3BD1-61B6-4EA2-1D97EF653612}"/>
              </a:ext>
            </a:extLst>
          </p:cNvPr>
          <p:cNvSpPr txBox="1"/>
          <p:nvPr/>
        </p:nvSpPr>
        <p:spPr>
          <a:xfrm>
            <a:off x="3774431" y="3925714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708</a:t>
            </a:r>
            <a:endParaRPr lang="ko-KR" altLang="en-US" sz="8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9E6CA6A-8E02-DB5C-319A-10699BA8C9AA}"/>
              </a:ext>
            </a:extLst>
          </p:cNvPr>
          <p:cNvSpPr txBox="1"/>
          <p:nvPr/>
        </p:nvSpPr>
        <p:spPr>
          <a:xfrm>
            <a:off x="3305300" y="417705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807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53722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811033" cy="447811"/>
            <a:chOff x="3212223" y="193664"/>
            <a:chExt cx="181103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128.1.64.10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128.1.14.2 /23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128.1.10.2 /23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128.1.44.2 /22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128.1.44.3 /22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/23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128.1.34.2 /23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/23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74163" cy="447811"/>
            <a:chOff x="3212223" y="193664"/>
            <a:chExt cx="1774163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128.1.2.10 /23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128.1.8.10 /23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74163" cy="447811"/>
            <a:chOff x="3212223" y="193664"/>
            <a:chExt cx="1774163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128.1.4.10 /23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847902" cy="447811"/>
            <a:chOff x="3212223" y="193664"/>
            <a:chExt cx="1847902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192.168.0.10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830738" cy="447811"/>
            <a:chOff x="3192518" y="193664"/>
            <a:chExt cx="183073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128.1.12.10 /23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128.1.32.10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847902" cy="451017"/>
            <a:chOff x="3212223" y="193664"/>
            <a:chExt cx="1847902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172.16.18.40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811033" cy="447811"/>
            <a:chOff x="3212223" y="193664"/>
            <a:chExt cx="181103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128.1.96.10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74163" cy="447811"/>
            <a:chOff x="3212223" y="193664"/>
            <a:chExt cx="1774163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128.1.0.10 /23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47902" cy="447811"/>
            <a:chOff x="3212223" y="193664"/>
            <a:chExt cx="1847902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128.1.128.10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928052" cy="699546"/>
            <a:chOff x="5455480" y="97168"/>
            <a:chExt cx="1928052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128.1.10.6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928052" cy="699546"/>
            <a:chOff x="5455480" y="97168"/>
            <a:chExt cx="1928052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128.1.10.4 /23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128.1.10.5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881756" cy="640419"/>
            <a:chOff x="7263902" y="168035"/>
            <a:chExt cx="1881756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81756" cy="640419"/>
            <a:chOff x="7263902" y="168035"/>
            <a:chExt cx="1881756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128.1.14.3 /23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128.1.14.4 /23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724</Words>
  <Application>Microsoft Office PowerPoint</Application>
  <PresentationFormat>와이드스크린</PresentationFormat>
  <Paragraphs>372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73</cp:revision>
  <cp:lastPrinted>2025-10-30T01:52:36Z</cp:lastPrinted>
  <dcterms:created xsi:type="dcterms:W3CDTF">2025-10-27T08:02:19Z</dcterms:created>
  <dcterms:modified xsi:type="dcterms:W3CDTF">2025-10-31T02:49:23Z</dcterms:modified>
</cp:coreProperties>
</file>