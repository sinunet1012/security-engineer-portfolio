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55" userDrawn="1">
          <p15:clr>
            <a:srgbClr val="A4A3A4"/>
          </p15:clr>
        </p15:guide>
        <p15:guide id="4" orient="horz" pos="504" userDrawn="1">
          <p15:clr>
            <a:srgbClr val="A4A3A4"/>
          </p15:clr>
        </p15:guide>
        <p15:guide id="5" orient="horz" pos="6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ED7D31"/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87" autoAdjust="0"/>
    <p:restoredTop sz="95788" autoAdjust="0"/>
  </p:normalViewPr>
  <p:slideViewPr>
    <p:cSldViewPr snapToGrid="0">
      <p:cViewPr>
        <p:scale>
          <a:sx n="100" d="100"/>
          <a:sy n="100" d="100"/>
        </p:scale>
        <p:origin x="72" y="-696"/>
      </p:cViewPr>
      <p:guideLst>
        <p:guide orient="horz" pos="2160"/>
        <p:guide pos="3840"/>
        <p:guide orient="horz" pos="255"/>
        <p:guide orient="horz" pos="504"/>
        <p:guide orient="horz" pos="6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91A725-CE58-44AC-9D40-C8BF57C3F32D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39C23D-59D4-4B93-BE1F-7E24397AB9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623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9C23D-59D4-4B93-BE1F-7E24397AB98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6724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9C23D-59D4-4B93-BE1F-7E24397AB98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3131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6BA0B-F274-8BD4-BCBD-57976A7A8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667BB87-C226-943C-4FCA-8D76636658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9F0168-D6D6-0E72-A3BC-825A7E8F9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2BCE4F-B057-3DD7-6C71-B86CB950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9E3303-522A-EA3A-A578-9AF144A4E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535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955376-9F22-923B-0931-9B3173139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0D70F6-7C4B-3F05-A922-1666E966A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546CC5-B0E6-4111-12D1-D402A09C8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EE3494-3E82-3622-D584-C729CC786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2B6F35-2DDC-C5A8-BD13-00CEE0D12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3120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941893-40E4-7F87-833E-FE32845EE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FB0EE5-BC9A-1D88-EE7D-9D7D88256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5F8C5B-80D6-D8CA-1ECB-A0FC99C6A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771EA6-6254-478C-C10F-F61803340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BD4C6D-7330-EBC7-9191-41DE07FEC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6777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3DCF0-78CC-716E-2974-71C8ED84D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5AD810-B98A-5E2B-DAAC-C0EB8ADC4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B2F895-3061-DD4F-7DAC-F547194E3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85334F-9C92-1AA5-05C3-3B2AAF56E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CC827B-BB5E-5EF2-A875-553B1C8A0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7A4B1D-07A2-A348-F656-E616BF1CB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615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F41DEE-96E1-5E75-0317-5642169EC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D5EBBF-30B7-60BB-430F-8C89E4DAB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A689D4A-8B96-392C-62E9-ED9929DA58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020A7F5-C763-87C7-85A7-08D9D420DB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80C4478-B9F4-CC7B-86E6-8BEB0ED32F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780468B-4CE9-41F6-81F1-7B218CDA3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C6C937D-F95C-0C95-F5EF-C0738BF1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1FC16A5-6751-1FC6-EAC0-03A86A8CD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3368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89BDB-1C22-B869-AAF3-F18C6A687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67576F5-5E68-2924-5785-7575D986E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7A68619-58F1-D9B0-9363-C093163D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FB9BDB-37C8-01C8-1A37-65261DAF7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988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FDC95E-E779-CEBE-BA47-6EA972C6F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8139D6E-40E6-5B22-8D42-3E915109E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D28392-534C-9AA3-961D-762117D96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6389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FACAC0-D9F6-F641-040A-A384A396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69CDC2-418E-DBF0-9592-E15221688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73A3D6-4E19-1964-CDC9-E0079EA4A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862C83-D04E-B78F-451E-DD39C4482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BCAFF2-5DB8-C94C-3BA6-D9A7AF669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31F32D-6E5B-0E6D-F344-896751637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8726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7069BE-C1DB-D3B0-FC98-0F6CFA414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8BCE316-B503-F3F2-99F9-791E14ED72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A30B105-27B6-AB21-E742-B0CCD0750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6704A1-D195-592A-C383-3482ADBF0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41C66C-9241-107E-230F-6DEA43352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8DBC5F-0D3C-DC09-1E4F-72F5E8FB8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649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54FEAA-4DA7-2649-B249-07FCE479F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30F012-6B12-2F21-1E90-9F2DA4567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71F51D-A04A-D46F-743D-EB32C7BAE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142D45-CAAE-D80D-A082-331C0D05F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1939BF-2561-CF81-8326-91CB95376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7545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8E5FC4E-700D-69B0-4235-6152EDE9AF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3AF1012-52A6-CFBC-13EA-535FBD8D52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CE626A-7691-8FEF-685E-E7076ED4C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AB7705-E631-2AF0-0B3F-1CD5749F3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468738-A966-5398-5301-D987C8747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741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1F888B2-0863-0CB6-EDA0-6C8F14D02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521438-9306-685F-8AF5-CB65F63C7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369391-B584-9376-5E1B-CD9C4C3391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0D4580-367D-435B-B064-F96BB459E64F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BF199E-EECE-0E74-7DEB-6D2FF24FAC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F279A4-E672-C6E7-4F51-1BDEEB620F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1373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9.svg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5FD57B3B-05AE-6BFA-E57C-AE240F47F72F}"/>
              </a:ext>
            </a:extLst>
          </p:cNvPr>
          <p:cNvCxnSpPr>
            <a:cxnSpLocks/>
            <a:endCxn id="30" idx="0"/>
          </p:cNvCxnSpPr>
          <p:nvPr/>
        </p:nvCxnSpPr>
        <p:spPr>
          <a:xfrm flipH="1">
            <a:off x="2515044" y="3429000"/>
            <a:ext cx="784207" cy="3498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37B6F898-7623-7FAA-A32F-D236517B008E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3297149" y="3426155"/>
            <a:ext cx="805819" cy="3720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FA6A0E03-6443-C1C7-7651-0725138358E3}"/>
              </a:ext>
            </a:extLst>
          </p:cNvPr>
          <p:cNvCxnSpPr>
            <a:cxnSpLocks/>
            <a:stCxn id="262" idx="1"/>
            <a:endCxn id="2" idx="1"/>
          </p:cNvCxnSpPr>
          <p:nvPr/>
        </p:nvCxnSpPr>
        <p:spPr>
          <a:xfrm flipH="1">
            <a:off x="3647128" y="721627"/>
            <a:ext cx="1144492" cy="1324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87CA2628-EECC-BE41-425F-06085598841E}"/>
              </a:ext>
            </a:extLst>
          </p:cNvPr>
          <p:cNvCxnSpPr>
            <a:cxnSpLocks/>
            <a:stCxn id="71" idx="2"/>
            <a:endCxn id="78" idx="0"/>
          </p:cNvCxnSpPr>
          <p:nvPr/>
        </p:nvCxnSpPr>
        <p:spPr>
          <a:xfrm flipH="1">
            <a:off x="9108414" y="2624512"/>
            <a:ext cx="19243" cy="12616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EDABDFA6-19D9-E12C-B405-2C129242BBF8}"/>
              </a:ext>
            </a:extLst>
          </p:cNvPr>
          <p:cNvSpPr/>
          <p:nvPr/>
        </p:nvSpPr>
        <p:spPr>
          <a:xfrm>
            <a:off x="5805494" y="-646424"/>
            <a:ext cx="1469233" cy="377486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Picture 2" descr="Data server ">
            <a:extLst>
              <a:ext uri="{FF2B5EF4-FFF2-40B4-BE49-F238E27FC236}">
                <a16:creationId xmlns:a16="http://schemas.microsoft.com/office/drawing/2014/main" id="{97C1AC17-DD52-B9CB-E61B-587F7D4C8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368" y="-638525"/>
            <a:ext cx="438149" cy="438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DE9B85-F5C1-DCA4-86A1-E519D5704C26}"/>
              </a:ext>
            </a:extLst>
          </p:cNvPr>
          <p:cNvSpPr txBox="1"/>
          <p:nvPr/>
        </p:nvSpPr>
        <p:spPr>
          <a:xfrm>
            <a:off x="11101975" y="-588486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err="1"/>
              <a:t>DNS_server</a:t>
            </a:r>
            <a:endParaRPr lang="ko-KR" altLang="en-US" sz="1100" b="1" dirty="0"/>
          </a:p>
        </p:txBody>
      </p:sp>
      <p:pic>
        <p:nvPicPr>
          <p:cNvPr id="8" name="Picture 16" descr="Computer">
            <a:extLst>
              <a:ext uri="{FF2B5EF4-FFF2-40B4-BE49-F238E27FC236}">
                <a16:creationId xmlns:a16="http://schemas.microsoft.com/office/drawing/2014/main" id="{6A7EAAFF-E779-EAF2-C00C-2C74CFB70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3467" y="-619004"/>
            <a:ext cx="377486" cy="377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9393B08-EB55-A119-C481-C72A75283D44}"/>
              </a:ext>
            </a:extLst>
          </p:cNvPr>
          <p:cNvSpPr txBox="1"/>
          <p:nvPr/>
        </p:nvSpPr>
        <p:spPr>
          <a:xfrm>
            <a:off x="7596185" y="-615514"/>
            <a:ext cx="862674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00B050"/>
                </a:solidFill>
              </a:rPr>
              <a:t>일반 부서</a:t>
            </a:r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01A0295D-576E-35F6-680E-52383CD56A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13397" y="-512647"/>
            <a:ext cx="376089" cy="256425"/>
          </a:xfrm>
          <a:prstGeom prst="rect">
            <a:avLst/>
          </a:prstGeom>
        </p:spPr>
      </p:pic>
      <p:pic>
        <p:nvPicPr>
          <p:cNvPr id="11" name="Picture 30" descr="Server ">
            <a:extLst>
              <a:ext uri="{FF2B5EF4-FFF2-40B4-BE49-F238E27FC236}">
                <a16:creationId xmlns:a16="http://schemas.microsoft.com/office/drawing/2014/main" id="{CEF68412-033B-2A61-F6D0-14C8B4B46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716" y="-646293"/>
            <a:ext cx="400110" cy="400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E83F992-A66E-6485-9030-DEEA5ED37449}"/>
              </a:ext>
            </a:extLst>
          </p:cNvPr>
          <p:cNvSpPr txBox="1"/>
          <p:nvPr/>
        </p:nvSpPr>
        <p:spPr>
          <a:xfrm>
            <a:off x="8621025" y="-707848"/>
            <a:ext cx="862674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Vlan20</a:t>
            </a:r>
          </a:p>
          <a:p>
            <a:pPr algn="ctr"/>
            <a:r>
              <a:rPr lang="en-US" altLang="ko-KR" sz="1200" b="1" dirty="0" err="1"/>
              <a:t>dhcp</a:t>
            </a:r>
            <a:endParaRPr lang="en-US" altLang="ko-KR" sz="1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28C437-74DD-4330-B921-5CCFA2664B66}"/>
              </a:ext>
            </a:extLst>
          </p:cNvPr>
          <p:cNvSpPr txBox="1"/>
          <p:nvPr/>
        </p:nvSpPr>
        <p:spPr>
          <a:xfrm>
            <a:off x="9645865" y="-626004"/>
            <a:ext cx="12939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0000CC"/>
                </a:solidFill>
              </a:rPr>
              <a:t>일반</a:t>
            </a:r>
            <a:r>
              <a:rPr lang="en-US" altLang="ko-KR" sz="1000" b="1" dirty="0">
                <a:solidFill>
                  <a:srgbClr val="0000CC"/>
                </a:solidFill>
              </a:rPr>
              <a:t>/</a:t>
            </a:r>
            <a:r>
              <a:rPr lang="ko-KR" altLang="en-US" sz="1000" b="1" dirty="0">
                <a:solidFill>
                  <a:srgbClr val="0000CC"/>
                </a:solidFill>
              </a:rPr>
              <a:t>백업 스토리지</a:t>
            </a:r>
            <a:endParaRPr lang="en-US" altLang="ko-KR" sz="1000" b="1" dirty="0">
              <a:solidFill>
                <a:srgbClr val="0000CC"/>
              </a:solidFill>
            </a:endParaRPr>
          </a:p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SMB </a:t>
            </a:r>
            <a:r>
              <a:rPr lang="ko-KR" altLang="en-US" sz="1000" b="1" dirty="0">
                <a:solidFill>
                  <a:srgbClr val="0000CC"/>
                </a:solidFill>
              </a:rPr>
              <a:t>연결</a:t>
            </a: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0D3D8509-FACF-4A2A-118C-8A9A99BFB5A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2935" y="-522684"/>
            <a:ext cx="618490" cy="276501"/>
          </a:xfrm>
          <a:prstGeom prst="rect">
            <a:avLst/>
          </a:prstGeom>
        </p:spPr>
      </p:pic>
      <p:pic>
        <p:nvPicPr>
          <p:cNvPr id="71" name="그래픽 70">
            <a:extLst>
              <a:ext uri="{FF2B5EF4-FFF2-40B4-BE49-F238E27FC236}">
                <a16:creationId xmlns:a16="http://schemas.microsoft.com/office/drawing/2014/main" id="{024DCE2E-D8F1-B9B5-9788-3732D21D82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39612" y="2368087"/>
            <a:ext cx="376089" cy="256425"/>
          </a:xfrm>
          <a:prstGeom prst="rect">
            <a:avLst/>
          </a:prstGeom>
        </p:spPr>
      </p:pic>
      <p:pic>
        <p:nvPicPr>
          <p:cNvPr id="75" name="그래픽 74">
            <a:extLst>
              <a:ext uri="{FF2B5EF4-FFF2-40B4-BE49-F238E27FC236}">
                <a16:creationId xmlns:a16="http://schemas.microsoft.com/office/drawing/2014/main" id="{FBB79248-4E2D-7A6B-5719-1CC91095949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0084" y="-516212"/>
            <a:ext cx="220445" cy="207477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E6DB0D67-1621-6B2F-E5C4-140EABA3D0B2}"/>
              </a:ext>
            </a:extLst>
          </p:cNvPr>
          <p:cNvSpPr txBox="1"/>
          <p:nvPr/>
        </p:nvSpPr>
        <p:spPr>
          <a:xfrm>
            <a:off x="8094356" y="5265888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CC"/>
                </a:solidFill>
              </a:rPr>
              <a:t>VLAN 20</a:t>
            </a:r>
            <a:endParaRPr lang="ko-KR" altLang="en-US" sz="800" b="1" dirty="0">
              <a:solidFill>
                <a:srgbClr val="0000CC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53CCFCE-FF0E-A6E4-8F0D-7236E9E198D2}"/>
              </a:ext>
            </a:extLst>
          </p:cNvPr>
          <p:cNvSpPr txBox="1"/>
          <p:nvPr/>
        </p:nvSpPr>
        <p:spPr>
          <a:xfrm>
            <a:off x="7048385" y="5265888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0000"/>
                </a:solidFill>
              </a:rPr>
              <a:t>VLAN 10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pic>
        <p:nvPicPr>
          <p:cNvPr id="44" name="그래픽 43">
            <a:extLst>
              <a:ext uri="{FF2B5EF4-FFF2-40B4-BE49-F238E27FC236}">
                <a16:creationId xmlns:a16="http://schemas.microsoft.com/office/drawing/2014/main" id="{3BDE070E-92E4-9B32-976A-DDAC8E3BE39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31261" y="3876082"/>
            <a:ext cx="220445" cy="207477"/>
          </a:xfrm>
          <a:prstGeom prst="rect">
            <a:avLst/>
          </a:prstGeom>
        </p:spPr>
      </p:pic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C4BD439E-38E6-F523-B6E7-E9859A8DBCBD}"/>
              </a:ext>
            </a:extLst>
          </p:cNvPr>
          <p:cNvCxnSpPr>
            <a:cxnSpLocks/>
            <a:stCxn id="78" idx="1"/>
          </p:cNvCxnSpPr>
          <p:nvPr/>
        </p:nvCxnSpPr>
        <p:spPr>
          <a:xfrm flipH="1">
            <a:off x="8047317" y="3989909"/>
            <a:ext cx="950874" cy="47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Picture 16" descr="Computer">
            <a:extLst>
              <a:ext uri="{FF2B5EF4-FFF2-40B4-BE49-F238E27FC236}">
                <a16:creationId xmlns:a16="http://schemas.microsoft.com/office/drawing/2014/main" id="{901FAAB1-7909-4566-6E03-BFF40CDDF2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5498" y="4940931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16" descr="Computer">
            <a:extLst>
              <a:ext uri="{FF2B5EF4-FFF2-40B4-BE49-F238E27FC236}">
                <a16:creationId xmlns:a16="http://schemas.microsoft.com/office/drawing/2014/main" id="{1EB558C3-4616-FE0E-6B82-9F2290A3E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6656" y="4938597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B96E2AE5-188B-A2B7-393D-3E5FC6BCB358}"/>
              </a:ext>
            </a:extLst>
          </p:cNvPr>
          <p:cNvCxnSpPr>
            <a:cxnSpLocks/>
            <a:stCxn id="44" idx="2"/>
            <a:endCxn id="51" idx="0"/>
          </p:cNvCxnSpPr>
          <p:nvPr/>
        </p:nvCxnSpPr>
        <p:spPr>
          <a:xfrm>
            <a:off x="7941484" y="4083559"/>
            <a:ext cx="8050" cy="8573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12761CBD-3D7C-F478-2F7E-E187A08E73F8}"/>
              </a:ext>
            </a:extLst>
          </p:cNvPr>
          <p:cNvCxnSpPr>
            <a:cxnSpLocks/>
            <a:stCxn id="44" idx="2"/>
            <a:endCxn id="52" idx="0"/>
          </p:cNvCxnSpPr>
          <p:nvPr/>
        </p:nvCxnSpPr>
        <p:spPr>
          <a:xfrm>
            <a:off x="7941484" y="4083559"/>
            <a:ext cx="479208" cy="8550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그래픽 75">
            <a:extLst>
              <a:ext uri="{FF2B5EF4-FFF2-40B4-BE49-F238E27FC236}">
                <a16:creationId xmlns:a16="http://schemas.microsoft.com/office/drawing/2014/main" id="{6E822AA2-CFB5-A0C0-DC63-D705CE81F12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60299" y="3869605"/>
            <a:ext cx="220445" cy="207477"/>
          </a:xfrm>
          <a:prstGeom prst="rect">
            <a:avLst/>
          </a:prstGeom>
        </p:spPr>
      </p:pic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A72EA928-1D9C-CCB7-1371-A9B1F271087F}"/>
              </a:ext>
            </a:extLst>
          </p:cNvPr>
          <p:cNvCxnSpPr>
            <a:cxnSpLocks/>
            <a:stCxn id="44" idx="1"/>
            <a:endCxn id="76" idx="3"/>
          </p:cNvCxnSpPr>
          <p:nvPr/>
        </p:nvCxnSpPr>
        <p:spPr>
          <a:xfrm flipH="1" flipV="1">
            <a:off x="6980744" y="3973344"/>
            <a:ext cx="850517" cy="64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1" name="Picture 16" descr="Computer">
            <a:extLst>
              <a:ext uri="{FF2B5EF4-FFF2-40B4-BE49-F238E27FC236}">
                <a16:creationId xmlns:a16="http://schemas.microsoft.com/office/drawing/2014/main" id="{97D381B4-23AF-2503-C724-9B80B697C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814" y="4961526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6" descr="Computer">
            <a:extLst>
              <a:ext uri="{FF2B5EF4-FFF2-40B4-BE49-F238E27FC236}">
                <a16:creationId xmlns:a16="http://schemas.microsoft.com/office/drawing/2014/main" id="{EA8D03FA-6F8A-D420-0EE9-3C55DD2B7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4420" y="4950931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BD41240C-94A0-5643-AD73-3408276C02BF}"/>
              </a:ext>
            </a:extLst>
          </p:cNvPr>
          <p:cNvSpPr txBox="1"/>
          <p:nvPr/>
        </p:nvSpPr>
        <p:spPr>
          <a:xfrm>
            <a:off x="6508391" y="5265961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CC"/>
                </a:solidFill>
              </a:rPr>
              <a:t>VLAN 20</a:t>
            </a:r>
            <a:endParaRPr lang="ko-KR" altLang="en-US" sz="800" b="1" dirty="0">
              <a:solidFill>
                <a:srgbClr val="0000CC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F5DDDD4-7DD7-CFAB-D957-BD75C2502C85}"/>
              </a:ext>
            </a:extLst>
          </p:cNvPr>
          <p:cNvSpPr txBox="1"/>
          <p:nvPr/>
        </p:nvSpPr>
        <p:spPr>
          <a:xfrm>
            <a:off x="5939746" y="5265888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0000"/>
                </a:solidFill>
              </a:rPr>
              <a:t>VLAN 10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pic>
        <p:nvPicPr>
          <p:cNvPr id="98" name="Picture 16" descr="Computer">
            <a:extLst>
              <a:ext uri="{FF2B5EF4-FFF2-40B4-BE49-F238E27FC236}">
                <a16:creationId xmlns:a16="http://schemas.microsoft.com/office/drawing/2014/main" id="{FE391243-758E-56EC-2ED4-271A915B92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3805" y="4942753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B8BF3A53-4EA8-55AC-73E6-0589121104C4}"/>
              </a:ext>
            </a:extLst>
          </p:cNvPr>
          <p:cNvCxnSpPr>
            <a:cxnSpLocks/>
            <a:stCxn id="98" idx="0"/>
          </p:cNvCxnSpPr>
          <p:nvPr/>
        </p:nvCxnSpPr>
        <p:spPr>
          <a:xfrm flipV="1">
            <a:off x="7377841" y="4099186"/>
            <a:ext cx="556962" cy="8435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2643554A-ABEF-648F-EA55-480ED652CC51}"/>
              </a:ext>
            </a:extLst>
          </p:cNvPr>
          <p:cNvSpPr txBox="1"/>
          <p:nvPr/>
        </p:nvSpPr>
        <p:spPr>
          <a:xfrm>
            <a:off x="7637572" y="5281515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B050"/>
                </a:solidFill>
              </a:rPr>
              <a:t>VLAN 30</a:t>
            </a:r>
            <a:endParaRPr lang="ko-KR" altLang="en-US" sz="800" b="1" dirty="0">
              <a:solidFill>
                <a:srgbClr val="00B050"/>
              </a:solidFill>
            </a:endParaRPr>
          </a:p>
        </p:txBody>
      </p:sp>
      <p:pic>
        <p:nvPicPr>
          <p:cNvPr id="113" name="그래픽 112">
            <a:extLst>
              <a:ext uri="{FF2B5EF4-FFF2-40B4-BE49-F238E27FC236}">
                <a16:creationId xmlns:a16="http://schemas.microsoft.com/office/drawing/2014/main" id="{7BD6B12D-E3AB-E473-6F34-EE97714857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82267" y="1547793"/>
            <a:ext cx="376089" cy="256425"/>
          </a:xfrm>
          <a:prstGeom prst="rect">
            <a:avLst/>
          </a:prstGeom>
        </p:spPr>
      </p:pic>
      <p:pic>
        <p:nvPicPr>
          <p:cNvPr id="114" name="그래픽 113">
            <a:extLst>
              <a:ext uri="{FF2B5EF4-FFF2-40B4-BE49-F238E27FC236}">
                <a16:creationId xmlns:a16="http://schemas.microsoft.com/office/drawing/2014/main" id="{FB4FB836-6416-CA55-693A-A41D16ADF6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13677" y="2378175"/>
            <a:ext cx="376089" cy="256425"/>
          </a:xfrm>
          <a:prstGeom prst="rect">
            <a:avLst/>
          </a:prstGeom>
        </p:spPr>
      </p:pic>
      <p:pic>
        <p:nvPicPr>
          <p:cNvPr id="116" name="그래픽 115">
            <a:extLst>
              <a:ext uri="{FF2B5EF4-FFF2-40B4-BE49-F238E27FC236}">
                <a16:creationId xmlns:a16="http://schemas.microsoft.com/office/drawing/2014/main" id="{28925D98-A8AC-D57D-47BE-7446F1F2148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34046" y="3706213"/>
            <a:ext cx="376089" cy="256425"/>
          </a:xfrm>
          <a:prstGeom prst="rect">
            <a:avLst/>
          </a:prstGeom>
        </p:spPr>
      </p:pic>
      <p:pic>
        <p:nvPicPr>
          <p:cNvPr id="118" name="그래픽 117">
            <a:extLst>
              <a:ext uri="{FF2B5EF4-FFF2-40B4-BE49-F238E27FC236}">
                <a16:creationId xmlns:a16="http://schemas.microsoft.com/office/drawing/2014/main" id="{C7B91C95-050E-EDAF-0B68-7B2165C0AB5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13679" y="3178151"/>
            <a:ext cx="376089" cy="256425"/>
          </a:xfrm>
          <a:prstGeom prst="rect">
            <a:avLst/>
          </a:prstGeom>
        </p:spPr>
      </p:pic>
      <p:pic>
        <p:nvPicPr>
          <p:cNvPr id="119" name="그래픽 118">
            <a:extLst>
              <a:ext uri="{FF2B5EF4-FFF2-40B4-BE49-F238E27FC236}">
                <a16:creationId xmlns:a16="http://schemas.microsoft.com/office/drawing/2014/main" id="{4111A750-C787-95A0-AA00-EB848A5E4BE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13678" y="4270853"/>
            <a:ext cx="376089" cy="256425"/>
          </a:xfrm>
          <a:prstGeom prst="rect">
            <a:avLst/>
          </a:prstGeom>
        </p:spPr>
      </p:pic>
      <p:pic>
        <p:nvPicPr>
          <p:cNvPr id="117" name="그래픽 116">
            <a:extLst>
              <a:ext uri="{FF2B5EF4-FFF2-40B4-BE49-F238E27FC236}">
                <a16:creationId xmlns:a16="http://schemas.microsoft.com/office/drawing/2014/main" id="{D5F714A0-B6D5-EA21-2696-C503B2820BF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907407" y="3706212"/>
            <a:ext cx="376089" cy="256425"/>
          </a:xfrm>
          <a:prstGeom prst="rect">
            <a:avLst/>
          </a:prstGeom>
        </p:spPr>
      </p:pic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5782217D-A1AC-1A2D-BB81-04B0F4CC8CA0}"/>
              </a:ext>
            </a:extLst>
          </p:cNvPr>
          <p:cNvCxnSpPr>
            <a:cxnSpLocks/>
          </p:cNvCxnSpPr>
          <p:nvPr/>
        </p:nvCxnSpPr>
        <p:spPr>
          <a:xfrm flipH="1" flipV="1">
            <a:off x="2643134" y="3936961"/>
            <a:ext cx="654015" cy="3156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8E771C75-7844-A8F8-7FBB-C88E1A3295A6}"/>
              </a:ext>
            </a:extLst>
          </p:cNvPr>
          <p:cNvCxnSpPr>
            <a:cxnSpLocks/>
          </p:cNvCxnSpPr>
          <p:nvPr/>
        </p:nvCxnSpPr>
        <p:spPr>
          <a:xfrm flipH="1">
            <a:off x="3291366" y="3936961"/>
            <a:ext cx="672468" cy="3156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" name="그래픽 132">
            <a:extLst>
              <a:ext uri="{FF2B5EF4-FFF2-40B4-BE49-F238E27FC236}">
                <a16:creationId xmlns:a16="http://schemas.microsoft.com/office/drawing/2014/main" id="{0394D150-905A-ADBE-622C-A8ACD389C9D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664844" y="5423312"/>
            <a:ext cx="220445" cy="207477"/>
          </a:xfrm>
          <a:prstGeom prst="rect">
            <a:avLst/>
          </a:prstGeom>
        </p:spPr>
      </p:pic>
      <p:pic>
        <p:nvPicPr>
          <p:cNvPr id="134" name="그래픽 133">
            <a:extLst>
              <a:ext uri="{FF2B5EF4-FFF2-40B4-BE49-F238E27FC236}">
                <a16:creationId xmlns:a16="http://schemas.microsoft.com/office/drawing/2014/main" id="{C0F1F9A5-F85F-1092-B29E-FFC1D61F244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699736" y="5425804"/>
            <a:ext cx="246467" cy="231968"/>
          </a:xfrm>
          <a:prstGeom prst="rect">
            <a:avLst/>
          </a:prstGeom>
        </p:spPr>
      </p:pic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0524982D-5DCC-90E5-36C5-A7C3692494C4}"/>
              </a:ext>
            </a:extLst>
          </p:cNvPr>
          <p:cNvCxnSpPr>
            <a:cxnSpLocks/>
            <a:stCxn id="182" idx="2"/>
            <a:endCxn id="133" idx="0"/>
          </p:cNvCxnSpPr>
          <p:nvPr/>
        </p:nvCxnSpPr>
        <p:spPr>
          <a:xfrm>
            <a:off x="2775066" y="5189663"/>
            <a:ext cx="1" cy="233649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DDCDE9AB-59C4-145B-A9FA-8BE3A2798862}"/>
              </a:ext>
            </a:extLst>
          </p:cNvPr>
          <p:cNvCxnSpPr>
            <a:cxnSpLocks/>
            <a:stCxn id="184" idx="2"/>
            <a:endCxn id="134" idx="0"/>
          </p:cNvCxnSpPr>
          <p:nvPr/>
        </p:nvCxnSpPr>
        <p:spPr>
          <a:xfrm>
            <a:off x="3816329" y="5200027"/>
            <a:ext cx="6641" cy="2257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5" name="Picture 16" descr="Computer">
            <a:extLst>
              <a:ext uri="{FF2B5EF4-FFF2-40B4-BE49-F238E27FC236}">
                <a16:creationId xmlns:a16="http://schemas.microsoft.com/office/drawing/2014/main" id="{DEE273BA-2254-547C-C30D-691295A99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8331" y="5982866"/>
            <a:ext cx="228071" cy="228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Picture 16" descr="Computer">
            <a:extLst>
              <a:ext uri="{FF2B5EF4-FFF2-40B4-BE49-F238E27FC236}">
                <a16:creationId xmlns:a16="http://schemas.microsoft.com/office/drawing/2014/main" id="{E0A2B6D7-4288-7999-6861-FADF60116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3485" y="5991664"/>
            <a:ext cx="228071" cy="228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Picture 16" descr="Computer">
            <a:extLst>
              <a:ext uri="{FF2B5EF4-FFF2-40B4-BE49-F238E27FC236}">
                <a16:creationId xmlns:a16="http://schemas.microsoft.com/office/drawing/2014/main" id="{46CA2058-5FD6-C944-6ADB-A3BD6A930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552" y="5991664"/>
            <a:ext cx="254993" cy="254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EF84DD6C-878A-1E1B-6054-D2D831BBF153}"/>
              </a:ext>
            </a:extLst>
          </p:cNvPr>
          <p:cNvCxnSpPr>
            <a:cxnSpLocks/>
            <a:stCxn id="134" idx="2"/>
          </p:cNvCxnSpPr>
          <p:nvPr/>
        </p:nvCxnSpPr>
        <p:spPr>
          <a:xfrm>
            <a:off x="3822970" y="5657772"/>
            <a:ext cx="211186" cy="3718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6ED97685-093F-3D30-D99D-E588AE8517D3}"/>
              </a:ext>
            </a:extLst>
          </p:cNvPr>
          <p:cNvCxnSpPr>
            <a:cxnSpLocks/>
            <a:stCxn id="134" idx="2"/>
            <a:endCxn id="147" idx="0"/>
          </p:cNvCxnSpPr>
          <p:nvPr/>
        </p:nvCxnSpPr>
        <p:spPr>
          <a:xfrm flipH="1">
            <a:off x="3683049" y="5657772"/>
            <a:ext cx="139921" cy="3338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57D3F2A0-FA4A-B560-EC4D-3C2AE9CBC14D}"/>
              </a:ext>
            </a:extLst>
          </p:cNvPr>
          <p:cNvCxnSpPr>
            <a:cxnSpLocks/>
            <a:stCxn id="133" idx="2"/>
            <a:endCxn id="145" idx="0"/>
          </p:cNvCxnSpPr>
          <p:nvPr/>
        </p:nvCxnSpPr>
        <p:spPr>
          <a:xfrm flipH="1">
            <a:off x="2512367" y="5630789"/>
            <a:ext cx="262700" cy="352077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A4ACE8A0-03C6-0F38-B995-9BA04E7B1329}"/>
              </a:ext>
            </a:extLst>
          </p:cNvPr>
          <p:cNvCxnSpPr>
            <a:cxnSpLocks/>
          </p:cNvCxnSpPr>
          <p:nvPr/>
        </p:nvCxnSpPr>
        <p:spPr>
          <a:xfrm>
            <a:off x="2762679" y="5630789"/>
            <a:ext cx="174151" cy="352077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2" name="그래픽 181">
            <a:extLst>
              <a:ext uri="{FF2B5EF4-FFF2-40B4-BE49-F238E27FC236}">
                <a16:creationId xmlns:a16="http://schemas.microsoft.com/office/drawing/2014/main" id="{D7FEE64D-088F-1F92-8E99-A0D7E1E942B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643134" y="5009756"/>
            <a:ext cx="263863" cy="179907"/>
          </a:xfrm>
          <a:prstGeom prst="rect">
            <a:avLst/>
          </a:prstGeom>
        </p:spPr>
      </p:pic>
      <p:pic>
        <p:nvPicPr>
          <p:cNvPr id="184" name="그래픽 183">
            <a:extLst>
              <a:ext uri="{FF2B5EF4-FFF2-40B4-BE49-F238E27FC236}">
                <a16:creationId xmlns:a16="http://schemas.microsoft.com/office/drawing/2014/main" id="{64217C9D-4FF7-E8C6-3BF9-808088D1FD4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68823" y="4998883"/>
            <a:ext cx="295011" cy="201144"/>
          </a:xfrm>
          <a:prstGeom prst="rect">
            <a:avLst/>
          </a:prstGeom>
        </p:spPr>
      </p:pic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E3310648-5EEA-F6E8-962B-1EA9808E54CA}"/>
              </a:ext>
            </a:extLst>
          </p:cNvPr>
          <p:cNvCxnSpPr>
            <a:cxnSpLocks/>
            <a:stCxn id="119" idx="2"/>
            <a:endCxn id="182" idx="0"/>
          </p:cNvCxnSpPr>
          <p:nvPr/>
        </p:nvCxnSpPr>
        <p:spPr>
          <a:xfrm flipH="1">
            <a:off x="2775066" y="4527278"/>
            <a:ext cx="526657" cy="482478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39852CA1-F632-156E-B34E-1C456C652349}"/>
              </a:ext>
            </a:extLst>
          </p:cNvPr>
          <p:cNvCxnSpPr>
            <a:cxnSpLocks/>
            <a:stCxn id="119" idx="2"/>
            <a:endCxn id="184" idx="0"/>
          </p:cNvCxnSpPr>
          <p:nvPr/>
        </p:nvCxnSpPr>
        <p:spPr>
          <a:xfrm>
            <a:off x="3301723" y="4527278"/>
            <a:ext cx="514606" cy="471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1" name="Picture 2" descr="Data server ">
            <a:extLst>
              <a:ext uri="{FF2B5EF4-FFF2-40B4-BE49-F238E27FC236}">
                <a16:creationId xmlns:a16="http://schemas.microsoft.com/office/drawing/2014/main" id="{F3C8209A-96C7-7CD1-A4EC-92C29A1DC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5543" y="5943121"/>
            <a:ext cx="352077" cy="352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Picture 2" descr="Data server ">
            <a:extLst>
              <a:ext uri="{FF2B5EF4-FFF2-40B4-BE49-F238E27FC236}">
                <a16:creationId xmlns:a16="http://schemas.microsoft.com/office/drawing/2014/main" id="{A2D426EA-34C8-015C-337B-9D62EB22D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9989" y="420532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그래픽 206">
            <a:extLst>
              <a:ext uri="{FF2B5EF4-FFF2-40B4-BE49-F238E27FC236}">
                <a16:creationId xmlns:a16="http://schemas.microsoft.com/office/drawing/2014/main" id="{FDC193A5-78FC-5883-1418-D1EB9CC7BF6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92551" y="3742190"/>
            <a:ext cx="220445" cy="207477"/>
          </a:xfrm>
          <a:prstGeom prst="rect">
            <a:avLst/>
          </a:prstGeom>
        </p:spPr>
      </p:pic>
      <p:pic>
        <p:nvPicPr>
          <p:cNvPr id="208" name="Picture 2" descr="Data server ">
            <a:extLst>
              <a:ext uri="{FF2B5EF4-FFF2-40B4-BE49-F238E27FC236}">
                <a16:creationId xmlns:a16="http://schemas.microsoft.com/office/drawing/2014/main" id="{B2896F30-5010-2253-33D5-35F2F7FFF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9158" y="352815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Picture 2" descr="Data server ">
            <a:extLst>
              <a:ext uri="{FF2B5EF4-FFF2-40B4-BE49-F238E27FC236}">
                <a16:creationId xmlns:a16="http://schemas.microsoft.com/office/drawing/2014/main" id="{D58D63AF-024B-EAED-3991-2D923222ED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9830" y="2792529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7" name="직선 연결선 216">
            <a:extLst>
              <a:ext uri="{FF2B5EF4-FFF2-40B4-BE49-F238E27FC236}">
                <a16:creationId xmlns:a16="http://schemas.microsoft.com/office/drawing/2014/main" id="{732E9C27-30A4-D8D5-BBF2-E806807D4A79}"/>
              </a:ext>
            </a:extLst>
          </p:cNvPr>
          <p:cNvCxnSpPr>
            <a:cxnSpLocks/>
            <a:stCxn id="207" idx="3"/>
            <a:endCxn id="208" idx="1"/>
          </p:cNvCxnSpPr>
          <p:nvPr/>
        </p:nvCxnSpPr>
        <p:spPr>
          <a:xfrm flipV="1">
            <a:off x="4812996" y="3685603"/>
            <a:ext cx="366162" cy="1603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직선 연결선 220">
            <a:extLst>
              <a:ext uri="{FF2B5EF4-FFF2-40B4-BE49-F238E27FC236}">
                <a16:creationId xmlns:a16="http://schemas.microsoft.com/office/drawing/2014/main" id="{631A82A9-ADA1-C49F-57DE-CED17AEC595E}"/>
              </a:ext>
            </a:extLst>
          </p:cNvPr>
          <p:cNvCxnSpPr>
            <a:cxnSpLocks/>
            <a:stCxn id="207" idx="3"/>
            <a:endCxn id="206" idx="1"/>
          </p:cNvCxnSpPr>
          <p:nvPr/>
        </p:nvCxnSpPr>
        <p:spPr>
          <a:xfrm>
            <a:off x="4812996" y="3845929"/>
            <a:ext cx="356993" cy="5168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직선 연결선 223">
            <a:extLst>
              <a:ext uri="{FF2B5EF4-FFF2-40B4-BE49-F238E27FC236}">
                <a16:creationId xmlns:a16="http://schemas.microsoft.com/office/drawing/2014/main" id="{F28C88C6-D9CB-7EBB-4E7E-FC7B467745B7}"/>
              </a:ext>
            </a:extLst>
          </p:cNvPr>
          <p:cNvCxnSpPr>
            <a:cxnSpLocks/>
            <a:stCxn id="207" idx="3"/>
            <a:endCxn id="209" idx="1"/>
          </p:cNvCxnSpPr>
          <p:nvPr/>
        </p:nvCxnSpPr>
        <p:spPr>
          <a:xfrm flipV="1">
            <a:off x="4812996" y="2949981"/>
            <a:ext cx="376834" cy="8959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직선 연결선 226">
            <a:extLst>
              <a:ext uri="{FF2B5EF4-FFF2-40B4-BE49-F238E27FC236}">
                <a16:creationId xmlns:a16="http://schemas.microsoft.com/office/drawing/2014/main" id="{C4485D54-484C-2638-AF8E-9F474B0A6AF4}"/>
              </a:ext>
            </a:extLst>
          </p:cNvPr>
          <p:cNvCxnSpPr>
            <a:cxnSpLocks/>
            <a:stCxn id="117" idx="3"/>
            <a:endCxn id="207" idx="1"/>
          </p:cNvCxnSpPr>
          <p:nvPr/>
        </p:nvCxnSpPr>
        <p:spPr>
          <a:xfrm>
            <a:off x="4283496" y="3834425"/>
            <a:ext cx="309055" cy="115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8" name="그룹 237">
            <a:extLst>
              <a:ext uri="{FF2B5EF4-FFF2-40B4-BE49-F238E27FC236}">
                <a16:creationId xmlns:a16="http://schemas.microsoft.com/office/drawing/2014/main" id="{33958594-D5C9-5464-9C11-3CEEABE8B0FD}"/>
              </a:ext>
            </a:extLst>
          </p:cNvPr>
          <p:cNvGrpSpPr/>
          <p:nvPr/>
        </p:nvGrpSpPr>
        <p:grpSpPr>
          <a:xfrm>
            <a:off x="-1071343" y="44648"/>
            <a:ext cx="1071343" cy="526780"/>
            <a:chOff x="287553" y="157018"/>
            <a:chExt cx="1421401" cy="698904"/>
          </a:xfrm>
        </p:grpSpPr>
        <p:sp>
          <p:nvSpPr>
            <p:cNvPr id="230" name="직사각형 229">
              <a:extLst>
                <a:ext uri="{FF2B5EF4-FFF2-40B4-BE49-F238E27FC236}">
                  <a16:creationId xmlns:a16="http://schemas.microsoft.com/office/drawing/2014/main" id="{4D43BE07-4B71-720F-8430-9C332AAB778D}"/>
                </a:ext>
              </a:extLst>
            </p:cNvPr>
            <p:cNvSpPr/>
            <p:nvPr/>
          </p:nvSpPr>
          <p:spPr>
            <a:xfrm>
              <a:off x="287553" y="157018"/>
              <a:ext cx="276501" cy="276501"/>
            </a:xfrm>
            <a:prstGeom prst="rect">
              <a:avLst/>
            </a:prstGeom>
            <a:solidFill>
              <a:srgbClr val="000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rgbClr val="0000CC"/>
                </a:solidFill>
              </a:endParaRPr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316D0185-E2B6-E29E-6E3B-325D5C3C534B}"/>
                </a:ext>
              </a:extLst>
            </p:cNvPr>
            <p:cNvSpPr txBox="1"/>
            <p:nvPr/>
          </p:nvSpPr>
          <p:spPr>
            <a:xfrm>
              <a:off x="638759" y="205182"/>
              <a:ext cx="1027660" cy="2654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solidFill>
                    <a:srgbClr val="0000CC"/>
                  </a:solidFill>
                </a:rPr>
                <a:t>Rocky(</a:t>
              </a:r>
              <a:r>
                <a:rPr lang="ko-KR" altLang="en-US" sz="700" b="1" dirty="0">
                  <a:solidFill>
                    <a:srgbClr val="0000CC"/>
                  </a:solidFill>
                </a:rPr>
                <a:t>파란색</a:t>
              </a:r>
              <a:r>
                <a:rPr lang="en-US" altLang="ko-KR" sz="700" b="1" dirty="0">
                  <a:solidFill>
                    <a:srgbClr val="0000CC"/>
                  </a:solidFill>
                </a:rPr>
                <a:t>)</a:t>
              </a:r>
              <a:endParaRPr lang="ko-KR" altLang="en-US" sz="700" b="1" dirty="0">
                <a:solidFill>
                  <a:srgbClr val="0000CC"/>
                </a:solidFill>
              </a:endParaRPr>
            </a:p>
          </p:txBody>
        </p:sp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19C157B3-CF60-B784-1A72-9C4FA4EC26E3}"/>
                </a:ext>
              </a:extLst>
            </p:cNvPr>
            <p:cNvSpPr/>
            <p:nvPr/>
          </p:nvSpPr>
          <p:spPr>
            <a:xfrm>
              <a:off x="287553" y="550983"/>
              <a:ext cx="276501" cy="2765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rgbClr val="0000CC"/>
                </a:solidFill>
              </a:endParaRP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D935B33C-62EB-A995-A40C-C32F5B05977F}"/>
                </a:ext>
              </a:extLst>
            </p:cNvPr>
            <p:cNvSpPr txBox="1"/>
            <p:nvPr/>
          </p:nvSpPr>
          <p:spPr>
            <a:xfrm>
              <a:off x="596223" y="590500"/>
              <a:ext cx="1112731" cy="2654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solidFill>
                    <a:schemeClr val="accent2"/>
                  </a:solidFill>
                </a:rPr>
                <a:t>Ubuntu(</a:t>
              </a:r>
              <a:r>
                <a:rPr lang="ko-KR" altLang="en-US" sz="700" b="1" dirty="0">
                  <a:solidFill>
                    <a:schemeClr val="accent2"/>
                  </a:solidFill>
                </a:rPr>
                <a:t>주황색</a:t>
              </a:r>
              <a:r>
                <a:rPr lang="en-US" altLang="ko-KR" sz="700" b="1" dirty="0">
                  <a:solidFill>
                    <a:schemeClr val="accent2"/>
                  </a:solidFill>
                </a:rPr>
                <a:t>)</a:t>
              </a:r>
              <a:endParaRPr lang="ko-KR" altLang="en-US" sz="700" b="1" dirty="0">
                <a:solidFill>
                  <a:schemeClr val="accent2"/>
                </a:solidFill>
              </a:endParaRPr>
            </a:p>
          </p:txBody>
        </p:sp>
      </p:grpSp>
      <p:cxnSp>
        <p:nvCxnSpPr>
          <p:cNvPr id="248" name="직선 연결선 247">
            <a:extLst>
              <a:ext uri="{FF2B5EF4-FFF2-40B4-BE49-F238E27FC236}">
                <a16:creationId xmlns:a16="http://schemas.microsoft.com/office/drawing/2014/main" id="{2946ACC9-54BF-2DB9-4558-3A07A0E4B6DF}"/>
              </a:ext>
            </a:extLst>
          </p:cNvPr>
          <p:cNvCxnSpPr>
            <a:cxnSpLocks/>
            <a:stCxn id="114" idx="2"/>
            <a:endCxn id="118" idx="0"/>
          </p:cNvCxnSpPr>
          <p:nvPr/>
        </p:nvCxnSpPr>
        <p:spPr>
          <a:xfrm>
            <a:off x="3301722" y="2634600"/>
            <a:ext cx="2" cy="5435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6" name="그래픽 255">
            <a:extLst>
              <a:ext uri="{FF2B5EF4-FFF2-40B4-BE49-F238E27FC236}">
                <a16:creationId xmlns:a16="http://schemas.microsoft.com/office/drawing/2014/main" id="{54471499-C78F-A20B-CF64-94801D32A8F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96416" y="479363"/>
            <a:ext cx="1145734" cy="512210"/>
          </a:xfrm>
          <a:prstGeom prst="rect">
            <a:avLst/>
          </a:prstGeom>
        </p:spPr>
      </p:pic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045D44C4-0104-6E49-3060-3C2BAAFBACAC}"/>
              </a:ext>
            </a:extLst>
          </p:cNvPr>
          <p:cNvCxnSpPr>
            <a:cxnSpLocks/>
            <a:stCxn id="113" idx="0"/>
            <a:endCxn id="256" idx="2"/>
          </p:cNvCxnSpPr>
          <p:nvPr/>
        </p:nvCxnSpPr>
        <p:spPr>
          <a:xfrm flipH="1" flipV="1">
            <a:off x="6169283" y="991573"/>
            <a:ext cx="1029" cy="5562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C33E06E2-BDDE-01F3-41BD-BB7F6D72576C}"/>
              </a:ext>
            </a:extLst>
          </p:cNvPr>
          <p:cNvSpPr txBox="1"/>
          <p:nvPr/>
        </p:nvSpPr>
        <p:spPr>
          <a:xfrm>
            <a:off x="5840359" y="600903"/>
            <a:ext cx="7152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/>
              <a:t>internet</a:t>
            </a:r>
            <a:endParaRPr lang="ko-KR" altLang="en-US" sz="1100" b="1" dirty="0"/>
          </a:p>
        </p:txBody>
      </p:sp>
      <p:cxnSp>
        <p:nvCxnSpPr>
          <p:cNvPr id="296" name="직선 연결선 295">
            <a:extLst>
              <a:ext uri="{FF2B5EF4-FFF2-40B4-BE49-F238E27FC236}">
                <a16:creationId xmlns:a16="http://schemas.microsoft.com/office/drawing/2014/main" id="{A6B65F4E-0A06-836B-3BAF-E09777E73383}"/>
              </a:ext>
            </a:extLst>
          </p:cNvPr>
          <p:cNvCxnSpPr>
            <a:cxnSpLocks/>
            <a:stCxn id="115" idx="1"/>
            <a:endCxn id="114" idx="1"/>
          </p:cNvCxnSpPr>
          <p:nvPr/>
        </p:nvCxnSpPr>
        <p:spPr>
          <a:xfrm>
            <a:off x="2406062" y="2503817"/>
            <a:ext cx="707615" cy="25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6" name="그룹 195">
            <a:extLst>
              <a:ext uri="{FF2B5EF4-FFF2-40B4-BE49-F238E27FC236}">
                <a16:creationId xmlns:a16="http://schemas.microsoft.com/office/drawing/2014/main" id="{B0E04856-6041-FEC9-6951-150471F3E0A5}"/>
              </a:ext>
            </a:extLst>
          </p:cNvPr>
          <p:cNvGrpSpPr/>
          <p:nvPr/>
        </p:nvGrpSpPr>
        <p:grpSpPr>
          <a:xfrm rot="16200000" flipV="1">
            <a:off x="1549209" y="1786783"/>
            <a:ext cx="268032" cy="1445679"/>
            <a:chOff x="2310357" y="409869"/>
            <a:chExt cx="268032" cy="1445679"/>
          </a:xfrm>
        </p:grpSpPr>
        <p:pic>
          <p:nvPicPr>
            <p:cNvPr id="115" name="그래픽 114">
              <a:extLst>
                <a:ext uri="{FF2B5EF4-FFF2-40B4-BE49-F238E27FC236}">
                  <a16:creationId xmlns:a16="http://schemas.microsoft.com/office/drawing/2014/main" id="{BB224C7F-FE26-62D5-DC4F-BE5A6D2D426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2262132" y="469701"/>
              <a:ext cx="376089" cy="256425"/>
            </a:xfrm>
            <a:prstGeom prst="rect">
              <a:avLst/>
            </a:prstGeom>
          </p:spPr>
        </p:pic>
        <p:pic>
          <p:nvPicPr>
            <p:cNvPr id="300" name="Picture 30" descr="Server ">
              <a:extLst>
                <a:ext uri="{FF2B5EF4-FFF2-40B4-BE49-F238E27FC236}">
                  <a16:creationId xmlns:a16="http://schemas.microsoft.com/office/drawing/2014/main" id="{6A898DC0-43B0-C06A-7095-C9FB28781A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310357" y="1590362"/>
              <a:ext cx="265186" cy="2651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2" name="그래픽 301">
              <a:extLst>
                <a:ext uri="{FF2B5EF4-FFF2-40B4-BE49-F238E27FC236}">
                  <a16:creationId xmlns:a16="http://schemas.microsoft.com/office/drawing/2014/main" id="{FA98DB65-8183-9ACC-6362-99FA68465E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5400000">
              <a:off x="2332728" y="970864"/>
              <a:ext cx="220445" cy="207477"/>
            </a:xfrm>
            <a:prstGeom prst="rect">
              <a:avLst/>
            </a:prstGeom>
          </p:spPr>
        </p:pic>
        <p:cxnSp>
          <p:nvCxnSpPr>
            <p:cNvPr id="303" name="직선 연결선 302">
              <a:extLst>
                <a:ext uri="{FF2B5EF4-FFF2-40B4-BE49-F238E27FC236}">
                  <a16:creationId xmlns:a16="http://schemas.microsoft.com/office/drawing/2014/main" id="{5CD37FC3-A5B3-6B98-5EC0-7E5A93B98EDD}"/>
                </a:ext>
              </a:extLst>
            </p:cNvPr>
            <p:cNvCxnSpPr>
              <a:cxnSpLocks/>
              <a:stCxn id="302" idx="1"/>
              <a:endCxn id="115" idx="3"/>
            </p:cNvCxnSpPr>
            <p:nvPr/>
          </p:nvCxnSpPr>
          <p:spPr>
            <a:xfrm rot="16200000">
              <a:off x="2357352" y="871556"/>
              <a:ext cx="178422" cy="722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직선 연결선 308">
              <a:extLst>
                <a:ext uri="{FF2B5EF4-FFF2-40B4-BE49-F238E27FC236}">
                  <a16:creationId xmlns:a16="http://schemas.microsoft.com/office/drawing/2014/main" id="{6864F3A8-67A1-5C07-4746-303F034F64E3}"/>
                </a:ext>
              </a:extLst>
            </p:cNvPr>
            <p:cNvCxnSpPr>
              <a:cxnSpLocks/>
              <a:stCxn id="300" idx="1"/>
              <a:endCxn id="302" idx="3"/>
            </p:cNvCxnSpPr>
            <p:nvPr/>
          </p:nvCxnSpPr>
          <p:spPr>
            <a:xfrm rot="16200000" flipV="1">
              <a:off x="2240182" y="1387594"/>
              <a:ext cx="40553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Picture 30" descr="Server ">
            <a:extLst>
              <a:ext uri="{FF2B5EF4-FFF2-40B4-BE49-F238E27FC236}">
                <a16:creationId xmlns:a16="http://schemas.microsoft.com/office/drawing/2014/main" id="{B5E0C2D7-02A6-67EB-BB5A-0F6BC0F6F2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7128" y="721476"/>
            <a:ext cx="265186" cy="26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85349D2A-633D-0D5D-0329-5A0DBDCE4A34}"/>
              </a:ext>
            </a:extLst>
          </p:cNvPr>
          <p:cNvGrpSpPr/>
          <p:nvPr/>
        </p:nvGrpSpPr>
        <p:grpSpPr>
          <a:xfrm>
            <a:off x="8481410" y="784168"/>
            <a:ext cx="1322700" cy="1287654"/>
            <a:chOff x="9208684" y="362548"/>
            <a:chExt cx="1322700" cy="1287654"/>
          </a:xfrm>
        </p:grpSpPr>
        <p:pic>
          <p:nvPicPr>
            <p:cNvPr id="59" name="그래픽 58">
              <a:extLst>
                <a:ext uri="{FF2B5EF4-FFF2-40B4-BE49-F238E27FC236}">
                  <a16:creationId xmlns:a16="http://schemas.microsoft.com/office/drawing/2014/main" id="{7BC6AED2-E342-9B8A-8439-D30E7C7697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764510" y="362548"/>
              <a:ext cx="220445" cy="207477"/>
            </a:xfrm>
            <a:prstGeom prst="rect">
              <a:avLst/>
            </a:prstGeom>
          </p:spPr>
        </p:pic>
        <p:pic>
          <p:nvPicPr>
            <p:cNvPr id="61" name="그래픽 60">
              <a:extLst>
                <a:ext uri="{FF2B5EF4-FFF2-40B4-BE49-F238E27FC236}">
                  <a16:creationId xmlns:a16="http://schemas.microsoft.com/office/drawing/2014/main" id="{53412014-169B-4FE8-2085-62A7CBEAFB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208684" y="903399"/>
              <a:ext cx="220445" cy="207477"/>
            </a:xfrm>
            <a:prstGeom prst="rect">
              <a:avLst/>
            </a:prstGeom>
          </p:spPr>
        </p:pic>
        <p:pic>
          <p:nvPicPr>
            <p:cNvPr id="62" name="그래픽 61">
              <a:extLst>
                <a:ext uri="{FF2B5EF4-FFF2-40B4-BE49-F238E27FC236}">
                  <a16:creationId xmlns:a16="http://schemas.microsoft.com/office/drawing/2014/main" id="{914D1B09-B245-315D-2B62-EA51FDCF67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740835" y="1442725"/>
              <a:ext cx="220445" cy="207477"/>
            </a:xfrm>
            <a:prstGeom prst="rect">
              <a:avLst/>
            </a:prstGeom>
          </p:spPr>
        </p:pic>
        <p:pic>
          <p:nvPicPr>
            <p:cNvPr id="64" name="그래픽 63">
              <a:extLst>
                <a:ext uri="{FF2B5EF4-FFF2-40B4-BE49-F238E27FC236}">
                  <a16:creationId xmlns:a16="http://schemas.microsoft.com/office/drawing/2014/main" id="{21178BF4-F706-BAA5-2304-1C4395502E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310939" y="877748"/>
              <a:ext cx="220445" cy="207477"/>
            </a:xfrm>
            <a:prstGeom prst="rect">
              <a:avLst/>
            </a:prstGeom>
          </p:spPr>
        </p:pic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2B8A9544-43D0-CC43-0782-364A879DE523}"/>
                </a:ext>
              </a:extLst>
            </p:cNvPr>
            <p:cNvCxnSpPr>
              <a:cxnSpLocks/>
              <a:stCxn id="59" idx="1"/>
              <a:endCxn id="61" idx="0"/>
            </p:cNvCxnSpPr>
            <p:nvPr/>
          </p:nvCxnSpPr>
          <p:spPr>
            <a:xfrm flipH="1">
              <a:off x="9318907" y="466287"/>
              <a:ext cx="445603" cy="437112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E2908571-93B6-04EE-9E7A-6D180D73D6BB}"/>
                </a:ext>
              </a:extLst>
            </p:cNvPr>
            <p:cNvCxnSpPr>
              <a:cxnSpLocks/>
              <a:stCxn id="61" idx="2"/>
              <a:endCxn id="62" idx="1"/>
            </p:cNvCxnSpPr>
            <p:nvPr/>
          </p:nvCxnSpPr>
          <p:spPr>
            <a:xfrm>
              <a:off x="9318907" y="1110876"/>
              <a:ext cx="421928" cy="435587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138DE691-7619-FC4D-3404-A43CF2E77CE6}"/>
                </a:ext>
              </a:extLst>
            </p:cNvPr>
            <p:cNvCxnSpPr>
              <a:cxnSpLocks/>
              <a:stCxn id="59" idx="3"/>
              <a:endCxn id="64" idx="0"/>
            </p:cNvCxnSpPr>
            <p:nvPr/>
          </p:nvCxnSpPr>
          <p:spPr>
            <a:xfrm>
              <a:off x="9984955" y="466287"/>
              <a:ext cx="436207" cy="411460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6348333F-C76C-FF61-30E7-B90EBE1550EC}"/>
                </a:ext>
              </a:extLst>
            </p:cNvPr>
            <p:cNvCxnSpPr>
              <a:cxnSpLocks/>
              <a:stCxn id="64" idx="2"/>
              <a:endCxn id="62" idx="3"/>
            </p:cNvCxnSpPr>
            <p:nvPr/>
          </p:nvCxnSpPr>
          <p:spPr>
            <a:xfrm flipH="1">
              <a:off x="9961280" y="1085225"/>
              <a:ext cx="459882" cy="461239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8" name="그래픽 77">
            <a:extLst>
              <a:ext uri="{FF2B5EF4-FFF2-40B4-BE49-F238E27FC236}">
                <a16:creationId xmlns:a16="http://schemas.microsoft.com/office/drawing/2014/main" id="{1F82B55E-0A5B-2ADB-1BC7-F40C6128800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998191" y="3886170"/>
            <a:ext cx="220445" cy="207477"/>
          </a:xfrm>
          <a:prstGeom prst="rect">
            <a:avLst/>
          </a:prstGeom>
        </p:spPr>
      </p:pic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56B3BF27-3C9C-7198-4878-85C22BF2D4BC}"/>
              </a:ext>
            </a:extLst>
          </p:cNvPr>
          <p:cNvCxnSpPr>
            <a:cxnSpLocks/>
            <a:stCxn id="62" idx="2"/>
            <a:endCxn id="71" idx="0"/>
          </p:cNvCxnSpPr>
          <p:nvPr/>
        </p:nvCxnSpPr>
        <p:spPr>
          <a:xfrm>
            <a:off x="9123784" y="2071822"/>
            <a:ext cx="3873" cy="296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0" name="Picture 16" descr="Computer">
            <a:extLst>
              <a:ext uri="{FF2B5EF4-FFF2-40B4-BE49-F238E27FC236}">
                <a16:creationId xmlns:a16="http://schemas.microsoft.com/office/drawing/2014/main" id="{274C2C7F-8CD4-479E-7E07-42A95D83A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349" y="1324159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Picture 16" descr="Computer">
            <a:extLst>
              <a:ext uri="{FF2B5EF4-FFF2-40B4-BE49-F238E27FC236}">
                <a16:creationId xmlns:a16="http://schemas.microsoft.com/office/drawing/2014/main" id="{21DB5775-4D65-A9F4-E577-0A48B9184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7546" y="381386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Picture 16" descr="Computer">
            <a:extLst>
              <a:ext uri="{FF2B5EF4-FFF2-40B4-BE49-F238E27FC236}">
                <a16:creationId xmlns:a16="http://schemas.microsoft.com/office/drawing/2014/main" id="{0867B526-2E5D-8BD6-B6D9-201CF20A2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9731" y="103076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Picture 16" descr="Computer">
            <a:extLst>
              <a:ext uri="{FF2B5EF4-FFF2-40B4-BE49-F238E27FC236}">
                <a16:creationId xmlns:a16="http://schemas.microsoft.com/office/drawing/2014/main" id="{DD80D4E0-AD92-F975-6795-F260E1E65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325" y="156809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51A27166-A340-BA91-D7D3-DF16AB562B89}"/>
              </a:ext>
            </a:extLst>
          </p:cNvPr>
          <p:cNvCxnSpPr>
            <a:cxnSpLocks/>
            <a:endCxn id="125" idx="1"/>
          </p:cNvCxnSpPr>
          <p:nvPr/>
        </p:nvCxnSpPr>
        <p:spPr>
          <a:xfrm>
            <a:off x="9826929" y="1420891"/>
            <a:ext cx="345396" cy="2612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EEBBBD37-3AA8-BD43-E82E-02C22AF29526}"/>
              </a:ext>
            </a:extLst>
          </p:cNvPr>
          <p:cNvCxnSpPr>
            <a:cxnSpLocks/>
            <a:stCxn id="64" idx="3"/>
            <a:endCxn id="123" idx="1"/>
          </p:cNvCxnSpPr>
          <p:nvPr/>
        </p:nvCxnSpPr>
        <p:spPr>
          <a:xfrm flipV="1">
            <a:off x="9804110" y="1144800"/>
            <a:ext cx="375621" cy="2583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0508A2F5-A624-19BD-EB8B-3F96B3BCC2F8}"/>
              </a:ext>
            </a:extLst>
          </p:cNvPr>
          <p:cNvCxnSpPr>
            <a:cxnSpLocks/>
            <a:stCxn id="59" idx="0"/>
            <a:endCxn id="122" idx="2"/>
          </p:cNvCxnSpPr>
          <p:nvPr/>
        </p:nvCxnSpPr>
        <p:spPr>
          <a:xfrm flipV="1">
            <a:off x="9147459" y="609457"/>
            <a:ext cx="4123" cy="1747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6E433618-0F90-4377-9D21-AA3B65E99E25}"/>
              </a:ext>
            </a:extLst>
          </p:cNvPr>
          <p:cNvCxnSpPr>
            <a:cxnSpLocks/>
            <a:stCxn id="61" idx="1"/>
            <a:endCxn id="120" idx="3"/>
          </p:cNvCxnSpPr>
          <p:nvPr/>
        </p:nvCxnSpPr>
        <p:spPr>
          <a:xfrm flipH="1">
            <a:off x="8130420" y="1428758"/>
            <a:ext cx="350990" cy="94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BEAA1D61-5224-D310-C81E-4DBE6425248E}"/>
              </a:ext>
            </a:extLst>
          </p:cNvPr>
          <p:cNvSpPr txBox="1"/>
          <p:nvPr/>
        </p:nvSpPr>
        <p:spPr>
          <a:xfrm>
            <a:off x="7690471" y="1631831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7030A0"/>
                </a:solidFill>
              </a:rPr>
              <a:t>VLAN 50</a:t>
            </a:r>
            <a:endParaRPr lang="ko-KR" altLang="en-US" sz="800" b="1" dirty="0">
              <a:solidFill>
                <a:srgbClr val="7030A0"/>
              </a:solidFill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DB28D856-EF69-6AD2-C865-09CDDF2482CC}"/>
              </a:ext>
            </a:extLst>
          </p:cNvPr>
          <p:cNvSpPr txBox="1"/>
          <p:nvPr/>
        </p:nvSpPr>
        <p:spPr>
          <a:xfrm>
            <a:off x="9244775" y="373449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C000"/>
                </a:solidFill>
              </a:rPr>
              <a:t>VLAN 40</a:t>
            </a:r>
            <a:endParaRPr lang="ko-KR" altLang="en-US" sz="800" b="1" dirty="0">
              <a:solidFill>
                <a:srgbClr val="FFC000"/>
              </a:solidFill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F7B388D1-F81B-8860-72A8-2190384FEA5A}"/>
              </a:ext>
            </a:extLst>
          </p:cNvPr>
          <p:cNvSpPr txBox="1"/>
          <p:nvPr/>
        </p:nvSpPr>
        <p:spPr>
          <a:xfrm>
            <a:off x="10433202" y="996340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7030A0"/>
                </a:solidFill>
              </a:rPr>
              <a:t>VLAN 50</a:t>
            </a:r>
            <a:endParaRPr lang="ko-KR" altLang="en-US" sz="800" b="1" dirty="0">
              <a:solidFill>
                <a:srgbClr val="7030A0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DF88889F-7AAA-BFAD-089F-25978E9CC94B}"/>
              </a:ext>
            </a:extLst>
          </p:cNvPr>
          <p:cNvSpPr txBox="1"/>
          <p:nvPr/>
        </p:nvSpPr>
        <p:spPr>
          <a:xfrm>
            <a:off x="10433202" y="1557997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C000"/>
                </a:solidFill>
              </a:rPr>
              <a:t>VLAN 40</a:t>
            </a:r>
            <a:endParaRPr lang="ko-KR" altLang="en-US" sz="800" b="1" dirty="0">
              <a:solidFill>
                <a:srgbClr val="FFC000"/>
              </a:solidFill>
            </a:endParaRPr>
          </a:p>
        </p:txBody>
      </p: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76C125DD-BC09-A2B2-33BC-E6A516BC3027}"/>
              </a:ext>
            </a:extLst>
          </p:cNvPr>
          <p:cNvCxnSpPr>
            <a:cxnSpLocks/>
            <a:stCxn id="113" idx="2"/>
            <a:endCxn id="114" idx="3"/>
          </p:cNvCxnSpPr>
          <p:nvPr/>
        </p:nvCxnSpPr>
        <p:spPr>
          <a:xfrm flipH="1">
            <a:off x="3489766" y="1804218"/>
            <a:ext cx="2680546" cy="7021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8C6370FB-C82D-ADEB-F183-24FEFB46F1AD}"/>
              </a:ext>
            </a:extLst>
          </p:cNvPr>
          <p:cNvCxnSpPr>
            <a:cxnSpLocks/>
          </p:cNvCxnSpPr>
          <p:nvPr/>
        </p:nvCxnSpPr>
        <p:spPr>
          <a:xfrm flipH="1" flipV="1">
            <a:off x="6170311" y="1796045"/>
            <a:ext cx="2769301" cy="6840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2" name="Picture 2" descr="Data server ">
            <a:extLst>
              <a:ext uri="{FF2B5EF4-FFF2-40B4-BE49-F238E27FC236}">
                <a16:creationId xmlns:a16="http://schemas.microsoft.com/office/drawing/2014/main" id="{D89FDE9B-B6B0-4BC0-DCF7-0FE57DE993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624956" y="1796165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그래픽 242">
            <a:extLst>
              <a:ext uri="{FF2B5EF4-FFF2-40B4-BE49-F238E27FC236}">
                <a16:creationId xmlns:a16="http://schemas.microsoft.com/office/drawing/2014/main" id="{F916863C-FA83-317A-E5F0-E32FFF18A4D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flipH="1">
            <a:off x="4596597" y="1507279"/>
            <a:ext cx="220445" cy="207477"/>
          </a:xfrm>
          <a:prstGeom prst="rect">
            <a:avLst/>
          </a:prstGeom>
        </p:spPr>
      </p:pic>
      <p:pic>
        <p:nvPicPr>
          <p:cNvPr id="244" name="Picture 2" descr="Data server ">
            <a:extLst>
              <a:ext uri="{FF2B5EF4-FFF2-40B4-BE49-F238E27FC236}">
                <a16:creationId xmlns:a16="http://schemas.microsoft.com/office/drawing/2014/main" id="{2EB66C4B-9FDF-16FC-5B81-AB4591D76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613659" y="136110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9" name="직선 연결선 248">
            <a:extLst>
              <a:ext uri="{FF2B5EF4-FFF2-40B4-BE49-F238E27FC236}">
                <a16:creationId xmlns:a16="http://schemas.microsoft.com/office/drawing/2014/main" id="{C19DEBC3-3E7D-80D0-8AD1-7816B2C4FB3E}"/>
              </a:ext>
            </a:extLst>
          </p:cNvPr>
          <p:cNvCxnSpPr>
            <a:cxnSpLocks/>
            <a:stCxn id="243" idx="3"/>
            <a:endCxn id="244" idx="1"/>
          </p:cNvCxnSpPr>
          <p:nvPr/>
        </p:nvCxnSpPr>
        <p:spPr>
          <a:xfrm flipH="1" flipV="1">
            <a:off x="3928563" y="1518553"/>
            <a:ext cx="668034" cy="924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직선 연결선 249">
            <a:extLst>
              <a:ext uri="{FF2B5EF4-FFF2-40B4-BE49-F238E27FC236}">
                <a16:creationId xmlns:a16="http://schemas.microsoft.com/office/drawing/2014/main" id="{C6FE7F34-FF45-291F-5485-C7EC39089254}"/>
              </a:ext>
            </a:extLst>
          </p:cNvPr>
          <p:cNvCxnSpPr>
            <a:cxnSpLocks/>
            <a:stCxn id="243" idx="3"/>
            <a:endCxn id="242" idx="1"/>
          </p:cNvCxnSpPr>
          <p:nvPr/>
        </p:nvCxnSpPr>
        <p:spPr>
          <a:xfrm flipH="1">
            <a:off x="3939860" y="1611018"/>
            <a:ext cx="656737" cy="3425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8D6A7991-5C43-BCDA-8412-F5F8A8C915A5}"/>
              </a:ext>
            </a:extLst>
          </p:cNvPr>
          <p:cNvCxnSpPr>
            <a:cxnSpLocks/>
            <a:stCxn id="243" idx="1"/>
            <a:endCxn id="262" idx="1"/>
          </p:cNvCxnSpPr>
          <p:nvPr/>
        </p:nvCxnSpPr>
        <p:spPr>
          <a:xfrm flipH="1" flipV="1">
            <a:off x="4791620" y="721627"/>
            <a:ext cx="25422" cy="8893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2" name="그래픽 261">
            <a:extLst>
              <a:ext uri="{FF2B5EF4-FFF2-40B4-BE49-F238E27FC236}">
                <a16:creationId xmlns:a16="http://schemas.microsoft.com/office/drawing/2014/main" id="{9F97A796-E74B-69F0-7DD4-8C8E8B35F6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91620" y="593414"/>
            <a:ext cx="376089" cy="256425"/>
          </a:xfrm>
          <a:prstGeom prst="rect">
            <a:avLst/>
          </a:prstGeom>
        </p:spPr>
      </p:pic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2D1F1D1C-3689-2934-84A2-86162C5013C9}"/>
              </a:ext>
            </a:extLst>
          </p:cNvPr>
          <p:cNvCxnSpPr>
            <a:cxnSpLocks/>
            <a:stCxn id="262" idx="3"/>
            <a:endCxn id="256" idx="1"/>
          </p:cNvCxnSpPr>
          <p:nvPr/>
        </p:nvCxnSpPr>
        <p:spPr>
          <a:xfrm>
            <a:off x="5167709" y="721627"/>
            <a:ext cx="428707" cy="138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3F985E3-18E1-16DD-4518-D8F9428A28D1}"/>
              </a:ext>
            </a:extLst>
          </p:cNvPr>
          <p:cNvSpPr txBox="1"/>
          <p:nvPr/>
        </p:nvSpPr>
        <p:spPr>
          <a:xfrm>
            <a:off x="9085958" y="5265888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CC"/>
                </a:solidFill>
              </a:rPr>
              <a:t>VLAN 20</a:t>
            </a:r>
            <a:endParaRPr lang="ko-KR" altLang="en-US" sz="800" b="1" dirty="0">
              <a:solidFill>
                <a:srgbClr val="0000CC"/>
              </a:solidFill>
            </a:endParaRPr>
          </a:p>
        </p:txBody>
      </p:sp>
      <p:pic>
        <p:nvPicPr>
          <p:cNvPr id="21" name="Picture 16" descr="Computer">
            <a:extLst>
              <a:ext uri="{FF2B5EF4-FFF2-40B4-BE49-F238E27FC236}">
                <a16:creationId xmlns:a16="http://schemas.microsoft.com/office/drawing/2014/main" id="{A07EC7C8-E11F-6E23-7217-1C9779E43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7814" y="4932652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6" descr="Computer">
            <a:extLst>
              <a:ext uri="{FF2B5EF4-FFF2-40B4-BE49-F238E27FC236}">
                <a16:creationId xmlns:a16="http://schemas.microsoft.com/office/drawing/2014/main" id="{D6F3DFC1-CA95-3F44-09BB-374BB0AC8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5200" y="4938596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8A50815-D34A-1DB7-234F-F7A3AB6C8701}"/>
              </a:ext>
            </a:extLst>
          </p:cNvPr>
          <p:cNvSpPr txBox="1"/>
          <p:nvPr/>
        </p:nvSpPr>
        <p:spPr>
          <a:xfrm>
            <a:off x="8566166" y="5281515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0000"/>
                </a:solidFill>
              </a:rPr>
              <a:t>VLAN 10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004751ED-468F-552F-2838-9CE9065E3FB0}"/>
              </a:ext>
            </a:extLst>
          </p:cNvPr>
          <p:cNvCxnSpPr>
            <a:cxnSpLocks/>
            <a:stCxn id="78" idx="2"/>
            <a:endCxn id="21" idx="0"/>
          </p:cNvCxnSpPr>
          <p:nvPr/>
        </p:nvCxnSpPr>
        <p:spPr>
          <a:xfrm flipH="1">
            <a:off x="8891850" y="4093647"/>
            <a:ext cx="216564" cy="8390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2FD43D4-9C43-1BB7-250E-4269706DD2AD}"/>
              </a:ext>
            </a:extLst>
          </p:cNvPr>
          <p:cNvCxnSpPr>
            <a:cxnSpLocks/>
            <a:stCxn id="78" idx="2"/>
            <a:endCxn id="22" idx="0"/>
          </p:cNvCxnSpPr>
          <p:nvPr/>
        </p:nvCxnSpPr>
        <p:spPr>
          <a:xfrm>
            <a:off x="9108414" y="4093647"/>
            <a:ext cx="300822" cy="8449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CDBCD7E-A0C2-9026-EE17-32FDAC738E52}"/>
              </a:ext>
            </a:extLst>
          </p:cNvPr>
          <p:cNvSpPr txBox="1"/>
          <p:nvPr/>
        </p:nvSpPr>
        <p:spPr>
          <a:xfrm>
            <a:off x="6760300" y="113551"/>
            <a:ext cx="1066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 err="1"/>
              <a:t>외부망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IP 10.1.0.0 /16</a:t>
            </a:r>
            <a:endParaRPr lang="ko-KR" altLang="en-US" sz="1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2B53C7-78D5-91AE-A88C-4202E242C3D1}"/>
              </a:ext>
            </a:extLst>
          </p:cNvPr>
          <p:cNvSpPr txBox="1"/>
          <p:nvPr/>
        </p:nvSpPr>
        <p:spPr>
          <a:xfrm>
            <a:off x="6723431" y="471298"/>
            <a:ext cx="11400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 err="1"/>
              <a:t>내부망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IP 128.1.0.0 /16</a:t>
            </a:r>
            <a:endParaRPr lang="ko-KR" altLang="en-US" sz="10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1C7F47-9E99-4DC3-4AB2-F6D0255B21DD}"/>
              </a:ext>
            </a:extLst>
          </p:cNvPr>
          <p:cNvSpPr txBox="1"/>
          <p:nvPr/>
        </p:nvSpPr>
        <p:spPr>
          <a:xfrm>
            <a:off x="5918506" y="184344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MP</a:t>
            </a:r>
            <a:endParaRPr lang="ko-KR" altLang="en-US" sz="8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18F7F3-F88F-C9FD-E558-4DEB3387BD64}"/>
              </a:ext>
            </a:extLst>
          </p:cNvPr>
          <p:cNvSpPr txBox="1"/>
          <p:nvPr/>
        </p:nvSpPr>
        <p:spPr>
          <a:xfrm>
            <a:off x="8571140" y="252162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MP</a:t>
            </a:r>
            <a:endParaRPr lang="ko-KR" altLang="en-US" sz="8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7A1EE6-99A1-CC83-23CC-76F38D64A10C}"/>
              </a:ext>
            </a:extLst>
          </p:cNvPr>
          <p:cNvSpPr txBox="1"/>
          <p:nvPr/>
        </p:nvSpPr>
        <p:spPr>
          <a:xfrm>
            <a:off x="4772773" y="78605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D7A2F6-34A0-7B9B-8337-760A351D64C0}"/>
              </a:ext>
            </a:extLst>
          </p:cNvPr>
          <p:cNvSpPr txBox="1"/>
          <p:nvPr/>
        </p:nvSpPr>
        <p:spPr>
          <a:xfrm>
            <a:off x="5918506" y="164947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EF9AEA-07C5-86BB-93C9-105E26533C80}"/>
              </a:ext>
            </a:extLst>
          </p:cNvPr>
          <p:cNvSpPr txBox="1"/>
          <p:nvPr/>
        </p:nvSpPr>
        <p:spPr>
          <a:xfrm>
            <a:off x="3050117" y="246076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3951B8-9CA6-BC15-8A39-5D5847207244}"/>
              </a:ext>
            </a:extLst>
          </p:cNvPr>
          <p:cNvSpPr txBox="1"/>
          <p:nvPr/>
        </p:nvSpPr>
        <p:spPr>
          <a:xfrm>
            <a:off x="1960793" y="250638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9DE285-8246-2F0F-0692-9FC6E1657B9A}"/>
              </a:ext>
            </a:extLst>
          </p:cNvPr>
          <p:cNvSpPr txBox="1"/>
          <p:nvPr/>
        </p:nvSpPr>
        <p:spPr>
          <a:xfrm>
            <a:off x="2263239" y="377889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241DED-9D60-9A6A-418C-B7D2D384C1BD}"/>
              </a:ext>
            </a:extLst>
          </p:cNvPr>
          <p:cNvSpPr txBox="1"/>
          <p:nvPr/>
        </p:nvSpPr>
        <p:spPr>
          <a:xfrm>
            <a:off x="3058059" y="324381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06C374-683F-D390-69E9-32A23E85C85E}"/>
              </a:ext>
            </a:extLst>
          </p:cNvPr>
          <p:cNvSpPr txBox="1"/>
          <p:nvPr/>
        </p:nvSpPr>
        <p:spPr>
          <a:xfrm>
            <a:off x="3851163" y="379825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1A5B80-E11C-AF89-587C-A511CD473F59}"/>
              </a:ext>
            </a:extLst>
          </p:cNvPr>
          <p:cNvSpPr txBox="1"/>
          <p:nvPr/>
        </p:nvSpPr>
        <p:spPr>
          <a:xfrm>
            <a:off x="3049008" y="437317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48C3A8C-C825-40CA-69E8-C168FC78E89C}"/>
              </a:ext>
            </a:extLst>
          </p:cNvPr>
          <p:cNvSpPr txBox="1"/>
          <p:nvPr/>
        </p:nvSpPr>
        <p:spPr>
          <a:xfrm>
            <a:off x="2521177" y="506644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D131D63-34D2-C8C7-57DB-B68E3804EB42}"/>
              </a:ext>
            </a:extLst>
          </p:cNvPr>
          <p:cNvSpPr txBox="1"/>
          <p:nvPr/>
        </p:nvSpPr>
        <p:spPr>
          <a:xfrm>
            <a:off x="3639975" y="5090897"/>
            <a:ext cx="3193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AD4995-E2C9-F70E-C8FC-61279B4CEB6F}"/>
              </a:ext>
            </a:extLst>
          </p:cNvPr>
          <p:cNvSpPr txBox="1"/>
          <p:nvPr/>
        </p:nvSpPr>
        <p:spPr>
          <a:xfrm>
            <a:off x="8875851" y="244994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D860D61-9E96-59ED-8F9B-A3C38E89A334}"/>
              </a:ext>
            </a:extLst>
          </p:cNvPr>
          <p:cNvSpPr txBox="1"/>
          <p:nvPr/>
        </p:nvSpPr>
        <p:spPr>
          <a:xfrm>
            <a:off x="1488878" y="253494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2843E1D-9939-6E38-4BF2-6788B8BB3CC1}"/>
              </a:ext>
            </a:extLst>
          </p:cNvPr>
          <p:cNvSpPr txBox="1"/>
          <p:nvPr/>
        </p:nvSpPr>
        <p:spPr>
          <a:xfrm>
            <a:off x="3857053" y="5456188"/>
            <a:ext cx="3193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BC83FC3-E297-9623-F5E1-D1B00685E84D}"/>
              </a:ext>
            </a:extLst>
          </p:cNvPr>
          <p:cNvSpPr txBox="1"/>
          <p:nvPr/>
        </p:nvSpPr>
        <p:spPr>
          <a:xfrm>
            <a:off x="8986074" y="202443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B394528-9FDA-8A84-32EC-5F181D43F540}"/>
              </a:ext>
            </a:extLst>
          </p:cNvPr>
          <p:cNvSpPr txBox="1"/>
          <p:nvPr/>
        </p:nvSpPr>
        <p:spPr>
          <a:xfrm>
            <a:off x="3726024" y="193436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4A99C2A-3186-A5EE-283D-9FB617E6194B}"/>
              </a:ext>
            </a:extLst>
          </p:cNvPr>
          <p:cNvSpPr txBox="1"/>
          <p:nvPr/>
        </p:nvSpPr>
        <p:spPr>
          <a:xfrm>
            <a:off x="2322433" y="543015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6702B6D-53BC-1CC1-BAC4-3BDAF93906EF}"/>
              </a:ext>
            </a:extLst>
          </p:cNvPr>
          <p:cNvSpPr txBox="1"/>
          <p:nvPr/>
        </p:nvSpPr>
        <p:spPr>
          <a:xfrm>
            <a:off x="4455787" y="391446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14B1260-7FB0-0E04-60FB-FBE395742CCA}"/>
              </a:ext>
            </a:extLst>
          </p:cNvPr>
          <p:cNvSpPr txBox="1"/>
          <p:nvPr/>
        </p:nvSpPr>
        <p:spPr>
          <a:xfrm>
            <a:off x="8273862" y="150058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5A485F3-5F5A-59EE-B966-E1B72472CA40}"/>
              </a:ext>
            </a:extLst>
          </p:cNvPr>
          <p:cNvSpPr txBox="1"/>
          <p:nvPr/>
        </p:nvSpPr>
        <p:spPr>
          <a:xfrm>
            <a:off x="9477223" y="150812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5CB5D80-F3DB-56C2-03F3-D4213355BC52}"/>
              </a:ext>
            </a:extLst>
          </p:cNvPr>
          <p:cNvSpPr txBox="1"/>
          <p:nvPr/>
        </p:nvSpPr>
        <p:spPr>
          <a:xfrm>
            <a:off x="9063896" y="71232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D1D4A97-6D84-58E9-539C-4C04AB073B41}"/>
              </a:ext>
            </a:extLst>
          </p:cNvPr>
          <p:cNvSpPr txBox="1"/>
          <p:nvPr/>
        </p:nvSpPr>
        <p:spPr>
          <a:xfrm>
            <a:off x="7514553" y="402446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57820F7-6B66-9DB0-7311-8CF3541DC0FE}"/>
              </a:ext>
            </a:extLst>
          </p:cNvPr>
          <p:cNvSpPr txBox="1"/>
          <p:nvPr/>
        </p:nvSpPr>
        <p:spPr>
          <a:xfrm>
            <a:off x="6444355" y="400750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12</a:t>
            </a:r>
            <a:endParaRPr lang="ko-KR" altLang="en-US" sz="8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B3E0595-9E1B-0DBB-D0D5-E5C83A24346C}"/>
              </a:ext>
            </a:extLst>
          </p:cNvPr>
          <p:cNvSpPr txBox="1"/>
          <p:nvPr/>
        </p:nvSpPr>
        <p:spPr>
          <a:xfrm>
            <a:off x="8710229" y="403296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B5D4E36-730A-3A71-1631-3F4BB8BD6F4E}"/>
              </a:ext>
            </a:extLst>
          </p:cNvPr>
          <p:cNvSpPr txBox="1"/>
          <p:nvPr/>
        </p:nvSpPr>
        <p:spPr>
          <a:xfrm>
            <a:off x="5616186" y="1627996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103</a:t>
            </a:r>
            <a:endParaRPr lang="ko-KR" altLang="en-US" sz="800" b="1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D60232A-F9B6-EC4F-9055-A2501EA0C29B}"/>
              </a:ext>
            </a:extLst>
          </p:cNvPr>
          <p:cNvSpPr txBox="1"/>
          <p:nvPr/>
        </p:nvSpPr>
        <p:spPr>
          <a:xfrm>
            <a:off x="3336343" y="250638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MP</a:t>
            </a:r>
            <a:endParaRPr lang="ko-KR" altLang="en-US" sz="800" b="1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86AAD6B-0C98-DE29-632E-CDAF754103E1}"/>
              </a:ext>
            </a:extLst>
          </p:cNvPr>
          <p:cNvSpPr txBox="1"/>
          <p:nvPr/>
        </p:nvSpPr>
        <p:spPr>
          <a:xfrm>
            <a:off x="2773467" y="252180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PP</a:t>
            </a:r>
            <a:endParaRPr lang="ko-KR" altLang="en-US" sz="800" b="1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FDDE500-C5B4-9096-3D67-F309EA189EE3}"/>
              </a:ext>
            </a:extLst>
          </p:cNvPr>
          <p:cNvSpPr txBox="1"/>
          <p:nvPr/>
        </p:nvSpPr>
        <p:spPr>
          <a:xfrm>
            <a:off x="2248429" y="251547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PP</a:t>
            </a:r>
            <a:endParaRPr lang="ko-KR" altLang="en-US" sz="800" b="1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9EA3467-8D5D-CD46-A06B-8E2EA55A6E76}"/>
              </a:ext>
            </a:extLst>
          </p:cNvPr>
          <p:cNvSpPr txBox="1"/>
          <p:nvPr/>
        </p:nvSpPr>
        <p:spPr>
          <a:xfrm>
            <a:off x="2277489" y="2142241"/>
            <a:ext cx="10233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128.1.64.0 /19</a:t>
            </a:r>
            <a:endParaRPr lang="ko-KR" altLang="en-US" sz="800" b="1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0C4EB99-92FB-18DB-29C5-A9D8CB30C5C7}"/>
              </a:ext>
            </a:extLst>
          </p:cNvPr>
          <p:cNvSpPr txBox="1"/>
          <p:nvPr/>
        </p:nvSpPr>
        <p:spPr>
          <a:xfrm>
            <a:off x="3228201" y="2823886"/>
            <a:ext cx="9555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128.1.0.0 /22</a:t>
            </a:r>
            <a:endParaRPr lang="ko-KR" altLang="en-US" sz="800" b="1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4C66C71-869F-6211-B756-E1286451F2CF}"/>
              </a:ext>
            </a:extLst>
          </p:cNvPr>
          <p:cNvSpPr txBox="1"/>
          <p:nvPr/>
        </p:nvSpPr>
        <p:spPr>
          <a:xfrm>
            <a:off x="10211563" y="4809701"/>
            <a:ext cx="12980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L2 </a:t>
            </a:r>
            <a:r>
              <a:rPr lang="ko-KR" altLang="en-US" sz="1000" b="1" dirty="0"/>
              <a:t>계층 대역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IP 128.1.32.0 /19</a:t>
            </a:r>
            <a:endParaRPr lang="ko-KR" altLang="en-US" sz="1000" b="1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98A772B-F1E9-1AC4-B598-D86999EC9944}"/>
              </a:ext>
            </a:extLst>
          </p:cNvPr>
          <p:cNvSpPr txBox="1"/>
          <p:nvPr/>
        </p:nvSpPr>
        <p:spPr>
          <a:xfrm>
            <a:off x="1473828" y="2038062"/>
            <a:ext cx="10076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128.1.96.0 /19</a:t>
            </a:r>
            <a:endParaRPr lang="ko-KR" altLang="en-US" sz="800" b="1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B0268504-1DEE-C789-CE17-7C20EE18510A}"/>
              </a:ext>
            </a:extLst>
          </p:cNvPr>
          <p:cNvSpPr txBox="1"/>
          <p:nvPr/>
        </p:nvSpPr>
        <p:spPr>
          <a:xfrm>
            <a:off x="5659282" y="2036158"/>
            <a:ext cx="108286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128.1.128.0 /19</a:t>
            </a:r>
            <a:endParaRPr lang="ko-KR" altLang="en-US" sz="800" b="1" dirty="0"/>
          </a:p>
        </p:txBody>
      </p: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EFB27132-FE00-0A13-9E57-994D4442E483}"/>
              </a:ext>
            </a:extLst>
          </p:cNvPr>
          <p:cNvCxnSpPr>
            <a:cxnSpLocks/>
            <a:endCxn id="82" idx="0"/>
          </p:cNvCxnSpPr>
          <p:nvPr/>
        </p:nvCxnSpPr>
        <p:spPr>
          <a:xfrm flipH="1">
            <a:off x="6858456" y="4059326"/>
            <a:ext cx="11298" cy="891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A7FB0424-C558-C86D-6F18-94213E963B51}"/>
              </a:ext>
            </a:extLst>
          </p:cNvPr>
          <p:cNvCxnSpPr>
            <a:cxnSpLocks/>
          </p:cNvCxnSpPr>
          <p:nvPr/>
        </p:nvCxnSpPr>
        <p:spPr>
          <a:xfrm flipH="1">
            <a:off x="6384848" y="4051133"/>
            <a:ext cx="498680" cy="9284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05DEA630-4CDD-05B1-9A0D-8FCF4FA8232A}"/>
              </a:ext>
            </a:extLst>
          </p:cNvPr>
          <p:cNvSpPr txBox="1"/>
          <p:nvPr/>
        </p:nvSpPr>
        <p:spPr>
          <a:xfrm>
            <a:off x="2790828" y="3523291"/>
            <a:ext cx="9984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128.1.4.0 /22</a:t>
            </a:r>
            <a:endParaRPr lang="ko-KR" altLang="en-US" sz="800" b="1" dirty="0"/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4365269B-43CE-2CD3-6DB0-7017DCAA5B80}"/>
              </a:ext>
            </a:extLst>
          </p:cNvPr>
          <p:cNvSpPr txBox="1"/>
          <p:nvPr/>
        </p:nvSpPr>
        <p:spPr>
          <a:xfrm>
            <a:off x="2072394" y="4609841"/>
            <a:ext cx="10096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128.1.24.0 /22</a:t>
            </a:r>
            <a:endParaRPr lang="ko-KR" altLang="en-US" sz="800" b="1" dirty="0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F613FDC7-1A93-8FFD-6C49-BC6FBBE46F54}"/>
              </a:ext>
            </a:extLst>
          </p:cNvPr>
          <p:cNvSpPr txBox="1"/>
          <p:nvPr/>
        </p:nvSpPr>
        <p:spPr>
          <a:xfrm>
            <a:off x="2806263" y="3895583"/>
            <a:ext cx="9817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128.1.8.0 /22</a:t>
            </a:r>
            <a:endParaRPr lang="ko-KR" altLang="en-US" sz="800" b="1" dirty="0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7C7BB6CB-62F4-7574-3C98-AB3DDC74C22A}"/>
              </a:ext>
            </a:extLst>
          </p:cNvPr>
          <p:cNvSpPr txBox="1"/>
          <p:nvPr/>
        </p:nvSpPr>
        <p:spPr>
          <a:xfrm>
            <a:off x="4232244" y="3505534"/>
            <a:ext cx="10604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128.1.12.0 /22</a:t>
            </a:r>
            <a:endParaRPr lang="ko-KR" altLang="en-US" sz="800" b="1" dirty="0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FF77BCC1-0F00-A318-5C63-E7ECAB5216AE}"/>
              </a:ext>
            </a:extLst>
          </p:cNvPr>
          <p:cNvSpPr txBox="1"/>
          <p:nvPr/>
        </p:nvSpPr>
        <p:spPr>
          <a:xfrm>
            <a:off x="3600199" y="4624056"/>
            <a:ext cx="10055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128.1.16.0 /22</a:t>
            </a:r>
            <a:endParaRPr lang="ko-KR" altLang="en-US" sz="800" b="1" dirty="0"/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5C63DF1-269C-40BF-56DC-6D28E8A2996F}"/>
              </a:ext>
            </a:extLst>
          </p:cNvPr>
          <p:cNvSpPr txBox="1"/>
          <p:nvPr/>
        </p:nvSpPr>
        <p:spPr>
          <a:xfrm>
            <a:off x="418992" y="4736997"/>
            <a:ext cx="12335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L3 </a:t>
            </a:r>
            <a:r>
              <a:rPr lang="ko-KR" altLang="en-US" sz="1000" b="1" dirty="0"/>
              <a:t>계층 대역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IP 128.1.0.0 /19</a:t>
            </a:r>
            <a:endParaRPr lang="ko-KR" altLang="en-US" sz="1000" b="1" dirty="0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1AF063D2-858D-8F15-36D8-08DD56196EFA}"/>
              </a:ext>
            </a:extLst>
          </p:cNvPr>
          <p:cNvSpPr txBox="1"/>
          <p:nvPr/>
        </p:nvSpPr>
        <p:spPr>
          <a:xfrm>
            <a:off x="7002777" y="5528686"/>
            <a:ext cx="1007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C00000"/>
                </a:solidFill>
              </a:rPr>
              <a:t>VLAN 10</a:t>
            </a:r>
          </a:p>
          <a:p>
            <a:pPr algn="ctr"/>
            <a:r>
              <a:rPr lang="en-US" altLang="ko-KR" sz="800" b="1" dirty="0">
                <a:solidFill>
                  <a:srgbClr val="C00000"/>
                </a:solidFill>
              </a:rPr>
              <a:t>IP 128.1.32.0 /22</a:t>
            </a:r>
            <a:endParaRPr lang="ko-KR" altLang="en-US" sz="800" b="1" dirty="0">
              <a:solidFill>
                <a:srgbClr val="C00000"/>
              </a:solidFill>
            </a:endParaRP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B6B56093-FA73-E1FD-B856-18C96F9830B9}"/>
              </a:ext>
            </a:extLst>
          </p:cNvPr>
          <p:cNvSpPr txBox="1"/>
          <p:nvPr/>
        </p:nvSpPr>
        <p:spPr>
          <a:xfrm>
            <a:off x="7012840" y="6210937"/>
            <a:ext cx="1007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B050"/>
                </a:solidFill>
              </a:rPr>
              <a:t>VLAN 30</a:t>
            </a:r>
          </a:p>
          <a:p>
            <a:pPr algn="ctr"/>
            <a:r>
              <a:rPr lang="en-US" altLang="ko-KR" sz="800" b="1" dirty="0">
                <a:solidFill>
                  <a:srgbClr val="00B050"/>
                </a:solidFill>
              </a:rPr>
              <a:t>IP 128.1.40.0 /22</a:t>
            </a:r>
            <a:endParaRPr lang="ko-KR" altLang="en-US" sz="800" b="1" dirty="0">
              <a:solidFill>
                <a:srgbClr val="00B050"/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B5C2AE4-DD99-DC9E-2E57-7D106EDBCA0A}"/>
              </a:ext>
            </a:extLst>
          </p:cNvPr>
          <p:cNvSpPr txBox="1"/>
          <p:nvPr/>
        </p:nvSpPr>
        <p:spPr>
          <a:xfrm>
            <a:off x="1557309" y="5166493"/>
            <a:ext cx="11361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/>
              <a:t>사설 대역</a:t>
            </a:r>
            <a:endParaRPr lang="en-US" altLang="ko-KR" sz="800" b="1" dirty="0"/>
          </a:p>
          <a:p>
            <a:pPr algn="ctr"/>
            <a:r>
              <a:rPr lang="en-US" altLang="ko-KR" sz="800" b="1" dirty="0"/>
              <a:t>IP 192.168.0.0 /16</a:t>
            </a:r>
            <a:endParaRPr lang="ko-KR" altLang="en-US" sz="800" b="1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4391F2A-CC40-1CD8-244C-978223C851D4}"/>
              </a:ext>
            </a:extLst>
          </p:cNvPr>
          <p:cNvSpPr txBox="1"/>
          <p:nvPr/>
        </p:nvSpPr>
        <p:spPr>
          <a:xfrm>
            <a:off x="3874791" y="5300905"/>
            <a:ext cx="10259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128.1.20.0 /22</a:t>
            </a:r>
            <a:endParaRPr lang="ko-KR" altLang="en-US" sz="800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2C556A-845D-EC5E-DAFB-1D6A91DDD264}"/>
              </a:ext>
            </a:extLst>
          </p:cNvPr>
          <p:cNvSpPr txBox="1"/>
          <p:nvPr/>
        </p:nvSpPr>
        <p:spPr>
          <a:xfrm>
            <a:off x="2227183" y="619034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8022988-59BB-8DE6-FD9A-598760B679DF}"/>
              </a:ext>
            </a:extLst>
          </p:cNvPr>
          <p:cNvSpPr txBox="1"/>
          <p:nvPr/>
        </p:nvSpPr>
        <p:spPr>
          <a:xfrm>
            <a:off x="3431243" y="618714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6598E02-AF59-3B86-52B6-88B80932FCC7}"/>
              </a:ext>
            </a:extLst>
          </p:cNvPr>
          <p:cNvSpPr txBox="1"/>
          <p:nvPr/>
        </p:nvSpPr>
        <p:spPr>
          <a:xfrm>
            <a:off x="3810545" y="616282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96A2C51-DFA3-C5D7-9DF2-A32B8BBA0B04}"/>
              </a:ext>
            </a:extLst>
          </p:cNvPr>
          <p:cNvSpPr txBox="1"/>
          <p:nvPr/>
        </p:nvSpPr>
        <p:spPr>
          <a:xfrm>
            <a:off x="6044162" y="515024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354D3CD-38FD-EAD4-B107-B1A748E7B34B}"/>
              </a:ext>
            </a:extLst>
          </p:cNvPr>
          <p:cNvSpPr txBox="1"/>
          <p:nvPr/>
        </p:nvSpPr>
        <p:spPr>
          <a:xfrm>
            <a:off x="6582715" y="515175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010409F-C892-1DD6-C80E-C83137831E1B}"/>
              </a:ext>
            </a:extLst>
          </p:cNvPr>
          <p:cNvSpPr txBox="1"/>
          <p:nvPr/>
        </p:nvSpPr>
        <p:spPr>
          <a:xfrm>
            <a:off x="8668085" y="41531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12</a:t>
            </a:r>
            <a:endParaRPr lang="ko-KR" altLang="en-US" sz="800" b="1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D749342-1A38-8CF4-B417-BC11C96B55ED}"/>
              </a:ext>
            </a:extLst>
          </p:cNvPr>
          <p:cNvSpPr txBox="1"/>
          <p:nvPr/>
        </p:nvSpPr>
        <p:spPr>
          <a:xfrm>
            <a:off x="10034556" y="174406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13</a:t>
            </a:r>
            <a:endParaRPr lang="ko-KR" altLang="en-US" sz="800" b="1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7780CF3-9A21-DB94-79AF-AD50661A7CD9}"/>
              </a:ext>
            </a:extLst>
          </p:cNvPr>
          <p:cNvSpPr txBox="1"/>
          <p:nvPr/>
        </p:nvSpPr>
        <p:spPr>
          <a:xfrm>
            <a:off x="10034556" y="122510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14</a:t>
            </a:r>
            <a:endParaRPr lang="ko-KR" altLang="en-US" sz="800" b="1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C285566-BBC8-5C37-AF42-637AEF3B4154}"/>
              </a:ext>
            </a:extLst>
          </p:cNvPr>
          <p:cNvSpPr txBox="1"/>
          <p:nvPr/>
        </p:nvSpPr>
        <p:spPr>
          <a:xfrm>
            <a:off x="7123875" y="516912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D028087B-EA86-2678-605C-D08E7DB220FA}"/>
              </a:ext>
            </a:extLst>
          </p:cNvPr>
          <p:cNvSpPr txBox="1"/>
          <p:nvPr/>
        </p:nvSpPr>
        <p:spPr>
          <a:xfrm>
            <a:off x="7684466" y="516598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074F85A8-2FF2-1BF6-862A-38B4ACCEFAD5}"/>
              </a:ext>
            </a:extLst>
          </p:cNvPr>
          <p:cNvSpPr txBox="1"/>
          <p:nvPr/>
        </p:nvSpPr>
        <p:spPr>
          <a:xfrm>
            <a:off x="8158843" y="517317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EEE996F-AD9F-1929-8A76-DE96E2D8CC30}"/>
              </a:ext>
            </a:extLst>
          </p:cNvPr>
          <p:cNvSpPr txBox="1"/>
          <p:nvPr/>
        </p:nvSpPr>
        <p:spPr>
          <a:xfrm>
            <a:off x="8621025" y="516893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14BEBBC1-7FC4-92EA-466A-440D42CDD2E8}"/>
              </a:ext>
            </a:extLst>
          </p:cNvPr>
          <p:cNvSpPr txBox="1"/>
          <p:nvPr/>
        </p:nvSpPr>
        <p:spPr>
          <a:xfrm>
            <a:off x="9165129" y="515672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7229828C-EAD3-A9E8-9CFF-7D466BF0D769}"/>
              </a:ext>
            </a:extLst>
          </p:cNvPr>
          <p:cNvSpPr txBox="1"/>
          <p:nvPr/>
        </p:nvSpPr>
        <p:spPr>
          <a:xfrm>
            <a:off x="7745299" y="148094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089C709-3A2E-9AC6-9AFD-B4750D2CC79F}"/>
              </a:ext>
            </a:extLst>
          </p:cNvPr>
          <p:cNvSpPr txBox="1"/>
          <p:nvPr/>
        </p:nvSpPr>
        <p:spPr>
          <a:xfrm>
            <a:off x="7001390" y="5881181"/>
            <a:ext cx="10134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CC"/>
                </a:solidFill>
              </a:rPr>
              <a:t>VLAN 20</a:t>
            </a:r>
          </a:p>
          <a:p>
            <a:pPr algn="ctr"/>
            <a:r>
              <a:rPr lang="en-US" altLang="ko-KR" sz="800" b="1" dirty="0">
                <a:solidFill>
                  <a:srgbClr val="0000CC"/>
                </a:solidFill>
              </a:rPr>
              <a:t>IP 128.1.36.0 /22</a:t>
            </a:r>
            <a:endParaRPr lang="ko-KR" altLang="en-US" sz="800" b="1" dirty="0">
              <a:solidFill>
                <a:srgbClr val="0000CC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06A54AB-2E8C-D8F2-CA00-C240FFBB439F}"/>
              </a:ext>
            </a:extLst>
          </p:cNvPr>
          <p:cNvSpPr txBox="1"/>
          <p:nvPr/>
        </p:nvSpPr>
        <p:spPr>
          <a:xfrm>
            <a:off x="8631688" y="2240076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201</a:t>
            </a:r>
            <a:endParaRPr lang="ko-KR" altLang="en-US" sz="8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E38AEEC-9799-84A2-5A10-D2BE14D51275}"/>
              </a:ext>
            </a:extLst>
          </p:cNvPr>
          <p:cNvSpPr txBox="1"/>
          <p:nvPr/>
        </p:nvSpPr>
        <p:spPr>
          <a:xfrm>
            <a:off x="6312200" y="1649478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102</a:t>
            </a:r>
            <a:endParaRPr lang="ko-KR" altLang="en-US" sz="800" b="1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67A9DA42-E51A-DB63-2C93-4F22C4A7BF76}"/>
              </a:ext>
            </a:extLst>
          </p:cNvPr>
          <p:cNvSpPr txBox="1"/>
          <p:nvPr/>
        </p:nvSpPr>
        <p:spPr>
          <a:xfrm>
            <a:off x="3390138" y="2255676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301</a:t>
            </a:r>
            <a:endParaRPr lang="ko-KR" altLang="en-US" sz="800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6DFBC01B-E381-9D0B-B9CF-A01922765220}"/>
              </a:ext>
            </a:extLst>
          </p:cNvPr>
          <p:cNvSpPr txBox="1"/>
          <p:nvPr/>
        </p:nvSpPr>
        <p:spPr>
          <a:xfrm>
            <a:off x="2849754" y="2315907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304</a:t>
            </a:r>
            <a:endParaRPr lang="ko-KR" altLang="en-US" sz="800" b="1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27B87C4C-5967-78EF-A081-DC11160A4E2E}"/>
              </a:ext>
            </a:extLst>
          </p:cNvPr>
          <p:cNvSpPr txBox="1"/>
          <p:nvPr/>
        </p:nvSpPr>
        <p:spPr>
          <a:xfrm>
            <a:off x="2303436" y="2317900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403</a:t>
            </a:r>
            <a:endParaRPr lang="ko-KR" altLang="en-US" sz="800" b="1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2D841724-63BB-6CFC-FDB6-F0853AC9A4CC}"/>
              </a:ext>
            </a:extLst>
          </p:cNvPr>
          <p:cNvSpPr txBox="1"/>
          <p:nvPr/>
        </p:nvSpPr>
        <p:spPr>
          <a:xfrm>
            <a:off x="4438023" y="169649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73730BD2-F931-B683-ABD0-2D22D5F091A8}"/>
              </a:ext>
            </a:extLst>
          </p:cNvPr>
          <p:cNvSpPr txBox="1"/>
          <p:nvPr/>
        </p:nvSpPr>
        <p:spPr>
          <a:xfrm>
            <a:off x="3731106" y="1500205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6502AFF1-6BA0-376A-0C9A-C1F2D4089D90}"/>
              </a:ext>
            </a:extLst>
          </p:cNvPr>
          <p:cNvSpPr txBox="1"/>
          <p:nvPr/>
        </p:nvSpPr>
        <p:spPr>
          <a:xfrm>
            <a:off x="2671334" y="624147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BA360BBE-DD88-89AF-B87C-F4BBBE88D0A1}"/>
              </a:ext>
            </a:extLst>
          </p:cNvPr>
          <p:cNvSpPr txBox="1"/>
          <p:nvPr/>
        </p:nvSpPr>
        <p:spPr>
          <a:xfrm>
            <a:off x="5275316" y="427085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2FDD2855-1A63-940A-4945-9DFD7A6B8964}"/>
              </a:ext>
            </a:extLst>
          </p:cNvPr>
          <p:cNvSpPr txBox="1"/>
          <p:nvPr/>
        </p:nvSpPr>
        <p:spPr>
          <a:xfrm>
            <a:off x="5295373" y="359849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776925DE-2840-DCEF-8A06-A143A4002FAE}"/>
              </a:ext>
            </a:extLst>
          </p:cNvPr>
          <p:cNvSpPr txBox="1"/>
          <p:nvPr/>
        </p:nvSpPr>
        <p:spPr>
          <a:xfrm>
            <a:off x="5298419" y="282266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A46CBB44-2DAA-81C8-B815-BF2E25962E6E}"/>
              </a:ext>
            </a:extLst>
          </p:cNvPr>
          <p:cNvSpPr txBox="1"/>
          <p:nvPr/>
        </p:nvSpPr>
        <p:spPr>
          <a:xfrm>
            <a:off x="7984772" y="5542408"/>
            <a:ext cx="10134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C000"/>
                </a:solidFill>
              </a:rPr>
              <a:t>VLAN 40</a:t>
            </a:r>
          </a:p>
          <a:p>
            <a:pPr algn="ctr"/>
            <a:r>
              <a:rPr lang="en-US" altLang="ko-KR" sz="800" b="1" dirty="0">
                <a:solidFill>
                  <a:srgbClr val="FFC000"/>
                </a:solidFill>
              </a:rPr>
              <a:t>IP 128.1.48.0 /21</a:t>
            </a:r>
            <a:endParaRPr lang="ko-KR" altLang="en-US" sz="800" b="1" dirty="0">
              <a:solidFill>
                <a:srgbClr val="FFC000"/>
              </a:solidFill>
            </a:endParaRPr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E5A1098C-E358-C721-D4DB-C976FBF308B7}"/>
              </a:ext>
            </a:extLst>
          </p:cNvPr>
          <p:cNvSpPr txBox="1"/>
          <p:nvPr/>
        </p:nvSpPr>
        <p:spPr>
          <a:xfrm>
            <a:off x="7975959" y="5871166"/>
            <a:ext cx="10134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7030A0"/>
                </a:solidFill>
              </a:rPr>
              <a:t>VLAN 50</a:t>
            </a:r>
          </a:p>
          <a:p>
            <a:pPr algn="ctr"/>
            <a:r>
              <a:rPr lang="en-US" altLang="ko-KR" sz="800" b="1" dirty="0">
                <a:solidFill>
                  <a:srgbClr val="7030A0"/>
                </a:solidFill>
              </a:rPr>
              <a:t>IP 128.1.56.0 /21</a:t>
            </a:r>
            <a:endParaRPr lang="ko-KR" altLang="en-US" sz="800" b="1" dirty="0">
              <a:solidFill>
                <a:srgbClr val="7030A0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4F6935F-9703-5A58-34DB-64991D3B24A0}"/>
              </a:ext>
            </a:extLst>
          </p:cNvPr>
          <p:cNvSpPr txBox="1"/>
          <p:nvPr/>
        </p:nvSpPr>
        <p:spPr>
          <a:xfrm>
            <a:off x="848501" y="258269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FF58295-FD27-CDB4-37FB-37770FEC9D60}"/>
              </a:ext>
            </a:extLst>
          </p:cNvPr>
          <p:cNvSpPr txBox="1"/>
          <p:nvPr/>
        </p:nvSpPr>
        <p:spPr>
          <a:xfrm>
            <a:off x="3273352" y="84442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043D49F-24C0-91A7-C61D-A4C6E5D9E5AC}"/>
              </a:ext>
            </a:extLst>
          </p:cNvPr>
          <p:cNvSpPr txBox="1"/>
          <p:nvPr/>
        </p:nvSpPr>
        <p:spPr>
          <a:xfrm>
            <a:off x="6662000" y="812405"/>
            <a:ext cx="12875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 err="1"/>
              <a:t>사설망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IP 192.168.0.0 /16</a:t>
            </a:r>
            <a:endParaRPr lang="ko-KR" altLang="en-US" sz="1000" b="1" dirty="0"/>
          </a:p>
        </p:txBody>
      </p:sp>
      <p:pic>
        <p:nvPicPr>
          <p:cNvPr id="15" name="Picture 30" descr="Server ">
            <a:extLst>
              <a:ext uri="{FF2B5EF4-FFF2-40B4-BE49-F238E27FC236}">
                <a16:creationId xmlns:a16="http://schemas.microsoft.com/office/drawing/2014/main" id="{3489746E-41E0-F55D-EFCE-ADB6D0788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9853" y="266150"/>
            <a:ext cx="265186" cy="26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CF060FA5-8951-9C37-C73C-877D5C78704B}"/>
              </a:ext>
            </a:extLst>
          </p:cNvPr>
          <p:cNvSpPr txBox="1"/>
          <p:nvPr/>
        </p:nvSpPr>
        <p:spPr>
          <a:xfrm>
            <a:off x="3276112" y="30573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A15F379D-AB24-7938-082D-1096DB14E70F}"/>
              </a:ext>
            </a:extLst>
          </p:cNvPr>
          <p:cNvCxnSpPr>
            <a:cxnSpLocks/>
            <a:stCxn id="262" idx="1"/>
            <a:endCxn id="15" idx="3"/>
          </p:cNvCxnSpPr>
          <p:nvPr/>
        </p:nvCxnSpPr>
        <p:spPr>
          <a:xfrm flipH="1" flipV="1">
            <a:off x="3905039" y="398743"/>
            <a:ext cx="886581" cy="3228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8D0FDB80-5AC6-FB12-309C-C8EA8C3D93C8}"/>
              </a:ext>
            </a:extLst>
          </p:cNvPr>
          <p:cNvSpPr txBox="1"/>
          <p:nvPr/>
        </p:nvSpPr>
        <p:spPr>
          <a:xfrm>
            <a:off x="2956650" y="261351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PP</a:t>
            </a:r>
            <a:endParaRPr lang="ko-KR" altLang="en-US" sz="800" b="1" dirty="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D76415CC-100D-92AD-7191-8946D04127B2}"/>
              </a:ext>
            </a:extLst>
          </p:cNvPr>
          <p:cNvSpPr txBox="1"/>
          <p:nvPr/>
        </p:nvSpPr>
        <p:spPr>
          <a:xfrm>
            <a:off x="2956650" y="301452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PP</a:t>
            </a:r>
            <a:endParaRPr lang="ko-KR" altLang="en-US" sz="800" b="1" dirty="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849B728B-0358-D7D2-D434-27656110CBC5}"/>
              </a:ext>
            </a:extLst>
          </p:cNvPr>
          <p:cNvSpPr txBox="1"/>
          <p:nvPr/>
        </p:nvSpPr>
        <p:spPr>
          <a:xfrm>
            <a:off x="2532961" y="363156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MP</a:t>
            </a:r>
            <a:endParaRPr lang="ko-KR" altLang="en-US" sz="800" b="1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0C26838A-DC5D-C744-FCBF-01AAEDC276C5}"/>
              </a:ext>
            </a:extLst>
          </p:cNvPr>
          <p:cNvSpPr txBox="1"/>
          <p:nvPr/>
        </p:nvSpPr>
        <p:spPr>
          <a:xfrm>
            <a:off x="3049870" y="339707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MP</a:t>
            </a:r>
            <a:endParaRPr lang="ko-KR" altLang="en-US" sz="800" b="1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A9C770FB-C451-32A6-7F63-25ED38EA9348}"/>
              </a:ext>
            </a:extLst>
          </p:cNvPr>
          <p:cNvSpPr txBox="1"/>
          <p:nvPr/>
        </p:nvSpPr>
        <p:spPr>
          <a:xfrm>
            <a:off x="2537741" y="380987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MP</a:t>
            </a:r>
            <a:endParaRPr lang="ko-KR" altLang="en-US" sz="800" b="1" dirty="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C1F08A3E-2C71-7BDC-2E8A-5BFBACF532B5}"/>
              </a:ext>
            </a:extLst>
          </p:cNvPr>
          <p:cNvSpPr txBox="1"/>
          <p:nvPr/>
        </p:nvSpPr>
        <p:spPr>
          <a:xfrm>
            <a:off x="3588020" y="3818725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MP</a:t>
            </a:r>
            <a:endParaRPr lang="ko-KR" altLang="en-US" sz="800" b="1" dirty="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E57406EC-DED2-1353-3888-59DE3CBBBBB4}"/>
              </a:ext>
            </a:extLst>
          </p:cNvPr>
          <p:cNvSpPr txBox="1"/>
          <p:nvPr/>
        </p:nvSpPr>
        <p:spPr>
          <a:xfrm>
            <a:off x="3221996" y="2608442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305</a:t>
            </a:r>
            <a:endParaRPr lang="ko-KR" altLang="en-US" sz="800" b="1" dirty="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8556C3C7-153B-DE29-C707-A79F11302B1B}"/>
              </a:ext>
            </a:extLst>
          </p:cNvPr>
          <p:cNvSpPr txBox="1"/>
          <p:nvPr/>
        </p:nvSpPr>
        <p:spPr>
          <a:xfrm>
            <a:off x="3244759" y="3002065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503</a:t>
            </a:r>
            <a:endParaRPr lang="ko-KR" altLang="en-US" sz="800" b="1" dirty="0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C01E3D13-32F7-19CA-4A72-FC80EBC778D2}"/>
              </a:ext>
            </a:extLst>
          </p:cNvPr>
          <p:cNvSpPr txBox="1"/>
          <p:nvPr/>
        </p:nvSpPr>
        <p:spPr>
          <a:xfrm>
            <a:off x="2830716" y="3175177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506</a:t>
            </a:r>
            <a:endParaRPr lang="ko-KR" altLang="en-US" sz="800" b="1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E76B6D79-0FF3-19D3-4696-EEB999CBD020}"/>
              </a:ext>
            </a:extLst>
          </p:cNvPr>
          <p:cNvSpPr txBox="1"/>
          <p:nvPr/>
        </p:nvSpPr>
        <p:spPr>
          <a:xfrm>
            <a:off x="2441421" y="3530984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605</a:t>
            </a:r>
            <a:endParaRPr lang="ko-KR" altLang="en-US" sz="800" b="1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B3904BFD-6D56-BE4C-3742-4D3A12BDB6E9}"/>
              </a:ext>
            </a:extLst>
          </p:cNvPr>
          <p:cNvSpPr txBox="1"/>
          <p:nvPr/>
        </p:nvSpPr>
        <p:spPr>
          <a:xfrm>
            <a:off x="2440849" y="3922407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608</a:t>
            </a:r>
            <a:endParaRPr lang="ko-KR" altLang="en-US" sz="800" b="1" dirty="0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7CDA8984-9C51-D3B1-0458-A7A6E5E74723}"/>
              </a:ext>
            </a:extLst>
          </p:cNvPr>
          <p:cNvSpPr txBox="1"/>
          <p:nvPr/>
        </p:nvSpPr>
        <p:spPr>
          <a:xfrm>
            <a:off x="3990612" y="4009482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708</a:t>
            </a:r>
            <a:endParaRPr lang="ko-KR" altLang="en-US" sz="800" b="1" dirty="0"/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C77540C4-4ED8-2F83-2E7D-EF8653244DC0}"/>
              </a:ext>
            </a:extLst>
          </p:cNvPr>
          <p:cNvSpPr txBox="1"/>
          <p:nvPr/>
        </p:nvSpPr>
        <p:spPr>
          <a:xfrm>
            <a:off x="3371176" y="4137735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807</a:t>
            </a:r>
            <a:endParaRPr lang="ko-KR" altLang="en-US" sz="800" b="1" dirty="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21E75B49-1D8A-54F2-E07A-EE6FE44ADC0A}"/>
              </a:ext>
            </a:extLst>
          </p:cNvPr>
          <p:cNvSpPr txBox="1"/>
          <p:nvPr/>
        </p:nvSpPr>
        <p:spPr>
          <a:xfrm>
            <a:off x="3397159" y="3154465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507</a:t>
            </a:r>
            <a:endParaRPr lang="ko-KR" altLang="en-US" sz="800" b="1"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E363299A-4F8C-9EFC-2C61-CD011FB725F1}"/>
              </a:ext>
            </a:extLst>
          </p:cNvPr>
          <p:cNvSpPr txBox="1"/>
          <p:nvPr/>
        </p:nvSpPr>
        <p:spPr>
          <a:xfrm>
            <a:off x="3918772" y="3502273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705</a:t>
            </a:r>
            <a:endParaRPr lang="ko-KR" altLang="en-US" sz="800" b="1" dirty="0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877502C9-C050-1A75-7627-CB55DFF1C2BD}"/>
              </a:ext>
            </a:extLst>
          </p:cNvPr>
          <p:cNvSpPr txBox="1"/>
          <p:nvPr/>
        </p:nvSpPr>
        <p:spPr>
          <a:xfrm>
            <a:off x="2858098" y="4137851"/>
            <a:ext cx="397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806</a:t>
            </a:r>
            <a:endParaRPr lang="ko-KR" altLang="en-US" sz="800" b="1" dirty="0"/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908C3C0D-E7E9-13F9-187A-7C3036E51BEC}"/>
              </a:ext>
            </a:extLst>
          </p:cNvPr>
          <p:cNvSpPr txBox="1"/>
          <p:nvPr/>
        </p:nvSpPr>
        <p:spPr>
          <a:xfrm>
            <a:off x="3055265" y="406478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MP</a:t>
            </a:r>
            <a:endParaRPr lang="ko-KR" altLang="en-US" sz="800" b="1" dirty="0"/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1484E4A0-F4AE-440C-4A4A-6C7F0312253B}"/>
              </a:ext>
            </a:extLst>
          </p:cNvPr>
          <p:cNvSpPr txBox="1"/>
          <p:nvPr/>
        </p:nvSpPr>
        <p:spPr>
          <a:xfrm>
            <a:off x="3584130" y="365416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MP</a:t>
            </a:r>
            <a:endParaRPr lang="ko-KR" altLang="en-US" sz="800" b="1" dirty="0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D332D41E-B3E5-2FCE-73EB-438097D33CDD}"/>
              </a:ext>
            </a:extLst>
          </p:cNvPr>
          <p:cNvSpPr txBox="1"/>
          <p:nvPr/>
        </p:nvSpPr>
        <p:spPr>
          <a:xfrm>
            <a:off x="3806850" y="919482"/>
            <a:ext cx="108286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10.1.128.0 /18</a:t>
            </a:r>
            <a:endParaRPr lang="ko-KR" altLang="en-US" sz="800" b="1" dirty="0"/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7CA473C4-7F16-0632-70A5-9DF3FB599349}"/>
              </a:ext>
            </a:extLst>
          </p:cNvPr>
          <p:cNvSpPr txBox="1"/>
          <p:nvPr/>
        </p:nvSpPr>
        <p:spPr>
          <a:xfrm>
            <a:off x="3963834" y="1838595"/>
            <a:ext cx="108286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10.1.0.0 /18</a:t>
            </a:r>
            <a:endParaRPr lang="ko-KR" altLang="en-US" sz="800" b="1" dirty="0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8956FE59-C6D4-8A2C-D07A-CDE30E2AFA2A}"/>
              </a:ext>
            </a:extLst>
          </p:cNvPr>
          <p:cNvSpPr txBox="1"/>
          <p:nvPr/>
        </p:nvSpPr>
        <p:spPr>
          <a:xfrm>
            <a:off x="3808898" y="225422"/>
            <a:ext cx="108286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IP 10.1.64.0 /18</a:t>
            </a:r>
            <a:endParaRPr lang="ko-KR" altLang="en-US" sz="800" b="1" dirty="0"/>
          </a:p>
        </p:txBody>
      </p:sp>
    </p:spTree>
    <p:extLst>
      <p:ext uri="{BB962C8B-B14F-4D97-AF65-F5344CB8AC3E}">
        <p14:creationId xmlns:p14="http://schemas.microsoft.com/office/powerpoint/2010/main" val="764591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그룹 80">
            <a:extLst>
              <a:ext uri="{FF2B5EF4-FFF2-40B4-BE49-F238E27FC236}">
                <a16:creationId xmlns:a16="http://schemas.microsoft.com/office/drawing/2014/main" id="{BC648AF5-F85F-9433-DD7E-50D40EBB9D39}"/>
              </a:ext>
            </a:extLst>
          </p:cNvPr>
          <p:cNvGrpSpPr/>
          <p:nvPr/>
        </p:nvGrpSpPr>
        <p:grpSpPr>
          <a:xfrm>
            <a:off x="230174" y="182765"/>
            <a:ext cx="1509928" cy="492442"/>
            <a:chOff x="961874" y="182765"/>
            <a:chExt cx="1509928" cy="489205"/>
          </a:xfrm>
        </p:grpSpPr>
        <p:pic>
          <p:nvPicPr>
            <p:cNvPr id="4" name="그래픽 3">
              <a:extLst>
                <a:ext uri="{FF2B5EF4-FFF2-40B4-BE49-F238E27FC236}">
                  <a16:creationId xmlns:a16="http://schemas.microsoft.com/office/drawing/2014/main" id="{721FF19D-B703-8D16-3C6B-13B8963C2A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C3CF1D7-1189-098B-9095-2F5430C39090}"/>
                </a:ext>
              </a:extLst>
            </p:cNvPr>
            <p:cNvSpPr txBox="1"/>
            <p:nvPr/>
          </p:nvSpPr>
          <p:spPr>
            <a:xfrm>
              <a:off x="1405484" y="182765"/>
              <a:ext cx="1066318" cy="2446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10.1.0.2 /18</a:t>
              </a:r>
              <a:endParaRPr lang="ko-KR" altLang="en-US" sz="1000" b="1" dirty="0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3DAE496-8300-1388-1DDA-41F134462B93}"/>
                </a:ext>
              </a:extLst>
            </p:cNvPr>
            <p:cNvSpPr txBox="1"/>
            <p:nvPr/>
          </p:nvSpPr>
          <p:spPr>
            <a:xfrm rot="16200000">
              <a:off x="911700" y="383590"/>
              <a:ext cx="338554" cy="23820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S1</a:t>
              </a:r>
              <a:endParaRPr lang="ko-KR" altLang="en-US" sz="1000" b="1" dirty="0"/>
            </a:p>
          </p:txBody>
        </p: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0C5AB84D-8DA7-F14E-7139-EF01C6213837}"/>
              </a:ext>
            </a:extLst>
          </p:cNvPr>
          <p:cNvGrpSpPr/>
          <p:nvPr/>
        </p:nvGrpSpPr>
        <p:grpSpPr>
          <a:xfrm>
            <a:off x="2322624" y="1404581"/>
            <a:ext cx="1774163" cy="447811"/>
            <a:chOff x="3212223" y="193664"/>
            <a:chExt cx="1774163" cy="447811"/>
          </a:xfrm>
        </p:grpSpPr>
        <p:pic>
          <p:nvPicPr>
            <p:cNvPr id="16" name="그래픽 15">
              <a:extLst>
                <a:ext uri="{FF2B5EF4-FFF2-40B4-BE49-F238E27FC236}">
                  <a16:creationId xmlns:a16="http://schemas.microsoft.com/office/drawing/2014/main" id="{EF84CD08-8A2C-11E9-9447-D4E4D955B6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52F9177-6D90-26DD-CD38-7A116480739B}"/>
                </a:ext>
              </a:extLst>
            </p:cNvPr>
            <p:cNvSpPr txBox="1"/>
            <p:nvPr/>
          </p:nvSpPr>
          <p:spPr>
            <a:xfrm>
              <a:off x="3772592" y="193664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128.1.64.1 /19</a:t>
              </a:r>
              <a:endParaRPr lang="ko-KR" altLang="en-US" sz="1000" b="1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61EF35E-16F8-2520-B1F1-BF2EC9B63475}"/>
                </a:ext>
              </a:extLst>
            </p:cNvPr>
            <p:cNvSpPr txBox="1"/>
            <p:nvPr/>
          </p:nvSpPr>
          <p:spPr>
            <a:xfrm>
              <a:off x="3229387" y="395254"/>
              <a:ext cx="341760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R3</a:t>
              </a:r>
              <a:endParaRPr lang="ko-KR" altLang="en-US" sz="1000" b="1" dirty="0"/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DF4FB603-57CF-8537-114A-20AEDE21583B}"/>
              </a:ext>
            </a:extLst>
          </p:cNvPr>
          <p:cNvGrpSpPr/>
          <p:nvPr/>
        </p:nvGrpSpPr>
        <p:grpSpPr>
          <a:xfrm>
            <a:off x="230174" y="727671"/>
            <a:ext cx="1583667" cy="491323"/>
            <a:chOff x="961873" y="182765"/>
            <a:chExt cx="1583667" cy="488093"/>
          </a:xfrm>
        </p:grpSpPr>
        <p:pic>
          <p:nvPicPr>
            <p:cNvPr id="83" name="그래픽 82">
              <a:extLst>
                <a:ext uri="{FF2B5EF4-FFF2-40B4-BE49-F238E27FC236}">
                  <a16:creationId xmlns:a16="http://schemas.microsoft.com/office/drawing/2014/main" id="{D4BA8890-4D0E-6BE2-A676-F0B5AD3401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ED3FF9A-D041-AC93-2AB0-DE13EDD5D71A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128.1.96.2 /19</a:t>
              </a:r>
              <a:endParaRPr lang="ko-KR" altLang="en-US" sz="1000" b="1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0D13926-537D-D056-D9E0-D689A6F57272}"/>
                </a:ext>
              </a:extLst>
            </p:cNvPr>
            <p:cNvSpPr txBox="1"/>
            <p:nvPr/>
          </p:nvSpPr>
          <p:spPr>
            <a:xfrm rot="16200000">
              <a:off x="912813" y="383590"/>
              <a:ext cx="336328" cy="23820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S2</a:t>
              </a:r>
              <a:endParaRPr lang="ko-KR" altLang="en-US" sz="1000" b="1" dirty="0"/>
            </a:p>
          </p:txBody>
        </p:sp>
      </p:grpSp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1555AD7D-5B59-0CE6-2537-E34A92C18F3A}"/>
              </a:ext>
            </a:extLst>
          </p:cNvPr>
          <p:cNvGrpSpPr/>
          <p:nvPr/>
        </p:nvGrpSpPr>
        <p:grpSpPr>
          <a:xfrm>
            <a:off x="230174" y="1271458"/>
            <a:ext cx="1620537" cy="491323"/>
            <a:chOff x="961873" y="182765"/>
            <a:chExt cx="1620537" cy="488093"/>
          </a:xfrm>
        </p:grpSpPr>
        <p:pic>
          <p:nvPicPr>
            <p:cNvPr id="127" name="그래픽 126">
              <a:extLst>
                <a:ext uri="{FF2B5EF4-FFF2-40B4-BE49-F238E27FC236}">
                  <a16:creationId xmlns:a16="http://schemas.microsoft.com/office/drawing/2014/main" id="{2F0EC231-8C11-DEF5-5442-F20ABD19C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CE987070-8923-726B-413B-1B3235EB87BC}"/>
                </a:ext>
              </a:extLst>
            </p:cNvPr>
            <p:cNvSpPr txBox="1"/>
            <p:nvPr/>
          </p:nvSpPr>
          <p:spPr>
            <a:xfrm>
              <a:off x="1294877" y="182765"/>
              <a:ext cx="1287533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192.168.0.2 /16</a:t>
              </a:r>
              <a:endParaRPr lang="ko-KR" altLang="en-US" sz="1000" b="1" dirty="0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80B79B8B-0B61-9046-75C2-0F69E532E5BA}"/>
                </a:ext>
              </a:extLst>
            </p:cNvPr>
            <p:cNvSpPr txBox="1"/>
            <p:nvPr/>
          </p:nvSpPr>
          <p:spPr>
            <a:xfrm rot="16200000">
              <a:off x="912813" y="383590"/>
              <a:ext cx="336328" cy="23820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S3</a:t>
              </a:r>
              <a:endParaRPr lang="ko-KR" altLang="en-US" sz="1000" b="1" dirty="0"/>
            </a:p>
          </p:txBody>
        </p:sp>
      </p:grp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DB3F6282-23EF-66D8-E59B-D02F0D51E746}"/>
              </a:ext>
            </a:extLst>
          </p:cNvPr>
          <p:cNvGrpSpPr/>
          <p:nvPr/>
        </p:nvGrpSpPr>
        <p:grpSpPr>
          <a:xfrm>
            <a:off x="230174" y="1815245"/>
            <a:ext cx="1583667" cy="491323"/>
            <a:chOff x="961873" y="182765"/>
            <a:chExt cx="1583667" cy="488093"/>
          </a:xfrm>
        </p:grpSpPr>
        <p:pic>
          <p:nvPicPr>
            <p:cNvPr id="131" name="그래픽 130">
              <a:extLst>
                <a:ext uri="{FF2B5EF4-FFF2-40B4-BE49-F238E27FC236}">
                  <a16:creationId xmlns:a16="http://schemas.microsoft.com/office/drawing/2014/main" id="{A12265D0-1F93-314F-74CF-7E3666C028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18471AED-BE7B-389F-9295-4BA1FF4B4E9F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128.1.20.2 /22</a:t>
              </a:r>
              <a:endParaRPr lang="ko-KR" altLang="en-US" sz="1000" b="1" dirty="0"/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0CB51451-F246-CF51-DC09-33C892BDBDB6}"/>
                </a:ext>
              </a:extLst>
            </p:cNvPr>
            <p:cNvSpPr txBox="1"/>
            <p:nvPr/>
          </p:nvSpPr>
          <p:spPr>
            <a:xfrm rot="16200000">
              <a:off x="912813" y="383590"/>
              <a:ext cx="336328" cy="23820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S4</a:t>
              </a:r>
              <a:endParaRPr lang="ko-KR" altLang="en-US" sz="1000" b="1" dirty="0"/>
            </a:p>
          </p:txBody>
        </p:sp>
      </p:grp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E894584C-613C-C4FD-B0A5-82D5ABEF7A55}"/>
              </a:ext>
            </a:extLst>
          </p:cNvPr>
          <p:cNvGrpSpPr/>
          <p:nvPr/>
        </p:nvGrpSpPr>
        <p:grpSpPr>
          <a:xfrm>
            <a:off x="230174" y="2359032"/>
            <a:ext cx="1583667" cy="491323"/>
            <a:chOff x="961873" y="182765"/>
            <a:chExt cx="1583667" cy="488093"/>
          </a:xfrm>
        </p:grpSpPr>
        <p:pic>
          <p:nvPicPr>
            <p:cNvPr id="135" name="그래픽 134">
              <a:extLst>
                <a:ext uri="{FF2B5EF4-FFF2-40B4-BE49-F238E27FC236}">
                  <a16:creationId xmlns:a16="http://schemas.microsoft.com/office/drawing/2014/main" id="{D874A1E2-9D6F-7D88-BB33-FF4F3A9A28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3F5598AE-0921-A15D-EB56-081E1249A8F6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128.1.12.2 /22</a:t>
              </a:r>
              <a:endParaRPr lang="ko-KR" altLang="en-US" sz="1000" b="1" dirty="0"/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615E86F6-BA55-2FA5-FF6E-FD3E08711E18}"/>
                </a:ext>
              </a:extLst>
            </p:cNvPr>
            <p:cNvSpPr txBox="1"/>
            <p:nvPr/>
          </p:nvSpPr>
          <p:spPr>
            <a:xfrm rot="16200000">
              <a:off x="912813" y="383590"/>
              <a:ext cx="336328" cy="23820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S5</a:t>
              </a:r>
              <a:endParaRPr lang="ko-KR" altLang="en-US" sz="1000" b="1" dirty="0"/>
            </a:p>
          </p:txBody>
        </p:sp>
      </p:grp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AB1BB202-991A-DCEF-5223-B92A536EC81A}"/>
              </a:ext>
            </a:extLst>
          </p:cNvPr>
          <p:cNvGrpSpPr/>
          <p:nvPr/>
        </p:nvGrpSpPr>
        <p:grpSpPr>
          <a:xfrm>
            <a:off x="230174" y="2902819"/>
            <a:ext cx="1583667" cy="491323"/>
            <a:chOff x="961873" y="182765"/>
            <a:chExt cx="1583667" cy="488093"/>
          </a:xfrm>
        </p:grpSpPr>
        <p:pic>
          <p:nvPicPr>
            <p:cNvPr id="139" name="그래픽 138">
              <a:extLst>
                <a:ext uri="{FF2B5EF4-FFF2-40B4-BE49-F238E27FC236}">
                  <a16:creationId xmlns:a16="http://schemas.microsoft.com/office/drawing/2014/main" id="{CA885FB2-7E99-DE79-53F3-5C0CE0021B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D5CD9FB0-BEB2-013F-4609-267464E052C8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128.1.56.2 /21</a:t>
              </a:r>
              <a:endParaRPr lang="ko-KR" altLang="en-US" sz="1000" b="1" dirty="0"/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025B8843-9138-323B-009A-F2F8B029863B}"/>
                </a:ext>
              </a:extLst>
            </p:cNvPr>
            <p:cNvSpPr txBox="1"/>
            <p:nvPr/>
          </p:nvSpPr>
          <p:spPr>
            <a:xfrm rot="16200000">
              <a:off x="912813" y="383590"/>
              <a:ext cx="336328" cy="23820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S6</a:t>
              </a:r>
              <a:endParaRPr lang="ko-KR" altLang="en-US" sz="1000" b="1" dirty="0"/>
            </a:p>
          </p:txBody>
        </p:sp>
      </p:grp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B59F35CD-C2F4-E26E-C3B3-FFCE676DCE3A}"/>
              </a:ext>
            </a:extLst>
          </p:cNvPr>
          <p:cNvGrpSpPr/>
          <p:nvPr/>
        </p:nvGrpSpPr>
        <p:grpSpPr>
          <a:xfrm>
            <a:off x="230174" y="3446606"/>
            <a:ext cx="1583667" cy="491323"/>
            <a:chOff x="961873" y="182765"/>
            <a:chExt cx="1583667" cy="488093"/>
          </a:xfrm>
        </p:grpSpPr>
        <p:pic>
          <p:nvPicPr>
            <p:cNvPr id="143" name="그래픽 142">
              <a:extLst>
                <a:ext uri="{FF2B5EF4-FFF2-40B4-BE49-F238E27FC236}">
                  <a16:creationId xmlns:a16="http://schemas.microsoft.com/office/drawing/2014/main" id="{4DBC4920-A83D-15E7-ED69-D40EAC45A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BD75278B-FF37-CCCF-B0E9-7D813B2D0937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128.1.56.3 /21</a:t>
              </a:r>
              <a:endParaRPr lang="ko-KR" altLang="en-US" sz="1000" b="1" dirty="0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94F1B752-2545-D6D9-B56A-6FBF6DEE79F1}"/>
                </a:ext>
              </a:extLst>
            </p:cNvPr>
            <p:cNvSpPr txBox="1"/>
            <p:nvPr/>
          </p:nvSpPr>
          <p:spPr>
            <a:xfrm rot="16200000">
              <a:off x="912813" y="383590"/>
              <a:ext cx="336328" cy="23820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S7</a:t>
              </a:r>
              <a:endParaRPr lang="ko-KR" altLang="en-US" sz="1000" b="1" dirty="0"/>
            </a:p>
          </p:txBody>
        </p:sp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1DA99244-F705-BD69-0254-435DE54B68B0}"/>
              </a:ext>
            </a:extLst>
          </p:cNvPr>
          <p:cNvGrpSpPr/>
          <p:nvPr/>
        </p:nvGrpSpPr>
        <p:grpSpPr>
          <a:xfrm>
            <a:off x="230174" y="3990393"/>
            <a:ext cx="1583667" cy="491323"/>
            <a:chOff x="961873" y="182765"/>
            <a:chExt cx="1583667" cy="488093"/>
          </a:xfrm>
        </p:grpSpPr>
        <p:pic>
          <p:nvPicPr>
            <p:cNvPr id="147" name="그래픽 146">
              <a:extLst>
                <a:ext uri="{FF2B5EF4-FFF2-40B4-BE49-F238E27FC236}">
                  <a16:creationId xmlns:a16="http://schemas.microsoft.com/office/drawing/2014/main" id="{1E68DBA5-5006-FCA4-971A-55A196999E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83413F6F-F0A4-A485-225C-8A68CCA894DD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IP 128.1.48.2 /21</a:t>
              </a:r>
              <a:endParaRPr lang="ko-KR" altLang="en-US" sz="1000" b="1" dirty="0"/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A35CF6F1-F49B-74A7-5288-0F0E1B27FECD}"/>
                </a:ext>
              </a:extLst>
            </p:cNvPr>
            <p:cNvSpPr txBox="1"/>
            <p:nvPr/>
          </p:nvSpPr>
          <p:spPr>
            <a:xfrm rot="16200000">
              <a:off x="912813" y="383590"/>
              <a:ext cx="336328" cy="23820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S8</a:t>
              </a:r>
              <a:endParaRPr lang="ko-KR" altLang="en-US" sz="1000" b="1" dirty="0"/>
            </a:p>
          </p:txBody>
        </p:sp>
      </p:grp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06CFE122-2D47-B667-ADA7-0B63632D3946}"/>
              </a:ext>
            </a:extLst>
          </p:cNvPr>
          <p:cNvGrpSpPr/>
          <p:nvPr/>
        </p:nvGrpSpPr>
        <p:grpSpPr>
          <a:xfrm>
            <a:off x="230174" y="4534180"/>
            <a:ext cx="1583667" cy="491323"/>
            <a:chOff x="961873" y="182765"/>
            <a:chExt cx="1583667" cy="488093"/>
          </a:xfrm>
        </p:grpSpPr>
        <p:pic>
          <p:nvPicPr>
            <p:cNvPr id="151" name="그래픽 150">
              <a:extLst>
                <a:ext uri="{FF2B5EF4-FFF2-40B4-BE49-F238E27FC236}">
                  <a16:creationId xmlns:a16="http://schemas.microsoft.com/office/drawing/2014/main" id="{17D74088-7715-BF68-63BE-FA82BD65C9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5FDA7B1C-1995-B394-C927-D07493E2BE91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128.1.48.3 /21</a:t>
              </a:r>
              <a:endParaRPr lang="ko-KR" altLang="en-US" sz="1000" b="1" dirty="0"/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D1CBBB29-AF49-EB32-790B-993C4484FA9D}"/>
                </a:ext>
              </a:extLst>
            </p:cNvPr>
            <p:cNvSpPr txBox="1"/>
            <p:nvPr/>
          </p:nvSpPr>
          <p:spPr>
            <a:xfrm rot="16200000">
              <a:off x="912813" y="383590"/>
              <a:ext cx="336328" cy="23820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S9</a:t>
              </a:r>
              <a:endParaRPr lang="ko-KR" altLang="en-US" sz="1000" b="1" dirty="0"/>
            </a:p>
          </p:txBody>
        </p:sp>
      </p:grpSp>
      <p:grpSp>
        <p:nvGrpSpPr>
          <p:cNvPr id="154" name="그룹 153">
            <a:extLst>
              <a:ext uri="{FF2B5EF4-FFF2-40B4-BE49-F238E27FC236}">
                <a16:creationId xmlns:a16="http://schemas.microsoft.com/office/drawing/2014/main" id="{6740DE36-BF05-C0F5-F633-A5E5FF68A4C0}"/>
              </a:ext>
            </a:extLst>
          </p:cNvPr>
          <p:cNvGrpSpPr/>
          <p:nvPr/>
        </p:nvGrpSpPr>
        <p:grpSpPr>
          <a:xfrm>
            <a:off x="230174" y="5077967"/>
            <a:ext cx="1620536" cy="491323"/>
            <a:chOff x="925004" y="182765"/>
            <a:chExt cx="1620536" cy="488093"/>
          </a:xfrm>
        </p:grpSpPr>
        <p:pic>
          <p:nvPicPr>
            <p:cNvPr id="155" name="그래픽 154">
              <a:extLst>
                <a:ext uri="{FF2B5EF4-FFF2-40B4-BE49-F238E27FC236}">
                  <a16:creationId xmlns:a16="http://schemas.microsoft.com/office/drawing/2014/main" id="{3905BBF1-12D5-C227-E6EE-3DD339C94F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8D55EA7B-5157-66D4-C4D2-A05AB71D41E5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128.1.32.2 /22</a:t>
              </a:r>
              <a:endParaRPr lang="ko-KR" altLang="en-US" sz="1000" b="1" dirty="0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6D20E7D2-5E10-E39F-9975-F2994DDA13CE}"/>
                </a:ext>
              </a:extLst>
            </p:cNvPr>
            <p:cNvSpPr txBox="1"/>
            <p:nvPr/>
          </p:nvSpPr>
          <p:spPr>
            <a:xfrm rot="16200000">
              <a:off x="912813" y="346721"/>
              <a:ext cx="336328" cy="31194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altLang="ko-KR" sz="1000" b="1" dirty="0"/>
                <a:t>S10</a:t>
              </a:r>
              <a:endParaRPr lang="ko-KR" altLang="en-US" sz="1000" b="1" dirty="0"/>
            </a:p>
          </p:txBody>
        </p:sp>
      </p:grpSp>
      <p:grpSp>
        <p:nvGrpSpPr>
          <p:cNvPr id="162" name="그룹 161">
            <a:extLst>
              <a:ext uri="{FF2B5EF4-FFF2-40B4-BE49-F238E27FC236}">
                <a16:creationId xmlns:a16="http://schemas.microsoft.com/office/drawing/2014/main" id="{5402C5C1-6567-3F12-500B-EE69C4F7BF51}"/>
              </a:ext>
            </a:extLst>
          </p:cNvPr>
          <p:cNvGrpSpPr/>
          <p:nvPr/>
        </p:nvGrpSpPr>
        <p:grpSpPr>
          <a:xfrm>
            <a:off x="230174" y="5621754"/>
            <a:ext cx="1620535" cy="491323"/>
            <a:chOff x="925005" y="182765"/>
            <a:chExt cx="1620535" cy="488093"/>
          </a:xfrm>
        </p:grpSpPr>
        <p:pic>
          <p:nvPicPr>
            <p:cNvPr id="163" name="그래픽 162">
              <a:extLst>
                <a:ext uri="{FF2B5EF4-FFF2-40B4-BE49-F238E27FC236}">
                  <a16:creationId xmlns:a16="http://schemas.microsoft.com/office/drawing/2014/main" id="{FC202122-6AB0-0842-9D6A-E978D3ADFF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EA0C9F36-29C4-5AF5-4633-752000CC1245}"/>
                </a:ext>
              </a:extLst>
            </p:cNvPr>
            <p:cNvSpPr txBox="1"/>
            <p:nvPr/>
          </p:nvSpPr>
          <p:spPr>
            <a:xfrm>
              <a:off x="1331745" y="182765"/>
              <a:ext cx="1213795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128.1.40.2 /22</a:t>
              </a:r>
              <a:endParaRPr lang="ko-KR" altLang="en-US" sz="1000" b="1" dirty="0"/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775F95CD-C028-EDFD-048D-51CA3B45D3BE}"/>
                </a:ext>
              </a:extLst>
            </p:cNvPr>
            <p:cNvSpPr txBox="1"/>
            <p:nvPr/>
          </p:nvSpPr>
          <p:spPr>
            <a:xfrm rot="16200000">
              <a:off x="912813" y="346721"/>
              <a:ext cx="336329" cy="31194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S11</a:t>
              </a:r>
              <a:endParaRPr lang="ko-KR" altLang="en-US" sz="1000" b="1" dirty="0"/>
            </a:p>
          </p:txBody>
        </p:sp>
      </p:grpSp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C358535D-74F5-548D-9670-FE0E46D5B594}"/>
              </a:ext>
            </a:extLst>
          </p:cNvPr>
          <p:cNvGrpSpPr/>
          <p:nvPr/>
        </p:nvGrpSpPr>
        <p:grpSpPr>
          <a:xfrm>
            <a:off x="230174" y="6165541"/>
            <a:ext cx="1620535" cy="491323"/>
            <a:chOff x="925005" y="182765"/>
            <a:chExt cx="1620535" cy="488093"/>
          </a:xfrm>
        </p:grpSpPr>
        <p:pic>
          <p:nvPicPr>
            <p:cNvPr id="167" name="그래픽 166">
              <a:extLst>
                <a:ext uri="{FF2B5EF4-FFF2-40B4-BE49-F238E27FC236}">
                  <a16:creationId xmlns:a16="http://schemas.microsoft.com/office/drawing/2014/main" id="{CCB6FBAE-CDF0-8026-6554-7DDE33EC97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7E055552-E45D-5254-CE07-B4CA024D41AD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128.1.36.2 /22</a:t>
              </a:r>
              <a:endParaRPr lang="ko-KR" altLang="en-US" sz="1000" b="1" dirty="0"/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9C8F67A1-7C7F-10D2-D977-32808B351F1B}"/>
                </a:ext>
              </a:extLst>
            </p:cNvPr>
            <p:cNvSpPr txBox="1"/>
            <p:nvPr/>
          </p:nvSpPr>
          <p:spPr>
            <a:xfrm rot="16200000">
              <a:off x="912813" y="346721"/>
              <a:ext cx="336329" cy="31194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S12</a:t>
              </a:r>
              <a:endParaRPr lang="ko-KR" altLang="en-US" sz="1000" b="1" dirty="0"/>
            </a:p>
          </p:txBody>
        </p:sp>
      </p:grpSp>
      <p:grpSp>
        <p:nvGrpSpPr>
          <p:cNvPr id="175" name="그룹 174">
            <a:extLst>
              <a:ext uri="{FF2B5EF4-FFF2-40B4-BE49-F238E27FC236}">
                <a16:creationId xmlns:a16="http://schemas.microsoft.com/office/drawing/2014/main" id="{9B3E0DA6-A4B2-4898-B271-B40BDC5C5670}"/>
              </a:ext>
            </a:extLst>
          </p:cNvPr>
          <p:cNvGrpSpPr/>
          <p:nvPr/>
        </p:nvGrpSpPr>
        <p:grpSpPr>
          <a:xfrm>
            <a:off x="2322624" y="3216086"/>
            <a:ext cx="1737294" cy="447811"/>
            <a:chOff x="3212223" y="193664"/>
            <a:chExt cx="1737294" cy="447811"/>
          </a:xfrm>
        </p:grpSpPr>
        <p:pic>
          <p:nvPicPr>
            <p:cNvPr id="176" name="그래픽 175">
              <a:extLst>
                <a:ext uri="{FF2B5EF4-FFF2-40B4-BE49-F238E27FC236}">
                  <a16:creationId xmlns:a16="http://schemas.microsoft.com/office/drawing/2014/main" id="{020B828E-8B6E-A179-9D27-C8AEFF9AE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26BF992F-96AB-E448-F133-249FD590F2F8}"/>
                </a:ext>
              </a:extLst>
            </p:cNvPr>
            <p:cNvSpPr txBox="1"/>
            <p:nvPr/>
          </p:nvSpPr>
          <p:spPr>
            <a:xfrm>
              <a:off x="3809461" y="193664"/>
              <a:ext cx="114005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128.1.4.3 /22</a:t>
              </a:r>
              <a:endParaRPr lang="ko-KR" altLang="en-US" sz="1000" b="1" dirty="0"/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A70DA2F4-2675-AC87-49CA-F32A7DB330B7}"/>
                </a:ext>
              </a:extLst>
            </p:cNvPr>
            <p:cNvSpPr txBox="1"/>
            <p:nvPr/>
          </p:nvSpPr>
          <p:spPr>
            <a:xfrm>
              <a:off x="3229387" y="395254"/>
              <a:ext cx="341760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R6</a:t>
              </a:r>
              <a:endParaRPr lang="ko-KR" altLang="en-US" sz="1000" b="1" dirty="0"/>
            </a:p>
          </p:txBody>
        </p:sp>
      </p:grpSp>
      <p:grpSp>
        <p:nvGrpSpPr>
          <p:cNvPr id="179" name="그룹 178">
            <a:extLst>
              <a:ext uri="{FF2B5EF4-FFF2-40B4-BE49-F238E27FC236}">
                <a16:creationId xmlns:a16="http://schemas.microsoft.com/office/drawing/2014/main" id="{B1E0FEF8-032B-2588-177D-109BC9F844D9}"/>
              </a:ext>
            </a:extLst>
          </p:cNvPr>
          <p:cNvGrpSpPr/>
          <p:nvPr/>
        </p:nvGrpSpPr>
        <p:grpSpPr>
          <a:xfrm>
            <a:off x="2322624" y="3819921"/>
            <a:ext cx="1774163" cy="447811"/>
            <a:chOff x="3212223" y="193664"/>
            <a:chExt cx="1774163" cy="447811"/>
          </a:xfrm>
        </p:grpSpPr>
        <p:pic>
          <p:nvPicPr>
            <p:cNvPr id="180" name="그래픽 179">
              <a:extLst>
                <a:ext uri="{FF2B5EF4-FFF2-40B4-BE49-F238E27FC236}">
                  <a16:creationId xmlns:a16="http://schemas.microsoft.com/office/drawing/2014/main" id="{2307786D-44DF-5F76-D10D-4D5E547F15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29870094-C67B-AC9E-54D7-BFDB67B318C2}"/>
                </a:ext>
              </a:extLst>
            </p:cNvPr>
            <p:cNvSpPr txBox="1"/>
            <p:nvPr/>
          </p:nvSpPr>
          <p:spPr>
            <a:xfrm>
              <a:off x="3772592" y="193664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128.1.12.1 /22</a:t>
              </a:r>
              <a:endParaRPr lang="ko-KR" altLang="en-US" sz="1000" b="1" dirty="0"/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EF342FB1-64BA-6CE6-FEA7-2B6AE316DDDE}"/>
                </a:ext>
              </a:extLst>
            </p:cNvPr>
            <p:cNvSpPr txBox="1"/>
            <p:nvPr/>
          </p:nvSpPr>
          <p:spPr>
            <a:xfrm>
              <a:off x="3229387" y="395254"/>
              <a:ext cx="341760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R7</a:t>
              </a:r>
              <a:endParaRPr lang="ko-KR" altLang="en-US" sz="1000" b="1" dirty="0"/>
            </a:p>
          </p:txBody>
        </p:sp>
      </p:grpSp>
      <p:grpSp>
        <p:nvGrpSpPr>
          <p:cNvPr id="183" name="그룹 182">
            <a:extLst>
              <a:ext uri="{FF2B5EF4-FFF2-40B4-BE49-F238E27FC236}">
                <a16:creationId xmlns:a16="http://schemas.microsoft.com/office/drawing/2014/main" id="{14273480-687C-BA89-E9B8-1D95F1223715}"/>
              </a:ext>
            </a:extLst>
          </p:cNvPr>
          <p:cNvGrpSpPr/>
          <p:nvPr/>
        </p:nvGrpSpPr>
        <p:grpSpPr>
          <a:xfrm>
            <a:off x="2322624" y="4423756"/>
            <a:ext cx="1737294" cy="447811"/>
            <a:chOff x="3212223" y="193664"/>
            <a:chExt cx="1737294" cy="447811"/>
          </a:xfrm>
        </p:grpSpPr>
        <p:pic>
          <p:nvPicPr>
            <p:cNvPr id="184" name="그래픽 183">
              <a:extLst>
                <a:ext uri="{FF2B5EF4-FFF2-40B4-BE49-F238E27FC236}">
                  <a16:creationId xmlns:a16="http://schemas.microsoft.com/office/drawing/2014/main" id="{7908A0EB-D33C-02CC-C2F7-2E0E7FA3EA7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21D6C0AA-F761-DF3F-F416-A2427A24B3F6}"/>
                </a:ext>
              </a:extLst>
            </p:cNvPr>
            <p:cNvSpPr txBox="1"/>
            <p:nvPr/>
          </p:nvSpPr>
          <p:spPr>
            <a:xfrm>
              <a:off x="3809461" y="193664"/>
              <a:ext cx="114005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128.1.8.1 /22</a:t>
              </a:r>
              <a:endParaRPr lang="ko-KR" altLang="en-US" sz="1000" b="1" dirty="0"/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097B2079-23B9-766C-5FFB-617573F6257B}"/>
                </a:ext>
              </a:extLst>
            </p:cNvPr>
            <p:cNvSpPr txBox="1"/>
            <p:nvPr/>
          </p:nvSpPr>
          <p:spPr>
            <a:xfrm>
              <a:off x="3229387" y="395254"/>
              <a:ext cx="341760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R8</a:t>
              </a:r>
              <a:endParaRPr lang="ko-KR" altLang="en-US" sz="1000" b="1" dirty="0"/>
            </a:p>
          </p:txBody>
        </p:sp>
      </p:grpSp>
      <p:grpSp>
        <p:nvGrpSpPr>
          <p:cNvPr id="187" name="그룹 186">
            <a:extLst>
              <a:ext uri="{FF2B5EF4-FFF2-40B4-BE49-F238E27FC236}">
                <a16:creationId xmlns:a16="http://schemas.microsoft.com/office/drawing/2014/main" id="{99ADB7D4-E1F7-EB88-2EAF-B46031F8730A}"/>
              </a:ext>
            </a:extLst>
          </p:cNvPr>
          <p:cNvGrpSpPr/>
          <p:nvPr/>
        </p:nvGrpSpPr>
        <p:grpSpPr>
          <a:xfrm>
            <a:off x="2322624" y="5027591"/>
            <a:ext cx="1774163" cy="447811"/>
            <a:chOff x="3212223" y="193664"/>
            <a:chExt cx="1774163" cy="447811"/>
          </a:xfrm>
        </p:grpSpPr>
        <p:pic>
          <p:nvPicPr>
            <p:cNvPr id="188" name="그래픽 187">
              <a:extLst>
                <a:ext uri="{FF2B5EF4-FFF2-40B4-BE49-F238E27FC236}">
                  <a16:creationId xmlns:a16="http://schemas.microsoft.com/office/drawing/2014/main" id="{A1256178-0750-0475-57B0-CCD3BBDFA9E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7D43DD31-4BF5-A87A-8E2E-7C4AA5B3FC63}"/>
                </a:ext>
              </a:extLst>
            </p:cNvPr>
            <p:cNvSpPr txBox="1"/>
            <p:nvPr/>
          </p:nvSpPr>
          <p:spPr>
            <a:xfrm>
              <a:off x="3772592" y="193664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128.1.24.1 /22</a:t>
              </a:r>
              <a:endParaRPr lang="ko-KR" altLang="en-US" sz="1000" b="1" dirty="0"/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8FBEB7E1-4DE3-BF58-4C3B-A78C320E056F}"/>
                </a:ext>
              </a:extLst>
            </p:cNvPr>
            <p:cNvSpPr txBox="1"/>
            <p:nvPr/>
          </p:nvSpPr>
          <p:spPr>
            <a:xfrm>
              <a:off x="3229387" y="395254"/>
              <a:ext cx="341760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R9</a:t>
              </a:r>
              <a:endParaRPr lang="ko-KR" altLang="en-US" sz="1000" b="1" dirty="0"/>
            </a:p>
          </p:txBody>
        </p:sp>
      </p:grpSp>
      <p:grpSp>
        <p:nvGrpSpPr>
          <p:cNvPr id="191" name="그룹 190">
            <a:extLst>
              <a:ext uri="{FF2B5EF4-FFF2-40B4-BE49-F238E27FC236}">
                <a16:creationId xmlns:a16="http://schemas.microsoft.com/office/drawing/2014/main" id="{0B9372B5-E4A6-2F32-382D-73A78C5F7F86}"/>
              </a:ext>
            </a:extLst>
          </p:cNvPr>
          <p:cNvGrpSpPr/>
          <p:nvPr/>
        </p:nvGrpSpPr>
        <p:grpSpPr>
          <a:xfrm>
            <a:off x="2302919" y="5631426"/>
            <a:ext cx="1793868" cy="447811"/>
            <a:chOff x="3192518" y="193664"/>
            <a:chExt cx="1793868" cy="447811"/>
          </a:xfrm>
        </p:grpSpPr>
        <p:pic>
          <p:nvPicPr>
            <p:cNvPr id="192" name="그래픽 191">
              <a:extLst>
                <a:ext uri="{FF2B5EF4-FFF2-40B4-BE49-F238E27FC236}">
                  <a16:creationId xmlns:a16="http://schemas.microsoft.com/office/drawing/2014/main" id="{FB4B282A-9481-79A9-1193-763DD38FE4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552CDA48-28FA-BEB5-882C-8059CCD846FF}"/>
                </a:ext>
              </a:extLst>
            </p:cNvPr>
            <p:cNvSpPr txBox="1"/>
            <p:nvPr/>
          </p:nvSpPr>
          <p:spPr>
            <a:xfrm>
              <a:off x="3772592" y="193664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128.1.16.1 /22</a:t>
              </a:r>
              <a:endParaRPr lang="ko-KR" altLang="en-US" sz="1000" b="1" dirty="0"/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DF15E8B7-4C0C-E195-CEF5-56B87A63A8B2}"/>
                </a:ext>
              </a:extLst>
            </p:cNvPr>
            <p:cNvSpPr txBox="1"/>
            <p:nvPr/>
          </p:nvSpPr>
          <p:spPr>
            <a:xfrm>
              <a:off x="3192518" y="395254"/>
              <a:ext cx="415499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R10</a:t>
              </a:r>
              <a:endParaRPr lang="ko-KR" altLang="en-US" sz="1000" b="1" dirty="0"/>
            </a:p>
          </p:txBody>
        </p:sp>
      </p:grpSp>
      <p:grpSp>
        <p:nvGrpSpPr>
          <p:cNvPr id="195" name="그룹 194">
            <a:extLst>
              <a:ext uri="{FF2B5EF4-FFF2-40B4-BE49-F238E27FC236}">
                <a16:creationId xmlns:a16="http://schemas.microsoft.com/office/drawing/2014/main" id="{BB2D9F57-D378-EDF5-B6EB-FC4916918383}"/>
              </a:ext>
            </a:extLst>
          </p:cNvPr>
          <p:cNvGrpSpPr/>
          <p:nvPr/>
        </p:nvGrpSpPr>
        <p:grpSpPr>
          <a:xfrm>
            <a:off x="2302919" y="6235258"/>
            <a:ext cx="1830738" cy="447811"/>
            <a:chOff x="3192518" y="193664"/>
            <a:chExt cx="1830738" cy="447811"/>
          </a:xfrm>
        </p:grpSpPr>
        <p:pic>
          <p:nvPicPr>
            <p:cNvPr id="196" name="그래픽 195">
              <a:extLst>
                <a:ext uri="{FF2B5EF4-FFF2-40B4-BE49-F238E27FC236}">
                  <a16:creationId xmlns:a16="http://schemas.microsoft.com/office/drawing/2014/main" id="{32A31575-9035-5A8F-ED64-29AFC8E671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D0385F9A-EC20-8028-B249-582296EEBF02}"/>
                </a:ext>
              </a:extLst>
            </p:cNvPr>
            <p:cNvSpPr txBox="1"/>
            <p:nvPr/>
          </p:nvSpPr>
          <p:spPr>
            <a:xfrm>
              <a:off x="3735723" y="193664"/>
              <a:ext cx="128753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128.1.128.2 /19</a:t>
              </a:r>
              <a:endParaRPr lang="ko-KR" altLang="en-US" sz="1000" b="1" dirty="0"/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465900A8-16AC-E4DA-3C75-6F03EAE04205}"/>
                </a:ext>
              </a:extLst>
            </p:cNvPr>
            <p:cNvSpPr txBox="1"/>
            <p:nvPr/>
          </p:nvSpPr>
          <p:spPr>
            <a:xfrm>
              <a:off x="3192518" y="395254"/>
              <a:ext cx="415499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R11</a:t>
              </a:r>
              <a:endParaRPr lang="ko-KR" altLang="en-US" sz="1000" b="1" dirty="0"/>
            </a:p>
          </p:txBody>
        </p:sp>
      </p:grpSp>
      <p:grpSp>
        <p:nvGrpSpPr>
          <p:cNvPr id="199" name="그룹 198">
            <a:extLst>
              <a:ext uri="{FF2B5EF4-FFF2-40B4-BE49-F238E27FC236}">
                <a16:creationId xmlns:a16="http://schemas.microsoft.com/office/drawing/2014/main" id="{7B2B8C18-3E8F-85DE-7BDA-6581E06C5B61}"/>
              </a:ext>
            </a:extLst>
          </p:cNvPr>
          <p:cNvGrpSpPr/>
          <p:nvPr/>
        </p:nvGrpSpPr>
        <p:grpSpPr>
          <a:xfrm>
            <a:off x="2322624" y="196911"/>
            <a:ext cx="1700425" cy="451017"/>
            <a:chOff x="3212223" y="193664"/>
            <a:chExt cx="1700425" cy="451017"/>
          </a:xfrm>
        </p:grpSpPr>
        <p:pic>
          <p:nvPicPr>
            <p:cNvPr id="200" name="그래픽 199">
              <a:extLst>
                <a:ext uri="{FF2B5EF4-FFF2-40B4-BE49-F238E27FC236}">
                  <a16:creationId xmlns:a16="http://schemas.microsoft.com/office/drawing/2014/main" id="{A6D282EF-D920-467C-1597-23A28F76D9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13740307-1D8E-61E9-A193-D574281C68CB}"/>
                </a:ext>
              </a:extLst>
            </p:cNvPr>
            <p:cNvSpPr txBox="1"/>
            <p:nvPr/>
          </p:nvSpPr>
          <p:spPr>
            <a:xfrm>
              <a:off x="3846330" y="193664"/>
              <a:ext cx="106631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10.1.0.1 /18</a:t>
              </a:r>
              <a:endParaRPr lang="ko-KR" altLang="en-US" sz="1000" b="1" dirty="0"/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DF7FDD76-1974-30CF-6568-6311AD415E0A}"/>
                </a:ext>
              </a:extLst>
            </p:cNvPr>
            <p:cNvSpPr txBox="1"/>
            <p:nvPr/>
          </p:nvSpPr>
          <p:spPr>
            <a:xfrm>
              <a:off x="3230990" y="395254"/>
              <a:ext cx="338554" cy="249427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R1</a:t>
              </a:r>
              <a:endParaRPr lang="ko-KR" altLang="en-US" sz="1000" b="1" dirty="0"/>
            </a:p>
          </p:txBody>
        </p:sp>
      </p:grpSp>
      <p:grpSp>
        <p:nvGrpSpPr>
          <p:cNvPr id="203" name="그룹 202">
            <a:extLst>
              <a:ext uri="{FF2B5EF4-FFF2-40B4-BE49-F238E27FC236}">
                <a16:creationId xmlns:a16="http://schemas.microsoft.com/office/drawing/2014/main" id="{ADE14F6C-8ADA-D875-BEBD-ED1C48128342}"/>
              </a:ext>
            </a:extLst>
          </p:cNvPr>
          <p:cNvGrpSpPr/>
          <p:nvPr/>
        </p:nvGrpSpPr>
        <p:grpSpPr>
          <a:xfrm>
            <a:off x="2322624" y="2008416"/>
            <a:ext cx="1774163" cy="447811"/>
            <a:chOff x="3212223" y="193664"/>
            <a:chExt cx="1774163" cy="447811"/>
          </a:xfrm>
        </p:grpSpPr>
        <p:pic>
          <p:nvPicPr>
            <p:cNvPr id="204" name="그래픽 203">
              <a:extLst>
                <a:ext uri="{FF2B5EF4-FFF2-40B4-BE49-F238E27FC236}">
                  <a16:creationId xmlns:a16="http://schemas.microsoft.com/office/drawing/2014/main" id="{D3F2C7A0-C3B2-FDE9-C7AF-25D51FBA6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6F74500E-B223-A842-811A-3F614FE847D4}"/>
                </a:ext>
              </a:extLst>
            </p:cNvPr>
            <p:cNvSpPr txBox="1"/>
            <p:nvPr/>
          </p:nvSpPr>
          <p:spPr>
            <a:xfrm>
              <a:off x="3772592" y="193664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128.1.96.1 /19</a:t>
              </a:r>
              <a:endParaRPr lang="ko-KR" altLang="en-US" sz="1000" b="1" dirty="0"/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A7A208E-8CB6-02EE-D761-281BFBA467B2}"/>
                </a:ext>
              </a:extLst>
            </p:cNvPr>
            <p:cNvSpPr txBox="1"/>
            <p:nvPr/>
          </p:nvSpPr>
          <p:spPr>
            <a:xfrm>
              <a:off x="3229387" y="395254"/>
              <a:ext cx="341760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R4</a:t>
              </a:r>
              <a:endParaRPr lang="ko-KR" altLang="en-US" sz="1000" b="1" dirty="0"/>
            </a:p>
          </p:txBody>
        </p:sp>
      </p:grpSp>
      <p:grpSp>
        <p:nvGrpSpPr>
          <p:cNvPr id="207" name="그룹 206">
            <a:extLst>
              <a:ext uri="{FF2B5EF4-FFF2-40B4-BE49-F238E27FC236}">
                <a16:creationId xmlns:a16="http://schemas.microsoft.com/office/drawing/2014/main" id="{50D5A583-BC6C-172F-9092-5F4020BED3D3}"/>
              </a:ext>
            </a:extLst>
          </p:cNvPr>
          <p:cNvGrpSpPr/>
          <p:nvPr/>
        </p:nvGrpSpPr>
        <p:grpSpPr>
          <a:xfrm>
            <a:off x="2322624" y="2612251"/>
            <a:ext cx="1737294" cy="447811"/>
            <a:chOff x="3212223" y="193664"/>
            <a:chExt cx="1737294" cy="447811"/>
          </a:xfrm>
        </p:grpSpPr>
        <p:pic>
          <p:nvPicPr>
            <p:cNvPr id="208" name="그래픽 207">
              <a:extLst>
                <a:ext uri="{FF2B5EF4-FFF2-40B4-BE49-F238E27FC236}">
                  <a16:creationId xmlns:a16="http://schemas.microsoft.com/office/drawing/2014/main" id="{EE2ED5DB-16AE-EE60-B21E-5B2858F8F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D8021C23-0247-0E0A-12C7-AFEAE21D90D0}"/>
                </a:ext>
              </a:extLst>
            </p:cNvPr>
            <p:cNvSpPr txBox="1"/>
            <p:nvPr/>
          </p:nvSpPr>
          <p:spPr>
            <a:xfrm>
              <a:off x="3809461" y="193664"/>
              <a:ext cx="114005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128.1.0.2 /22</a:t>
              </a:r>
              <a:endParaRPr lang="ko-KR" altLang="en-US" sz="1000" b="1" dirty="0"/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7E050462-BECA-011B-D56B-9DFBE8519F40}"/>
                </a:ext>
              </a:extLst>
            </p:cNvPr>
            <p:cNvSpPr txBox="1"/>
            <p:nvPr/>
          </p:nvSpPr>
          <p:spPr>
            <a:xfrm>
              <a:off x="3229387" y="395254"/>
              <a:ext cx="341760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R5</a:t>
              </a:r>
              <a:endParaRPr lang="ko-KR" altLang="en-US" sz="1000" b="1" dirty="0"/>
            </a:p>
          </p:txBody>
        </p:sp>
      </p:grpSp>
      <p:grpSp>
        <p:nvGrpSpPr>
          <p:cNvPr id="211" name="그룹 210">
            <a:extLst>
              <a:ext uri="{FF2B5EF4-FFF2-40B4-BE49-F238E27FC236}">
                <a16:creationId xmlns:a16="http://schemas.microsoft.com/office/drawing/2014/main" id="{BB0E25A5-365B-19BC-4E21-7A101848AC26}"/>
              </a:ext>
            </a:extLst>
          </p:cNvPr>
          <p:cNvGrpSpPr/>
          <p:nvPr/>
        </p:nvGrpSpPr>
        <p:grpSpPr>
          <a:xfrm>
            <a:off x="2322624" y="800746"/>
            <a:ext cx="1811033" cy="447811"/>
            <a:chOff x="3212223" y="193664"/>
            <a:chExt cx="1811033" cy="447811"/>
          </a:xfrm>
        </p:grpSpPr>
        <p:pic>
          <p:nvPicPr>
            <p:cNvPr id="212" name="그래픽 211">
              <a:extLst>
                <a:ext uri="{FF2B5EF4-FFF2-40B4-BE49-F238E27FC236}">
                  <a16:creationId xmlns:a16="http://schemas.microsoft.com/office/drawing/2014/main" id="{6A969B5F-98D4-285E-B2A1-57CFF540C82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66955E30-E314-7487-DA13-AFF9CE093D35}"/>
                </a:ext>
              </a:extLst>
            </p:cNvPr>
            <p:cNvSpPr txBox="1"/>
            <p:nvPr/>
          </p:nvSpPr>
          <p:spPr>
            <a:xfrm>
              <a:off x="3735723" y="193664"/>
              <a:ext cx="128753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128.1.128.1 /19</a:t>
              </a:r>
              <a:endParaRPr lang="ko-KR" altLang="en-US" sz="1000" b="1" dirty="0"/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F173BEC5-EBB0-ACDB-9800-1E7B8ACBAD9D}"/>
                </a:ext>
              </a:extLst>
            </p:cNvPr>
            <p:cNvSpPr txBox="1"/>
            <p:nvPr/>
          </p:nvSpPr>
          <p:spPr>
            <a:xfrm>
              <a:off x="3229387" y="395254"/>
              <a:ext cx="341760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R2</a:t>
              </a:r>
              <a:endParaRPr lang="ko-KR" altLang="en-US" sz="1000" b="1" dirty="0"/>
            </a:p>
          </p:txBody>
        </p:sp>
      </p:grpSp>
      <p:grpSp>
        <p:nvGrpSpPr>
          <p:cNvPr id="347" name="그룹 346">
            <a:extLst>
              <a:ext uri="{FF2B5EF4-FFF2-40B4-BE49-F238E27FC236}">
                <a16:creationId xmlns:a16="http://schemas.microsoft.com/office/drawing/2014/main" id="{7F58B267-5E6D-0E10-1E1C-24C87592528E}"/>
              </a:ext>
            </a:extLst>
          </p:cNvPr>
          <p:cNvGrpSpPr/>
          <p:nvPr/>
        </p:nvGrpSpPr>
        <p:grpSpPr>
          <a:xfrm>
            <a:off x="4493455" y="97168"/>
            <a:ext cx="1780576" cy="699546"/>
            <a:chOff x="5455480" y="97168"/>
            <a:chExt cx="1780576" cy="699546"/>
          </a:xfrm>
        </p:grpSpPr>
        <p:pic>
          <p:nvPicPr>
            <p:cNvPr id="348" name="Picture 2" descr="Data server ">
              <a:extLst>
                <a:ext uri="{FF2B5EF4-FFF2-40B4-BE49-F238E27FC236}">
                  <a16:creationId xmlns:a16="http://schemas.microsoft.com/office/drawing/2014/main" id="{AF4170D3-2D60-E15C-67F9-700726DC81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5480" y="97168"/>
              <a:ext cx="474489" cy="4744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9" name="TextBox 348">
              <a:extLst>
                <a:ext uri="{FF2B5EF4-FFF2-40B4-BE49-F238E27FC236}">
                  <a16:creationId xmlns:a16="http://schemas.microsoft.com/office/drawing/2014/main" id="{FA871C8C-6225-3326-8F70-F1A08F5713C6}"/>
                </a:ext>
              </a:extLst>
            </p:cNvPr>
            <p:cNvSpPr txBox="1"/>
            <p:nvPr/>
          </p:nvSpPr>
          <p:spPr>
            <a:xfrm>
              <a:off x="5563522" y="55049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1</a:t>
              </a:r>
              <a:endParaRPr lang="ko-KR" altLang="en-US" sz="1000" b="1" dirty="0"/>
            </a:p>
          </p:txBody>
        </p:sp>
        <p:sp>
          <p:nvSpPr>
            <p:cNvPr id="350" name="TextBox 349">
              <a:extLst>
                <a:ext uri="{FF2B5EF4-FFF2-40B4-BE49-F238E27FC236}">
                  <a16:creationId xmlns:a16="http://schemas.microsoft.com/office/drawing/2014/main" id="{8A2B4CD8-91E5-7B95-C559-41D8A54574C5}"/>
                </a:ext>
              </a:extLst>
            </p:cNvPr>
            <p:cNvSpPr txBox="1"/>
            <p:nvPr/>
          </p:nvSpPr>
          <p:spPr>
            <a:xfrm>
              <a:off x="6169738" y="186384"/>
              <a:ext cx="10663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10.1.0.5 /18</a:t>
              </a:r>
            </a:p>
            <a:p>
              <a:pPr algn="ctr"/>
              <a:r>
                <a:rPr lang="en-US" altLang="ko-KR" sz="1000" b="1" dirty="0"/>
                <a:t>UBUNTU</a:t>
              </a:r>
              <a:endParaRPr lang="ko-KR" altLang="en-US" sz="1000" b="1" dirty="0"/>
            </a:p>
          </p:txBody>
        </p:sp>
      </p:grpSp>
      <p:grpSp>
        <p:nvGrpSpPr>
          <p:cNvPr id="351" name="그룹 350">
            <a:extLst>
              <a:ext uri="{FF2B5EF4-FFF2-40B4-BE49-F238E27FC236}">
                <a16:creationId xmlns:a16="http://schemas.microsoft.com/office/drawing/2014/main" id="{97ACDF33-623B-0001-FA39-034045789F6E}"/>
              </a:ext>
            </a:extLst>
          </p:cNvPr>
          <p:cNvGrpSpPr/>
          <p:nvPr/>
        </p:nvGrpSpPr>
        <p:grpSpPr>
          <a:xfrm>
            <a:off x="4493455" y="3583318"/>
            <a:ext cx="1854314" cy="699546"/>
            <a:chOff x="5455480" y="97168"/>
            <a:chExt cx="1854314" cy="699546"/>
          </a:xfrm>
        </p:grpSpPr>
        <p:pic>
          <p:nvPicPr>
            <p:cNvPr id="352" name="Picture 2" descr="Data server ">
              <a:extLst>
                <a:ext uri="{FF2B5EF4-FFF2-40B4-BE49-F238E27FC236}">
                  <a16:creationId xmlns:a16="http://schemas.microsoft.com/office/drawing/2014/main" id="{6206FF7F-0F63-C1DB-5ADD-82247CE82A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5480" y="97168"/>
              <a:ext cx="474489" cy="4744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53" name="TextBox 352">
              <a:extLst>
                <a:ext uri="{FF2B5EF4-FFF2-40B4-BE49-F238E27FC236}">
                  <a16:creationId xmlns:a16="http://schemas.microsoft.com/office/drawing/2014/main" id="{0EFE195B-3672-2D23-D391-07AC8FE412A2}"/>
                </a:ext>
              </a:extLst>
            </p:cNvPr>
            <p:cNvSpPr txBox="1"/>
            <p:nvPr/>
          </p:nvSpPr>
          <p:spPr>
            <a:xfrm>
              <a:off x="5563522" y="55049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6</a:t>
              </a:r>
              <a:endParaRPr lang="ko-KR" altLang="en-US" sz="1000" b="1" dirty="0"/>
            </a:p>
          </p:txBody>
        </p:sp>
        <p:sp>
          <p:nvSpPr>
            <p:cNvPr id="354" name="TextBox 353">
              <a:extLst>
                <a:ext uri="{FF2B5EF4-FFF2-40B4-BE49-F238E27FC236}">
                  <a16:creationId xmlns:a16="http://schemas.microsoft.com/office/drawing/2014/main" id="{2EFA7DB5-276C-003E-48E4-E1C14AB2390B}"/>
                </a:ext>
              </a:extLst>
            </p:cNvPr>
            <p:cNvSpPr txBox="1"/>
            <p:nvPr/>
          </p:nvSpPr>
          <p:spPr>
            <a:xfrm>
              <a:off x="6096000" y="186384"/>
              <a:ext cx="121379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128.1.12.6 /22</a:t>
              </a:r>
            </a:p>
            <a:p>
              <a:pPr algn="ctr"/>
              <a:r>
                <a:rPr lang="en-US" altLang="ko-KR" sz="1000" b="1" dirty="0"/>
                <a:t>ROCKY9</a:t>
              </a:r>
              <a:endParaRPr lang="ko-KR" altLang="en-US" sz="1000" b="1" dirty="0"/>
            </a:p>
          </p:txBody>
        </p:sp>
      </p:grpSp>
      <p:grpSp>
        <p:nvGrpSpPr>
          <p:cNvPr id="355" name="그룹 354">
            <a:extLst>
              <a:ext uri="{FF2B5EF4-FFF2-40B4-BE49-F238E27FC236}">
                <a16:creationId xmlns:a16="http://schemas.microsoft.com/office/drawing/2014/main" id="{F92E5CF2-0FA4-1B22-5325-046F5DBDD936}"/>
              </a:ext>
            </a:extLst>
          </p:cNvPr>
          <p:cNvGrpSpPr/>
          <p:nvPr/>
        </p:nvGrpSpPr>
        <p:grpSpPr>
          <a:xfrm>
            <a:off x="4493455" y="794398"/>
            <a:ext cx="1780576" cy="699546"/>
            <a:chOff x="5455480" y="97168"/>
            <a:chExt cx="1780576" cy="699546"/>
          </a:xfrm>
        </p:grpSpPr>
        <p:pic>
          <p:nvPicPr>
            <p:cNvPr id="356" name="Picture 2" descr="Data server ">
              <a:extLst>
                <a:ext uri="{FF2B5EF4-FFF2-40B4-BE49-F238E27FC236}">
                  <a16:creationId xmlns:a16="http://schemas.microsoft.com/office/drawing/2014/main" id="{A0C250C7-A714-7E63-C12A-6FFA90E087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5480" y="97168"/>
              <a:ext cx="474489" cy="4744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57" name="TextBox 356">
              <a:extLst>
                <a:ext uri="{FF2B5EF4-FFF2-40B4-BE49-F238E27FC236}">
                  <a16:creationId xmlns:a16="http://schemas.microsoft.com/office/drawing/2014/main" id="{D3BDCFE5-49CC-2DB8-42BA-39D6C28BFBD9}"/>
                </a:ext>
              </a:extLst>
            </p:cNvPr>
            <p:cNvSpPr txBox="1"/>
            <p:nvPr/>
          </p:nvSpPr>
          <p:spPr>
            <a:xfrm>
              <a:off x="5563522" y="55049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2</a:t>
              </a:r>
              <a:endParaRPr lang="ko-KR" altLang="en-US" sz="1000" b="1" dirty="0"/>
            </a:p>
          </p:txBody>
        </p:sp>
        <p:sp>
          <p:nvSpPr>
            <p:cNvPr id="358" name="TextBox 357">
              <a:extLst>
                <a:ext uri="{FF2B5EF4-FFF2-40B4-BE49-F238E27FC236}">
                  <a16:creationId xmlns:a16="http://schemas.microsoft.com/office/drawing/2014/main" id="{0B3A54A1-EA5F-F6BF-C5ED-52E51C4086DE}"/>
                </a:ext>
              </a:extLst>
            </p:cNvPr>
            <p:cNvSpPr txBox="1"/>
            <p:nvPr/>
          </p:nvSpPr>
          <p:spPr>
            <a:xfrm>
              <a:off x="6169738" y="186384"/>
              <a:ext cx="10663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10.1.0.6 /18</a:t>
              </a:r>
            </a:p>
            <a:p>
              <a:pPr algn="ctr"/>
              <a:r>
                <a:rPr lang="en-US" altLang="ko-KR" sz="1000" b="1" dirty="0"/>
                <a:t>ROCKY9</a:t>
              </a:r>
              <a:endParaRPr lang="ko-KR" altLang="en-US" sz="1000" b="1" dirty="0"/>
            </a:p>
          </p:txBody>
        </p:sp>
      </p:grpSp>
      <p:grpSp>
        <p:nvGrpSpPr>
          <p:cNvPr id="359" name="그룹 358">
            <a:extLst>
              <a:ext uri="{FF2B5EF4-FFF2-40B4-BE49-F238E27FC236}">
                <a16:creationId xmlns:a16="http://schemas.microsoft.com/office/drawing/2014/main" id="{32905E9C-78FD-0BAB-E02A-1DAF4531E0CE}"/>
              </a:ext>
            </a:extLst>
          </p:cNvPr>
          <p:cNvGrpSpPr/>
          <p:nvPr/>
        </p:nvGrpSpPr>
        <p:grpSpPr>
          <a:xfrm>
            <a:off x="4493455" y="1491628"/>
            <a:ext cx="1891183" cy="699546"/>
            <a:chOff x="5455480" y="97168"/>
            <a:chExt cx="1891183" cy="699546"/>
          </a:xfrm>
        </p:grpSpPr>
        <p:pic>
          <p:nvPicPr>
            <p:cNvPr id="360" name="Picture 2" descr="Data server ">
              <a:extLst>
                <a:ext uri="{FF2B5EF4-FFF2-40B4-BE49-F238E27FC236}">
                  <a16:creationId xmlns:a16="http://schemas.microsoft.com/office/drawing/2014/main" id="{5F1ED3A0-464D-BE76-D1A8-933D08F123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5480" y="97168"/>
              <a:ext cx="474489" cy="4744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97706B44-AE27-D430-52CA-AB01E7C33AC6}"/>
                </a:ext>
              </a:extLst>
            </p:cNvPr>
            <p:cNvSpPr txBox="1"/>
            <p:nvPr/>
          </p:nvSpPr>
          <p:spPr>
            <a:xfrm>
              <a:off x="5563522" y="55049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3</a:t>
              </a:r>
              <a:endParaRPr lang="ko-KR" altLang="en-US" sz="1000" b="1" dirty="0"/>
            </a:p>
          </p:txBody>
        </p:sp>
        <p:sp>
          <p:nvSpPr>
            <p:cNvPr id="362" name="TextBox 361">
              <a:extLst>
                <a:ext uri="{FF2B5EF4-FFF2-40B4-BE49-F238E27FC236}">
                  <a16:creationId xmlns:a16="http://schemas.microsoft.com/office/drawing/2014/main" id="{4614BC1F-E01E-68D1-2E93-F74326DB82DB}"/>
                </a:ext>
              </a:extLst>
            </p:cNvPr>
            <p:cNvSpPr txBox="1"/>
            <p:nvPr/>
          </p:nvSpPr>
          <p:spPr>
            <a:xfrm>
              <a:off x="6059131" y="186384"/>
              <a:ext cx="128753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192.128.0.3 /16</a:t>
              </a:r>
            </a:p>
            <a:p>
              <a:pPr algn="ctr"/>
              <a:r>
                <a:rPr lang="en-US" altLang="ko-KR" sz="1000" b="1" dirty="0"/>
                <a:t>ROCKY9</a:t>
              </a:r>
              <a:endParaRPr lang="ko-KR" altLang="en-US" sz="1000" b="1" dirty="0"/>
            </a:p>
          </p:txBody>
        </p:sp>
      </p:grpSp>
      <p:grpSp>
        <p:nvGrpSpPr>
          <p:cNvPr id="363" name="그룹 362">
            <a:extLst>
              <a:ext uri="{FF2B5EF4-FFF2-40B4-BE49-F238E27FC236}">
                <a16:creationId xmlns:a16="http://schemas.microsoft.com/office/drawing/2014/main" id="{1B493275-B87C-E725-FA68-738B5A3BDF13}"/>
              </a:ext>
            </a:extLst>
          </p:cNvPr>
          <p:cNvGrpSpPr/>
          <p:nvPr/>
        </p:nvGrpSpPr>
        <p:grpSpPr>
          <a:xfrm>
            <a:off x="4493455" y="2188858"/>
            <a:ext cx="1854314" cy="699546"/>
            <a:chOff x="5455480" y="97168"/>
            <a:chExt cx="1854314" cy="699546"/>
          </a:xfrm>
        </p:grpSpPr>
        <p:pic>
          <p:nvPicPr>
            <p:cNvPr id="364" name="Picture 2" descr="Data server ">
              <a:extLst>
                <a:ext uri="{FF2B5EF4-FFF2-40B4-BE49-F238E27FC236}">
                  <a16:creationId xmlns:a16="http://schemas.microsoft.com/office/drawing/2014/main" id="{0E4B3A65-0222-DAE4-7D9B-398897A6DC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5480" y="97168"/>
              <a:ext cx="474489" cy="4744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5" name="TextBox 364">
              <a:extLst>
                <a:ext uri="{FF2B5EF4-FFF2-40B4-BE49-F238E27FC236}">
                  <a16:creationId xmlns:a16="http://schemas.microsoft.com/office/drawing/2014/main" id="{E4EA59BC-54C3-B901-3B06-46A7FBA237BC}"/>
                </a:ext>
              </a:extLst>
            </p:cNvPr>
            <p:cNvSpPr txBox="1"/>
            <p:nvPr/>
          </p:nvSpPr>
          <p:spPr>
            <a:xfrm>
              <a:off x="5563522" y="55049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4</a:t>
              </a:r>
              <a:endParaRPr lang="ko-KR" altLang="en-US" sz="1000" b="1" dirty="0"/>
            </a:p>
          </p:txBody>
        </p:sp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id="{BC980BB8-67DA-D8E8-FA13-839625E13A84}"/>
                </a:ext>
              </a:extLst>
            </p:cNvPr>
            <p:cNvSpPr txBox="1"/>
            <p:nvPr/>
          </p:nvSpPr>
          <p:spPr>
            <a:xfrm>
              <a:off x="6096000" y="186384"/>
              <a:ext cx="121379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128.1.12.4 /22</a:t>
              </a:r>
            </a:p>
            <a:p>
              <a:pPr algn="ctr"/>
              <a:r>
                <a:rPr lang="en-US" altLang="ko-KR" sz="1000" b="1" dirty="0"/>
                <a:t>UBUNTU</a:t>
              </a:r>
              <a:endParaRPr lang="ko-KR" altLang="en-US" sz="1000" b="1" dirty="0"/>
            </a:p>
          </p:txBody>
        </p:sp>
      </p:grpSp>
      <p:grpSp>
        <p:nvGrpSpPr>
          <p:cNvPr id="367" name="그룹 366">
            <a:extLst>
              <a:ext uri="{FF2B5EF4-FFF2-40B4-BE49-F238E27FC236}">
                <a16:creationId xmlns:a16="http://schemas.microsoft.com/office/drawing/2014/main" id="{129B3C96-5FA4-14B0-3A97-80ABEB2A94ED}"/>
              </a:ext>
            </a:extLst>
          </p:cNvPr>
          <p:cNvGrpSpPr/>
          <p:nvPr/>
        </p:nvGrpSpPr>
        <p:grpSpPr>
          <a:xfrm>
            <a:off x="4493455" y="2886088"/>
            <a:ext cx="1854314" cy="699546"/>
            <a:chOff x="5455480" y="97168"/>
            <a:chExt cx="1854314" cy="699546"/>
          </a:xfrm>
        </p:grpSpPr>
        <p:pic>
          <p:nvPicPr>
            <p:cNvPr id="368" name="Picture 2" descr="Data server ">
              <a:extLst>
                <a:ext uri="{FF2B5EF4-FFF2-40B4-BE49-F238E27FC236}">
                  <a16:creationId xmlns:a16="http://schemas.microsoft.com/office/drawing/2014/main" id="{F715CDC7-74E5-9464-4078-B49925BF46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5480" y="97168"/>
              <a:ext cx="474489" cy="4744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id="{7A7ADF38-27BF-1C12-096A-FA67AC7FA869}"/>
                </a:ext>
              </a:extLst>
            </p:cNvPr>
            <p:cNvSpPr txBox="1"/>
            <p:nvPr/>
          </p:nvSpPr>
          <p:spPr>
            <a:xfrm>
              <a:off x="5563522" y="55049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5</a:t>
              </a:r>
              <a:endParaRPr lang="ko-KR" altLang="en-US" sz="1000" b="1" dirty="0"/>
            </a:p>
          </p:txBody>
        </p:sp>
        <p:sp>
          <p:nvSpPr>
            <p:cNvPr id="370" name="TextBox 369">
              <a:extLst>
                <a:ext uri="{FF2B5EF4-FFF2-40B4-BE49-F238E27FC236}">
                  <a16:creationId xmlns:a16="http://schemas.microsoft.com/office/drawing/2014/main" id="{FB89F892-24F0-FD73-FE1C-BD0EC0EEDC5F}"/>
                </a:ext>
              </a:extLst>
            </p:cNvPr>
            <p:cNvSpPr txBox="1"/>
            <p:nvPr/>
          </p:nvSpPr>
          <p:spPr>
            <a:xfrm>
              <a:off x="6096000" y="186384"/>
              <a:ext cx="121379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128.1.12.5 /22</a:t>
              </a:r>
            </a:p>
            <a:p>
              <a:pPr algn="ctr"/>
              <a:r>
                <a:rPr lang="en-US" altLang="ko-KR" sz="1000" b="1" dirty="0"/>
                <a:t>ROCKY9</a:t>
              </a:r>
              <a:endParaRPr lang="ko-KR" altLang="en-US" sz="1000" b="1" dirty="0"/>
            </a:p>
          </p:txBody>
        </p:sp>
      </p:grpSp>
      <p:grpSp>
        <p:nvGrpSpPr>
          <p:cNvPr id="371" name="그룹 370">
            <a:extLst>
              <a:ext uri="{FF2B5EF4-FFF2-40B4-BE49-F238E27FC236}">
                <a16:creationId xmlns:a16="http://schemas.microsoft.com/office/drawing/2014/main" id="{9482634D-0BC7-EBA9-18E9-BE39DA0B92A6}"/>
              </a:ext>
            </a:extLst>
          </p:cNvPr>
          <p:cNvGrpSpPr/>
          <p:nvPr/>
        </p:nvGrpSpPr>
        <p:grpSpPr>
          <a:xfrm>
            <a:off x="6578102" y="168035"/>
            <a:ext cx="1808017" cy="640419"/>
            <a:chOff x="7263902" y="168035"/>
            <a:chExt cx="1808017" cy="640419"/>
          </a:xfrm>
        </p:grpSpPr>
        <p:pic>
          <p:nvPicPr>
            <p:cNvPr id="372" name="Picture 30" descr="Server ">
              <a:extLst>
                <a:ext uri="{FF2B5EF4-FFF2-40B4-BE49-F238E27FC236}">
                  <a16:creationId xmlns:a16="http://schemas.microsoft.com/office/drawing/2014/main" id="{AB0C8758-09D7-B0A5-DC16-13D8568203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7263902" y="168035"/>
              <a:ext cx="394198" cy="3941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3" name="TextBox 372">
              <a:extLst>
                <a:ext uri="{FF2B5EF4-FFF2-40B4-BE49-F238E27FC236}">
                  <a16:creationId xmlns:a16="http://schemas.microsoft.com/office/drawing/2014/main" id="{A3FC2DD6-9485-958E-F951-F528EF14A183}"/>
                </a:ext>
              </a:extLst>
            </p:cNvPr>
            <p:cNvSpPr txBox="1"/>
            <p:nvPr/>
          </p:nvSpPr>
          <p:spPr>
            <a:xfrm>
              <a:off x="7858125" y="177560"/>
              <a:ext cx="121379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128.1.96.7 /19</a:t>
              </a:r>
            </a:p>
            <a:p>
              <a:pPr algn="ctr"/>
              <a:r>
                <a:rPr lang="en-US" altLang="ko-KR" sz="1000" b="1" dirty="0"/>
                <a:t>UBUNTU</a:t>
              </a:r>
              <a:endParaRPr lang="ko-KR" altLang="en-US" sz="1000" b="1" dirty="0"/>
            </a:p>
          </p:txBody>
        </p:sp>
        <p:sp>
          <p:nvSpPr>
            <p:cNvPr id="374" name="TextBox 373">
              <a:extLst>
                <a:ext uri="{FF2B5EF4-FFF2-40B4-BE49-F238E27FC236}">
                  <a16:creationId xmlns:a16="http://schemas.microsoft.com/office/drawing/2014/main" id="{6AD87145-6588-9E49-3D8A-B8FE2917432B}"/>
                </a:ext>
              </a:extLst>
            </p:cNvPr>
            <p:cNvSpPr txBox="1"/>
            <p:nvPr/>
          </p:nvSpPr>
          <p:spPr>
            <a:xfrm>
              <a:off x="7331799" y="56223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7</a:t>
              </a:r>
              <a:endParaRPr lang="ko-KR" altLang="en-US" sz="1000" b="1" dirty="0"/>
            </a:p>
          </p:txBody>
        </p:sp>
      </p:grpSp>
      <p:grpSp>
        <p:nvGrpSpPr>
          <p:cNvPr id="375" name="그룹 374">
            <a:extLst>
              <a:ext uri="{FF2B5EF4-FFF2-40B4-BE49-F238E27FC236}">
                <a16:creationId xmlns:a16="http://schemas.microsoft.com/office/drawing/2014/main" id="{A20277C3-08E4-3521-DB90-78FB860E621E}"/>
              </a:ext>
            </a:extLst>
          </p:cNvPr>
          <p:cNvGrpSpPr/>
          <p:nvPr/>
        </p:nvGrpSpPr>
        <p:grpSpPr>
          <a:xfrm>
            <a:off x="6578102" y="942735"/>
            <a:ext cx="1771148" cy="640419"/>
            <a:chOff x="7263902" y="168035"/>
            <a:chExt cx="1771148" cy="640419"/>
          </a:xfrm>
        </p:grpSpPr>
        <p:pic>
          <p:nvPicPr>
            <p:cNvPr id="376" name="Picture 30" descr="Server ">
              <a:extLst>
                <a:ext uri="{FF2B5EF4-FFF2-40B4-BE49-F238E27FC236}">
                  <a16:creationId xmlns:a16="http://schemas.microsoft.com/office/drawing/2014/main" id="{5E6C57DD-B110-C974-FE5F-BBE0D82559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7263902" y="168035"/>
              <a:ext cx="394198" cy="3941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7" name="TextBox 376">
              <a:extLst>
                <a:ext uri="{FF2B5EF4-FFF2-40B4-BE49-F238E27FC236}">
                  <a16:creationId xmlns:a16="http://schemas.microsoft.com/office/drawing/2014/main" id="{C9A7324C-4357-9022-487F-6A295BAE0D7D}"/>
                </a:ext>
              </a:extLst>
            </p:cNvPr>
            <p:cNvSpPr txBox="1"/>
            <p:nvPr/>
          </p:nvSpPr>
          <p:spPr>
            <a:xfrm>
              <a:off x="7894994" y="177560"/>
              <a:ext cx="114005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10.1.64.5 /18</a:t>
              </a:r>
            </a:p>
            <a:p>
              <a:pPr algn="ctr"/>
              <a:r>
                <a:rPr lang="en-US" altLang="ko-KR" sz="1000" b="1" dirty="0"/>
                <a:t>UBUNTU</a:t>
              </a:r>
              <a:endParaRPr lang="ko-KR" altLang="en-US" sz="1000" b="1" dirty="0"/>
            </a:p>
          </p:txBody>
        </p:sp>
        <p:sp>
          <p:nvSpPr>
            <p:cNvPr id="378" name="TextBox 377">
              <a:extLst>
                <a:ext uri="{FF2B5EF4-FFF2-40B4-BE49-F238E27FC236}">
                  <a16:creationId xmlns:a16="http://schemas.microsoft.com/office/drawing/2014/main" id="{9025EA63-4A9E-8C7C-4415-0DC4FC0E1D5E}"/>
                </a:ext>
              </a:extLst>
            </p:cNvPr>
            <p:cNvSpPr txBox="1"/>
            <p:nvPr/>
          </p:nvSpPr>
          <p:spPr>
            <a:xfrm>
              <a:off x="7331799" y="56223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8</a:t>
              </a:r>
              <a:endParaRPr lang="ko-KR" altLang="en-US" sz="1000" b="1" dirty="0"/>
            </a:p>
          </p:txBody>
        </p:sp>
      </p:grpSp>
      <p:grpSp>
        <p:nvGrpSpPr>
          <p:cNvPr id="379" name="그룹 378">
            <a:extLst>
              <a:ext uri="{FF2B5EF4-FFF2-40B4-BE49-F238E27FC236}">
                <a16:creationId xmlns:a16="http://schemas.microsoft.com/office/drawing/2014/main" id="{6FE7B6E6-5BE7-4211-1DFF-AE178AEBDDC7}"/>
              </a:ext>
            </a:extLst>
          </p:cNvPr>
          <p:cNvGrpSpPr/>
          <p:nvPr/>
        </p:nvGrpSpPr>
        <p:grpSpPr>
          <a:xfrm>
            <a:off x="6578102" y="1717435"/>
            <a:ext cx="1808017" cy="640419"/>
            <a:chOff x="7263902" y="168035"/>
            <a:chExt cx="1808017" cy="640419"/>
          </a:xfrm>
        </p:grpSpPr>
        <p:pic>
          <p:nvPicPr>
            <p:cNvPr id="380" name="Picture 30" descr="Server ">
              <a:extLst>
                <a:ext uri="{FF2B5EF4-FFF2-40B4-BE49-F238E27FC236}">
                  <a16:creationId xmlns:a16="http://schemas.microsoft.com/office/drawing/2014/main" id="{71278C46-8861-EEEA-A03D-AE2DE53808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7263902" y="168035"/>
              <a:ext cx="394198" cy="3941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id="{6468B248-4BE7-B8F4-7F0A-4A100E218431}"/>
                </a:ext>
              </a:extLst>
            </p:cNvPr>
            <p:cNvSpPr txBox="1"/>
            <p:nvPr/>
          </p:nvSpPr>
          <p:spPr>
            <a:xfrm>
              <a:off x="7858125" y="177560"/>
              <a:ext cx="121379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10.1.128.6 /18</a:t>
              </a:r>
              <a:br>
                <a:rPr lang="en-US" altLang="ko-KR" sz="1000" b="1" dirty="0"/>
              </a:br>
              <a:r>
                <a:rPr lang="en-US" altLang="ko-KR" sz="1000" b="1" dirty="0"/>
                <a:t>ROCKY9</a:t>
              </a:r>
              <a:endParaRPr lang="ko-KR" altLang="en-US" sz="1000" b="1" dirty="0"/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DAF27D-5E5A-877E-29EC-61C5142158ED}"/>
                </a:ext>
              </a:extLst>
            </p:cNvPr>
            <p:cNvSpPr txBox="1"/>
            <p:nvPr/>
          </p:nvSpPr>
          <p:spPr>
            <a:xfrm>
              <a:off x="7331799" y="56223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9</a:t>
              </a:r>
              <a:endParaRPr lang="ko-KR" altLang="en-US" sz="1000" b="1" dirty="0"/>
            </a:p>
          </p:txBody>
        </p:sp>
      </p:grpSp>
      <p:grpSp>
        <p:nvGrpSpPr>
          <p:cNvPr id="388" name="그룹 387">
            <a:extLst>
              <a:ext uri="{FF2B5EF4-FFF2-40B4-BE49-F238E27FC236}">
                <a16:creationId xmlns:a16="http://schemas.microsoft.com/office/drawing/2014/main" id="{72BE62FF-4751-3EDE-2B5B-4BDE4EF55E05}"/>
              </a:ext>
            </a:extLst>
          </p:cNvPr>
          <p:cNvGrpSpPr/>
          <p:nvPr/>
        </p:nvGrpSpPr>
        <p:grpSpPr>
          <a:xfrm>
            <a:off x="8517769" y="161375"/>
            <a:ext cx="1625126" cy="588143"/>
            <a:chOff x="8923631" y="170900"/>
            <a:chExt cx="1625126" cy="588143"/>
          </a:xfrm>
        </p:grpSpPr>
        <p:pic>
          <p:nvPicPr>
            <p:cNvPr id="393" name="Picture 16" descr="Computer">
              <a:extLst>
                <a:ext uri="{FF2B5EF4-FFF2-40B4-BE49-F238E27FC236}">
                  <a16:creationId xmlns:a16="http://schemas.microsoft.com/office/drawing/2014/main" id="{2194ABEC-38CA-BCCF-26F8-781DEC6FF7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4606FAC0-BE4E-6188-A7CF-49A6328955BA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1</a:t>
              </a:r>
              <a:endParaRPr lang="ko-KR" altLang="en-US" sz="1000" b="1" dirty="0"/>
            </a:p>
          </p:txBody>
        </p:sp>
        <p:sp>
          <p:nvSpPr>
            <p:cNvPr id="395" name="TextBox 394">
              <a:extLst>
                <a:ext uri="{FF2B5EF4-FFF2-40B4-BE49-F238E27FC236}">
                  <a16:creationId xmlns:a16="http://schemas.microsoft.com/office/drawing/2014/main" id="{3E49F8FE-6214-6007-D238-81AB1A6FA0AF}"/>
                </a:ext>
              </a:extLst>
            </p:cNvPr>
            <p:cNvSpPr txBox="1"/>
            <p:nvPr/>
          </p:nvSpPr>
          <p:spPr>
            <a:xfrm>
              <a:off x="9261224" y="170900"/>
              <a:ext cx="128753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192.128.0.4 /16</a:t>
              </a:r>
              <a:endParaRPr lang="ko-KR" altLang="en-US" sz="1000" b="1" dirty="0"/>
            </a:p>
          </p:txBody>
        </p:sp>
      </p:grpSp>
      <p:grpSp>
        <p:nvGrpSpPr>
          <p:cNvPr id="389" name="그룹 388">
            <a:extLst>
              <a:ext uri="{FF2B5EF4-FFF2-40B4-BE49-F238E27FC236}">
                <a16:creationId xmlns:a16="http://schemas.microsoft.com/office/drawing/2014/main" id="{D978D127-B80A-CB01-F3D2-EA1D47B0AC9E}"/>
              </a:ext>
            </a:extLst>
          </p:cNvPr>
          <p:cNvGrpSpPr/>
          <p:nvPr/>
        </p:nvGrpSpPr>
        <p:grpSpPr>
          <a:xfrm>
            <a:off x="10221211" y="2055530"/>
            <a:ext cx="1606075" cy="569093"/>
            <a:chOff x="8905812" y="199475"/>
            <a:chExt cx="1606075" cy="569093"/>
          </a:xfrm>
        </p:grpSpPr>
        <p:pic>
          <p:nvPicPr>
            <p:cNvPr id="390" name="Picture 16" descr="Computer">
              <a:extLst>
                <a:ext uri="{FF2B5EF4-FFF2-40B4-BE49-F238E27FC236}">
                  <a16:creationId xmlns:a16="http://schemas.microsoft.com/office/drawing/2014/main" id="{5F498377-84F1-56DA-2DF7-27B649D4E7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15864" y="218076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1" name="TextBox 390">
              <a:extLst>
                <a:ext uri="{FF2B5EF4-FFF2-40B4-BE49-F238E27FC236}">
                  <a16:creationId xmlns:a16="http://schemas.microsoft.com/office/drawing/2014/main" id="{452EB0B7-28FC-95C7-B80F-48A05D447D7B}"/>
                </a:ext>
              </a:extLst>
            </p:cNvPr>
            <p:cNvSpPr txBox="1"/>
            <p:nvPr/>
          </p:nvSpPr>
          <p:spPr>
            <a:xfrm>
              <a:off x="8905812" y="522347"/>
              <a:ext cx="332142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10</a:t>
              </a:r>
              <a:endParaRPr lang="ko-KR" altLang="en-US" sz="1000" b="1" dirty="0"/>
            </a:p>
          </p:txBody>
        </p:sp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04560883-F38C-1DCB-8840-E6EDFB1DD2E1}"/>
                </a:ext>
              </a:extLst>
            </p:cNvPr>
            <p:cNvSpPr txBox="1"/>
            <p:nvPr/>
          </p:nvSpPr>
          <p:spPr>
            <a:xfrm>
              <a:off x="9298093" y="199475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128.1.36.5 /22</a:t>
              </a:r>
              <a:endParaRPr lang="ko-KR" altLang="en-US" sz="1000" b="1" dirty="0"/>
            </a:p>
          </p:txBody>
        </p:sp>
      </p:grpSp>
      <p:grpSp>
        <p:nvGrpSpPr>
          <p:cNvPr id="397" name="그룹 396">
            <a:extLst>
              <a:ext uri="{FF2B5EF4-FFF2-40B4-BE49-F238E27FC236}">
                <a16:creationId xmlns:a16="http://schemas.microsoft.com/office/drawing/2014/main" id="{EF81F3E1-90FC-E7AC-749B-5D48AC178F12}"/>
              </a:ext>
            </a:extLst>
          </p:cNvPr>
          <p:cNvGrpSpPr/>
          <p:nvPr/>
        </p:nvGrpSpPr>
        <p:grpSpPr>
          <a:xfrm>
            <a:off x="8517769" y="1127766"/>
            <a:ext cx="1588256" cy="588143"/>
            <a:chOff x="8923631" y="170900"/>
            <a:chExt cx="1588256" cy="588143"/>
          </a:xfrm>
        </p:grpSpPr>
        <p:pic>
          <p:nvPicPr>
            <p:cNvPr id="402" name="Picture 16" descr="Computer">
              <a:extLst>
                <a:ext uri="{FF2B5EF4-FFF2-40B4-BE49-F238E27FC236}">
                  <a16:creationId xmlns:a16="http://schemas.microsoft.com/office/drawing/2014/main" id="{7C3453EC-2BB6-F7C8-5356-A1AC867839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3" name="TextBox 402">
              <a:extLst>
                <a:ext uri="{FF2B5EF4-FFF2-40B4-BE49-F238E27FC236}">
                  <a16:creationId xmlns:a16="http://schemas.microsoft.com/office/drawing/2014/main" id="{520BFB2C-FC72-D693-12F6-3B29BA5305BF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2</a:t>
              </a:r>
              <a:endParaRPr lang="ko-KR" altLang="en-US" sz="1000" b="1" dirty="0"/>
            </a:p>
          </p:txBody>
        </p:sp>
        <p:sp>
          <p:nvSpPr>
            <p:cNvPr id="404" name="TextBox 403">
              <a:extLst>
                <a:ext uri="{FF2B5EF4-FFF2-40B4-BE49-F238E27FC236}">
                  <a16:creationId xmlns:a16="http://schemas.microsoft.com/office/drawing/2014/main" id="{B424CB7B-13ED-6EB2-4098-014880038818}"/>
                </a:ext>
              </a:extLst>
            </p:cNvPr>
            <p:cNvSpPr txBox="1"/>
            <p:nvPr/>
          </p:nvSpPr>
          <p:spPr>
            <a:xfrm>
              <a:off x="9298093" y="170900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128.1.20.3 /22</a:t>
              </a:r>
              <a:endParaRPr lang="ko-KR" altLang="en-US" sz="1000" b="1" dirty="0"/>
            </a:p>
          </p:txBody>
        </p:sp>
      </p:grpSp>
      <p:grpSp>
        <p:nvGrpSpPr>
          <p:cNvPr id="398" name="그룹 397">
            <a:extLst>
              <a:ext uri="{FF2B5EF4-FFF2-40B4-BE49-F238E27FC236}">
                <a16:creationId xmlns:a16="http://schemas.microsoft.com/office/drawing/2014/main" id="{654A5461-A562-5FA8-6D6E-EC0093EA6A93}"/>
              </a:ext>
            </a:extLst>
          </p:cNvPr>
          <p:cNvGrpSpPr/>
          <p:nvPr/>
        </p:nvGrpSpPr>
        <p:grpSpPr>
          <a:xfrm>
            <a:off x="10227151" y="3014314"/>
            <a:ext cx="1606075" cy="569093"/>
            <a:chOff x="8905812" y="199475"/>
            <a:chExt cx="1606075" cy="569093"/>
          </a:xfrm>
        </p:grpSpPr>
        <p:pic>
          <p:nvPicPr>
            <p:cNvPr id="399" name="Picture 16" descr="Computer">
              <a:extLst>
                <a:ext uri="{FF2B5EF4-FFF2-40B4-BE49-F238E27FC236}">
                  <a16:creationId xmlns:a16="http://schemas.microsoft.com/office/drawing/2014/main" id="{21DA7B31-2AB3-6C85-2883-8061D566D2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15864" y="218076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0" name="TextBox 399">
              <a:extLst>
                <a:ext uri="{FF2B5EF4-FFF2-40B4-BE49-F238E27FC236}">
                  <a16:creationId xmlns:a16="http://schemas.microsoft.com/office/drawing/2014/main" id="{85A521FB-0177-DC6D-E9B3-6A97D1CFCE28}"/>
                </a:ext>
              </a:extLst>
            </p:cNvPr>
            <p:cNvSpPr txBox="1"/>
            <p:nvPr/>
          </p:nvSpPr>
          <p:spPr>
            <a:xfrm>
              <a:off x="8905812" y="522347"/>
              <a:ext cx="332142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11</a:t>
              </a:r>
              <a:endParaRPr lang="ko-KR" altLang="en-US" sz="1000" b="1" dirty="0"/>
            </a:p>
          </p:txBody>
        </p:sp>
        <p:sp>
          <p:nvSpPr>
            <p:cNvPr id="401" name="TextBox 400">
              <a:extLst>
                <a:ext uri="{FF2B5EF4-FFF2-40B4-BE49-F238E27FC236}">
                  <a16:creationId xmlns:a16="http://schemas.microsoft.com/office/drawing/2014/main" id="{1577911E-621B-967A-CBDB-BBB8E5BD8403}"/>
                </a:ext>
              </a:extLst>
            </p:cNvPr>
            <p:cNvSpPr txBox="1"/>
            <p:nvPr/>
          </p:nvSpPr>
          <p:spPr>
            <a:xfrm>
              <a:off x="9298093" y="199475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128.1.48.4 /21</a:t>
              </a:r>
              <a:endParaRPr lang="ko-KR" altLang="en-US" sz="1000" b="1" dirty="0"/>
            </a:p>
          </p:txBody>
        </p:sp>
      </p:grpSp>
      <p:grpSp>
        <p:nvGrpSpPr>
          <p:cNvPr id="406" name="그룹 405">
            <a:extLst>
              <a:ext uri="{FF2B5EF4-FFF2-40B4-BE49-F238E27FC236}">
                <a16:creationId xmlns:a16="http://schemas.microsoft.com/office/drawing/2014/main" id="{9F840A34-017F-7DBD-39A7-FD479CEC1A30}"/>
              </a:ext>
            </a:extLst>
          </p:cNvPr>
          <p:cNvGrpSpPr/>
          <p:nvPr/>
        </p:nvGrpSpPr>
        <p:grpSpPr>
          <a:xfrm>
            <a:off x="8517769" y="2094157"/>
            <a:ext cx="1588256" cy="588143"/>
            <a:chOff x="8923631" y="170900"/>
            <a:chExt cx="1588256" cy="588143"/>
          </a:xfrm>
        </p:grpSpPr>
        <p:pic>
          <p:nvPicPr>
            <p:cNvPr id="411" name="Picture 16" descr="Computer">
              <a:extLst>
                <a:ext uri="{FF2B5EF4-FFF2-40B4-BE49-F238E27FC236}">
                  <a16:creationId xmlns:a16="http://schemas.microsoft.com/office/drawing/2014/main" id="{8487B583-9F98-D638-F224-C36D1F9669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12" name="TextBox 411">
              <a:extLst>
                <a:ext uri="{FF2B5EF4-FFF2-40B4-BE49-F238E27FC236}">
                  <a16:creationId xmlns:a16="http://schemas.microsoft.com/office/drawing/2014/main" id="{E7B5DCAD-541D-3B5D-DE43-B49735A01A3E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3</a:t>
              </a:r>
              <a:endParaRPr lang="ko-KR" altLang="en-US" sz="1000" b="1" dirty="0"/>
            </a:p>
          </p:txBody>
        </p:sp>
        <p:sp>
          <p:nvSpPr>
            <p:cNvPr id="413" name="TextBox 412">
              <a:extLst>
                <a:ext uri="{FF2B5EF4-FFF2-40B4-BE49-F238E27FC236}">
                  <a16:creationId xmlns:a16="http://schemas.microsoft.com/office/drawing/2014/main" id="{A36FC517-0826-592E-D37A-49AA052A2348}"/>
                </a:ext>
              </a:extLst>
            </p:cNvPr>
            <p:cNvSpPr txBox="1"/>
            <p:nvPr/>
          </p:nvSpPr>
          <p:spPr>
            <a:xfrm>
              <a:off x="9298093" y="170900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128.1.20.4 /22</a:t>
              </a:r>
              <a:endParaRPr lang="ko-KR" altLang="en-US" sz="1000" b="1" dirty="0"/>
            </a:p>
          </p:txBody>
        </p:sp>
      </p:grpSp>
      <p:grpSp>
        <p:nvGrpSpPr>
          <p:cNvPr id="407" name="그룹 406">
            <a:extLst>
              <a:ext uri="{FF2B5EF4-FFF2-40B4-BE49-F238E27FC236}">
                <a16:creationId xmlns:a16="http://schemas.microsoft.com/office/drawing/2014/main" id="{DDE37195-3E42-FF7E-CEAA-D67C534E076D}"/>
              </a:ext>
            </a:extLst>
          </p:cNvPr>
          <p:cNvGrpSpPr/>
          <p:nvPr/>
        </p:nvGrpSpPr>
        <p:grpSpPr>
          <a:xfrm>
            <a:off x="10233091" y="3973098"/>
            <a:ext cx="1606075" cy="569093"/>
            <a:chOff x="8905812" y="199475"/>
            <a:chExt cx="1606075" cy="569093"/>
          </a:xfrm>
        </p:grpSpPr>
        <p:pic>
          <p:nvPicPr>
            <p:cNvPr id="408" name="Picture 16" descr="Computer">
              <a:extLst>
                <a:ext uri="{FF2B5EF4-FFF2-40B4-BE49-F238E27FC236}">
                  <a16:creationId xmlns:a16="http://schemas.microsoft.com/office/drawing/2014/main" id="{A669F584-7D43-4F3C-22C9-2EE7CF69FC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15864" y="218076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9" name="TextBox 408">
              <a:extLst>
                <a:ext uri="{FF2B5EF4-FFF2-40B4-BE49-F238E27FC236}">
                  <a16:creationId xmlns:a16="http://schemas.microsoft.com/office/drawing/2014/main" id="{F0CD99E1-67FD-16CA-73F2-002976972CBB}"/>
                </a:ext>
              </a:extLst>
            </p:cNvPr>
            <p:cNvSpPr txBox="1"/>
            <p:nvPr/>
          </p:nvSpPr>
          <p:spPr>
            <a:xfrm>
              <a:off x="8905812" y="522347"/>
              <a:ext cx="332142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12</a:t>
              </a:r>
              <a:endParaRPr lang="ko-KR" altLang="en-US" sz="1000" b="1" dirty="0"/>
            </a:p>
          </p:txBody>
        </p:sp>
        <p:sp>
          <p:nvSpPr>
            <p:cNvPr id="410" name="TextBox 409">
              <a:extLst>
                <a:ext uri="{FF2B5EF4-FFF2-40B4-BE49-F238E27FC236}">
                  <a16:creationId xmlns:a16="http://schemas.microsoft.com/office/drawing/2014/main" id="{C84F6DE6-5234-3FAB-12FF-D1143D13AF4A}"/>
                </a:ext>
              </a:extLst>
            </p:cNvPr>
            <p:cNvSpPr txBox="1"/>
            <p:nvPr/>
          </p:nvSpPr>
          <p:spPr>
            <a:xfrm>
              <a:off x="9298093" y="199475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128.1.56.4 /21</a:t>
              </a:r>
              <a:endParaRPr lang="ko-KR" altLang="en-US" sz="1000" b="1" dirty="0"/>
            </a:p>
          </p:txBody>
        </p:sp>
      </p:grpSp>
      <p:grpSp>
        <p:nvGrpSpPr>
          <p:cNvPr id="415" name="그룹 414">
            <a:extLst>
              <a:ext uri="{FF2B5EF4-FFF2-40B4-BE49-F238E27FC236}">
                <a16:creationId xmlns:a16="http://schemas.microsoft.com/office/drawing/2014/main" id="{C6506652-7FFD-E657-E9D3-9A7E7412340E}"/>
              </a:ext>
            </a:extLst>
          </p:cNvPr>
          <p:cNvGrpSpPr/>
          <p:nvPr/>
        </p:nvGrpSpPr>
        <p:grpSpPr>
          <a:xfrm>
            <a:off x="8517769" y="3060548"/>
            <a:ext cx="1588256" cy="588143"/>
            <a:chOff x="8923631" y="170900"/>
            <a:chExt cx="1588256" cy="588143"/>
          </a:xfrm>
        </p:grpSpPr>
        <p:pic>
          <p:nvPicPr>
            <p:cNvPr id="420" name="Picture 16" descr="Computer">
              <a:extLst>
                <a:ext uri="{FF2B5EF4-FFF2-40B4-BE49-F238E27FC236}">
                  <a16:creationId xmlns:a16="http://schemas.microsoft.com/office/drawing/2014/main" id="{1694A250-7F56-546A-DBE1-678F9D69AF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1" name="TextBox 420">
              <a:extLst>
                <a:ext uri="{FF2B5EF4-FFF2-40B4-BE49-F238E27FC236}">
                  <a16:creationId xmlns:a16="http://schemas.microsoft.com/office/drawing/2014/main" id="{29B7AC30-2344-A752-7067-CAE6F840AE72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4</a:t>
              </a:r>
              <a:endParaRPr lang="ko-KR" altLang="en-US" sz="1000" b="1" dirty="0"/>
            </a:p>
          </p:txBody>
        </p:sp>
        <p:sp>
          <p:nvSpPr>
            <p:cNvPr id="422" name="TextBox 421">
              <a:extLst>
                <a:ext uri="{FF2B5EF4-FFF2-40B4-BE49-F238E27FC236}">
                  <a16:creationId xmlns:a16="http://schemas.microsoft.com/office/drawing/2014/main" id="{BE0315A9-8895-BE4A-4767-FE50E432433A}"/>
                </a:ext>
              </a:extLst>
            </p:cNvPr>
            <p:cNvSpPr txBox="1"/>
            <p:nvPr/>
          </p:nvSpPr>
          <p:spPr>
            <a:xfrm>
              <a:off x="9298093" y="170900"/>
              <a:ext cx="12137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IP 128.1.32.3 /22</a:t>
              </a:r>
              <a:endParaRPr lang="ko-KR" altLang="en-US" sz="1000" b="1" dirty="0"/>
            </a:p>
          </p:txBody>
        </p:sp>
      </p:grpSp>
      <p:grpSp>
        <p:nvGrpSpPr>
          <p:cNvPr id="416" name="그룹 415">
            <a:extLst>
              <a:ext uri="{FF2B5EF4-FFF2-40B4-BE49-F238E27FC236}">
                <a16:creationId xmlns:a16="http://schemas.microsoft.com/office/drawing/2014/main" id="{BB2C3178-4B66-0B62-0887-F5642DE2773A}"/>
              </a:ext>
            </a:extLst>
          </p:cNvPr>
          <p:cNvGrpSpPr/>
          <p:nvPr/>
        </p:nvGrpSpPr>
        <p:grpSpPr>
          <a:xfrm>
            <a:off x="10239031" y="4931882"/>
            <a:ext cx="1606075" cy="569093"/>
            <a:chOff x="8905812" y="199475"/>
            <a:chExt cx="1606075" cy="569093"/>
          </a:xfrm>
        </p:grpSpPr>
        <p:pic>
          <p:nvPicPr>
            <p:cNvPr id="417" name="Picture 16" descr="Computer">
              <a:extLst>
                <a:ext uri="{FF2B5EF4-FFF2-40B4-BE49-F238E27FC236}">
                  <a16:creationId xmlns:a16="http://schemas.microsoft.com/office/drawing/2014/main" id="{98DF3599-AE66-72C5-D6D2-5CA621C22C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15864" y="218076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18" name="TextBox 417">
              <a:extLst>
                <a:ext uri="{FF2B5EF4-FFF2-40B4-BE49-F238E27FC236}">
                  <a16:creationId xmlns:a16="http://schemas.microsoft.com/office/drawing/2014/main" id="{7EA8A753-D113-C72D-1ED6-82A8176589FC}"/>
                </a:ext>
              </a:extLst>
            </p:cNvPr>
            <p:cNvSpPr txBox="1"/>
            <p:nvPr/>
          </p:nvSpPr>
          <p:spPr>
            <a:xfrm>
              <a:off x="8905812" y="522347"/>
              <a:ext cx="332142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13</a:t>
              </a:r>
              <a:endParaRPr lang="ko-KR" altLang="en-US" sz="1000" b="1" dirty="0"/>
            </a:p>
          </p:txBody>
        </p:sp>
        <p:sp>
          <p:nvSpPr>
            <p:cNvPr id="419" name="TextBox 418">
              <a:extLst>
                <a:ext uri="{FF2B5EF4-FFF2-40B4-BE49-F238E27FC236}">
                  <a16:creationId xmlns:a16="http://schemas.microsoft.com/office/drawing/2014/main" id="{3B112A35-A171-F97C-868D-A6AF01CF0434}"/>
                </a:ext>
              </a:extLst>
            </p:cNvPr>
            <p:cNvSpPr txBox="1"/>
            <p:nvPr/>
          </p:nvSpPr>
          <p:spPr>
            <a:xfrm>
              <a:off x="9298093" y="199475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128.1.48.5 /21</a:t>
              </a:r>
              <a:endParaRPr lang="ko-KR" altLang="en-US" sz="1000" b="1" dirty="0"/>
            </a:p>
          </p:txBody>
        </p:sp>
      </p:grpSp>
      <p:grpSp>
        <p:nvGrpSpPr>
          <p:cNvPr id="424" name="그룹 423">
            <a:extLst>
              <a:ext uri="{FF2B5EF4-FFF2-40B4-BE49-F238E27FC236}">
                <a16:creationId xmlns:a16="http://schemas.microsoft.com/office/drawing/2014/main" id="{C0144AAA-5057-A885-DDBB-21E077FF7FD6}"/>
              </a:ext>
            </a:extLst>
          </p:cNvPr>
          <p:cNvGrpSpPr/>
          <p:nvPr/>
        </p:nvGrpSpPr>
        <p:grpSpPr>
          <a:xfrm>
            <a:off x="8517769" y="4026939"/>
            <a:ext cx="1588256" cy="588143"/>
            <a:chOff x="8923631" y="170900"/>
            <a:chExt cx="1588256" cy="588143"/>
          </a:xfrm>
        </p:grpSpPr>
        <p:pic>
          <p:nvPicPr>
            <p:cNvPr id="429" name="Picture 16" descr="Computer">
              <a:extLst>
                <a:ext uri="{FF2B5EF4-FFF2-40B4-BE49-F238E27FC236}">
                  <a16:creationId xmlns:a16="http://schemas.microsoft.com/office/drawing/2014/main" id="{584713EB-4947-2B1B-9F34-B3EB98F481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0" name="TextBox 429">
              <a:extLst>
                <a:ext uri="{FF2B5EF4-FFF2-40B4-BE49-F238E27FC236}">
                  <a16:creationId xmlns:a16="http://schemas.microsoft.com/office/drawing/2014/main" id="{E513E852-03A2-B43C-4CE8-CC84C53BEEF9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en-US" altLang="ko-KR" sz="1000" b="1" dirty="0"/>
                <a:t>5</a:t>
              </a:r>
              <a:endParaRPr lang="ko-KR" altLang="en-US" sz="1000" b="1" dirty="0"/>
            </a:p>
          </p:txBody>
        </p:sp>
        <p:sp>
          <p:nvSpPr>
            <p:cNvPr id="431" name="TextBox 430">
              <a:extLst>
                <a:ext uri="{FF2B5EF4-FFF2-40B4-BE49-F238E27FC236}">
                  <a16:creationId xmlns:a16="http://schemas.microsoft.com/office/drawing/2014/main" id="{042902E6-FA4E-7820-34BC-6B73A34B980F}"/>
                </a:ext>
              </a:extLst>
            </p:cNvPr>
            <p:cNvSpPr txBox="1"/>
            <p:nvPr/>
          </p:nvSpPr>
          <p:spPr>
            <a:xfrm>
              <a:off x="9298093" y="170900"/>
              <a:ext cx="12137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IP 128.1.36.3 /22</a:t>
              </a:r>
              <a:endParaRPr lang="ko-KR" altLang="en-US" sz="1000" b="1" dirty="0"/>
            </a:p>
          </p:txBody>
        </p:sp>
      </p:grpSp>
      <p:grpSp>
        <p:nvGrpSpPr>
          <p:cNvPr id="425" name="그룹 424">
            <a:extLst>
              <a:ext uri="{FF2B5EF4-FFF2-40B4-BE49-F238E27FC236}">
                <a16:creationId xmlns:a16="http://schemas.microsoft.com/office/drawing/2014/main" id="{464638D4-579A-97DF-DFC5-5099A8B0749E}"/>
              </a:ext>
            </a:extLst>
          </p:cNvPr>
          <p:cNvGrpSpPr/>
          <p:nvPr/>
        </p:nvGrpSpPr>
        <p:grpSpPr>
          <a:xfrm>
            <a:off x="10244969" y="5890664"/>
            <a:ext cx="1606075" cy="569093"/>
            <a:chOff x="8905812" y="199475"/>
            <a:chExt cx="1606075" cy="569093"/>
          </a:xfrm>
        </p:grpSpPr>
        <p:pic>
          <p:nvPicPr>
            <p:cNvPr id="426" name="Picture 16" descr="Computer">
              <a:extLst>
                <a:ext uri="{FF2B5EF4-FFF2-40B4-BE49-F238E27FC236}">
                  <a16:creationId xmlns:a16="http://schemas.microsoft.com/office/drawing/2014/main" id="{B1496FA8-9074-9F38-F4D7-D521A96FB8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15864" y="218076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7" name="TextBox 426">
              <a:extLst>
                <a:ext uri="{FF2B5EF4-FFF2-40B4-BE49-F238E27FC236}">
                  <a16:creationId xmlns:a16="http://schemas.microsoft.com/office/drawing/2014/main" id="{5D359FB5-A319-240A-E4F0-7B57FA43F859}"/>
                </a:ext>
              </a:extLst>
            </p:cNvPr>
            <p:cNvSpPr txBox="1"/>
            <p:nvPr/>
          </p:nvSpPr>
          <p:spPr>
            <a:xfrm>
              <a:off x="8905812" y="522347"/>
              <a:ext cx="332142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14</a:t>
              </a:r>
              <a:endParaRPr lang="ko-KR" altLang="en-US" sz="1000" b="1" dirty="0"/>
            </a:p>
          </p:txBody>
        </p:sp>
        <p:sp>
          <p:nvSpPr>
            <p:cNvPr id="428" name="TextBox 427">
              <a:extLst>
                <a:ext uri="{FF2B5EF4-FFF2-40B4-BE49-F238E27FC236}">
                  <a16:creationId xmlns:a16="http://schemas.microsoft.com/office/drawing/2014/main" id="{D9CA9D01-75DA-0864-DFD1-45A3BAE628FC}"/>
                </a:ext>
              </a:extLst>
            </p:cNvPr>
            <p:cNvSpPr txBox="1"/>
            <p:nvPr/>
          </p:nvSpPr>
          <p:spPr>
            <a:xfrm>
              <a:off x="9298093" y="199475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128.1.56.5 /21</a:t>
              </a:r>
              <a:endParaRPr lang="ko-KR" altLang="en-US" sz="1000" b="1" dirty="0"/>
            </a:p>
          </p:txBody>
        </p:sp>
      </p:grpSp>
      <p:grpSp>
        <p:nvGrpSpPr>
          <p:cNvPr id="433" name="그룹 432">
            <a:extLst>
              <a:ext uri="{FF2B5EF4-FFF2-40B4-BE49-F238E27FC236}">
                <a16:creationId xmlns:a16="http://schemas.microsoft.com/office/drawing/2014/main" id="{8F9C2C46-5F92-78AC-5C0C-F834BD77093B}"/>
              </a:ext>
            </a:extLst>
          </p:cNvPr>
          <p:cNvGrpSpPr/>
          <p:nvPr/>
        </p:nvGrpSpPr>
        <p:grpSpPr>
          <a:xfrm>
            <a:off x="10233090" y="1077696"/>
            <a:ext cx="1588256" cy="588143"/>
            <a:chOff x="8923631" y="170900"/>
            <a:chExt cx="1588256" cy="588143"/>
          </a:xfrm>
        </p:grpSpPr>
        <p:pic>
          <p:nvPicPr>
            <p:cNvPr id="438" name="Picture 16" descr="Computer">
              <a:extLst>
                <a:ext uri="{FF2B5EF4-FFF2-40B4-BE49-F238E27FC236}">
                  <a16:creationId xmlns:a16="http://schemas.microsoft.com/office/drawing/2014/main" id="{05B0CE6C-8E15-F878-48A9-9811714CAE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9" name="TextBox 438">
              <a:extLst>
                <a:ext uri="{FF2B5EF4-FFF2-40B4-BE49-F238E27FC236}">
                  <a16:creationId xmlns:a16="http://schemas.microsoft.com/office/drawing/2014/main" id="{5FFC20DE-DB94-F004-C5F7-69E42FE02410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9</a:t>
              </a:r>
              <a:endParaRPr lang="ko-KR" altLang="en-US" sz="1000" b="1" dirty="0"/>
            </a:p>
          </p:txBody>
        </p:sp>
        <p:sp>
          <p:nvSpPr>
            <p:cNvPr id="440" name="TextBox 439">
              <a:extLst>
                <a:ext uri="{FF2B5EF4-FFF2-40B4-BE49-F238E27FC236}">
                  <a16:creationId xmlns:a16="http://schemas.microsoft.com/office/drawing/2014/main" id="{0AEBE5A5-E736-42A2-9464-AE144AA9B327}"/>
                </a:ext>
              </a:extLst>
            </p:cNvPr>
            <p:cNvSpPr txBox="1"/>
            <p:nvPr/>
          </p:nvSpPr>
          <p:spPr>
            <a:xfrm>
              <a:off x="9298093" y="170900"/>
              <a:ext cx="12137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IP 128.1.32.5 /22</a:t>
              </a:r>
              <a:endParaRPr lang="ko-KR" altLang="en-US" sz="1000" b="1" dirty="0"/>
            </a:p>
          </p:txBody>
        </p:sp>
      </p:grpSp>
      <p:grpSp>
        <p:nvGrpSpPr>
          <p:cNvPr id="442" name="그룹 441">
            <a:extLst>
              <a:ext uri="{FF2B5EF4-FFF2-40B4-BE49-F238E27FC236}">
                <a16:creationId xmlns:a16="http://schemas.microsoft.com/office/drawing/2014/main" id="{9225D4B1-E6F0-8CC4-700D-3A95D895A2B2}"/>
              </a:ext>
            </a:extLst>
          </p:cNvPr>
          <p:cNvGrpSpPr/>
          <p:nvPr/>
        </p:nvGrpSpPr>
        <p:grpSpPr>
          <a:xfrm>
            <a:off x="8517769" y="4993330"/>
            <a:ext cx="1588256" cy="588143"/>
            <a:chOff x="8923631" y="170900"/>
            <a:chExt cx="1588256" cy="588143"/>
          </a:xfrm>
        </p:grpSpPr>
        <p:pic>
          <p:nvPicPr>
            <p:cNvPr id="447" name="Picture 16" descr="Computer">
              <a:extLst>
                <a:ext uri="{FF2B5EF4-FFF2-40B4-BE49-F238E27FC236}">
                  <a16:creationId xmlns:a16="http://schemas.microsoft.com/office/drawing/2014/main" id="{44337842-2A07-85FB-0B2E-2F53DD3E3F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48" name="TextBox 447">
              <a:extLst>
                <a:ext uri="{FF2B5EF4-FFF2-40B4-BE49-F238E27FC236}">
                  <a16:creationId xmlns:a16="http://schemas.microsoft.com/office/drawing/2014/main" id="{97675415-A357-CEDF-9D07-A46A626BB092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6</a:t>
              </a:r>
              <a:endParaRPr lang="ko-KR" altLang="en-US" sz="1000" b="1" dirty="0"/>
            </a:p>
          </p:txBody>
        </p:sp>
        <p:sp>
          <p:nvSpPr>
            <p:cNvPr id="449" name="TextBox 448">
              <a:extLst>
                <a:ext uri="{FF2B5EF4-FFF2-40B4-BE49-F238E27FC236}">
                  <a16:creationId xmlns:a16="http://schemas.microsoft.com/office/drawing/2014/main" id="{4746D22C-14EF-A6F0-DAF7-2BE7D9FED0C8}"/>
                </a:ext>
              </a:extLst>
            </p:cNvPr>
            <p:cNvSpPr txBox="1"/>
            <p:nvPr/>
          </p:nvSpPr>
          <p:spPr>
            <a:xfrm>
              <a:off x="9298093" y="170900"/>
              <a:ext cx="12137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IP 128.1.32.4 /22</a:t>
              </a:r>
              <a:endParaRPr lang="ko-KR" altLang="en-US" sz="1000" b="1" dirty="0"/>
            </a:p>
          </p:txBody>
        </p:sp>
      </p:grpSp>
      <p:grpSp>
        <p:nvGrpSpPr>
          <p:cNvPr id="451" name="그룹 450">
            <a:extLst>
              <a:ext uri="{FF2B5EF4-FFF2-40B4-BE49-F238E27FC236}">
                <a16:creationId xmlns:a16="http://schemas.microsoft.com/office/drawing/2014/main" id="{586F277D-FB4B-E674-19F0-A485A9FDD154}"/>
              </a:ext>
            </a:extLst>
          </p:cNvPr>
          <p:cNvGrpSpPr/>
          <p:nvPr/>
        </p:nvGrpSpPr>
        <p:grpSpPr>
          <a:xfrm>
            <a:off x="8517769" y="5959721"/>
            <a:ext cx="1588256" cy="588143"/>
            <a:chOff x="8923631" y="170900"/>
            <a:chExt cx="1588256" cy="588143"/>
          </a:xfrm>
        </p:grpSpPr>
        <p:pic>
          <p:nvPicPr>
            <p:cNvPr id="456" name="Picture 16" descr="Computer">
              <a:extLst>
                <a:ext uri="{FF2B5EF4-FFF2-40B4-BE49-F238E27FC236}">
                  <a16:creationId xmlns:a16="http://schemas.microsoft.com/office/drawing/2014/main" id="{225A7395-EA76-ECF7-EA16-38A2CB9DB0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57" name="TextBox 456">
              <a:extLst>
                <a:ext uri="{FF2B5EF4-FFF2-40B4-BE49-F238E27FC236}">
                  <a16:creationId xmlns:a16="http://schemas.microsoft.com/office/drawing/2014/main" id="{87517117-FCB7-8F00-69CB-B29D49D97ABE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7</a:t>
              </a:r>
              <a:endParaRPr lang="ko-KR" altLang="en-US" sz="1000" b="1" dirty="0"/>
            </a:p>
          </p:txBody>
        </p:sp>
        <p:sp>
          <p:nvSpPr>
            <p:cNvPr id="458" name="TextBox 457">
              <a:extLst>
                <a:ext uri="{FF2B5EF4-FFF2-40B4-BE49-F238E27FC236}">
                  <a16:creationId xmlns:a16="http://schemas.microsoft.com/office/drawing/2014/main" id="{1AC0AC7C-9474-CFD1-D7FD-54D7DC58DD0F}"/>
                </a:ext>
              </a:extLst>
            </p:cNvPr>
            <p:cNvSpPr txBox="1"/>
            <p:nvPr/>
          </p:nvSpPr>
          <p:spPr>
            <a:xfrm>
              <a:off x="9298093" y="170900"/>
              <a:ext cx="12137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IP 128.1.40.3 /22</a:t>
              </a:r>
              <a:endParaRPr lang="ko-KR" altLang="en-US" sz="1000" b="1" dirty="0"/>
            </a:p>
          </p:txBody>
        </p:sp>
      </p:grpSp>
      <p:grpSp>
        <p:nvGrpSpPr>
          <p:cNvPr id="460" name="그룹 459">
            <a:extLst>
              <a:ext uri="{FF2B5EF4-FFF2-40B4-BE49-F238E27FC236}">
                <a16:creationId xmlns:a16="http://schemas.microsoft.com/office/drawing/2014/main" id="{A1B2B51E-1E86-40BE-1555-AD9D57006FA3}"/>
              </a:ext>
            </a:extLst>
          </p:cNvPr>
          <p:cNvGrpSpPr/>
          <p:nvPr/>
        </p:nvGrpSpPr>
        <p:grpSpPr>
          <a:xfrm>
            <a:off x="10244969" y="99862"/>
            <a:ext cx="1588256" cy="588143"/>
            <a:chOff x="8923631" y="170900"/>
            <a:chExt cx="1588256" cy="588143"/>
          </a:xfrm>
        </p:grpSpPr>
        <p:pic>
          <p:nvPicPr>
            <p:cNvPr id="465" name="Picture 16" descr="Computer">
              <a:extLst>
                <a:ext uri="{FF2B5EF4-FFF2-40B4-BE49-F238E27FC236}">
                  <a16:creationId xmlns:a16="http://schemas.microsoft.com/office/drawing/2014/main" id="{D7F67251-53D0-A169-FCB9-9B9350CEB6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66" name="TextBox 465">
              <a:extLst>
                <a:ext uri="{FF2B5EF4-FFF2-40B4-BE49-F238E27FC236}">
                  <a16:creationId xmlns:a16="http://schemas.microsoft.com/office/drawing/2014/main" id="{C3E8981A-6460-C090-B191-8E6C8D257D7B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8</a:t>
              </a:r>
              <a:endParaRPr lang="ko-KR" altLang="en-US" sz="1000" b="1" dirty="0"/>
            </a:p>
          </p:txBody>
        </p:sp>
        <p:sp>
          <p:nvSpPr>
            <p:cNvPr id="467" name="TextBox 466">
              <a:extLst>
                <a:ext uri="{FF2B5EF4-FFF2-40B4-BE49-F238E27FC236}">
                  <a16:creationId xmlns:a16="http://schemas.microsoft.com/office/drawing/2014/main" id="{5958AAE0-9F28-A77D-65C1-E2239E344448}"/>
                </a:ext>
              </a:extLst>
            </p:cNvPr>
            <p:cNvSpPr txBox="1"/>
            <p:nvPr/>
          </p:nvSpPr>
          <p:spPr>
            <a:xfrm>
              <a:off x="9298093" y="170900"/>
              <a:ext cx="12137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IP 128.1.36.4 /22</a:t>
              </a:r>
              <a:endParaRPr lang="ko-KR" altLang="en-US" sz="1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207305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3114</TotalTime>
  <Words>478</Words>
  <Application>Microsoft Office PowerPoint</Application>
  <PresentationFormat>와이드스크린</PresentationFormat>
  <Paragraphs>232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TJ</dc:creator>
  <cp:lastModifiedBy>TJ</cp:lastModifiedBy>
  <cp:revision>95</cp:revision>
  <cp:lastPrinted>2025-10-30T01:52:36Z</cp:lastPrinted>
  <dcterms:created xsi:type="dcterms:W3CDTF">2025-10-27T08:02:19Z</dcterms:created>
  <dcterms:modified xsi:type="dcterms:W3CDTF">2025-11-05T02:23:50Z</dcterms:modified>
</cp:coreProperties>
</file>