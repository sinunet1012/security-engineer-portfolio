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  <p15:guide id="4" orient="horz" pos="504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ED7D31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585" autoAdjust="0"/>
    <p:restoredTop sz="93983" autoAdjust="0"/>
  </p:normalViewPr>
  <p:slideViewPr>
    <p:cSldViewPr snapToGrid="0">
      <p:cViewPr>
        <p:scale>
          <a:sx n="75" d="100"/>
          <a:sy n="75" d="100"/>
        </p:scale>
        <p:origin x="2694" y="732"/>
      </p:cViewPr>
      <p:guideLst>
        <p:guide orient="horz" pos="2160"/>
        <p:guide pos="3840"/>
        <p:guide orient="horz" pos="255"/>
        <p:guide orient="horz" pos="504"/>
        <p:guide orient="horz" pos="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1A725-CE58-44AC-9D40-C8BF57C3F32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9C23D-59D4-4B93-BE1F-7E24397AB9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72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13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9.sv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>
            <a:off x="4459958" y="735468"/>
            <a:ext cx="1136458" cy="6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E6DB0D67-1621-6B2F-E5C4-140EABA3D0B2}"/>
              </a:ext>
            </a:extLst>
          </p:cNvPr>
          <p:cNvSpPr txBox="1"/>
          <p:nvPr/>
        </p:nvSpPr>
        <p:spPr>
          <a:xfrm>
            <a:off x="809435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3CCFCE-FF0E-A6E4-8F0D-7236E9E198D2}"/>
              </a:ext>
            </a:extLst>
          </p:cNvPr>
          <p:cNvSpPr txBox="1"/>
          <p:nvPr/>
        </p:nvSpPr>
        <p:spPr>
          <a:xfrm>
            <a:off x="7048385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31261" y="3876082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4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7941484" y="4083559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7941484" y="4083559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60299" y="3869605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6980744" y="3973344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14" y="496152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420" y="495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D41240C-94A0-5643-AD73-3408276C02BF}"/>
              </a:ext>
            </a:extLst>
          </p:cNvPr>
          <p:cNvSpPr txBox="1"/>
          <p:nvPr/>
        </p:nvSpPr>
        <p:spPr>
          <a:xfrm>
            <a:off x="6508391" y="526596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5DDDD4-7DD7-CFAB-D957-BD75C2502C85}"/>
              </a:ext>
            </a:extLst>
          </p:cNvPr>
          <p:cNvSpPr txBox="1"/>
          <p:nvPr/>
        </p:nvSpPr>
        <p:spPr>
          <a:xfrm>
            <a:off x="593974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377841" y="4099186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643554A-ABEF-648F-EA55-480ED652CC51}"/>
              </a:ext>
            </a:extLst>
          </p:cNvPr>
          <p:cNvSpPr txBox="1"/>
          <p:nvPr/>
        </p:nvSpPr>
        <p:spPr>
          <a:xfrm>
            <a:off x="7637572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31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512367" y="5630789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282935" y="137655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0E04856-6041-FEC9-6951-150471F3E0A5}"/>
              </a:ext>
            </a:extLst>
          </p:cNvPr>
          <p:cNvGrpSpPr/>
          <p:nvPr/>
        </p:nvGrpSpPr>
        <p:grpSpPr>
          <a:xfrm rot="16200000" flipV="1">
            <a:off x="1549209" y="1786783"/>
            <a:ext cx="268032" cy="1445679"/>
            <a:chOff x="2310357" y="409869"/>
            <a:chExt cx="268032" cy="1445679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B224C7F-FE26-62D5-DC4F-BE5A6D2D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A898DC0-43B0-C06A-7095-C9FB28781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0357" y="1590362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FA98DB65-8183-9ACC-6362-99FA6846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CD37FC3-A5B3-6B98-5EC0-7E5A93B98EDD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6864F3A8-67A1-5C07-4746-303F034F64E3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240182" y="1387594"/>
              <a:ext cx="4055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609457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BEAA1D61-5224-D310-C81E-4DBE6425248E}"/>
              </a:ext>
            </a:extLst>
          </p:cNvPr>
          <p:cNvSpPr txBox="1"/>
          <p:nvPr/>
        </p:nvSpPr>
        <p:spPr>
          <a:xfrm>
            <a:off x="7690471" y="163183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28D856-EF69-6AD2-C865-09CDDF2482CC}"/>
              </a:ext>
            </a:extLst>
          </p:cNvPr>
          <p:cNvSpPr txBox="1"/>
          <p:nvPr/>
        </p:nvSpPr>
        <p:spPr>
          <a:xfrm>
            <a:off x="9244775" y="373449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B388D1-F81B-8860-72A8-2190384FEA5A}"/>
              </a:ext>
            </a:extLst>
          </p:cNvPr>
          <p:cNvSpPr txBox="1"/>
          <p:nvPr/>
        </p:nvSpPr>
        <p:spPr>
          <a:xfrm>
            <a:off x="10433202" y="99634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F88889F-7AAA-BFAD-089F-25978E9CC94B}"/>
              </a:ext>
            </a:extLst>
          </p:cNvPr>
          <p:cNvSpPr txBox="1"/>
          <p:nvPr/>
        </p:nvSpPr>
        <p:spPr>
          <a:xfrm>
            <a:off x="10433202" y="155799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74862" y="137497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3789612" y="1039215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88959" y="595973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503863" y="753425"/>
            <a:ext cx="285749" cy="3895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  <a:endCxn id="242" idx="1"/>
          </p:cNvCxnSpPr>
          <p:nvPr/>
        </p:nvCxnSpPr>
        <p:spPr>
          <a:xfrm flipH="1">
            <a:off x="3489766" y="1142954"/>
            <a:ext cx="299846" cy="3894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010057" y="1112922"/>
            <a:ext cx="1216366" cy="30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6423" y="984709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596416" y="735468"/>
            <a:ext cx="6096" cy="3774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3F985E3-18E1-16DD-4518-D8F9428A28D1}"/>
              </a:ext>
            </a:extLst>
          </p:cNvPr>
          <p:cNvSpPr txBox="1"/>
          <p:nvPr/>
        </p:nvSpPr>
        <p:spPr>
          <a:xfrm>
            <a:off x="9085958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A50815-D34A-1DB7-234F-F7A3AB6C8701}"/>
              </a:ext>
            </a:extLst>
          </p:cNvPr>
          <p:cNvSpPr txBox="1"/>
          <p:nvPr/>
        </p:nvSpPr>
        <p:spPr>
          <a:xfrm>
            <a:off x="8566166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DBCD7E-A0C2-9026-EE17-32FDAC738E52}"/>
              </a:ext>
            </a:extLst>
          </p:cNvPr>
          <p:cNvSpPr txBox="1"/>
          <p:nvPr/>
        </p:nvSpPr>
        <p:spPr>
          <a:xfrm>
            <a:off x="6686562" y="113551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외부망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172.16.0.0 /16</a:t>
            </a:r>
            <a:endParaRPr lang="ko-KR" altLang="en-US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B53C7-78D5-91AE-A88C-4202E242C3D1}"/>
              </a:ext>
            </a:extLst>
          </p:cNvPr>
          <p:cNvSpPr txBox="1"/>
          <p:nvPr/>
        </p:nvSpPr>
        <p:spPr>
          <a:xfrm>
            <a:off x="6649693" y="471298"/>
            <a:ext cx="1287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내부망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128.128.0.0 /16</a:t>
            </a:r>
            <a:endParaRPr lang="ko-KR" altLang="en-US" sz="1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1C7F47-9E99-4DC3-4AB2-F6D0255B21DD}"/>
              </a:ext>
            </a:extLst>
          </p:cNvPr>
          <p:cNvSpPr txBox="1"/>
          <p:nvPr/>
        </p:nvSpPr>
        <p:spPr>
          <a:xfrm>
            <a:off x="5918506" y="184344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18F7F3-F88F-C9FD-E558-4DEB3387BD64}"/>
              </a:ext>
            </a:extLst>
          </p:cNvPr>
          <p:cNvSpPr txBox="1"/>
          <p:nvPr/>
        </p:nvSpPr>
        <p:spPr>
          <a:xfrm>
            <a:off x="8571140" y="25216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5252929" y="12782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F9AEA-07C5-86BB-93C9-105E26533C80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3951B8-9CA6-BC15-8A39-5D5847207244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9DE285-8246-2F0F-0692-9FC6E1657B9A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41DED-9D60-9A6A-418C-B7D2D384C1BD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6C374-683F-D390-69E9-32A23E85C85E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A5B80-E11C-AF89-587C-A511CD473F59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C3A8C-C825-40CA-69E8-C168FC78E89C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131D63-34D2-C8C7-57DB-B68E3804EB42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D4995-E2C9-F70E-C8FC-61279B4CEB6F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860D61-9E96-59ED-8F9B-A3C38E89A334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843E1D-9939-6E38-4BF2-6788B8BB3CC1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667297" y="12106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A99C2A-3186-A5EE-283D-9FB617E6194B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702B6D-53BC-1CC1-BAC4-3BDAF93906EF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7514553" y="402446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444355" y="40075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8710229" y="40329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5D4E36-730A-3A71-1631-3F4BB8BD6F4E}"/>
              </a:ext>
            </a:extLst>
          </p:cNvPr>
          <p:cNvSpPr txBox="1"/>
          <p:nvPr/>
        </p:nvSpPr>
        <p:spPr>
          <a:xfrm>
            <a:off x="5616186" y="162799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103</a:t>
            </a:r>
            <a:endParaRPr lang="ko-KR" altLang="en-US" sz="8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60232A-F9B6-EC4F-9055-A2501EA0C29B}"/>
              </a:ext>
            </a:extLst>
          </p:cNvPr>
          <p:cNvSpPr txBox="1"/>
          <p:nvPr/>
        </p:nvSpPr>
        <p:spPr>
          <a:xfrm>
            <a:off x="333634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86AAD6B-0C98-DE29-632E-CDAF754103E1}"/>
              </a:ext>
            </a:extLst>
          </p:cNvPr>
          <p:cNvSpPr txBox="1"/>
          <p:nvPr/>
        </p:nvSpPr>
        <p:spPr>
          <a:xfrm>
            <a:off x="2773467" y="25218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FDDE500-C5B4-9096-3D67-F309EA189EE3}"/>
              </a:ext>
            </a:extLst>
          </p:cNvPr>
          <p:cNvSpPr txBox="1"/>
          <p:nvPr/>
        </p:nvSpPr>
        <p:spPr>
          <a:xfrm>
            <a:off x="2248429" y="251547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EA3467-8D5D-CD46-A06B-8E2EA55A6E76}"/>
              </a:ext>
            </a:extLst>
          </p:cNvPr>
          <p:cNvSpPr txBox="1"/>
          <p:nvPr/>
        </p:nvSpPr>
        <p:spPr>
          <a:xfrm>
            <a:off x="2277489" y="2142241"/>
            <a:ext cx="1023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128.1.64.0 /19</a:t>
            </a:r>
            <a:endParaRPr lang="ko-KR" altLang="en-US" sz="8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C4EB99-92FB-18DB-29C5-A9D8CB30C5C7}"/>
              </a:ext>
            </a:extLst>
          </p:cNvPr>
          <p:cNvSpPr txBox="1"/>
          <p:nvPr/>
        </p:nvSpPr>
        <p:spPr>
          <a:xfrm>
            <a:off x="3216039" y="2862846"/>
            <a:ext cx="9555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128.1.0.0 /23</a:t>
            </a:r>
            <a:endParaRPr lang="ko-KR" altLang="en-US" sz="8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4C66C71-869F-6211-B756-E1286451F2CF}"/>
              </a:ext>
            </a:extLst>
          </p:cNvPr>
          <p:cNvSpPr txBox="1"/>
          <p:nvPr/>
        </p:nvSpPr>
        <p:spPr>
          <a:xfrm>
            <a:off x="5668871" y="5806827"/>
            <a:ext cx="1298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L2 </a:t>
            </a:r>
            <a:r>
              <a:rPr lang="ko-KR" altLang="en-US" sz="1000" b="1" dirty="0"/>
              <a:t>계층 대역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128.1.32.0 /19</a:t>
            </a:r>
            <a:endParaRPr lang="ko-KR" altLang="en-US" sz="1000" b="1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98A772B-F1E9-1AC4-B598-D86999EC9944}"/>
              </a:ext>
            </a:extLst>
          </p:cNvPr>
          <p:cNvSpPr txBox="1"/>
          <p:nvPr/>
        </p:nvSpPr>
        <p:spPr>
          <a:xfrm>
            <a:off x="1473828" y="2038062"/>
            <a:ext cx="1007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128.1.96.0 /19</a:t>
            </a:r>
            <a:endParaRPr lang="ko-KR" altLang="en-US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0268504-1DEE-C789-CE17-7C20EE18510A}"/>
              </a:ext>
            </a:extLst>
          </p:cNvPr>
          <p:cNvSpPr txBox="1"/>
          <p:nvPr/>
        </p:nvSpPr>
        <p:spPr>
          <a:xfrm>
            <a:off x="5659282" y="2036158"/>
            <a:ext cx="10828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128.1.128.0 /19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6858456" y="4059326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6384848" y="4051133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05DEA630-4CDD-05B1-9A0D-8FCF4FA8232A}"/>
              </a:ext>
            </a:extLst>
          </p:cNvPr>
          <p:cNvSpPr txBox="1"/>
          <p:nvPr/>
        </p:nvSpPr>
        <p:spPr>
          <a:xfrm>
            <a:off x="2024282" y="3266323"/>
            <a:ext cx="998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128.1.2.0 /23</a:t>
            </a:r>
            <a:endParaRPr lang="ko-KR" altLang="en-US" sz="8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4365269B-43CE-2CD3-6DB0-7017DCAA5B80}"/>
              </a:ext>
            </a:extLst>
          </p:cNvPr>
          <p:cNvSpPr txBox="1"/>
          <p:nvPr/>
        </p:nvSpPr>
        <p:spPr>
          <a:xfrm>
            <a:off x="1988368" y="4178660"/>
            <a:ext cx="9662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128.1.4.0 /23</a:t>
            </a:r>
            <a:endParaRPr lang="ko-KR" altLang="en-US" sz="800" b="1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613FDC7-1A93-8FFD-6C49-BC6FBBE46F54}"/>
              </a:ext>
            </a:extLst>
          </p:cNvPr>
          <p:cNvSpPr txBox="1"/>
          <p:nvPr/>
        </p:nvSpPr>
        <p:spPr>
          <a:xfrm>
            <a:off x="3643179" y="3259539"/>
            <a:ext cx="9817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128.1.8.0 /23</a:t>
            </a:r>
            <a:endParaRPr lang="ko-KR" altLang="en-US" sz="800" b="1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C7BB6CB-62F4-7574-3C98-AB3DDC74C22A}"/>
              </a:ext>
            </a:extLst>
          </p:cNvPr>
          <p:cNvSpPr txBox="1"/>
          <p:nvPr/>
        </p:nvSpPr>
        <p:spPr>
          <a:xfrm>
            <a:off x="4232244" y="3505534"/>
            <a:ext cx="10604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128.1.10.0 /23</a:t>
            </a:r>
            <a:endParaRPr lang="ko-KR" altLang="en-US" sz="800" b="1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CB176178-2F7A-3CA9-ACB5-89656FAEF936}"/>
              </a:ext>
            </a:extLst>
          </p:cNvPr>
          <p:cNvSpPr txBox="1"/>
          <p:nvPr/>
        </p:nvSpPr>
        <p:spPr>
          <a:xfrm>
            <a:off x="3603235" y="4179241"/>
            <a:ext cx="9944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128.1.6.0 /23</a:t>
            </a:r>
            <a:endParaRPr lang="ko-KR" altLang="en-US" sz="800" b="1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77BCC1-0F00-A318-5C63-E7ECAB5216AE}"/>
              </a:ext>
            </a:extLst>
          </p:cNvPr>
          <p:cNvSpPr txBox="1"/>
          <p:nvPr/>
        </p:nvSpPr>
        <p:spPr>
          <a:xfrm>
            <a:off x="3799657" y="4735062"/>
            <a:ext cx="10055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128.1.12.0 /23</a:t>
            </a:r>
            <a:endParaRPr lang="ko-KR" altLang="en-US" sz="800" b="1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0FD6F81-08E4-52DE-EA75-0650B56877C5}"/>
              </a:ext>
            </a:extLst>
          </p:cNvPr>
          <p:cNvSpPr txBox="1"/>
          <p:nvPr/>
        </p:nvSpPr>
        <p:spPr>
          <a:xfrm>
            <a:off x="1827981" y="4704359"/>
            <a:ext cx="102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128.1.16.0 /23</a:t>
            </a:r>
            <a:endParaRPr lang="ko-KR" altLang="en-US" sz="800" b="1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5C63DF1-269C-40BF-56DC-6D28E8A2996F}"/>
              </a:ext>
            </a:extLst>
          </p:cNvPr>
          <p:cNvSpPr txBox="1"/>
          <p:nvPr/>
        </p:nvSpPr>
        <p:spPr>
          <a:xfrm>
            <a:off x="418992" y="4736997"/>
            <a:ext cx="1233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L3 </a:t>
            </a:r>
            <a:r>
              <a:rPr lang="ko-KR" altLang="en-US" sz="1000" b="1" dirty="0"/>
              <a:t>계층 대역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128.1.0.0 /19</a:t>
            </a:r>
            <a:endParaRPr lang="ko-KR" altLang="en-US" sz="1000" b="1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AF063D2-858D-8F15-36D8-08DD56196EFA}"/>
              </a:ext>
            </a:extLst>
          </p:cNvPr>
          <p:cNvSpPr txBox="1"/>
          <p:nvPr/>
        </p:nvSpPr>
        <p:spPr>
          <a:xfrm>
            <a:off x="7002777" y="5528686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VLAN 10</a:t>
            </a:r>
          </a:p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IP 128.1.32.0 /22</a:t>
            </a:r>
            <a:endParaRPr lang="ko-KR" altLang="en-US" sz="800" b="1" dirty="0">
              <a:solidFill>
                <a:srgbClr val="C00000"/>
              </a:solidFill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B6B56093-FA73-E1FD-B856-18C96F9830B9}"/>
              </a:ext>
            </a:extLst>
          </p:cNvPr>
          <p:cNvSpPr txBox="1"/>
          <p:nvPr/>
        </p:nvSpPr>
        <p:spPr>
          <a:xfrm>
            <a:off x="7012840" y="6210937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</a:p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IP 128.1.40.0 /22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B5C2AE4-DD99-DC9E-2E57-7D106EDBCA0A}"/>
              </a:ext>
            </a:extLst>
          </p:cNvPr>
          <p:cNvSpPr txBox="1"/>
          <p:nvPr/>
        </p:nvSpPr>
        <p:spPr>
          <a:xfrm>
            <a:off x="1557309" y="5166493"/>
            <a:ext cx="1136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사설 대역</a:t>
            </a:r>
            <a:endParaRPr lang="en-US" altLang="ko-KR" sz="800" b="1" dirty="0"/>
          </a:p>
          <a:p>
            <a:pPr algn="ctr"/>
            <a:r>
              <a:rPr lang="en-US" altLang="ko-KR" sz="800" b="1" dirty="0"/>
              <a:t>IP 192.168.0.0 /16</a:t>
            </a:r>
            <a:endParaRPr lang="ko-KR" altLang="en-US" sz="8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4391F2A-CC40-1CD8-244C-978223C851D4}"/>
              </a:ext>
            </a:extLst>
          </p:cNvPr>
          <p:cNvSpPr txBox="1"/>
          <p:nvPr/>
        </p:nvSpPr>
        <p:spPr>
          <a:xfrm>
            <a:off x="3878957" y="5247831"/>
            <a:ext cx="10259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128.1.14.0 /23</a:t>
            </a:r>
            <a:endParaRPr lang="ko-KR" altLang="en-US" sz="8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2C556A-845D-EC5E-DAFB-1D6A91DDD264}"/>
              </a:ext>
            </a:extLst>
          </p:cNvPr>
          <p:cNvSpPr txBox="1"/>
          <p:nvPr/>
        </p:nvSpPr>
        <p:spPr>
          <a:xfrm>
            <a:off x="22271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022988-59BB-8DE6-FD9A-598760B679DF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598E02-AF59-3B86-52B6-88B80932FCC7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044162" y="51502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65827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1238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028087B-EA86-2678-605C-D08E7DB220FA}"/>
              </a:ext>
            </a:extLst>
          </p:cNvPr>
          <p:cNvSpPr txBox="1"/>
          <p:nvPr/>
        </p:nvSpPr>
        <p:spPr>
          <a:xfrm>
            <a:off x="7684466" y="516598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89C709-3A2E-9AC6-9AFD-B4750D2CC79F}"/>
              </a:ext>
            </a:extLst>
          </p:cNvPr>
          <p:cNvSpPr txBox="1"/>
          <p:nvPr/>
        </p:nvSpPr>
        <p:spPr>
          <a:xfrm>
            <a:off x="7001390" y="5881181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</a:p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IP 128.1.36.0 /22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6A54AB-2E8C-D8F2-CA00-C240FFBB439F}"/>
              </a:ext>
            </a:extLst>
          </p:cNvPr>
          <p:cNvSpPr txBox="1"/>
          <p:nvPr/>
        </p:nvSpPr>
        <p:spPr>
          <a:xfrm>
            <a:off x="8631688" y="22400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201</a:t>
            </a:r>
            <a:endParaRPr lang="ko-KR" altLang="en-US" sz="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38AEEC-9799-84A2-5A10-D2BE14D51275}"/>
              </a:ext>
            </a:extLst>
          </p:cNvPr>
          <p:cNvSpPr txBox="1"/>
          <p:nvPr/>
        </p:nvSpPr>
        <p:spPr>
          <a:xfrm>
            <a:off x="6312200" y="1649478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102</a:t>
            </a:r>
            <a:endParaRPr lang="ko-KR" altLang="en-US" sz="8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7A9DA42-E51A-DB63-2C93-4F22C4A7BF76}"/>
              </a:ext>
            </a:extLst>
          </p:cNvPr>
          <p:cNvSpPr txBox="1"/>
          <p:nvPr/>
        </p:nvSpPr>
        <p:spPr>
          <a:xfrm>
            <a:off x="3390138" y="22556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301</a:t>
            </a:r>
            <a:endParaRPr lang="ko-KR" altLang="en-US" sz="8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DFBC01B-E381-9D0B-B9CF-A01922765220}"/>
              </a:ext>
            </a:extLst>
          </p:cNvPr>
          <p:cNvSpPr txBox="1"/>
          <p:nvPr/>
        </p:nvSpPr>
        <p:spPr>
          <a:xfrm>
            <a:off x="2849754" y="2315907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304</a:t>
            </a:r>
            <a:endParaRPr lang="ko-KR" altLang="en-US" sz="8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7B87C4C-5967-78EF-A081-DC11160A4E2E}"/>
              </a:ext>
            </a:extLst>
          </p:cNvPr>
          <p:cNvSpPr txBox="1"/>
          <p:nvPr/>
        </p:nvSpPr>
        <p:spPr>
          <a:xfrm>
            <a:off x="2303436" y="2317900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403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3252058" y="153409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243061" y="5062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502AFF1-6BA0-376A-0C9A-C1F2D4089D90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360BBE-DD88-89AF-B87C-F4BBBE88D0A1}"/>
              </a:ext>
            </a:extLst>
          </p:cNvPr>
          <p:cNvSpPr txBox="1"/>
          <p:nvPr/>
        </p:nvSpPr>
        <p:spPr>
          <a:xfrm>
            <a:off x="5275316" y="427085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DD2855-1A63-940A-4945-9DFD7A6B8964}"/>
              </a:ext>
            </a:extLst>
          </p:cNvPr>
          <p:cNvSpPr txBox="1"/>
          <p:nvPr/>
        </p:nvSpPr>
        <p:spPr>
          <a:xfrm>
            <a:off x="5295373" y="359849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76925DE-2840-DCEF-8A06-A143A4002FAE}"/>
              </a:ext>
            </a:extLst>
          </p:cNvPr>
          <p:cNvSpPr txBox="1"/>
          <p:nvPr/>
        </p:nvSpPr>
        <p:spPr>
          <a:xfrm>
            <a:off x="5298419" y="28226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A46CBB44-2DAA-81C8-B815-BF2E25962E6E}"/>
              </a:ext>
            </a:extLst>
          </p:cNvPr>
          <p:cNvSpPr txBox="1"/>
          <p:nvPr/>
        </p:nvSpPr>
        <p:spPr>
          <a:xfrm>
            <a:off x="7984772" y="5542408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</a:p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IP 128.1.48.0 /21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E5A1098C-E358-C721-D4DB-C976FBF308B7}"/>
              </a:ext>
            </a:extLst>
          </p:cNvPr>
          <p:cNvSpPr txBox="1"/>
          <p:nvPr/>
        </p:nvSpPr>
        <p:spPr>
          <a:xfrm>
            <a:off x="7975959" y="5871166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</a:p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IP 128.1.56.0 /21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4F6935F-9703-5A58-34DB-64991D3B24A0}"/>
              </a:ext>
            </a:extLst>
          </p:cNvPr>
          <p:cNvSpPr txBox="1"/>
          <p:nvPr/>
        </p:nvSpPr>
        <p:spPr>
          <a:xfrm>
            <a:off x="848501" y="258269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F58295-FD27-CDB4-37FB-37770FEC9D60}"/>
              </a:ext>
            </a:extLst>
          </p:cNvPr>
          <p:cNvSpPr txBox="1"/>
          <p:nvPr/>
        </p:nvSpPr>
        <p:spPr>
          <a:xfrm>
            <a:off x="4340746" y="45781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043D49F-24C0-91A7-C61D-A4C6E5D9E5AC}"/>
              </a:ext>
            </a:extLst>
          </p:cNvPr>
          <p:cNvSpPr txBox="1"/>
          <p:nvPr/>
        </p:nvSpPr>
        <p:spPr>
          <a:xfrm>
            <a:off x="6662000" y="812405"/>
            <a:ext cx="1287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사설망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192.168.0.0 /16</a:t>
            </a:r>
            <a:endParaRPr lang="ko-KR" altLang="en-US" sz="1000" b="1" dirty="0"/>
          </a:p>
        </p:txBody>
      </p:sp>
      <p:pic>
        <p:nvPicPr>
          <p:cNvPr id="15" name="Picture 30" descr="Server ">
            <a:extLst>
              <a:ext uri="{FF2B5EF4-FFF2-40B4-BE49-F238E27FC236}">
                <a16:creationId xmlns:a16="http://schemas.microsoft.com/office/drawing/2014/main" id="{3489746E-41E0-F55D-EFCE-ADB6D0788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235587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F060FA5-8951-9C37-C73C-877D5C78704B}"/>
              </a:ext>
            </a:extLst>
          </p:cNvPr>
          <p:cNvSpPr txBox="1"/>
          <p:nvPr/>
        </p:nvSpPr>
        <p:spPr>
          <a:xfrm>
            <a:off x="4340746" y="444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15F379D-AB24-7938-082D-1096DB14E70F}"/>
              </a:ext>
            </a:extLst>
          </p:cNvPr>
          <p:cNvCxnSpPr>
            <a:cxnSpLocks/>
            <a:stCxn id="256" idx="1"/>
            <a:endCxn id="15" idx="3"/>
          </p:cNvCxnSpPr>
          <p:nvPr/>
        </p:nvCxnSpPr>
        <p:spPr>
          <a:xfrm flipH="1" flipV="1">
            <a:off x="4725144" y="368180"/>
            <a:ext cx="871272" cy="367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그룹 80">
            <a:extLst>
              <a:ext uri="{FF2B5EF4-FFF2-40B4-BE49-F238E27FC236}">
                <a16:creationId xmlns:a16="http://schemas.microsoft.com/office/drawing/2014/main" id="{BC648AF5-F85F-9433-DD7E-50D40EBB9D39}"/>
              </a:ext>
            </a:extLst>
          </p:cNvPr>
          <p:cNvGrpSpPr/>
          <p:nvPr/>
        </p:nvGrpSpPr>
        <p:grpSpPr>
          <a:xfrm>
            <a:off x="230174" y="182765"/>
            <a:ext cx="1583666" cy="492442"/>
            <a:chOff x="961874" y="182765"/>
            <a:chExt cx="1583666" cy="489205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721FF19D-B703-8D16-3C6B-13B8963C2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3CF1D7-1189-098B-9095-2F5430C39090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3DAE496-8300-1388-1DDA-41F134462B93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0C5AB84D-8DA7-F14E-7139-EF01C6213837}"/>
              </a:ext>
            </a:extLst>
          </p:cNvPr>
          <p:cNvGrpSpPr/>
          <p:nvPr/>
        </p:nvGrpSpPr>
        <p:grpSpPr>
          <a:xfrm>
            <a:off x="2322624" y="1404581"/>
            <a:ext cx="1811033" cy="447811"/>
            <a:chOff x="3212223" y="193664"/>
            <a:chExt cx="1811033" cy="447811"/>
          </a:xfrm>
        </p:grpSpPr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EF84CD08-8A2C-11E9-9447-D4E4D955B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52F9177-6D90-26DD-CD38-7A116480739B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128.1.64.10 /19</a:t>
              </a:r>
              <a:endParaRPr lang="ko-KR" altLang="en-US" sz="1000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61EF35E-16F8-2520-B1F1-BF2EC9B63475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R3</a:t>
              </a:r>
              <a:endParaRPr lang="ko-KR" altLang="en-US" sz="1000" b="1" dirty="0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DF4FB603-57CF-8537-114A-20AEDE21583B}"/>
              </a:ext>
            </a:extLst>
          </p:cNvPr>
          <p:cNvGrpSpPr/>
          <p:nvPr/>
        </p:nvGrpSpPr>
        <p:grpSpPr>
          <a:xfrm>
            <a:off x="230174" y="727671"/>
            <a:ext cx="1583667" cy="491323"/>
            <a:chOff x="961873" y="182765"/>
            <a:chExt cx="1583667" cy="488093"/>
          </a:xfrm>
        </p:grpSpPr>
        <p:pic>
          <p:nvPicPr>
            <p:cNvPr id="83" name="그래픽 82">
              <a:extLst>
                <a:ext uri="{FF2B5EF4-FFF2-40B4-BE49-F238E27FC236}">
                  <a16:creationId xmlns:a16="http://schemas.microsoft.com/office/drawing/2014/main" id="{D4BA8890-4D0E-6BE2-A676-F0B5AD340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ED3FF9A-D041-AC93-2AB0-DE13EDD5D71A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128.1.96.2 /19</a:t>
              </a:r>
              <a:endParaRPr lang="ko-KR" altLang="en-US" sz="1000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0D13926-537D-D056-D9E0-D689A6F57272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S2</a:t>
              </a:r>
              <a:endParaRPr lang="ko-KR" altLang="en-US" sz="1000" b="1" dirty="0"/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1555AD7D-5B59-0CE6-2537-E34A92C18F3A}"/>
              </a:ext>
            </a:extLst>
          </p:cNvPr>
          <p:cNvGrpSpPr/>
          <p:nvPr/>
        </p:nvGrpSpPr>
        <p:grpSpPr>
          <a:xfrm>
            <a:off x="230174" y="1271458"/>
            <a:ext cx="1620537" cy="491323"/>
            <a:chOff x="961873" y="182765"/>
            <a:chExt cx="1620537" cy="488093"/>
          </a:xfrm>
        </p:grpSpPr>
        <p:pic>
          <p:nvPicPr>
            <p:cNvPr id="127" name="그래픽 126">
              <a:extLst>
                <a:ext uri="{FF2B5EF4-FFF2-40B4-BE49-F238E27FC236}">
                  <a16:creationId xmlns:a16="http://schemas.microsoft.com/office/drawing/2014/main" id="{2F0EC231-8C11-DEF5-5442-F20ABD19C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E987070-8923-726B-413B-1B3235EB87BC}"/>
                </a:ext>
              </a:extLst>
            </p:cNvPr>
            <p:cNvSpPr txBox="1"/>
            <p:nvPr/>
          </p:nvSpPr>
          <p:spPr>
            <a:xfrm>
              <a:off x="1294877" y="182765"/>
              <a:ext cx="1287533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192.168.0.2 /16</a:t>
              </a:r>
              <a:endParaRPr lang="ko-KR" altLang="en-US" sz="1000" b="1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0B79B8B-0B61-9046-75C2-0F69E532E5BA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S3</a:t>
              </a:r>
              <a:endParaRPr lang="ko-KR" altLang="en-US" sz="1000" b="1" dirty="0"/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DB3F6282-23EF-66D8-E59B-D02F0D51E746}"/>
              </a:ext>
            </a:extLst>
          </p:cNvPr>
          <p:cNvGrpSpPr/>
          <p:nvPr/>
        </p:nvGrpSpPr>
        <p:grpSpPr>
          <a:xfrm>
            <a:off x="230174" y="1815245"/>
            <a:ext cx="1583667" cy="491323"/>
            <a:chOff x="961873" y="182765"/>
            <a:chExt cx="1583667" cy="488093"/>
          </a:xfrm>
        </p:grpSpPr>
        <p:pic>
          <p:nvPicPr>
            <p:cNvPr id="131" name="그래픽 130">
              <a:extLst>
                <a:ext uri="{FF2B5EF4-FFF2-40B4-BE49-F238E27FC236}">
                  <a16:creationId xmlns:a16="http://schemas.microsoft.com/office/drawing/2014/main" id="{A12265D0-1F93-314F-74CF-7E3666C02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8471AED-BE7B-389F-9295-4BA1FF4B4E9F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128.1.14.2 /23</a:t>
              </a:r>
              <a:endParaRPr lang="ko-KR" altLang="en-US" sz="1000" b="1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CB51451-F246-CF51-DC09-33C892BDBDB6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S4</a:t>
              </a:r>
              <a:endParaRPr lang="ko-KR" altLang="en-US" sz="1000" b="1" dirty="0"/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E894584C-613C-C4FD-B0A5-82D5ABEF7A55}"/>
              </a:ext>
            </a:extLst>
          </p:cNvPr>
          <p:cNvGrpSpPr/>
          <p:nvPr/>
        </p:nvGrpSpPr>
        <p:grpSpPr>
          <a:xfrm>
            <a:off x="230174" y="2359032"/>
            <a:ext cx="1583667" cy="491323"/>
            <a:chOff x="961873" y="182765"/>
            <a:chExt cx="1583667" cy="488093"/>
          </a:xfrm>
        </p:grpSpPr>
        <p:pic>
          <p:nvPicPr>
            <p:cNvPr id="135" name="그래픽 134">
              <a:extLst>
                <a:ext uri="{FF2B5EF4-FFF2-40B4-BE49-F238E27FC236}">
                  <a16:creationId xmlns:a16="http://schemas.microsoft.com/office/drawing/2014/main" id="{D874A1E2-9D6F-7D88-BB33-FF4F3A9A2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F5598AE-0921-A15D-EB56-081E1249A8F6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128.1.10.2 /23</a:t>
              </a:r>
              <a:endParaRPr lang="ko-KR" altLang="en-US" sz="1000" b="1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15E86F6-BA55-2FA5-FF6E-FD3E08711E18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S5</a:t>
              </a:r>
              <a:endParaRPr lang="ko-KR" altLang="en-US" sz="1000" b="1" dirty="0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AB1BB202-991A-DCEF-5223-B92A536EC81A}"/>
              </a:ext>
            </a:extLst>
          </p:cNvPr>
          <p:cNvGrpSpPr/>
          <p:nvPr/>
        </p:nvGrpSpPr>
        <p:grpSpPr>
          <a:xfrm>
            <a:off x="230174" y="2902819"/>
            <a:ext cx="1583667" cy="491323"/>
            <a:chOff x="961873" y="182765"/>
            <a:chExt cx="1583667" cy="488093"/>
          </a:xfrm>
        </p:grpSpPr>
        <p:pic>
          <p:nvPicPr>
            <p:cNvPr id="139" name="그래픽 138">
              <a:extLst>
                <a:ext uri="{FF2B5EF4-FFF2-40B4-BE49-F238E27FC236}">
                  <a16:creationId xmlns:a16="http://schemas.microsoft.com/office/drawing/2014/main" id="{CA885FB2-7E99-DE79-53F3-5C0CE0021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5CD9FB0-BEB2-013F-4609-267464E052C8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128.1.44.2 /22</a:t>
              </a:r>
              <a:endParaRPr lang="ko-KR" altLang="en-US" sz="1000" b="1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25B8843-9138-323B-009A-F2F8B029863B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S6</a:t>
              </a:r>
              <a:endParaRPr lang="ko-KR" altLang="en-US" sz="1000" b="1" dirty="0"/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B59F35CD-C2F4-E26E-C3B3-FFCE676DCE3A}"/>
              </a:ext>
            </a:extLst>
          </p:cNvPr>
          <p:cNvGrpSpPr/>
          <p:nvPr/>
        </p:nvGrpSpPr>
        <p:grpSpPr>
          <a:xfrm>
            <a:off x="230174" y="3446606"/>
            <a:ext cx="1583667" cy="491323"/>
            <a:chOff x="961873" y="182765"/>
            <a:chExt cx="1583667" cy="488093"/>
          </a:xfrm>
        </p:grpSpPr>
        <p:pic>
          <p:nvPicPr>
            <p:cNvPr id="143" name="그래픽 142">
              <a:extLst>
                <a:ext uri="{FF2B5EF4-FFF2-40B4-BE49-F238E27FC236}">
                  <a16:creationId xmlns:a16="http://schemas.microsoft.com/office/drawing/2014/main" id="{4DBC4920-A83D-15E7-ED69-D40EAC45A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D75278B-FF37-CCCF-B0E9-7D813B2D0937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128.1.44.3 /22</a:t>
              </a:r>
              <a:endParaRPr lang="ko-KR" altLang="en-US" sz="1000" b="1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4F1B752-2545-D6D9-B56A-6FBF6DEE79F1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S7</a:t>
              </a:r>
              <a:endParaRPr lang="ko-KR" altLang="en-US" sz="1000" b="1" dirty="0"/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1DA99244-F705-BD69-0254-435DE54B68B0}"/>
              </a:ext>
            </a:extLst>
          </p:cNvPr>
          <p:cNvGrpSpPr/>
          <p:nvPr/>
        </p:nvGrpSpPr>
        <p:grpSpPr>
          <a:xfrm>
            <a:off x="230174" y="3990393"/>
            <a:ext cx="1583667" cy="491323"/>
            <a:chOff x="961873" y="182765"/>
            <a:chExt cx="1583667" cy="488093"/>
          </a:xfrm>
        </p:grpSpPr>
        <p:pic>
          <p:nvPicPr>
            <p:cNvPr id="147" name="그래픽 146">
              <a:extLst>
                <a:ext uri="{FF2B5EF4-FFF2-40B4-BE49-F238E27FC236}">
                  <a16:creationId xmlns:a16="http://schemas.microsoft.com/office/drawing/2014/main" id="{1E68DBA5-5006-FCA4-971A-55A196999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3413F6F-F0A4-A485-225C-8A68CCA894D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128.1.40.2 /22</a:t>
              </a:r>
              <a:endParaRPr lang="ko-KR" altLang="en-US" sz="1000" b="1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35CF6F1-F49B-74A7-5288-0F0E1B27FECD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S8</a:t>
              </a:r>
              <a:endParaRPr lang="ko-KR" altLang="en-US" sz="1000" b="1" dirty="0"/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06CFE122-2D47-B667-ADA7-0B63632D3946}"/>
              </a:ext>
            </a:extLst>
          </p:cNvPr>
          <p:cNvGrpSpPr/>
          <p:nvPr/>
        </p:nvGrpSpPr>
        <p:grpSpPr>
          <a:xfrm>
            <a:off x="230174" y="4534180"/>
            <a:ext cx="1583667" cy="491323"/>
            <a:chOff x="961873" y="182765"/>
            <a:chExt cx="1583667" cy="488093"/>
          </a:xfrm>
        </p:grpSpPr>
        <p:pic>
          <p:nvPicPr>
            <p:cNvPr id="151" name="그래픽 150">
              <a:extLst>
                <a:ext uri="{FF2B5EF4-FFF2-40B4-BE49-F238E27FC236}">
                  <a16:creationId xmlns:a16="http://schemas.microsoft.com/office/drawing/2014/main" id="{17D74088-7715-BF68-63BE-FA82BD65C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FDA7B1C-1995-B394-C927-D07493E2BE91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128.1.40.3 /22</a:t>
              </a:r>
              <a:endParaRPr lang="ko-KR" altLang="en-US" sz="1000" b="1" dirty="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1CBBB29-AF49-EB32-790B-993C4484FA9D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S9</a:t>
              </a:r>
              <a:endParaRPr lang="ko-KR" altLang="en-US" sz="1000" b="1" dirty="0"/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6740DE36-BF05-C0F5-F633-A5E5FF68A4C0}"/>
              </a:ext>
            </a:extLst>
          </p:cNvPr>
          <p:cNvGrpSpPr/>
          <p:nvPr/>
        </p:nvGrpSpPr>
        <p:grpSpPr>
          <a:xfrm>
            <a:off x="230174" y="5077967"/>
            <a:ext cx="1620536" cy="491323"/>
            <a:chOff x="925004" y="182765"/>
            <a:chExt cx="1620536" cy="488093"/>
          </a:xfrm>
        </p:grpSpPr>
        <p:pic>
          <p:nvPicPr>
            <p:cNvPr id="155" name="그래픽 154">
              <a:extLst>
                <a:ext uri="{FF2B5EF4-FFF2-40B4-BE49-F238E27FC236}">
                  <a16:creationId xmlns:a16="http://schemas.microsoft.com/office/drawing/2014/main" id="{3905BBF1-12D5-C227-E6EE-3DD339C94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D55EA7B-5157-66D4-C4D2-A05AB71D41E5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128.1.32.2 /23</a:t>
              </a:r>
              <a:endParaRPr lang="ko-KR" altLang="en-US" sz="1000" b="1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6D20E7D2-5E10-E39F-9975-F2994DDA13CE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8" cy="31194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b="1" dirty="0"/>
                <a:t>S10</a:t>
              </a:r>
              <a:endParaRPr lang="ko-KR" altLang="en-US" sz="1000" b="1" dirty="0"/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5402C5C1-6567-3F12-500B-EE69C4F7BF51}"/>
              </a:ext>
            </a:extLst>
          </p:cNvPr>
          <p:cNvGrpSpPr/>
          <p:nvPr/>
        </p:nvGrpSpPr>
        <p:grpSpPr>
          <a:xfrm>
            <a:off x="230174" y="5621754"/>
            <a:ext cx="1620535" cy="491323"/>
            <a:chOff x="925005" y="182765"/>
            <a:chExt cx="1620535" cy="488093"/>
          </a:xfrm>
        </p:grpSpPr>
        <p:pic>
          <p:nvPicPr>
            <p:cNvPr id="163" name="그래픽 162">
              <a:extLst>
                <a:ext uri="{FF2B5EF4-FFF2-40B4-BE49-F238E27FC236}">
                  <a16:creationId xmlns:a16="http://schemas.microsoft.com/office/drawing/2014/main" id="{FC202122-6AB0-0842-9D6A-E978D3ADF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A0C9F36-29C4-5AF5-4633-752000CC1245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128.1.34.2 /23</a:t>
              </a:r>
              <a:endParaRPr lang="ko-KR" altLang="en-US" sz="1000" b="1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775F95CD-C028-EDFD-048D-51CA3B45D3BE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9" cy="31194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S11</a:t>
              </a:r>
              <a:endParaRPr lang="ko-KR" altLang="en-US" sz="1000" b="1" dirty="0"/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C358535D-74F5-548D-9670-FE0E46D5B594}"/>
              </a:ext>
            </a:extLst>
          </p:cNvPr>
          <p:cNvGrpSpPr/>
          <p:nvPr/>
        </p:nvGrpSpPr>
        <p:grpSpPr>
          <a:xfrm>
            <a:off x="230174" y="6165541"/>
            <a:ext cx="1620535" cy="491323"/>
            <a:chOff x="925005" y="182765"/>
            <a:chExt cx="1620535" cy="488093"/>
          </a:xfrm>
        </p:grpSpPr>
        <p:pic>
          <p:nvPicPr>
            <p:cNvPr id="167" name="그래픽 166">
              <a:extLst>
                <a:ext uri="{FF2B5EF4-FFF2-40B4-BE49-F238E27FC236}">
                  <a16:creationId xmlns:a16="http://schemas.microsoft.com/office/drawing/2014/main" id="{CCB6FBAE-CDF0-8026-6554-7DDE33EC9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055552-E45D-5254-CE07-B4CA024D41A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128.1.36.2 /23</a:t>
              </a:r>
              <a:endParaRPr lang="ko-KR" altLang="en-US" sz="1000" b="1" dirty="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C8F67A1-7C7F-10D2-D977-32808B351F1B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9" cy="31194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S12</a:t>
              </a:r>
              <a:endParaRPr lang="ko-KR" altLang="en-US" sz="1000" b="1" dirty="0"/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9B3E0DA6-A4B2-4898-B271-B40BDC5C5670}"/>
              </a:ext>
            </a:extLst>
          </p:cNvPr>
          <p:cNvGrpSpPr/>
          <p:nvPr/>
        </p:nvGrpSpPr>
        <p:grpSpPr>
          <a:xfrm>
            <a:off x="2322624" y="3216086"/>
            <a:ext cx="1774163" cy="447811"/>
            <a:chOff x="3212223" y="193664"/>
            <a:chExt cx="1774163" cy="447811"/>
          </a:xfrm>
        </p:grpSpPr>
        <p:pic>
          <p:nvPicPr>
            <p:cNvPr id="176" name="그래픽 175">
              <a:extLst>
                <a:ext uri="{FF2B5EF4-FFF2-40B4-BE49-F238E27FC236}">
                  <a16:creationId xmlns:a16="http://schemas.microsoft.com/office/drawing/2014/main" id="{020B828E-8B6E-A179-9D27-C8AEFF9AE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26BF992F-96AB-E448-F133-249FD590F2F8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128.1.2.10 /23</a:t>
              </a:r>
              <a:endParaRPr lang="ko-KR" altLang="en-US" sz="1000" b="1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A70DA2F4-2675-AC87-49CA-F32A7DB330B7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R6</a:t>
              </a:r>
              <a:endParaRPr lang="ko-KR" altLang="en-US" sz="1000" b="1" dirty="0"/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B1E0FEF8-032B-2588-177D-109BC9F844D9}"/>
              </a:ext>
            </a:extLst>
          </p:cNvPr>
          <p:cNvGrpSpPr/>
          <p:nvPr/>
        </p:nvGrpSpPr>
        <p:grpSpPr>
          <a:xfrm>
            <a:off x="2322624" y="3819921"/>
            <a:ext cx="1774163" cy="447811"/>
            <a:chOff x="3212223" y="193664"/>
            <a:chExt cx="1774163" cy="447811"/>
          </a:xfrm>
        </p:grpSpPr>
        <p:pic>
          <p:nvPicPr>
            <p:cNvPr id="180" name="그래픽 179">
              <a:extLst>
                <a:ext uri="{FF2B5EF4-FFF2-40B4-BE49-F238E27FC236}">
                  <a16:creationId xmlns:a16="http://schemas.microsoft.com/office/drawing/2014/main" id="{2307786D-44DF-5F76-D10D-4D5E547F1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9870094-C67B-AC9E-54D7-BFDB67B318C2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128.1.8.10 /23</a:t>
              </a:r>
              <a:endParaRPr lang="ko-KR" altLang="en-US" sz="1000" b="1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EF342FB1-64BA-6CE6-FEA7-2B6AE316DDDE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R7</a:t>
              </a:r>
              <a:endParaRPr lang="ko-KR" altLang="en-US" sz="1000" b="1" dirty="0"/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14273480-687C-BA89-E9B8-1D95F1223715}"/>
              </a:ext>
            </a:extLst>
          </p:cNvPr>
          <p:cNvGrpSpPr/>
          <p:nvPr/>
        </p:nvGrpSpPr>
        <p:grpSpPr>
          <a:xfrm>
            <a:off x="2322624" y="4423756"/>
            <a:ext cx="1774163" cy="447811"/>
            <a:chOff x="3212223" y="193664"/>
            <a:chExt cx="1774163" cy="447811"/>
          </a:xfrm>
        </p:grpSpPr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7908A0EB-D33C-02CC-C2F7-2E0E7FA3E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21D6C0AA-F761-DF3F-F416-A2427A24B3F6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128.1.4.10 /23</a:t>
              </a:r>
              <a:endParaRPr lang="ko-KR" altLang="en-US" sz="1000" b="1" dirty="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097B2079-23B9-766C-5FFB-617573F6257B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R8</a:t>
              </a:r>
              <a:endParaRPr lang="ko-KR" altLang="en-US" sz="1000" b="1" dirty="0"/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99ADB7D4-E1F7-EB88-2EAF-B46031F8730A}"/>
              </a:ext>
            </a:extLst>
          </p:cNvPr>
          <p:cNvGrpSpPr/>
          <p:nvPr/>
        </p:nvGrpSpPr>
        <p:grpSpPr>
          <a:xfrm>
            <a:off x="2322624" y="5027591"/>
            <a:ext cx="1847902" cy="447811"/>
            <a:chOff x="3212223" y="193664"/>
            <a:chExt cx="1847902" cy="447811"/>
          </a:xfrm>
        </p:grpSpPr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A1256178-0750-0475-57B0-CCD3BBDFA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7D43DD31-4BF5-A87A-8E2E-7C4AA5B3FC63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192.168.0.10 /16</a:t>
              </a:r>
              <a:endParaRPr lang="ko-KR" altLang="en-US" sz="1000" b="1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8FBEB7E1-4DE3-BF58-4C3B-A78C320E056F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R9</a:t>
              </a:r>
              <a:endParaRPr lang="ko-KR" altLang="en-US" sz="1000" b="1" dirty="0"/>
            </a:p>
          </p:txBody>
        </p: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0B9372B5-E4A6-2F32-382D-73A78C5F7F86}"/>
              </a:ext>
            </a:extLst>
          </p:cNvPr>
          <p:cNvGrpSpPr/>
          <p:nvPr/>
        </p:nvGrpSpPr>
        <p:grpSpPr>
          <a:xfrm>
            <a:off x="2302919" y="5631426"/>
            <a:ext cx="1830738" cy="447811"/>
            <a:chOff x="3192518" y="193664"/>
            <a:chExt cx="1830738" cy="447811"/>
          </a:xfrm>
        </p:grpSpPr>
        <p:pic>
          <p:nvPicPr>
            <p:cNvPr id="192" name="그래픽 191">
              <a:extLst>
                <a:ext uri="{FF2B5EF4-FFF2-40B4-BE49-F238E27FC236}">
                  <a16:creationId xmlns:a16="http://schemas.microsoft.com/office/drawing/2014/main" id="{FB4B282A-9481-79A9-1193-763DD38FE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552CDA48-28FA-BEB5-882C-8059CCD846FF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128.1.12.10 /23</a:t>
              </a:r>
              <a:endParaRPr lang="ko-KR" altLang="en-US" sz="1000" b="1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F15E8B7-4C0C-E195-CEF5-56B87A63A8B2}"/>
                </a:ext>
              </a:extLst>
            </p:cNvPr>
            <p:cNvSpPr txBox="1"/>
            <p:nvPr/>
          </p:nvSpPr>
          <p:spPr>
            <a:xfrm>
              <a:off x="3192518" y="395254"/>
              <a:ext cx="415499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R10</a:t>
              </a:r>
              <a:endParaRPr lang="ko-KR" altLang="en-US" sz="1000" b="1" dirty="0"/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BB2D9F57-D378-EDF5-B6EB-FC4916918383}"/>
              </a:ext>
            </a:extLst>
          </p:cNvPr>
          <p:cNvGrpSpPr/>
          <p:nvPr/>
        </p:nvGrpSpPr>
        <p:grpSpPr>
          <a:xfrm>
            <a:off x="2302919" y="6235258"/>
            <a:ext cx="1830738" cy="447811"/>
            <a:chOff x="3192518" y="193664"/>
            <a:chExt cx="1830738" cy="447811"/>
          </a:xfrm>
        </p:grpSpPr>
        <p:pic>
          <p:nvPicPr>
            <p:cNvPr id="196" name="그래픽 195">
              <a:extLst>
                <a:ext uri="{FF2B5EF4-FFF2-40B4-BE49-F238E27FC236}">
                  <a16:creationId xmlns:a16="http://schemas.microsoft.com/office/drawing/2014/main" id="{32A31575-9035-5A8F-ED64-29AFC8E67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D0385F9A-EC20-8028-B249-582296EEBF02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128.1.32.10 /19</a:t>
              </a:r>
              <a:endParaRPr lang="ko-KR" altLang="en-US" sz="1000" b="1" dirty="0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465900A8-16AC-E4DA-3C75-6F03EAE04205}"/>
                </a:ext>
              </a:extLst>
            </p:cNvPr>
            <p:cNvSpPr txBox="1"/>
            <p:nvPr/>
          </p:nvSpPr>
          <p:spPr>
            <a:xfrm>
              <a:off x="3192518" y="395254"/>
              <a:ext cx="415499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R11</a:t>
              </a:r>
              <a:endParaRPr lang="ko-KR" altLang="en-US" sz="1000" b="1" dirty="0"/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7B2B8C18-3E8F-85DE-7BDA-6581E06C5B61}"/>
              </a:ext>
            </a:extLst>
          </p:cNvPr>
          <p:cNvGrpSpPr/>
          <p:nvPr/>
        </p:nvGrpSpPr>
        <p:grpSpPr>
          <a:xfrm>
            <a:off x="2322624" y="196911"/>
            <a:ext cx="1847902" cy="451017"/>
            <a:chOff x="3212223" y="193664"/>
            <a:chExt cx="1847902" cy="451017"/>
          </a:xfrm>
        </p:grpSpPr>
        <p:pic>
          <p:nvPicPr>
            <p:cNvPr id="200" name="그래픽 199">
              <a:extLst>
                <a:ext uri="{FF2B5EF4-FFF2-40B4-BE49-F238E27FC236}">
                  <a16:creationId xmlns:a16="http://schemas.microsoft.com/office/drawing/2014/main" id="{A6D282EF-D920-467C-1597-23A28F76D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13740307-1D8E-61E9-A193-D574281C68CB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172.16.18.40 /16</a:t>
              </a:r>
              <a:endParaRPr lang="ko-KR" altLang="en-US" sz="1000" b="1" dirty="0"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F7FDD76-1974-30CF-6568-6311AD415E0A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ADE14F6C-8ADA-D875-BEBD-ED1C48128342}"/>
              </a:ext>
            </a:extLst>
          </p:cNvPr>
          <p:cNvGrpSpPr/>
          <p:nvPr/>
        </p:nvGrpSpPr>
        <p:grpSpPr>
          <a:xfrm>
            <a:off x="2322624" y="2008416"/>
            <a:ext cx="1811033" cy="447811"/>
            <a:chOff x="3212223" y="193664"/>
            <a:chExt cx="1811033" cy="447811"/>
          </a:xfrm>
        </p:grpSpPr>
        <p:pic>
          <p:nvPicPr>
            <p:cNvPr id="204" name="그래픽 203">
              <a:extLst>
                <a:ext uri="{FF2B5EF4-FFF2-40B4-BE49-F238E27FC236}">
                  <a16:creationId xmlns:a16="http://schemas.microsoft.com/office/drawing/2014/main" id="{D3F2C7A0-C3B2-FDE9-C7AF-25D51FBA6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6F74500E-B223-A842-811A-3F614FE847D4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128.1.96.10 /19</a:t>
              </a:r>
              <a:endParaRPr lang="ko-KR" altLang="en-US" sz="1000" b="1" dirty="0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A7A208E-8CB6-02EE-D761-281BFBA467B2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R4</a:t>
              </a:r>
              <a:endParaRPr lang="ko-KR" altLang="en-US" sz="1000" b="1" dirty="0"/>
            </a:p>
          </p:txBody>
        </p:sp>
      </p:grp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50D5A583-BC6C-172F-9092-5F4020BED3D3}"/>
              </a:ext>
            </a:extLst>
          </p:cNvPr>
          <p:cNvGrpSpPr/>
          <p:nvPr/>
        </p:nvGrpSpPr>
        <p:grpSpPr>
          <a:xfrm>
            <a:off x="2322624" y="2612251"/>
            <a:ext cx="1774163" cy="447811"/>
            <a:chOff x="3212223" y="193664"/>
            <a:chExt cx="1774163" cy="447811"/>
          </a:xfrm>
        </p:grpSpPr>
        <p:pic>
          <p:nvPicPr>
            <p:cNvPr id="208" name="그래픽 207">
              <a:extLst>
                <a:ext uri="{FF2B5EF4-FFF2-40B4-BE49-F238E27FC236}">
                  <a16:creationId xmlns:a16="http://schemas.microsoft.com/office/drawing/2014/main" id="{EE2ED5DB-16AE-EE60-B21E-5B2858F8F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D8021C23-0247-0E0A-12C7-AFEAE21D90D0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128.1.0.10 /23</a:t>
              </a:r>
              <a:endParaRPr lang="ko-KR" altLang="en-US" sz="1000" b="1" dirty="0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7E050462-BECA-011B-D56B-9DFBE8519F40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R5</a:t>
              </a:r>
              <a:endParaRPr lang="ko-KR" altLang="en-US" sz="1000" b="1" dirty="0"/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BB0E25A5-365B-19BC-4E21-7A101848AC26}"/>
              </a:ext>
            </a:extLst>
          </p:cNvPr>
          <p:cNvGrpSpPr/>
          <p:nvPr/>
        </p:nvGrpSpPr>
        <p:grpSpPr>
          <a:xfrm>
            <a:off x="2322624" y="800746"/>
            <a:ext cx="1847902" cy="447811"/>
            <a:chOff x="3212223" y="193664"/>
            <a:chExt cx="1847902" cy="447811"/>
          </a:xfrm>
        </p:grpSpPr>
        <p:pic>
          <p:nvPicPr>
            <p:cNvPr id="212" name="그래픽 211">
              <a:extLst>
                <a:ext uri="{FF2B5EF4-FFF2-40B4-BE49-F238E27FC236}">
                  <a16:creationId xmlns:a16="http://schemas.microsoft.com/office/drawing/2014/main" id="{6A969B5F-98D4-285E-B2A1-57CFF540C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6955E30-E314-7487-DA13-AFF9CE093D35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128.1.128.10 /19</a:t>
              </a:r>
              <a:endParaRPr lang="ko-KR" altLang="en-US" sz="1000" b="1" dirty="0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173BEC5-EBB0-ACDB-9800-1E7B8ACBAD9D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R2</a:t>
              </a:r>
              <a:endParaRPr lang="ko-KR" altLang="en-US" sz="1000" b="1" dirty="0"/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7F58B267-5E6D-0E10-1E1C-24C87592528E}"/>
              </a:ext>
            </a:extLst>
          </p:cNvPr>
          <p:cNvGrpSpPr/>
          <p:nvPr/>
        </p:nvGrpSpPr>
        <p:grpSpPr>
          <a:xfrm>
            <a:off x="4493455" y="97168"/>
            <a:ext cx="1928052" cy="699546"/>
            <a:chOff x="5455480" y="97168"/>
            <a:chExt cx="1928052" cy="699546"/>
          </a:xfrm>
        </p:grpSpPr>
        <p:pic>
          <p:nvPicPr>
            <p:cNvPr id="348" name="Picture 2" descr="Data server ">
              <a:extLst>
                <a:ext uri="{FF2B5EF4-FFF2-40B4-BE49-F238E27FC236}">
                  <a16:creationId xmlns:a16="http://schemas.microsoft.com/office/drawing/2014/main" id="{AF4170D3-2D60-E15C-67F9-700726DC81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A871C8C-6225-3326-8F70-F1A08F5713C6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</a:t>
              </a:r>
              <a:endParaRPr lang="ko-KR" altLang="en-US" sz="1000" b="1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8A2B4CD8-91E5-7B95-C559-41D8A54574C5}"/>
                </a:ext>
              </a:extLst>
            </p:cNvPr>
            <p:cNvSpPr txBox="1"/>
            <p:nvPr/>
          </p:nvSpPr>
          <p:spPr>
            <a:xfrm>
              <a:off x="6022262" y="186384"/>
              <a:ext cx="13612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172.16.254.6 /16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</p:grp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97ACDF33-623B-0001-FA39-034045789F6E}"/>
              </a:ext>
            </a:extLst>
          </p:cNvPr>
          <p:cNvGrpSpPr/>
          <p:nvPr/>
        </p:nvGrpSpPr>
        <p:grpSpPr>
          <a:xfrm>
            <a:off x="4493455" y="3583318"/>
            <a:ext cx="1854314" cy="699546"/>
            <a:chOff x="5455480" y="97168"/>
            <a:chExt cx="1854314" cy="699546"/>
          </a:xfrm>
        </p:grpSpPr>
        <p:pic>
          <p:nvPicPr>
            <p:cNvPr id="352" name="Picture 2" descr="Data server ">
              <a:extLst>
                <a:ext uri="{FF2B5EF4-FFF2-40B4-BE49-F238E27FC236}">
                  <a16:creationId xmlns:a16="http://schemas.microsoft.com/office/drawing/2014/main" id="{6206FF7F-0F63-C1DB-5ADD-82247CE82A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0EFE195B-3672-2D23-D391-07AC8FE412A2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6</a:t>
              </a:r>
              <a:endParaRPr lang="ko-KR" altLang="en-US" sz="1000" b="1" dirty="0"/>
            </a:p>
          </p:txBody>
        </p: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2EFA7DB5-276C-003E-48E4-E1C14AB2390B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128.1.10.6 /23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F92E5CF2-0FA4-1B22-5325-046F5DBDD936}"/>
              </a:ext>
            </a:extLst>
          </p:cNvPr>
          <p:cNvGrpSpPr/>
          <p:nvPr/>
        </p:nvGrpSpPr>
        <p:grpSpPr>
          <a:xfrm>
            <a:off x="4493455" y="794398"/>
            <a:ext cx="1928052" cy="699546"/>
            <a:chOff x="5455480" y="97168"/>
            <a:chExt cx="1928052" cy="699546"/>
          </a:xfrm>
        </p:grpSpPr>
        <p:pic>
          <p:nvPicPr>
            <p:cNvPr id="356" name="Picture 2" descr="Data server ">
              <a:extLst>
                <a:ext uri="{FF2B5EF4-FFF2-40B4-BE49-F238E27FC236}">
                  <a16:creationId xmlns:a16="http://schemas.microsoft.com/office/drawing/2014/main" id="{A0C250C7-A714-7E63-C12A-6FFA90E087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D3BDCFE5-49CC-2DB8-42BA-39D6C28BFBD9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2</a:t>
              </a:r>
              <a:endParaRPr lang="ko-KR" altLang="en-US" sz="1000" b="1" dirty="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0B3A54A1-EA5F-F6BF-C5ED-52E51C4086DE}"/>
                </a:ext>
              </a:extLst>
            </p:cNvPr>
            <p:cNvSpPr txBox="1"/>
            <p:nvPr/>
          </p:nvSpPr>
          <p:spPr>
            <a:xfrm>
              <a:off x="6022262" y="186384"/>
              <a:ext cx="13612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172.16.254.5 /16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59" name="그룹 358">
            <a:extLst>
              <a:ext uri="{FF2B5EF4-FFF2-40B4-BE49-F238E27FC236}">
                <a16:creationId xmlns:a16="http://schemas.microsoft.com/office/drawing/2014/main" id="{32905E9C-78FD-0BAB-E02A-1DAF4531E0CE}"/>
              </a:ext>
            </a:extLst>
          </p:cNvPr>
          <p:cNvGrpSpPr/>
          <p:nvPr/>
        </p:nvGrpSpPr>
        <p:grpSpPr>
          <a:xfrm>
            <a:off x="4493455" y="1491628"/>
            <a:ext cx="1891183" cy="699546"/>
            <a:chOff x="5455480" y="97168"/>
            <a:chExt cx="1891183" cy="699546"/>
          </a:xfrm>
        </p:grpSpPr>
        <p:pic>
          <p:nvPicPr>
            <p:cNvPr id="360" name="Picture 2" descr="Data server ">
              <a:extLst>
                <a:ext uri="{FF2B5EF4-FFF2-40B4-BE49-F238E27FC236}">
                  <a16:creationId xmlns:a16="http://schemas.microsoft.com/office/drawing/2014/main" id="{5F1ED3A0-464D-BE76-D1A8-933D08F123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97706B44-AE27-D430-52CA-AB01E7C33AC6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3</a:t>
              </a:r>
              <a:endParaRPr lang="ko-KR" altLang="en-US" sz="1000" b="1" dirty="0"/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4614BC1F-E01E-68D1-2E93-F74326DB82DB}"/>
                </a:ext>
              </a:extLst>
            </p:cNvPr>
            <p:cNvSpPr txBox="1"/>
            <p:nvPr/>
          </p:nvSpPr>
          <p:spPr>
            <a:xfrm>
              <a:off x="6059131" y="186384"/>
              <a:ext cx="12875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192.128.0.3 /16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1B493275-B87C-E725-FA68-738B5A3BDF13}"/>
              </a:ext>
            </a:extLst>
          </p:cNvPr>
          <p:cNvGrpSpPr/>
          <p:nvPr/>
        </p:nvGrpSpPr>
        <p:grpSpPr>
          <a:xfrm>
            <a:off x="4493455" y="2188858"/>
            <a:ext cx="1854314" cy="699546"/>
            <a:chOff x="5455480" y="97168"/>
            <a:chExt cx="1854314" cy="699546"/>
          </a:xfrm>
        </p:grpSpPr>
        <p:pic>
          <p:nvPicPr>
            <p:cNvPr id="364" name="Picture 2" descr="Data server ">
              <a:extLst>
                <a:ext uri="{FF2B5EF4-FFF2-40B4-BE49-F238E27FC236}">
                  <a16:creationId xmlns:a16="http://schemas.microsoft.com/office/drawing/2014/main" id="{0E4B3A65-0222-DAE4-7D9B-398897A6D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E4EA59BC-54C3-B901-3B06-46A7FBA237BC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4</a:t>
              </a:r>
              <a:endParaRPr lang="ko-KR" altLang="en-US" sz="1000" b="1" dirty="0"/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BC980BB8-67DA-D8E8-FA13-839625E13A84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128.1.10.4 /23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</p:grpSp>
      <p:grpSp>
        <p:nvGrpSpPr>
          <p:cNvPr id="367" name="그룹 366">
            <a:extLst>
              <a:ext uri="{FF2B5EF4-FFF2-40B4-BE49-F238E27FC236}">
                <a16:creationId xmlns:a16="http://schemas.microsoft.com/office/drawing/2014/main" id="{129B3C96-5FA4-14B0-3A97-80ABEB2A94ED}"/>
              </a:ext>
            </a:extLst>
          </p:cNvPr>
          <p:cNvGrpSpPr/>
          <p:nvPr/>
        </p:nvGrpSpPr>
        <p:grpSpPr>
          <a:xfrm>
            <a:off x="4493455" y="2886088"/>
            <a:ext cx="1854314" cy="699546"/>
            <a:chOff x="5455480" y="97168"/>
            <a:chExt cx="1854314" cy="699546"/>
          </a:xfrm>
        </p:grpSpPr>
        <p:pic>
          <p:nvPicPr>
            <p:cNvPr id="368" name="Picture 2" descr="Data server ">
              <a:extLst>
                <a:ext uri="{FF2B5EF4-FFF2-40B4-BE49-F238E27FC236}">
                  <a16:creationId xmlns:a16="http://schemas.microsoft.com/office/drawing/2014/main" id="{F715CDC7-74E5-9464-4078-B49925BF4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A7ADF38-27BF-1C12-096A-FA67AC7FA869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5</a:t>
              </a:r>
              <a:endParaRPr lang="ko-KR" altLang="en-US" sz="1000" b="1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FB89F892-24F0-FD73-FE1C-BD0EC0EEDC5F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128.1.10.5 /23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71" name="그룹 370">
            <a:extLst>
              <a:ext uri="{FF2B5EF4-FFF2-40B4-BE49-F238E27FC236}">
                <a16:creationId xmlns:a16="http://schemas.microsoft.com/office/drawing/2014/main" id="{9482634D-0BC7-EBA9-18E9-BE39DA0B92A6}"/>
              </a:ext>
            </a:extLst>
          </p:cNvPr>
          <p:cNvGrpSpPr/>
          <p:nvPr/>
        </p:nvGrpSpPr>
        <p:grpSpPr>
          <a:xfrm>
            <a:off x="6578102" y="168035"/>
            <a:ext cx="1808017" cy="640419"/>
            <a:chOff x="7263902" y="168035"/>
            <a:chExt cx="1808017" cy="640419"/>
          </a:xfrm>
        </p:grpSpPr>
        <p:pic>
          <p:nvPicPr>
            <p:cNvPr id="372" name="Picture 30" descr="Server ">
              <a:extLst>
                <a:ext uri="{FF2B5EF4-FFF2-40B4-BE49-F238E27FC236}">
                  <a16:creationId xmlns:a16="http://schemas.microsoft.com/office/drawing/2014/main" id="{AB0C8758-09D7-B0A5-DC16-13D856820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A3FC2DD6-9485-958E-F951-F528EF14A183}"/>
                </a:ext>
              </a:extLst>
            </p:cNvPr>
            <p:cNvSpPr txBox="1"/>
            <p:nvPr/>
          </p:nvSpPr>
          <p:spPr>
            <a:xfrm>
              <a:off x="7858125" y="177560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128.1.96.7 /19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6AD87145-6588-9E49-3D8A-B8FE2917432B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7</a:t>
              </a:r>
              <a:endParaRPr lang="ko-KR" altLang="en-US" sz="1000" b="1" dirty="0"/>
            </a:p>
          </p:txBody>
        </p:sp>
      </p:grpSp>
      <p:grpSp>
        <p:nvGrpSpPr>
          <p:cNvPr id="375" name="그룹 374">
            <a:extLst>
              <a:ext uri="{FF2B5EF4-FFF2-40B4-BE49-F238E27FC236}">
                <a16:creationId xmlns:a16="http://schemas.microsoft.com/office/drawing/2014/main" id="{A20277C3-08E4-3521-DB90-78FB860E621E}"/>
              </a:ext>
            </a:extLst>
          </p:cNvPr>
          <p:cNvGrpSpPr/>
          <p:nvPr/>
        </p:nvGrpSpPr>
        <p:grpSpPr>
          <a:xfrm>
            <a:off x="6578102" y="942735"/>
            <a:ext cx="1881756" cy="640419"/>
            <a:chOff x="7263902" y="168035"/>
            <a:chExt cx="1881756" cy="640419"/>
          </a:xfrm>
        </p:grpSpPr>
        <p:pic>
          <p:nvPicPr>
            <p:cNvPr id="376" name="Picture 30" descr="Server ">
              <a:extLst>
                <a:ext uri="{FF2B5EF4-FFF2-40B4-BE49-F238E27FC236}">
                  <a16:creationId xmlns:a16="http://schemas.microsoft.com/office/drawing/2014/main" id="{5E6C57DD-B110-C974-FE5F-BBE0D82559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C9A7324C-4357-9022-487F-6A295BAE0D7D}"/>
                </a:ext>
              </a:extLst>
            </p:cNvPr>
            <p:cNvSpPr txBox="1"/>
            <p:nvPr/>
          </p:nvSpPr>
          <p:spPr>
            <a:xfrm>
              <a:off x="7784387" y="177560"/>
              <a:ext cx="13612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172.16.254.6 /16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9025EA63-4A9E-8C7C-4415-0DC4FC0E1D5E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8</a:t>
              </a:r>
              <a:endParaRPr lang="ko-KR" altLang="en-US" sz="1000" b="1" dirty="0"/>
            </a:p>
          </p:txBody>
        </p:sp>
      </p:grp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6FE7B6E6-5BE7-4211-1DFF-AE178AEBDDC7}"/>
              </a:ext>
            </a:extLst>
          </p:cNvPr>
          <p:cNvGrpSpPr/>
          <p:nvPr/>
        </p:nvGrpSpPr>
        <p:grpSpPr>
          <a:xfrm>
            <a:off x="6578102" y="1717435"/>
            <a:ext cx="1881756" cy="640419"/>
            <a:chOff x="7263902" y="168035"/>
            <a:chExt cx="1881756" cy="640419"/>
          </a:xfrm>
        </p:grpSpPr>
        <p:pic>
          <p:nvPicPr>
            <p:cNvPr id="380" name="Picture 30" descr="Server ">
              <a:extLst>
                <a:ext uri="{FF2B5EF4-FFF2-40B4-BE49-F238E27FC236}">
                  <a16:creationId xmlns:a16="http://schemas.microsoft.com/office/drawing/2014/main" id="{71278C46-8861-EEEA-A03D-AE2DE53808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6468B248-4BE7-B8F4-7F0A-4A100E218431}"/>
                </a:ext>
              </a:extLst>
            </p:cNvPr>
            <p:cNvSpPr txBox="1"/>
            <p:nvPr/>
          </p:nvSpPr>
          <p:spPr>
            <a:xfrm>
              <a:off x="7784387" y="177560"/>
              <a:ext cx="13612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172.16.254.5 /16</a:t>
              </a:r>
              <a:br>
                <a:rPr lang="en-US" altLang="ko-KR" sz="1000" b="1" dirty="0"/>
              </a:br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DAF27D-5E5A-877E-29EC-61C5142158ED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9</a:t>
              </a:r>
              <a:endParaRPr lang="ko-KR" altLang="en-US" sz="1000" b="1" dirty="0"/>
            </a:p>
          </p:txBody>
        </p:sp>
      </p:grp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72BE62FF-4751-3EDE-2B5B-4BDE4EF55E05}"/>
              </a:ext>
            </a:extLst>
          </p:cNvPr>
          <p:cNvGrpSpPr/>
          <p:nvPr/>
        </p:nvGrpSpPr>
        <p:grpSpPr>
          <a:xfrm>
            <a:off x="8517769" y="161375"/>
            <a:ext cx="1625126" cy="588143"/>
            <a:chOff x="8923631" y="170900"/>
            <a:chExt cx="1625126" cy="588143"/>
          </a:xfrm>
        </p:grpSpPr>
        <p:pic>
          <p:nvPicPr>
            <p:cNvPr id="393" name="Picture 16" descr="Computer">
              <a:extLst>
                <a:ext uri="{FF2B5EF4-FFF2-40B4-BE49-F238E27FC236}">
                  <a16:creationId xmlns:a16="http://schemas.microsoft.com/office/drawing/2014/main" id="{2194ABEC-38CA-BCCF-26F8-781DEC6FF7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4606FAC0-BE4E-6188-A7CF-49A6328955BA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</a:t>
              </a:r>
              <a:endParaRPr lang="ko-KR" altLang="en-US" sz="1000" b="1" dirty="0"/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3E49F8FE-6214-6007-D238-81AB1A6FA0AF}"/>
                </a:ext>
              </a:extLst>
            </p:cNvPr>
            <p:cNvSpPr txBox="1"/>
            <p:nvPr/>
          </p:nvSpPr>
          <p:spPr>
            <a:xfrm>
              <a:off x="9261224" y="170900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192.128.0.4 /16</a:t>
              </a:r>
              <a:endParaRPr lang="ko-KR" altLang="en-US" sz="1000" b="1" dirty="0"/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D978D127-B80A-CB01-F3D2-EA1D47B0AC9E}"/>
              </a:ext>
            </a:extLst>
          </p:cNvPr>
          <p:cNvGrpSpPr/>
          <p:nvPr/>
        </p:nvGrpSpPr>
        <p:grpSpPr>
          <a:xfrm>
            <a:off x="10221211" y="2055530"/>
            <a:ext cx="1606075" cy="569093"/>
            <a:chOff x="8905812" y="199475"/>
            <a:chExt cx="1606075" cy="569093"/>
          </a:xfrm>
        </p:grpSpPr>
        <p:pic>
          <p:nvPicPr>
            <p:cNvPr id="390" name="Picture 16" descr="Computer">
              <a:extLst>
                <a:ext uri="{FF2B5EF4-FFF2-40B4-BE49-F238E27FC236}">
                  <a16:creationId xmlns:a16="http://schemas.microsoft.com/office/drawing/2014/main" id="{5F498377-84F1-56DA-2DF7-27B649D4E7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452EB0B7-28FC-95C7-B80F-48A05D447D7B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10</a:t>
              </a:r>
              <a:endParaRPr lang="ko-KR" altLang="en-US" sz="1000" b="1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04560883-F38C-1DCB-8840-E6EDFB1DD2E1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128.1.36.5 /22</a:t>
              </a:r>
              <a:endParaRPr lang="ko-KR" altLang="en-US" sz="1000" b="1" dirty="0"/>
            </a:p>
          </p:txBody>
        </p:sp>
      </p:grp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EF81F3E1-90FC-E7AC-749B-5D48AC178F12}"/>
              </a:ext>
            </a:extLst>
          </p:cNvPr>
          <p:cNvGrpSpPr/>
          <p:nvPr/>
        </p:nvGrpSpPr>
        <p:grpSpPr>
          <a:xfrm>
            <a:off x="8517769" y="1127766"/>
            <a:ext cx="1588256" cy="588143"/>
            <a:chOff x="8923631" y="170900"/>
            <a:chExt cx="1588256" cy="588143"/>
          </a:xfrm>
        </p:grpSpPr>
        <p:pic>
          <p:nvPicPr>
            <p:cNvPr id="402" name="Picture 16" descr="Computer">
              <a:extLst>
                <a:ext uri="{FF2B5EF4-FFF2-40B4-BE49-F238E27FC236}">
                  <a16:creationId xmlns:a16="http://schemas.microsoft.com/office/drawing/2014/main" id="{7C3453EC-2BB6-F7C8-5356-A1AC867839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520BFB2C-FC72-D693-12F6-3B29BA5305BF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2</a:t>
              </a:r>
              <a:endParaRPr lang="ko-KR" altLang="en-US" sz="1000" b="1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B424CB7B-13ED-6EB2-4098-01488003881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128.1.14.3 /23</a:t>
              </a:r>
              <a:endParaRPr lang="ko-KR" altLang="en-US" sz="1000" b="1" dirty="0"/>
            </a:p>
          </p:txBody>
        </p:sp>
      </p:grp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654A5461-A562-5FA8-6D6E-EC0093EA6A93}"/>
              </a:ext>
            </a:extLst>
          </p:cNvPr>
          <p:cNvGrpSpPr/>
          <p:nvPr/>
        </p:nvGrpSpPr>
        <p:grpSpPr>
          <a:xfrm>
            <a:off x="10227151" y="3014314"/>
            <a:ext cx="1606075" cy="569093"/>
            <a:chOff x="8905812" y="199475"/>
            <a:chExt cx="1606075" cy="569093"/>
          </a:xfrm>
        </p:grpSpPr>
        <p:pic>
          <p:nvPicPr>
            <p:cNvPr id="399" name="Picture 16" descr="Computer">
              <a:extLst>
                <a:ext uri="{FF2B5EF4-FFF2-40B4-BE49-F238E27FC236}">
                  <a16:creationId xmlns:a16="http://schemas.microsoft.com/office/drawing/2014/main" id="{21DA7B31-2AB3-6C85-2883-8061D566D2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85A521FB-0177-DC6D-E9B3-6A97D1CFCE28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11</a:t>
              </a:r>
              <a:endParaRPr lang="ko-KR" altLang="en-US" sz="1000" b="1" dirty="0"/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1577911E-621B-967A-CBDB-BBB8E5BD8403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128.1.48.4 /21</a:t>
              </a:r>
              <a:endParaRPr lang="ko-KR" altLang="en-US" sz="1000" b="1" dirty="0"/>
            </a:p>
          </p:txBody>
        </p:sp>
      </p:grpSp>
      <p:grpSp>
        <p:nvGrpSpPr>
          <p:cNvPr id="406" name="그룹 405">
            <a:extLst>
              <a:ext uri="{FF2B5EF4-FFF2-40B4-BE49-F238E27FC236}">
                <a16:creationId xmlns:a16="http://schemas.microsoft.com/office/drawing/2014/main" id="{9F840A34-017F-7DBD-39A7-FD479CEC1A30}"/>
              </a:ext>
            </a:extLst>
          </p:cNvPr>
          <p:cNvGrpSpPr/>
          <p:nvPr/>
        </p:nvGrpSpPr>
        <p:grpSpPr>
          <a:xfrm>
            <a:off x="8517769" y="2094157"/>
            <a:ext cx="1588256" cy="588143"/>
            <a:chOff x="8923631" y="170900"/>
            <a:chExt cx="1588256" cy="588143"/>
          </a:xfrm>
        </p:grpSpPr>
        <p:pic>
          <p:nvPicPr>
            <p:cNvPr id="411" name="Picture 16" descr="Computer">
              <a:extLst>
                <a:ext uri="{FF2B5EF4-FFF2-40B4-BE49-F238E27FC236}">
                  <a16:creationId xmlns:a16="http://schemas.microsoft.com/office/drawing/2014/main" id="{8487B583-9F98-D638-F224-C36D1F966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E7B5DCAD-541D-3B5D-DE43-B49735A01A3E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3</a:t>
              </a:r>
              <a:endParaRPr lang="ko-KR" altLang="en-US" sz="1000" b="1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A36FC517-0826-592E-D37A-49AA052A234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128.1.14.4 /23</a:t>
              </a:r>
              <a:endParaRPr lang="ko-KR" altLang="en-US" sz="1000" b="1" dirty="0"/>
            </a:p>
          </p:txBody>
        </p: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DDE37195-3E42-FF7E-CEAA-D67C534E076D}"/>
              </a:ext>
            </a:extLst>
          </p:cNvPr>
          <p:cNvGrpSpPr/>
          <p:nvPr/>
        </p:nvGrpSpPr>
        <p:grpSpPr>
          <a:xfrm>
            <a:off x="10233091" y="3973098"/>
            <a:ext cx="1606075" cy="569093"/>
            <a:chOff x="8905812" y="199475"/>
            <a:chExt cx="1606075" cy="569093"/>
          </a:xfrm>
        </p:grpSpPr>
        <p:pic>
          <p:nvPicPr>
            <p:cNvPr id="408" name="Picture 16" descr="Computer">
              <a:extLst>
                <a:ext uri="{FF2B5EF4-FFF2-40B4-BE49-F238E27FC236}">
                  <a16:creationId xmlns:a16="http://schemas.microsoft.com/office/drawing/2014/main" id="{A669F584-7D43-4F3C-22C9-2EE7CF69FC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F0CD99E1-67FD-16CA-73F2-002976972CBB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12</a:t>
              </a:r>
              <a:endParaRPr lang="ko-KR" altLang="en-US" sz="1000" b="1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C84F6DE6-5234-3FAB-12FF-D1143D13AF4A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128.1.56.4 /21</a:t>
              </a:r>
              <a:endParaRPr lang="ko-KR" altLang="en-US" sz="1000" b="1" dirty="0"/>
            </a:p>
          </p:txBody>
        </p:sp>
      </p:grpSp>
      <p:grpSp>
        <p:nvGrpSpPr>
          <p:cNvPr id="415" name="그룹 414">
            <a:extLst>
              <a:ext uri="{FF2B5EF4-FFF2-40B4-BE49-F238E27FC236}">
                <a16:creationId xmlns:a16="http://schemas.microsoft.com/office/drawing/2014/main" id="{C6506652-7FFD-E657-E9D3-9A7E7412340E}"/>
              </a:ext>
            </a:extLst>
          </p:cNvPr>
          <p:cNvGrpSpPr/>
          <p:nvPr/>
        </p:nvGrpSpPr>
        <p:grpSpPr>
          <a:xfrm>
            <a:off x="8517769" y="3060548"/>
            <a:ext cx="1588256" cy="588143"/>
            <a:chOff x="8923631" y="170900"/>
            <a:chExt cx="1588256" cy="588143"/>
          </a:xfrm>
        </p:grpSpPr>
        <p:pic>
          <p:nvPicPr>
            <p:cNvPr id="420" name="Picture 16" descr="Computer">
              <a:extLst>
                <a:ext uri="{FF2B5EF4-FFF2-40B4-BE49-F238E27FC236}">
                  <a16:creationId xmlns:a16="http://schemas.microsoft.com/office/drawing/2014/main" id="{1694A250-7F56-546A-DBE1-678F9D69AF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1" name="TextBox 420">
              <a:extLst>
                <a:ext uri="{FF2B5EF4-FFF2-40B4-BE49-F238E27FC236}">
                  <a16:creationId xmlns:a16="http://schemas.microsoft.com/office/drawing/2014/main" id="{29B7AC30-2344-A752-7067-CAE6F840AE72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4</a:t>
              </a:r>
              <a:endParaRPr lang="ko-KR" altLang="en-US" sz="1000" b="1" dirty="0"/>
            </a:p>
          </p:txBody>
        </p:sp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E0315A9-8895-BE4A-4767-FE50E432433A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128.1.32.3 /22</a:t>
              </a:r>
              <a:endParaRPr lang="ko-KR" altLang="en-US" sz="1000" b="1" dirty="0"/>
            </a:p>
          </p:txBody>
        </p:sp>
      </p:grpSp>
      <p:grpSp>
        <p:nvGrpSpPr>
          <p:cNvPr id="416" name="그룹 415">
            <a:extLst>
              <a:ext uri="{FF2B5EF4-FFF2-40B4-BE49-F238E27FC236}">
                <a16:creationId xmlns:a16="http://schemas.microsoft.com/office/drawing/2014/main" id="{BB2C3178-4B66-0B62-0887-F5642DE2773A}"/>
              </a:ext>
            </a:extLst>
          </p:cNvPr>
          <p:cNvGrpSpPr/>
          <p:nvPr/>
        </p:nvGrpSpPr>
        <p:grpSpPr>
          <a:xfrm>
            <a:off x="10239031" y="4931882"/>
            <a:ext cx="1606075" cy="569093"/>
            <a:chOff x="8905812" y="199475"/>
            <a:chExt cx="1606075" cy="569093"/>
          </a:xfrm>
        </p:grpSpPr>
        <p:pic>
          <p:nvPicPr>
            <p:cNvPr id="417" name="Picture 16" descr="Computer">
              <a:extLst>
                <a:ext uri="{FF2B5EF4-FFF2-40B4-BE49-F238E27FC236}">
                  <a16:creationId xmlns:a16="http://schemas.microsoft.com/office/drawing/2014/main" id="{98DF3599-AE66-72C5-D6D2-5CA621C22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7EA8A753-D113-C72D-1ED6-82A8176589FC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13</a:t>
              </a:r>
              <a:endParaRPr lang="ko-KR" altLang="en-US" sz="1000" b="1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3B112A35-A171-F97C-868D-A6AF01CF0434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128.1.48.5 /21</a:t>
              </a:r>
              <a:endParaRPr lang="ko-KR" altLang="en-US" sz="1000" b="1" dirty="0"/>
            </a:p>
          </p:txBody>
        </p:sp>
      </p:grpSp>
      <p:grpSp>
        <p:nvGrpSpPr>
          <p:cNvPr id="424" name="그룹 423">
            <a:extLst>
              <a:ext uri="{FF2B5EF4-FFF2-40B4-BE49-F238E27FC236}">
                <a16:creationId xmlns:a16="http://schemas.microsoft.com/office/drawing/2014/main" id="{C0144AAA-5057-A885-DDBB-21E077FF7FD6}"/>
              </a:ext>
            </a:extLst>
          </p:cNvPr>
          <p:cNvGrpSpPr/>
          <p:nvPr/>
        </p:nvGrpSpPr>
        <p:grpSpPr>
          <a:xfrm>
            <a:off x="8517769" y="4026939"/>
            <a:ext cx="1588256" cy="588143"/>
            <a:chOff x="8923631" y="170900"/>
            <a:chExt cx="1588256" cy="588143"/>
          </a:xfrm>
        </p:grpSpPr>
        <p:pic>
          <p:nvPicPr>
            <p:cNvPr id="429" name="Picture 16" descr="Computer">
              <a:extLst>
                <a:ext uri="{FF2B5EF4-FFF2-40B4-BE49-F238E27FC236}">
                  <a16:creationId xmlns:a16="http://schemas.microsoft.com/office/drawing/2014/main" id="{584713EB-4947-2B1B-9F34-B3EB98F481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E513E852-03A2-B43C-4CE8-CC84C53BEEF9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altLang="ko-KR" sz="1000" b="1" dirty="0"/>
                <a:t>5</a:t>
              </a:r>
              <a:endParaRPr lang="ko-KR" altLang="en-US" sz="1000" b="1" dirty="0"/>
            </a:p>
          </p:txBody>
        </p:sp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id="{042902E6-FA4E-7820-34BC-6B73A34B980F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128.1.36.3 /22</a:t>
              </a:r>
              <a:endParaRPr lang="ko-KR" altLang="en-US" sz="1000" b="1" dirty="0"/>
            </a:p>
          </p:txBody>
        </p:sp>
      </p:grpSp>
      <p:grpSp>
        <p:nvGrpSpPr>
          <p:cNvPr id="425" name="그룹 424">
            <a:extLst>
              <a:ext uri="{FF2B5EF4-FFF2-40B4-BE49-F238E27FC236}">
                <a16:creationId xmlns:a16="http://schemas.microsoft.com/office/drawing/2014/main" id="{464638D4-579A-97DF-DFC5-5099A8B0749E}"/>
              </a:ext>
            </a:extLst>
          </p:cNvPr>
          <p:cNvGrpSpPr/>
          <p:nvPr/>
        </p:nvGrpSpPr>
        <p:grpSpPr>
          <a:xfrm>
            <a:off x="10244969" y="5890664"/>
            <a:ext cx="1606075" cy="569093"/>
            <a:chOff x="8905812" y="199475"/>
            <a:chExt cx="1606075" cy="569093"/>
          </a:xfrm>
        </p:grpSpPr>
        <p:pic>
          <p:nvPicPr>
            <p:cNvPr id="426" name="Picture 16" descr="Computer">
              <a:extLst>
                <a:ext uri="{FF2B5EF4-FFF2-40B4-BE49-F238E27FC236}">
                  <a16:creationId xmlns:a16="http://schemas.microsoft.com/office/drawing/2014/main" id="{B1496FA8-9074-9F38-F4D7-D521A96FB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5D359FB5-A319-240A-E4F0-7B57FA43F859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14</a:t>
              </a:r>
              <a:endParaRPr lang="ko-KR" altLang="en-US" sz="1000" b="1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9CA9D01-75DA-0864-DFD1-45A3BAE628FC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128.1.56.5 /21</a:t>
              </a:r>
              <a:endParaRPr lang="ko-KR" altLang="en-US" sz="1000" b="1" dirty="0"/>
            </a:p>
          </p:txBody>
        </p:sp>
      </p:grpSp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8F9C2C46-5F92-78AC-5C0C-F834BD77093B}"/>
              </a:ext>
            </a:extLst>
          </p:cNvPr>
          <p:cNvGrpSpPr/>
          <p:nvPr/>
        </p:nvGrpSpPr>
        <p:grpSpPr>
          <a:xfrm>
            <a:off x="10233090" y="1077696"/>
            <a:ext cx="1588256" cy="588143"/>
            <a:chOff x="8923631" y="170900"/>
            <a:chExt cx="1588256" cy="588143"/>
          </a:xfrm>
        </p:grpSpPr>
        <p:pic>
          <p:nvPicPr>
            <p:cNvPr id="438" name="Picture 16" descr="Computer">
              <a:extLst>
                <a:ext uri="{FF2B5EF4-FFF2-40B4-BE49-F238E27FC236}">
                  <a16:creationId xmlns:a16="http://schemas.microsoft.com/office/drawing/2014/main" id="{05B0CE6C-8E15-F878-48A9-9811714CAE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9" name="TextBox 438">
              <a:extLst>
                <a:ext uri="{FF2B5EF4-FFF2-40B4-BE49-F238E27FC236}">
                  <a16:creationId xmlns:a16="http://schemas.microsoft.com/office/drawing/2014/main" id="{5FFC20DE-DB94-F004-C5F7-69E42FE02410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9</a:t>
              </a:r>
              <a:endParaRPr lang="ko-KR" altLang="en-US" sz="1000" b="1" dirty="0"/>
            </a:p>
          </p:txBody>
        </p:sp>
        <p:sp>
          <p:nvSpPr>
            <p:cNvPr id="440" name="TextBox 439">
              <a:extLst>
                <a:ext uri="{FF2B5EF4-FFF2-40B4-BE49-F238E27FC236}">
                  <a16:creationId xmlns:a16="http://schemas.microsoft.com/office/drawing/2014/main" id="{0AEBE5A5-E736-42A2-9464-AE144AA9B327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128.1.32.5 /22</a:t>
              </a:r>
              <a:endParaRPr lang="ko-KR" altLang="en-US" sz="1000" b="1" dirty="0"/>
            </a:p>
          </p:txBody>
        </p: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9225D4B1-E6F0-8CC4-700D-3A95D895A2B2}"/>
              </a:ext>
            </a:extLst>
          </p:cNvPr>
          <p:cNvGrpSpPr/>
          <p:nvPr/>
        </p:nvGrpSpPr>
        <p:grpSpPr>
          <a:xfrm>
            <a:off x="8517769" y="4993330"/>
            <a:ext cx="1588256" cy="588143"/>
            <a:chOff x="8923631" y="170900"/>
            <a:chExt cx="1588256" cy="588143"/>
          </a:xfrm>
        </p:grpSpPr>
        <p:pic>
          <p:nvPicPr>
            <p:cNvPr id="447" name="Picture 16" descr="Computer">
              <a:extLst>
                <a:ext uri="{FF2B5EF4-FFF2-40B4-BE49-F238E27FC236}">
                  <a16:creationId xmlns:a16="http://schemas.microsoft.com/office/drawing/2014/main" id="{44337842-2A07-85FB-0B2E-2F53DD3E3F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97675415-A357-CEDF-9D07-A46A626BB092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6</a:t>
              </a:r>
              <a:endParaRPr lang="ko-KR" altLang="en-US" sz="1000" b="1" dirty="0"/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4746D22C-14EF-A6F0-DAF7-2BE7D9FED0C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128.1.32.4 /22</a:t>
              </a:r>
              <a:endParaRPr lang="ko-KR" altLang="en-US" sz="1000" b="1" dirty="0"/>
            </a:p>
          </p:txBody>
        </p:sp>
      </p:grpSp>
      <p:grpSp>
        <p:nvGrpSpPr>
          <p:cNvPr id="451" name="그룹 450">
            <a:extLst>
              <a:ext uri="{FF2B5EF4-FFF2-40B4-BE49-F238E27FC236}">
                <a16:creationId xmlns:a16="http://schemas.microsoft.com/office/drawing/2014/main" id="{586F277D-FB4B-E674-19F0-A485A9FDD154}"/>
              </a:ext>
            </a:extLst>
          </p:cNvPr>
          <p:cNvGrpSpPr/>
          <p:nvPr/>
        </p:nvGrpSpPr>
        <p:grpSpPr>
          <a:xfrm>
            <a:off x="8517769" y="5959721"/>
            <a:ext cx="1588256" cy="588143"/>
            <a:chOff x="8923631" y="170900"/>
            <a:chExt cx="1588256" cy="588143"/>
          </a:xfrm>
        </p:grpSpPr>
        <p:pic>
          <p:nvPicPr>
            <p:cNvPr id="456" name="Picture 16" descr="Computer">
              <a:extLst>
                <a:ext uri="{FF2B5EF4-FFF2-40B4-BE49-F238E27FC236}">
                  <a16:creationId xmlns:a16="http://schemas.microsoft.com/office/drawing/2014/main" id="{225A7395-EA76-ECF7-EA16-38A2CB9DB0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87517117-FCB7-8F00-69CB-B29D49D97ABE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7</a:t>
              </a:r>
              <a:endParaRPr lang="ko-KR" altLang="en-US" sz="1000" b="1" dirty="0"/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1AC0AC7C-9474-CFD1-D7FD-54D7DC58DD0F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128.1.40.3 /22</a:t>
              </a:r>
              <a:endParaRPr lang="ko-KR" altLang="en-US" sz="1000" b="1" dirty="0"/>
            </a:p>
          </p:txBody>
        </p:sp>
      </p:grpSp>
      <p:grpSp>
        <p:nvGrpSpPr>
          <p:cNvPr id="460" name="그룹 459">
            <a:extLst>
              <a:ext uri="{FF2B5EF4-FFF2-40B4-BE49-F238E27FC236}">
                <a16:creationId xmlns:a16="http://schemas.microsoft.com/office/drawing/2014/main" id="{A1B2B51E-1E86-40BE-1555-AD9D57006FA3}"/>
              </a:ext>
            </a:extLst>
          </p:cNvPr>
          <p:cNvGrpSpPr/>
          <p:nvPr/>
        </p:nvGrpSpPr>
        <p:grpSpPr>
          <a:xfrm>
            <a:off x="10244969" y="99862"/>
            <a:ext cx="1588256" cy="588143"/>
            <a:chOff x="8923631" y="170900"/>
            <a:chExt cx="1588256" cy="588143"/>
          </a:xfrm>
        </p:grpSpPr>
        <p:pic>
          <p:nvPicPr>
            <p:cNvPr id="465" name="Picture 16" descr="Computer">
              <a:extLst>
                <a:ext uri="{FF2B5EF4-FFF2-40B4-BE49-F238E27FC236}">
                  <a16:creationId xmlns:a16="http://schemas.microsoft.com/office/drawing/2014/main" id="{D7F67251-53D0-A169-FCB9-9B9350CEB6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C3E8981A-6460-C090-B191-8E6C8D257D7B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8</a:t>
              </a:r>
              <a:endParaRPr lang="ko-KR" altLang="en-US" sz="1000" b="1" dirty="0"/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5958AAE0-9F28-A77D-65C1-E2239E34444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128.1.36.4 /22</a:t>
              </a:r>
              <a:endParaRPr lang="ko-KR" altLang="en-US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0730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1888</TotalTime>
  <Words>456</Words>
  <Application>Microsoft Office PowerPoint</Application>
  <PresentationFormat>와이드스크린</PresentationFormat>
  <Paragraphs>213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66</cp:revision>
  <cp:lastPrinted>2025-10-30T01:52:36Z</cp:lastPrinted>
  <dcterms:created xsi:type="dcterms:W3CDTF">2025-10-27T08:02:19Z</dcterms:created>
  <dcterms:modified xsi:type="dcterms:W3CDTF">2025-10-30T14:46:17Z</dcterms:modified>
</cp:coreProperties>
</file>