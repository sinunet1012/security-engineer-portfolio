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6270" autoAdjust="0"/>
  </p:normalViewPr>
  <p:slideViewPr>
    <p:cSldViewPr snapToGrid="0">
      <p:cViewPr varScale="1">
        <p:scale>
          <a:sx n="107" d="100"/>
          <a:sy n="107" d="100"/>
        </p:scale>
        <p:origin x="13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86265-ECFC-4753-A74A-224FE6A08056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1D86A-9887-472B-B766-860CC634C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52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07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15264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686613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85765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0849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7275" y="3782235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50636" y="3782234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6908" y="3254173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6907" y="4346875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1365320" y="3382386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1365320" y="4038660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2332997" y="3382386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2347092" y="4038659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08073" y="5499334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2965" y="5501826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1618295" y="5265685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2659558" y="5276049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560" y="6058888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714" y="606768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81" y="6067686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2666199" y="5733794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2526278" y="5733794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1355596" y="5706811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1605908" y="5706811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1508022" y="467091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1816593" y="3697916"/>
            <a:ext cx="654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  <a:p>
            <a:pPr algn="ctr"/>
            <a:r>
              <a:rPr lang="en-US" altLang="ko-KR" sz="8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86363" y="5085778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12052" y="5074905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1618295" y="4603300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2144952" y="4603300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72" y="6019143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1518371" y="6517065"/>
            <a:ext cx="552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698" y="426723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25260" y="3804104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867" y="359006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539" y="285444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3986989" y="4593594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3986990" y="3839306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3972869" y="317616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DNS/VH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4505338" y="3646438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4596471" y="3878378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3745705" y="3747517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3745705" y="3907843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3745705" y="3011895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 flipV="1">
            <a:off x="3126725" y="3907843"/>
            <a:ext cx="398535" cy="2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 flipH="1">
            <a:off x="2144953" y="2634600"/>
            <a:ext cx="13941" cy="6195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2382464" y="4645844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4672232" y="4561292"/>
            <a:ext cx="2264100" cy="2139886"/>
            <a:chOff x="864751" y="-459777"/>
            <a:chExt cx="2264100" cy="2139886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812594" y="498060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835800" y="10966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788631" y="-258256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04630" y="522678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0"/>
              <a:endCxn id="115" idx="2"/>
            </p:cNvCxnSpPr>
            <p:nvPr/>
          </p:nvCxnSpPr>
          <p:spPr>
            <a:xfrm rot="16200000">
              <a:off x="2695437" y="449427"/>
              <a:ext cx="143" cy="3538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0"/>
              <a:endCxn id="302" idx="2"/>
            </p:cNvCxnSpPr>
            <p:nvPr/>
          </p:nvCxnSpPr>
          <p:spPr>
            <a:xfrm rot="16200000">
              <a:off x="1904627" y="822776"/>
              <a:ext cx="602847" cy="210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0"/>
              <a:endCxn id="302" idx="2"/>
            </p:cNvCxnSpPr>
            <p:nvPr/>
          </p:nvCxnSpPr>
          <p:spPr>
            <a:xfrm rot="16200000" flipH="1">
              <a:off x="1806426" y="121728"/>
              <a:ext cx="752080" cy="257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223196" y="1051090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2 -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SSD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1216797" y="-267737"/>
              <a:ext cx="784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2 - RAID5</a:t>
              </a:r>
            </a:p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HDD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10800000">
              <a:off x="1149812" y="-74559"/>
              <a:ext cx="256425" cy="1298028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589813" y="458946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1921224" y="-125663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6872254" y="5527050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898428" y="54066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4632198" y="3000406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4767155" y="3618780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346938" y="2506388"/>
            <a:ext cx="3288442" cy="6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3009953" y="1619733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1532821" y="522113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392569" y="2083388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4742715" y="11759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553688" y="16704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1907088" y="245971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1106468" y="38549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1901288" y="331983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2783872" y="38601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1892237" y="44491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1364406" y="51424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2483204" y="5166919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2700282" y="5532210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9052362" y="18378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58318" y="11522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1165662" y="550617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3388496" y="39763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614801" y="13699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818162" y="1377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404835" y="5816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857930" y="400329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787732" y="3986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9053606" y="40117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002172" y="2885622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1070412" y="62663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2274472" y="626316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2653774" y="623884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8085314" y="13947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1514563" y="63175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4266113" y="4428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4256003" y="366073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4293409" y="29388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  <a:endCxn id="71" idx="3"/>
          </p:cNvCxnSpPr>
          <p:nvPr/>
        </p:nvCxnSpPr>
        <p:spPr>
          <a:xfrm flipH="1" flipV="1">
            <a:off x="9639479" y="2509663"/>
            <a:ext cx="753432" cy="21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2911" y="2427123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392" y="336596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065" y="33509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209" y="3362725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888" y="33608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583" y="2411452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10113428" y="2634600"/>
            <a:ext cx="389706" cy="731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503134" y="2634600"/>
            <a:ext cx="182967" cy="716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 flipV="1">
            <a:off x="10613356" y="2515191"/>
            <a:ext cx="701227" cy="15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263245" y="2618929"/>
            <a:ext cx="161561" cy="743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4806" y="2618929"/>
            <a:ext cx="323118" cy="741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834234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401747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991913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447684" y="3532073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804471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919874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325438" y="366293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97561" y="3672774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FB7DAF1-0868-0782-51FD-F7929C9FA0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575FCABA-8E6E-60DC-2DBC-221AC9450A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DC7533B-8A79-98F6-C64D-8397D4F8144E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88172" y="2655567"/>
            <a:ext cx="17321" cy="18436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TextBox 361">
            <a:extLst>
              <a:ext uri="{FF2B5EF4-FFF2-40B4-BE49-F238E27FC236}">
                <a16:creationId xmlns:a16="http://schemas.microsoft.com/office/drawing/2014/main" id="{A9C0EAD7-C7A5-FCCF-C660-ED9E3E9D4813}"/>
              </a:ext>
            </a:extLst>
          </p:cNvPr>
          <p:cNvSpPr txBox="1"/>
          <p:nvPr/>
        </p:nvSpPr>
        <p:spPr>
          <a:xfrm>
            <a:off x="5594228" y="4632555"/>
            <a:ext cx="368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789977F3-0DDE-27B5-225D-997075A5D499}"/>
              </a:ext>
            </a:extLst>
          </p:cNvPr>
          <p:cNvSpPr txBox="1"/>
          <p:nvPr/>
        </p:nvSpPr>
        <p:spPr>
          <a:xfrm>
            <a:off x="9199629" y="2520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AD5FCB2C-347C-12CE-B39B-EE42CDE52240}"/>
              </a:ext>
            </a:extLst>
          </p:cNvPr>
          <p:cNvSpPr txBox="1"/>
          <p:nvPr/>
        </p:nvSpPr>
        <p:spPr>
          <a:xfrm>
            <a:off x="5449528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6BE993C-95D0-0CA2-BAD3-D0F64BED5158}"/>
              </a:ext>
            </a:extLst>
          </p:cNvPr>
          <p:cNvSpPr txBox="1"/>
          <p:nvPr/>
        </p:nvSpPr>
        <p:spPr>
          <a:xfrm>
            <a:off x="5371605" y="511646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366" name="직선 연결선 365">
            <a:extLst>
              <a:ext uri="{FF2B5EF4-FFF2-40B4-BE49-F238E27FC236}">
                <a16:creationId xmlns:a16="http://schemas.microsoft.com/office/drawing/2014/main" id="{AA1CD2F1-1095-27BA-A44F-073A9C090C9B}"/>
              </a:ext>
            </a:extLst>
          </p:cNvPr>
          <p:cNvCxnSpPr>
            <a:cxnSpLocks/>
            <a:endCxn id="301" idx="1"/>
          </p:cNvCxnSpPr>
          <p:nvPr/>
        </p:nvCxnSpPr>
        <p:spPr>
          <a:xfrm flipH="1">
            <a:off x="6672704" y="5706811"/>
            <a:ext cx="347221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FAF5662-8D36-6841-3EAE-DC5D9262461E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805493" y="804121"/>
            <a:ext cx="1" cy="743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5495908" y="114786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447863" y="542511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251</Words>
  <Application>Microsoft Office PowerPoint</Application>
  <PresentationFormat>와이드스크린</PresentationFormat>
  <Paragraphs>133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49</cp:revision>
  <dcterms:created xsi:type="dcterms:W3CDTF">2025-10-27T08:02:19Z</dcterms:created>
  <dcterms:modified xsi:type="dcterms:W3CDTF">2025-10-30T03:42:33Z</dcterms:modified>
</cp:coreProperties>
</file>