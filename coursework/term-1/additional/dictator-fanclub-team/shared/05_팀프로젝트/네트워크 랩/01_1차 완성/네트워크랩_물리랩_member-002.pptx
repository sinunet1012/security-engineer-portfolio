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DEEBF7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87" autoAdjust="0"/>
    <p:restoredTop sz="96270" autoAdjust="0"/>
  </p:normalViewPr>
  <p:slideViewPr>
    <p:cSldViewPr snapToGrid="0">
      <p:cViewPr varScale="1">
        <p:scale>
          <a:sx n="69" d="100"/>
          <a:sy n="69" d="100"/>
        </p:scale>
        <p:origin x="13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86265-ECFC-4753-A74A-224FE6A08056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1D86A-9887-472B-B766-860CC634C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525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1D86A-9887-472B-B766-860CC634CC4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077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B0101-D4EC-ED98-0D76-B6DF8BFA6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BDD47A-A671-72E0-303D-3CD00C1ED7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9E770E-A274-5E79-B95B-0D21D6DF0B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404656-C213-F194-EBFF-DB0BBE06FC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1D86A-9887-472B-B766-860CC634CC4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446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6BA0B-F274-8BD4-BCBD-57976A7A8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67BB87-C226-943C-4FCA-8D7663665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9F0168-D6D6-0E72-A3BC-825A7E8F9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2BCE4F-B057-3DD7-6C71-B86CB950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9E3303-522A-EA3A-A578-9AF144A4E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535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955376-9F22-923B-0931-9B3173139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0D70F6-7C4B-3F05-A922-1666E966A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546CC5-B0E6-4111-12D1-D402A09C8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EE3494-3E82-3622-D584-C729CC786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2B6F35-2DDC-C5A8-BD13-00CEE0D1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120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41893-40E4-7F87-833E-FE32845EE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FB0EE5-BC9A-1D88-EE7D-9D7D88256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5F8C5B-80D6-D8CA-1ECB-A0FC99C6A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771EA6-6254-478C-C10F-F61803340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BD4C6D-7330-EBC7-9191-41DE07FE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777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3DCF0-78CC-716E-2974-71C8ED84D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5AD810-B98A-5E2B-DAAC-C0EB8ADC4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B2F895-3061-DD4F-7DAC-F547194E3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85334F-9C92-1AA5-05C3-3B2AAF56E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CC827B-BB5E-5EF2-A875-553B1C8A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7A4B1D-07A2-A348-F656-E616BF1C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615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F41DEE-96E1-5E75-0317-5642169EC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D5EBBF-30B7-60BB-430F-8C89E4DAB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689D4A-8B96-392C-62E9-ED9929DA5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020A7F5-C763-87C7-85A7-08D9D420DB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80C4478-B9F4-CC7B-86E6-8BEB0ED32F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780468B-4CE9-41F6-81F1-7B218CDA3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C6C937D-F95C-0C95-F5EF-C0738BF1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FC16A5-6751-1FC6-EAC0-03A86A8C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368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89BDB-1C22-B869-AAF3-F18C6A687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7576F5-5E68-2924-5785-7575D986E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A68619-58F1-D9B0-9363-C093163D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FB9BDB-37C8-01C8-1A37-65261DAF7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88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FDC95E-E779-CEBE-BA47-6EA972C6F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8139D6E-40E6-5B22-8D42-3E915109E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D28392-534C-9AA3-961D-762117D96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389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ACAC0-D9F6-F641-040A-A384A396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69CDC2-418E-DBF0-9592-E15221688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73A3D6-4E19-1964-CDC9-E0079EA4A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862C83-D04E-B78F-451E-DD39C4482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BCAFF2-5DB8-C94C-3BA6-D9A7AF669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31F32D-6E5B-0E6D-F344-89675163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726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7069BE-C1DB-D3B0-FC98-0F6CFA414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8BCE316-B503-F3F2-99F9-791E14ED7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30B105-27B6-AB21-E742-B0CCD0750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6704A1-D195-592A-C383-3482ADBF0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41C66C-9241-107E-230F-6DEA43352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8DBC5F-0D3C-DC09-1E4F-72F5E8FB8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649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4FEAA-4DA7-2649-B249-07FCE479F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30F012-6B12-2F21-1E90-9F2DA4567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71F51D-A04A-D46F-743D-EB32C7BAE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142D45-CAAE-D80D-A082-331C0D05F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1939BF-2561-CF81-8326-91CB95376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545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8E5FC4E-700D-69B0-4235-6152EDE9AF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AF1012-52A6-CFBC-13EA-535FBD8D5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CE626A-7691-8FEF-685E-E7076ED4C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AB7705-E631-2AF0-0B3F-1CD5749F3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468738-A966-5398-5301-D987C8747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741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1F888B2-0863-0CB6-EDA0-6C8F14D02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521438-9306-685F-8AF5-CB65F63C7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369391-B584-9376-5E1B-CD9C4C3391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BF199E-EECE-0E74-7DEB-6D2FF24FAC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F279A4-E672-C6E7-4F51-1BDEEB620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37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A6A0E03-6443-C1C7-7651-0725138358E3}"/>
              </a:ext>
            </a:extLst>
          </p:cNvPr>
          <p:cNvCxnSpPr>
            <a:cxnSpLocks/>
            <a:endCxn id="2" idx="1"/>
          </p:cNvCxnSpPr>
          <p:nvPr/>
        </p:nvCxnSpPr>
        <p:spPr>
          <a:xfrm flipH="1">
            <a:off x="4450979" y="673316"/>
            <a:ext cx="739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87CA2628-EECC-BE41-425F-06085598841E}"/>
              </a:ext>
            </a:extLst>
          </p:cNvPr>
          <p:cNvCxnSpPr>
            <a:cxnSpLocks/>
            <a:stCxn id="71" idx="2"/>
            <a:endCxn id="78" idx="0"/>
          </p:cNvCxnSpPr>
          <p:nvPr/>
        </p:nvCxnSpPr>
        <p:spPr>
          <a:xfrm>
            <a:off x="9451435" y="2637875"/>
            <a:ext cx="356" cy="12271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ABDFA6-19D9-E12C-B405-2C129242BBF8}"/>
              </a:ext>
            </a:extLst>
          </p:cNvPr>
          <p:cNvSpPr/>
          <p:nvPr/>
        </p:nvSpPr>
        <p:spPr>
          <a:xfrm>
            <a:off x="5805494" y="-646424"/>
            <a:ext cx="1469233" cy="377486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2" descr="Data server ">
            <a:extLst>
              <a:ext uri="{FF2B5EF4-FFF2-40B4-BE49-F238E27FC236}">
                <a16:creationId xmlns:a16="http://schemas.microsoft.com/office/drawing/2014/main" id="{97C1AC17-DD52-B9CB-E61B-587F7D4C8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368" y="-638525"/>
            <a:ext cx="438149" cy="438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DE9B85-F5C1-DCA4-86A1-E519D5704C26}"/>
              </a:ext>
            </a:extLst>
          </p:cNvPr>
          <p:cNvSpPr txBox="1"/>
          <p:nvPr/>
        </p:nvSpPr>
        <p:spPr>
          <a:xfrm>
            <a:off x="11101975" y="-588486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err="1"/>
              <a:t>DNS_server</a:t>
            </a:r>
            <a:endParaRPr lang="ko-KR" altLang="en-US" sz="1100" b="1" dirty="0"/>
          </a:p>
        </p:txBody>
      </p:sp>
      <p:pic>
        <p:nvPicPr>
          <p:cNvPr id="8" name="Picture 16" descr="Computer">
            <a:extLst>
              <a:ext uri="{FF2B5EF4-FFF2-40B4-BE49-F238E27FC236}">
                <a16:creationId xmlns:a16="http://schemas.microsoft.com/office/drawing/2014/main" id="{6A7EAAFF-E779-EAF2-C00C-2C74CFB70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467" y="-619004"/>
            <a:ext cx="377486" cy="37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393B08-EB55-A119-C481-C72A75283D44}"/>
              </a:ext>
            </a:extLst>
          </p:cNvPr>
          <p:cNvSpPr txBox="1"/>
          <p:nvPr/>
        </p:nvSpPr>
        <p:spPr>
          <a:xfrm>
            <a:off x="7596185" y="-615514"/>
            <a:ext cx="86267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B050"/>
                </a:solidFill>
              </a:rPr>
              <a:t>일반 부서</a:t>
            </a:r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01A0295D-576E-35F6-680E-52383CD56A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13397" y="-512647"/>
            <a:ext cx="376089" cy="256425"/>
          </a:xfrm>
          <a:prstGeom prst="rect">
            <a:avLst/>
          </a:prstGeom>
        </p:spPr>
      </p:pic>
      <p:pic>
        <p:nvPicPr>
          <p:cNvPr id="11" name="Picture 30" descr="Server ">
            <a:extLst>
              <a:ext uri="{FF2B5EF4-FFF2-40B4-BE49-F238E27FC236}">
                <a16:creationId xmlns:a16="http://schemas.microsoft.com/office/drawing/2014/main" id="{CEF68412-033B-2A61-F6D0-14C8B4B46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716" y="-646293"/>
            <a:ext cx="400110" cy="40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E83F992-A66E-6485-9030-DEEA5ED37449}"/>
              </a:ext>
            </a:extLst>
          </p:cNvPr>
          <p:cNvSpPr txBox="1"/>
          <p:nvPr/>
        </p:nvSpPr>
        <p:spPr>
          <a:xfrm>
            <a:off x="8621025" y="-707848"/>
            <a:ext cx="862674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Vlan20</a:t>
            </a:r>
          </a:p>
          <a:p>
            <a:pPr algn="ctr"/>
            <a:r>
              <a:rPr lang="en-US" altLang="ko-KR" sz="1200" b="1" dirty="0" err="1"/>
              <a:t>dhcp</a:t>
            </a:r>
            <a:endParaRPr lang="en-US" altLang="ko-KR" sz="1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28C437-74DD-4330-B921-5CCFA2664B66}"/>
              </a:ext>
            </a:extLst>
          </p:cNvPr>
          <p:cNvSpPr txBox="1"/>
          <p:nvPr/>
        </p:nvSpPr>
        <p:spPr>
          <a:xfrm>
            <a:off x="9645865" y="-626004"/>
            <a:ext cx="1293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0000CC"/>
                </a:solidFill>
              </a:rPr>
              <a:t>일반</a:t>
            </a:r>
            <a:r>
              <a:rPr lang="en-US" altLang="ko-KR" sz="1000" b="1" dirty="0">
                <a:solidFill>
                  <a:srgbClr val="0000CC"/>
                </a:solidFill>
              </a:rPr>
              <a:t>/</a:t>
            </a:r>
            <a:r>
              <a:rPr lang="ko-KR" altLang="en-US" sz="1000" b="1" dirty="0">
                <a:solidFill>
                  <a:srgbClr val="0000CC"/>
                </a:solidFill>
              </a:rPr>
              <a:t>백업 스토리지</a:t>
            </a:r>
            <a:endParaRPr lang="en-US" altLang="ko-KR" sz="1000" b="1" dirty="0">
              <a:solidFill>
                <a:srgbClr val="0000CC"/>
              </a:solidFill>
            </a:endParaRP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SMB </a:t>
            </a:r>
            <a:r>
              <a:rPr lang="ko-KR" altLang="en-US" sz="1000" b="1" dirty="0">
                <a:solidFill>
                  <a:srgbClr val="0000CC"/>
                </a:solidFill>
              </a:rPr>
              <a:t>연결</a:t>
            </a: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0D3D8509-FACF-4A2A-118C-8A9A99BFB5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2935" y="-522684"/>
            <a:ext cx="618490" cy="276501"/>
          </a:xfrm>
          <a:prstGeom prst="rect">
            <a:avLst/>
          </a:prstGeom>
        </p:spPr>
      </p:pic>
      <p:pic>
        <p:nvPicPr>
          <p:cNvPr id="71" name="그래픽 70">
            <a:extLst>
              <a:ext uri="{FF2B5EF4-FFF2-40B4-BE49-F238E27FC236}">
                <a16:creationId xmlns:a16="http://schemas.microsoft.com/office/drawing/2014/main" id="{024DCE2E-D8F1-B9B5-9788-3732D21D82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63390" y="2381450"/>
            <a:ext cx="376089" cy="256425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95231824-0A51-0B1B-0A79-0065350EE66A}"/>
              </a:ext>
            </a:extLst>
          </p:cNvPr>
          <p:cNvSpPr txBox="1"/>
          <p:nvPr/>
        </p:nvSpPr>
        <p:spPr>
          <a:xfrm>
            <a:off x="9152642" y="3301486"/>
            <a:ext cx="654899" cy="415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/>
              <a:t>VTP-server</a:t>
            </a:r>
          </a:p>
        </p:txBody>
      </p:sp>
      <p:pic>
        <p:nvPicPr>
          <p:cNvPr id="75" name="그래픽 74">
            <a:extLst>
              <a:ext uri="{FF2B5EF4-FFF2-40B4-BE49-F238E27FC236}">
                <a16:creationId xmlns:a16="http://schemas.microsoft.com/office/drawing/2014/main" id="{FBB79248-4E2D-7A6B-5719-1CC91095949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0084" y="-516212"/>
            <a:ext cx="220445" cy="207477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A1882DC3-0C57-8A8A-A659-621ABCD838A7}"/>
              </a:ext>
            </a:extLst>
          </p:cNvPr>
          <p:cNvSpPr txBox="1"/>
          <p:nvPr/>
        </p:nvSpPr>
        <p:spPr>
          <a:xfrm>
            <a:off x="6866138" y="3306386"/>
            <a:ext cx="654899" cy="415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/>
              <a:t>VTP-client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6DB0D67-1621-6B2F-E5C4-140EABA3D0B2}"/>
              </a:ext>
            </a:extLst>
          </p:cNvPr>
          <p:cNvSpPr txBox="1"/>
          <p:nvPr/>
        </p:nvSpPr>
        <p:spPr>
          <a:xfrm>
            <a:off x="8498490" y="533191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53CCFCE-FF0E-A6E4-8F0D-7236E9E198D2}"/>
              </a:ext>
            </a:extLst>
          </p:cNvPr>
          <p:cNvSpPr txBox="1"/>
          <p:nvPr/>
        </p:nvSpPr>
        <p:spPr>
          <a:xfrm>
            <a:off x="7414218" y="529385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pic>
        <p:nvPicPr>
          <p:cNvPr id="44" name="그래픽 43">
            <a:extLst>
              <a:ext uri="{FF2B5EF4-FFF2-40B4-BE49-F238E27FC236}">
                <a16:creationId xmlns:a16="http://schemas.microsoft.com/office/drawing/2014/main" id="{3BDE070E-92E4-9B32-976A-DDAC8E3BE39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74638" y="3854913"/>
            <a:ext cx="220445" cy="207477"/>
          </a:xfrm>
          <a:prstGeom prst="rect">
            <a:avLst/>
          </a:prstGeom>
        </p:spPr>
      </p:pic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C4BD439E-38E6-F523-B6E7-E9859A8DBCBD}"/>
              </a:ext>
            </a:extLst>
          </p:cNvPr>
          <p:cNvCxnSpPr>
            <a:cxnSpLocks/>
            <a:stCxn id="78" idx="1"/>
          </p:cNvCxnSpPr>
          <p:nvPr/>
        </p:nvCxnSpPr>
        <p:spPr>
          <a:xfrm flipH="1">
            <a:off x="8390694" y="3968740"/>
            <a:ext cx="950874" cy="47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16" descr="Computer">
            <a:extLst>
              <a:ext uri="{FF2B5EF4-FFF2-40B4-BE49-F238E27FC236}">
                <a16:creationId xmlns:a16="http://schemas.microsoft.com/office/drawing/2014/main" id="{901FAAB1-7909-4566-6E03-BFF40CDDF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75" y="4919762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16" descr="Computer">
            <a:extLst>
              <a:ext uri="{FF2B5EF4-FFF2-40B4-BE49-F238E27FC236}">
                <a16:creationId xmlns:a16="http://schemas.microsoft.com/office/drawing/2014/main" id="{1EB558C3-4616-FE0E-6B82-9F2290A3E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033" y="4917428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B96E2AE5-188B-A2B7-393D-3E5FC6BCB358}"/>
              </a:ext>
            </a:extLst>
          </p:cNvPr>
          <p:cNvCxnSpPr>
            <a:cxnSpLocks/>
            <a:stCxn id="44" idx="2"/>
            <a:endCxn id="51" idx="0"/>
          </p:cNvCxnSpPr>
          <p:nvPr/>
        </p:nvCxnSpPr>
        <p:spPr>
          <a:xfrm>
            <a:off x="8284861" y="4062390"/>
            <a:ext cx="8050" cy="8573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2761CBD-3D7C-F478-2F7E-E187A08E73F8}"/>
              </a:ext>
            </a:extLst>
          </p:cNvPr>
          <p:cNvCxnSpPr>
            <a:cxnSpLocks/>
            <a:stCxn id="44" idx="2"/>
            <a:endCxn id="52" idx="0"/>
          </p:cNvCxnSpPr>
          <p:nvPr/>
        </p:nvCxnSpPr>
        <p:spPr>
          <a:xfrm>
            <a:off x="8284861" y="4062390"/>
            <a:ext cx="479208" cy="8550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그래픽 75">
            <a:extLst>
              <a:ext uri="{FF2B5EF4-FFF2-40B4-BE49-F238E27FC236}">
                <a16:creationId xmlns:a16="http://schemas.microsoft.com/office/drawing/2014/main" id="{6E822AA2-CFB5-A0C0-DC63-D705CE81F1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03676" y="3848436"/>
            <a:ext cx="220445" cy="207477"/>
          </a:xfrm>
          <a:prstGeom prst="rect">
            <a:avLst/>
          </a:prstGeom>
        </p:spPr>
      </p:pic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A72EA928-1D9C-CCB7-1371-A9B1F271087F}"/>
              </a:ext>
            </a:extLst>
          </p:cNvPr>
          <p:cNvCxnSpPr>
            <a:cxnSpLocks/>
            <a:stCxn id="44" idx="1"/>
            <a:endCxn id="76" idx="3"/>
          </p:cNvCxnSpPr>
          <p:nvPr/>
        </p:nvCxnSpPr>
        <p:spPr>
          <a:xfrm flipH="1" flipV="1">
            <a:off x="7324121" y="3952175"/>
            <a:ext cx="850517" cy="64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1" name="Picture 16" descr="Computer">
            <a:extLst>
              <a:ext uri="{FF2B5EF4-FFF2-40B4-BE49-F238E27FC236}">
                <a16:creationId xmlns:a16="http://schemas.microsoft.com/office/drawing/2014/main" id="{97D381B4-23AF-2503-C724-9B80B697C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3191" y="494035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6" descr="Computer">
            <a:extLst>
              <a:ext uri="{FF2B5EF4-FFF2-40B4-BE49-F238E27FC236}">
                <a16:creationId xmlns:a16="http://schemas.microsoft.com/office/drawing/2014/main" id="{EA8D03FA-6F8A-D420-0EE9-3C55DD2B7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7797" y="4929762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BD41240C-94A0-5643-AD73-3408276C02BF}"/>
              </a:ext>
            </a:extLst>
          </p:cNvPr>
          <p:cNvSpPr txBox="1"/>
          <p:nvPr/>
        </p:nvSpPr>
        <p:spPr>
          <a:xfrm>
            <a:off x="6874224" y="5293924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F5DDDD4-7DD7-CFAB-D957-BD75C2502C85}"/>
              </a:ext>
            </a:extLst>
          </p:cNvPr>
          <p:cNvSpPr txBox="1"/>
          <p:nvPr/>
        </p:nvSpPr>
        <p:spPr>
          <a:xfrm>
            <a:off x="6305579" y="529385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pic>
        <p:nvPicPr>
          <p:cNvPr id="98" name="Picture 16" descr="Computer">
            <a:extLst>
              <a:ext uri="{FF2B5EF4-FFF2-40B4-BE49-F238E27FC236}">
                <a16:creationId xmlns:a16="http://schemas.microsoft.com/office/drawing/2014/main" id="{FE391243-758E-56EC-2ED4-271A915B9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7182" y="492158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B8BF3A53-4EA8-55AC-73E6-0589121104C4}"/>
              </a:ext>
            </a:extLst>
          </p:cNvPr>
          <p:cNvCxnSpPr>
            <a:cxnSpLocks/>
            <a:stCxn id="98" idx="0"/>
          </p:cNvCxnSpPr>
          <p:nvPr/>
        </p:nvCxnSpPr>
        <p:spPr>
          <a:xfrm flipV="1">
            <a:off x="7721218" y="4078017"/>
            <a:ext cx="556962" cy="8435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2643554A-ABEF-648F-EA55-480ED652CC51}"/>
              </a:ext>
            </a:extLst>
          </p:cNvPr>
          <p:cNvSpPr txBox="1"/>
          <p:nvPr/>
        </p:nvSpPr>
        <p:spPr>
          <a:xfrm>
            <a:off x="7963004" y="5311606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B050"/>
                </a:solidFill>
              </a:rPr>
              <a:t>VLAN 30</a:t>
            </a:r>
            <a:endParaRPr lang="ko-KR" altLang="en-US" sz="800" b="1" dirty="0">
              <a:solidFill>
                <a:srgbClr val="00B050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273F177-50C6-776E-8726-3A6F58AC1B15}"/>
              </a:ext>
            </a:extLst>
          </p:cNvPr>
          <p:cNvSpPr txBox="1"/>
          <p:nvPr/>
        </p:nvSpPr>
        <p:spPr>
          <a:xfrm>
            <a:off x="7857658" y="3299270"/>
            <a:ext cx="948768" cy="415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/>
              <a:t>VTP-transparent</a:t>
            </a:r>
          </a:p>
        </p:txBody>
      </p:sp>
      <p:pic>
        <p:nvPicPr>
          <p:cNvPr id="113" name="그래픽 112">
            <a:extLst>
              <a:ext uri="{FF2B5EF4-FFF2-40B4-BE49-F238E27FC236}">
                <a16:creationId xmlns:a16="http://schemas.microsoft.com/office/drawing/2014/main" id="{7BD6B12D-E3AB-E473-6F34-EE97714857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17449" y="1547793"/>
            <a:ext cx="376089" cy="256425"/>
          </a:xfrm>
          <a:prstGeom prst="rect">
            <a:avLst/>
          </a:prstGeom>
        </p:spPr>
      </p:pic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E3310648-5EEA-F6E8-962B-1EA9808E54CA}"/>
              </a:ext>
            </a:extLst>
          </p:cNvPr>
          <p:cNvCxnSpPr>
            <a:cxnSpLocks/>
            <a:stCxn id="119" idx="2"/>
            <a:endCxn id="182" idx="0"/>
          </p:cNvCxnSpPr>
          <p:nvPr/>
        </p:nvCxnSpPr>
        <p:spPr>
          <a:xfrm flipH="1">
            <a:off x="3951301" y="3890834"/>
            <a:ext cx="377445" cy="347630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39852CA1-F632-156E-B34E-1C456C652349}"/>
              </a:ext>
            </a:extLst>
          </p:cNvPr>
          <p:cNvCxnSpPr>
            <a:cxnSpLocks/>
            <a:stCxn id="119" idx="2"/>
            <a:endCxn id="184" idx="0"/>
          </p:cNvCxnSpPr>
          <p:nvPr/>
        </p:nvCxnSpPr>
        <p:spPr>
          <a:xfrm>
            <a:off x="4328746" y="3890834"/>
            <a:ext cx="398671" cy="3195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C4485D54-484C-2638-AF8E-9F474B0A6AF4}"/>
              </a:ext>
            </a:extLst>
          </p:cNvPr>
          <p:cNvCxnSpPr>
            <a:cxnSpLocks/>
          </p:cNvCxnSpPr>
          <p:nvPr/>
        </p:nvCxnSpPr>
        <p:spPr>
          <a:xfrm>
            <a:off x="2426517" y="3848436"/>
            <a:ext cx="18659" cy="971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33958594-D5C9-5464-9C11-3CEEABE8B0FD}"/>
              </a:ext>
            </a:extLst>
          </p:cNvPr>
          <p:cNvGrpSpPr/>
          <p:nvPr/>
        </p:nvGrpSpPr>
        <p:grpSpPr>
          <a:xfrm>
            <a:off x="282935" y="137655"/>
            <a:ext cx="1071343" cy="526780"/>
            <a:chOff x="287553" y="157018"/>
            <a:chExt cx="1421401" cy="698904"/>
          </a:xfrm>
        </p:grpSpPr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4D43BE07-4B71-720F-8430-9C332AAB778D}"/>
                </a:ext>
              </a:extLst>
            </p:cNvPr>
            <p:cNvSpPr/>
            <p:nvPr/>
          </p:nvSpPr>
          <p:spPr>
            <a:xfrm>
              <a:off x="287553" y="157018"/>
              <a:ext cx="276501" cy="276501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316D0185-E2B6-E29E-6E3B-325D5C3C534B}"/>
                </a:ext>
              </a:extLst>
            </p:cNvPr>
            <p:cNvSpPr txBox="1"/>
            <p:nvPr/>
          </p:nvSpPr>
          <p:spPr>
            <a:xfrm>
              <a:off x="638759" y="205182"/>
              <a:ext cx="1027660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rgbClr val="0000CC"/>
                  </a:solidFill>
                </a:rPr>
                <a:t>Rocky(</a:t>
              </a:r>
              <a:r>
                <a:rPr lang="ko-KR" altLang="en-US" sz="700" b="1" dirty="0">
                  <a:solidFill>
                    <a:srgbClr val="0000CC"/>
                  </a:solidFill>
                </a:rPr>
                <a:t>파란색</a:t>
              </a:r>
              <a:r>
                <a:rPr lang="en-US" altLang="ko-KR" sz="700" b="1" dirty="0">
                  <a:solidFill>
                    <a:srgbClr val="0000CC"/>
                  </a:solidFill>
                </a:rPr>
                <a:t>)</a:t>
              </a:r>
              <a:endParaRPr lang="ko-KR" altLang="en-US" sz="700" b="1" dirty="0">
                <a:solidFill>
                  <a:srgbClr val="0000CC"/>
                </a:solidFill>
              </a:endParaRPr>
            </a:p>
          </p:txBody>
        </p: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19C157B3-CF60-B784-1A72-9C4FA4EC26E3}"/>
                </a:ext>
              </a:extLst>
            </p:cNvPr>
            <p:cNvSpPr/>
            <p:nvPr/>
          </p:nvSpPr>
          <p:spPr>
            <a:xfrm>
              <a:off x="287553" y="550983"/>
              <a:ext cx="276501" cy="2765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D935B33C-62EB-A995-A40C-C32F5B05977F}"/>
                </a:ext>
              </a:extLst>
            </p:cNvPr>
            <p:cNvSpPr txBox="1"/>
            <p:nvPr/>
          </p:nvSpPr>
          <p:spPr>
            <a:xfrm>
              <a:off x="596223" y="590500"/>
              <a:ext cx="1112731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chemeClr val="accent2"/>
                  </a:solidFill>
                </a:rPr>
                <a:t>Ubuntu(</a:t>
              </a:r>
              <a:r>
                <a:rPr lang="ko-KR" altLang="en-US" sz="700" b="1" dirty="0">
                  <a:solidFill>
                    <a:schemeClr val="accent2"/>
                  </a:solidFill>
                </a:rPr>
                <a:t>주황색</a:t>
              </a:r>
              <a:r>
                <a:rPr lang="en-US" altLang="ko-KR" sz="700" b="1" dirty="0">
                  <a:solidFill>
                    <a:schemeClr val="accent2"/>
                  </a:solidFill>
                </a:rPr>
                <a:t>)</a:t>
              </a:r>
              <a:endParaRPr lang="ko-KR" altLang="en-US" sz="700" b="1" dirty="0">
                <a:solidFill>
                  <a:schemeClr val="accent2"/>
                </a:solidFill>
              </a:endParaRPr>
            </a:p>
          </p:txBody>
        </p:sp>
      </p:grp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045D44C4-0104-6E49-3060-3C2BAAFBACAC}"/>
              </a:ext>
            </a:extLst>
          </p:cNvPr>
          <p:cNvCxnSpPr>
            <a:cxnSpLocks/>
            <a:stCxn id="235" idx="0"/>
            <a:endCxn id="113" idx="2"/>
          </p:cNvCxnSpPr>
          <p:nvPr/>
        </p:nvCxnSpPr>
        <p:spPr>
          <a:xfrm flipV="1">
            <a:off x="5805493" y="1804218"/>
            <a:ext cx="1" cy="565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TextBox 324">
            <a:extLst>
              <a:ext uri="{FF2B5EF4-FFF2-40B4-BE49-F238E27FC236}">
                <a16:creationId xmlns:a16="http://schemas.microsoft.com/office/drawing/2014/main" id="{C6B6C7D7-7D6C-6349-FC89-E6247E9D3A4C}"/>
              </a:ext>
            </a:extLst>
          </p:cNvPr>
          <p:cNvSpPr txBox="1"/>
          <p:nvPr/>
        </p:nvSpPr>
        <p:spPr>
          <a:xfrm>
            <a:off x="6872254" y="5527050"/>
            <a:ext cx="569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Disk quota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C9CE05FF-A6CF-DCEB-B199-F66E8C6BAB0A}"/>
              </a:ext>
            </a:extLst>
          </p:cNvPr>
          <p:cNvSpPr txBox="1"/>
          <p:nvPr/>
        </p:nvSpPr>
        <p:spPr>
          <a:xfrm>
            <a:off x="3898428" y="540661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ESXI</a:t>
            </a:r>
          </a:p>
          <a:p>
            <a:pPr algn="ctr"/>
            <a:r>
              <a:rPr lang="en-US" altLang="ko-KR" sz="800" b="1" dirty="0"/>
              <a:t>ISCSI</a:t>
            </a:r>
          </a:p>
        </p:txBody>
      </p:sp>
      <p:pic>
        <p:nvPicPr>
          <p:cNvPr id="2" name="Picture 30" descr="Server ">
            <a:extLst>
              <a:ext uri="{FF2B5EF4-FFF2-40B4-BE49-F238E27FC236}">
                <a16:creationId xmlns:a16="http://schemas.microsoft.com/office/drawing/2014/main" id="{B5E0C2D7-02A6-67EB-BB5A-0F6BC0F6F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0979" y="540723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85349D2A-633D-0D5D-0329-5A0DBDCE4A34}"/>
              </a:ext>
            </a:extLst>
          </p:cNvPr>
          <p:cNvGrpSpPr/>
          <p:nvPr/>
        </p:nvGrpSpPr>
        <p:grpSpPr>
          <a:xfrm>
            <a:off x="8822349" y="653518"/>
            <a:ext cx="1322700" cy="1287654"/>
            <a:chOff x="9208684" y="362548"/>
            <a:chExt cx="1322700" cy="1287654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307508E-946E-3CA3-38C5-3AC02ADF9F4A}"/>
                </a:ext>
              </a:extLst>
            </p:cNvPr>
            <p:cNvSpPr txBox="1"/>
            <p:nvPr/>
          </p:nvSpPr>
          <p:spPr>
            <a:xfrm>
              <a:off x="9541708" y="854528"/>
              <a:ext cx="654899" cy="2539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b="1" dirty="0"/>
                <a:t>PVST+</a:t>
              </a:r>
            </a:p>
          </p:txBody>
        </p:sp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7BC6AED2-E342-9B8A-8439-D30E7C769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764510" y="362548"/>
              <a:ext cx="220445" cy="207477"/>
            </a:xfrm>
            <a:prstGeom prst="rect">
              <a:avLst/>
            </a:prstGeom>
          </p:spPr>
        </p:pic>
        <p:pic>
          <p:nvPicPr>
            <p:cNvPr id="61" name="그래픽 60">
              <a:extLst>
                <a:ext uri="{FF2B5EF4-FFF2-40B4-BE49-F238E27FC236}">
                  <a16:creationId xmlns:a16="http://schemas.microsoft.com/office/drawing/2014/main" id="{53412014-169B-4FE8-2085-62A7CBEAFB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08684" y="903399"/>
              <a:ext cx="220445" cy="207477"/>
            </a:xfrm>
            <a:prstGeom prst="rect">
              <a:avLst/>
            </a:prstGeom>
          </p:spPr>
        </p:pic>
        <p:pic>
          <p:nvPicPr>
            <p:cNvPr id="62" name="그래픽 61">
              <a:extLst>
                <a:ext uri="{FF2B5EF4-FFF2-40B4-BE49-F238E27FC236}">
                  <a16:creationId xmlns:a16="http://schemas.microsoft.com/office/drawing/2014/main" id="{914D1B09-B245-315D-2B62-EA51FDCF6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740835" y="1442725"/>
              <a:ext cx="220445" cy="207477"/>
            </a:xfrm>
            <a:prstGeom prst="rect">
              <a:avLst/>
            </a:prstGeom>
          </p:spPr>
        </p:pic>
        <p:pic>
          <p:nvPicPr>
            <p:cNvPr id="64" name="그래픽 63">
              <a:extLst>
                <a:ext uri="{FF2B5EF4-FFF2-40B4-BE49-F238E27FC236}">
                  <a16:creationId xmlns:a16="http://schemas.microsoft.com/office/drawing/2014/main" id="{21178BF4-F706-BAA5-2304-1C4395502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310939" y="877748"/>
              <a:ext cx="220445" cy="207477"/>
            </a:xfrm>
            <a:prstGeom prst="rect">
              <a:avLst/>
            </a:prstGeom>
          </p:spPr>
        </p:pic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2B8A9544-43D0-CC43-0782-364A879DE523}"/>
                </a:ext>
              </a:extLst>
            </p:cNvPr>
            <p:cNvCxnSpPr>
              <a:cxnSpLocks/>
              <a:stCxn id="59" idx="1"/>
              <a:endCxn id="61" idx="0"/>
            </p:cNvCxnSpPr>
            <p:nvPr/>
          </p:nvCxnSpPr>
          <p:spPr>
            <a:xfrm flipH="1">
              <a:off x="9318907" y="466287"/>
              <a:ext cx="445603" cy="437112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2908571-93B6-04EE-9E7A-6D180D73D6BB}"/>
                </a:ext>
              </a:extLst>
            </p:cNvPr>
            <p:cNvCxnSpPr>
              <a:cxnSpLocks/>
              <a:stCxn id="61" idx="2"/>
              <a:endCxn id="62" idx="1"/>
            </p:cNvCxnSpPr>
            <p:nvPr/>
          </p:nvCxnSpPr>
          <p:spPr>
            <a:xfrm>
              <a:off x="9318907" y="1110876"/>
              <a:ext cx="421928" cy="435587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138DE691-7619-FC4D-3404-A43CF2E77CE6}"/>
                </a:ext>
              </a:extLst>
            </p:cNvPr>
            <p:cNvCxnSpPr>
              <a:cxnSpLocks/>
              <a:stCxn id="59" idx="3"/>
              <a:endCxn id="64" idx="0"/>
            </p:cNvCxnSpPr>
            <p:nvPr/>
          </p:nvCxnSpPr>
          <p:spPr>
            <a:xfrm>
              <a:off x="9984955" y="466287"/>
              <a:ext cx="436207" cy="411460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6348333F-C76C-FF61-30E7-B90EBE1550EC}"/>
                </a:ext>
              </a:extLst>
            </p:cNvPr>
            <p:cNvCxnSpPr>
              <a:cxnSpLocks/>
              <a:stCxn id="64" idx="2"/>
              <a:endCxn id="62" idx="3"/>
            </p:cNvCxnSpPr>
            <p:nvPr/>
          </p:nvCxnSpPr>
          <p:spPr>
            <a:xfrm flipH="1">
              <a:off x="9961280" y="1085225"/>
              <a:ext cx="459882" cy="461239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8" name="그래픽 77">
            <a:extLst>
              <a:ext uri="{FF2B5EF4-FFF2-40B4-BE49-F238E27FC236}">
                <a16:creationId xmlns:a16="http://schemas.microsoft.com/office/drawing/2014/main" id="{1F82B55E-0A5B-2ADB-1BC7-F40C6128800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41568" y="3865001"/>
            <a:ext cx="220445" cy="207477"/>
          </a:xfrm>
          <a:prstGeom prst="rect">
            <a:avLst/>
          </a:prstGeom>
        </p:spPr>
      </p:pic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56B3BF27-3C9C-7198-4878-85C22BF2D4BC}"/>
              </a:ext>
            </a:extLst>
          </p:cNvPr>
          <p:cNvCxnSpPr>
            <a:cxnSpLocks/>
            <a:stCxn id="62" idx="2"/>
            <a:endCxn id="71" idx="0"/>
          </p:cNvCxnSpPr>
          <p:nvPr/>
        </p:nvCxnSpPr>
        <p:spPr>
          <a:xfrm flipH="1">
            <a:off x="9451435" y="1941172"/>
            <a:ext cx="13288" cy="4402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0" name="Picture 16" descr="Computer">
            <a:extLst>
              <a:ext uri="{FF2B5EF4-FFF2-40B4-BE49-F238E27FC236}">
                <a16:creationId xmlns:a16="http://schemas.microsoft.com/office/drawing/2014/main" id="{274C2C7F-8CD4-479E-7E07-42A95D83A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288" y="1193509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Picture 16" descr="Computer">
            <a:extLst>
              <a:ext uri="{FF2B5EF4-FFF2-40B4-BE49-F238E27FC236}">
                <a16:creationId xmlns:a16="http://schemas.microsoft.com/office/drawing/2014/main" id="{21DB5775-4D65-A9F4-E577-0A48B9184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8485" y="25073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Picture 16" descr="Computer">
            <a:extLst>
              <a:ext uri="{FF2B5EF4-FFF2-40B4-BE49-F238E27FC236}">
                <a16:creationId xmlns:a16="http://schemas.microsoft.com/office/drawing/2014/main" id="{0867B526-2E5D-8BD6-B6D9-201CF20A2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0670" y="90011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Picture 16" descr="Computer">
            <a:extLst>
              <a:ext uri="{FF2B5EF4-FFF2-40B4-BE49-F238E27FC236}">
                <a16:creationId xmlns:a16="http://schemas.microsoft.com/office/drawing/2014/main" id="{DD80D4E0-AD92-F975-6795-F260E1E65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264" y="143744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51A27166-A340-BA91-D7D3-DF16AB562B89}"/>
              </a:ext>
            </a:extLst>
          </p:cNvPr>
          <p:cNvCxnSpPr>
            <a:cxnSpLocks/>
            <a:endCxn id="125" idx="1"/>
          </p:cNvCxnSpPr>
          <p:nvPr/>
        </p:nvCxnSpPr>
        <p:spPr>
          <a:xfrm>
            <a:off x="10167868" y="1290241"/>
            <a:ext cx="345396" cy="2612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EEBBBD37-3AA8-BD43-E82E-02C22AF29526}"/>
              </a:ext>
            </a:extLst>
          </p:cNvPr>
          <p:cNvCxnSpPr>
            <a:cxnSpLocks/>
            <a:stCxn id="64" idx="3"/>
            <a:endCxn id="123" idx="1"/>
          </p:cNvCxnSpPr>
          <p:nvPr/>
        </p:nvCxnSpPr>
        <p:spPr>
          <a:xfrm flipV="1">
            <a:off x="10145049" y="1014150"/>
            <a:ext cx="375621" cy="2583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0508A2F5-A624-19BD-EB8B-3F96B3BCC2F8}"/>
              </a:ext>
            </a:extLst>
          </p:cNvPr>
          <p:cNvCxnSpPr>
            <a:cxnSpLocks/>
            <a:stCxn id="59" idx="0"/>
            <a:endCxn id="122" idx="2"/>
          </p:cNvCxnSpPr>
          <p:nvPr/>
        </p:nvCxnSpPr>
        <p:spPr>
          <a:xfrm flipV="1">
            <a:off x="9488398" y="478807"/>
            <a:ext cx="4123" cy="1747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6E433618-0F90-4377-9D21-AA3B65E99E25}"/>
              </a:ext>
            </a:extLst>
          </p:cNvPr>
          <p:cNvCxnSpPr>
            <a:cxnSpLocks/>
            <a:stCxn id="61" idx="1"/>
            <a:endCxn id="120" idx="3"/>
          </p:cNvCxnSpPr>
          <p:nvPr/>
        </p:nvCxnSpPr>
        <p:spPr>
          <a:xfrm flipH="1">
            <a:off x="8471359" y="1298108"/>
            <a:ext cx="350990" cy="9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BEAA1D61-5224-D310-C81E-4DBE6425248E}"/>
              </a:ext>
            </a:extLst>
          </p:cNvPr>
          <p:cNvSpPr txBox="1"/>
          <p:nvPr/>
        </p:nvSpPr>
        <p:spPr>
          <a:xfrm>
            <a:off x="8027522" y="1538112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VLAN 50</a:t>
            </a:r>
            <a:endParaRPr lang="ko-KR" altLang="en-US" sz="800" b="1" dirty="0">
              <a:solidFill>
                <a:srgbClr val="7030A0"/>
              </a:solidFill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B28D856-EF69-6AD2-C865-09CDDF2482CC}"/>
              </a:ext>
            </a:extLst>
          </p:cNvPr>
          <p:cNvSpPr txBox="1"/>
          <p:nvPr/>
        </p:nvSpPr>
        <p:spPr>
          <a:xfrm>
            <a:off x="9557195" y="279947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VLAN 40</a:t>
            </a:r>
            <a:endParaRPr lang="ko-KR" altLang="en-US" sz="800" b="1" dirty="0">
              <a:solidFill>
                <a:srgbClr val="FFC000"/>
              </a:solidFill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F7B388D1-F81B-8860-72A8-2190384FEA5A}"/>
              </a:ext>
            </a:extLst>
          </p:cNvPr>
          <p:cNvSpPr txBox="1"/>
          <p:nvPr/>
        </p:nvSpPr>
        <p:spPr>
          <a:xfrm>
            <a:off x="10774141" y="865690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VLAN 50</a:t>
            </a:r>
            <a:endParaRPr lang="ko-KR" altLang="en-US" sz="800" b="1" dirty="0">
              <a:solidFill>
                <a:srgbClr val="7030A0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DF88889F-7AAA-BFAD-089F-25978E9CC94B}"/>
              </a:ext>
            </a:extLst>
          </p:cNvPr>
          <p:cNvSpPr txBox="1"/>
          <p:nvPr/>
        </p:nvSpPr>
        <p:spPr>
          <a:xfrm>
            <a:off x="10774141" y="1427347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VLAN 40</a:t>
            </a:r>
            <a:endParaRPr lang="ko-KR" altLang="en-US" sz="800" b="1" dirty="0">
              <a:solidFill>
                <a:srgbClr val="FFC000"/>
              </a:solidFill>
            </a:endParaRPr>
          </a:p>
        </p:txBody>
      </p: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76C125DD-BC09-A2B2-33BC-E6A516BC3027}"/>
              </a:ext>
            </a:extLst>
          </p:cNvPr>
          <p:cNvCxnSpPr>
            <a:cxnSpLocks/>
            <a:stCxn id="235" idx="1"/>
            <a:endCxn id="114" idx="3"/>
          </p:cNvCxnSpPr>
          <p:nvPr/>
        </p:nvCxnSpPr>
        <p:spPr>
          <a:xfrm flipH="1" flipV="1">
            <a:off x="2608501" y="2069385"/>
            <a:ext cx="3026879" cy="4430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8C6370FB-C82D-ADEB-F183-24FEFB46F1AD}"/>
              </a:ext>
            </a:extLst>
          </p:cNvPr>
          <p:cNvCxnSpPr>
            <a:cxnSpLocks/>
            <a:stCxn id="71" idx="1"/>
            <a:endCxn id="235" idx="3"/>
          </p:cNvCxnSpPr>
          <p:nvPr/>
        </p:nvCxnSpPr>
        <p:spPr>
          <a:xfrm flipH="1">
            <a:off x="5975605" y="2509663"/>
            <a:ext cx="3287785" cy="27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2" name="Picture 2" descr="Data server ">
            <a:extLst>
              <a:ext uri="{FF2B5EF4-FFF2-40B4-BE49-F238E27FC236}">
                <a16:creationId xmlns:a16="http://schemas.microsoft.com/office/drawing/2014/main" id="{D89FDE9B-B6B0-4BC0-DCF7-0FE57DE99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65883" y="1316579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그래픽 242">
            <a:extLst>
              <a:ext uri="{FF2B5EF4-FFF2-40B4-BE49-F238E27FC236}">
                <a16:creationId xmlns:a16="http://schemas.microsoft.com/office/drawing/2014/main" id="{F916863C-FA83-317A-E5F0-E32FFF18A4D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flipH="1">
            <a:off x="3780633" y="980823"/>
            <a:ext cx="220445" cy="207477"/>
          </a:xfrm>
          <a:prstGeom prst="rect">
            <a:avLst/>
          </a:prstGeom>
        </p:spPr>
      </p:pic>
      <p:pic>
        <p:nvPicPr>
          <p:cNvPr id="244" name="Picture 2" descr="Data server ">
            <a:extLst>
              <a:ext uri="{FF2B5EF4-FFF2-40B4-BE49-F238E27FC236}">
                <a16:creationId xmlns:a16="http://schemas.microsoft.com/office/drawing/2014/main" id="{2EB66C4B-9FDF-16FC-5B81-AB4591D76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50953" y="478810"/>
            <a:ext cx="314904" cy="389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6" name="TextBox 245">
            <a:extLst>
              <a:ext uri="{FF2B5EF4-FFF2-40B4-BE49-F238E27FC236}">
                <a16:creationId xmlns:a16="http://schemas.microsoft.com/office/drawing/2014/main" id="{AABAAA95-6689-743F-CE73-DCEE7DB76B2F}"/>
              </a:ext>
            </a:extLst>
          </p:cNvPr>
          <p:cNvSpPr txBox="1"/>
          <p:nvPr/>
        </p:nvSpPr>
        <p:spPr>
          <a:xfrm flipH="1">
            <a:off x="3009953" y="1619733"/>
            <a:ext cx="13578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ED7D31"/>
                </a:solidFill>
              </a:rPr>
              <a:t>JUPYTER</a:t>
            </a:r>
          </a:p>
          <a:p>
            <a:pPr algn="ctr"/>
            <a:r>
              <a:rPr lang="en-US" altLang="ko-KR" sz="1000" b="1" dirty="0">
                <a:solidFill>
                  <a:srgbClr val="ED7D31"/>
                </a:solidFill>
              </a:rPr>
              <a:t>Network manager</a:t>
            </a:r>
            <a:endParaRPr lang="ko-KR" altLang="en-US" sz="1000" b="1" dirty="0">
              <a:solidFill>
                <a:srgbClr val="ED7D31"/>
              </a:solidFill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099498D5-B48E-B05C-98F4-DFCA2F24FE94}"/>
              </a:ext>
            </a:extLst>
          </p:cNvPr>
          <p:cNvSpPr txBox="1"/>
          <p:nvPr/>
        </p:nvSpPr>
        <p:spPr>
          <a:xfrm flipH="1">
            <a:off x="1532821" y="522113"/>
            <a:ext cx="113364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JUPYTER</a:t>
            </a: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server manager</a:t>
            </a:r>
          </a:p>
          <a:p>
            <a:pPr algn="ctr"/>
            <a:r>
              <a:rPr lang="en-US" altLang="ko-KR" sz="1000" b="1" dirty="0" err="1">
                <a:solidFill>
                  <a:srgbClr val="0000CC"/>
                </a:solidFill>
              </a:rPr>
              <a:t>Monitorix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cxnSp>
        <p:nvCxnSpPr>
          <p:cNvPr id="249" name="직선 연결선 248">
            <a:extLst>
              <a:ext uri="{FF2B5EF4-FFF2-40B4-BE49-F238E27FC236}">
                <a16:creationId xmlns:a16="http://schemas.microsoft.com/office/drawing/2014/main" id="{C19DEBC3-3E7D-80D0-8AD1-7816B2C4FB3E}"/>
              </a:ext>
            </a:extLst>
          </p:cNvPr>
          <p:cNvCxnSpPr>
            <a:cxnSpLocks/>
            <a:stCxn id="243" idx="3"/>
            <a:endCxn id="244" idx="1"/>
          </p:cNvCxnSpPr>
          <p:nvPr/>
        </p:nvCxnSpPr>
        <p:spPr>
          <a:xfrm flipH="1" flipV="1">
            <a:off x="3465857" y="673316"/>
            <a:ext cx="314776" cy="4112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C6FE7F34-FF45-291F-5485-C7EC39089254}"/>
              </a:ext>
            </a:extLst>
          </p:cNvPr>
          <p:cNvCxnSpPr>
            <a:cxnSpLocks/>
            <a:stCxn id="243" idx="3"/>
            <a:endCxn id="159" idx="0"/>
          </p:cNvCxnSpPr>
          <p:nvPr/>
        </p:nvCxnSpPr>
        <p:spPr>
          <a:xfrm flipH="1">
            <a:off x="3493901" y="1084562"/>
            <a:ext cx="286732" cy="3146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8D6A7991-5C43-BCDA-8412-F5F8A8C915A5}"/>
              </a:ext>
            </a:extLst>
          </p:cNvPr>
          <p:cNvCxnSpPr>
            <a:cxnSpLocks/>
            <a:stCxn id="243" idx="1"/>
            <a:endCxn id="262" idx="1"/>
          </p:cNvCxnSpPr>
          <p:nvPr/>
        </p:nvCxnSpPr>
        <p:spPr>
          <a:xfrm>
            <a:off x="4001078" y="1084562"/>
            <a:ext cx="786052" cy="11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2" name="그래픽 261">
            <a:extLst>
              <a:ext uri="{FF2B5EF4-FFF2-40B4-BE49-F238E27FC236}">
                <a16:creationId xmlns:a16="http://schemas.microsoft.com/office/drawing/2014/main" id="{9F97A796-E74B-69F0-7DD4-8C8E8B35F6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87130" y="968158"/>
            <a:ext cx="376089" cy="256425"/>
          </a:xfrm>
          <a:prstGeom prst="rect">
            <a:avLst/>
          </a:prstGeom>
        </p:spPr>
      </p:pic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2D1F1D1C-3689-2934-84A2-86162C5013C9}"/>
              </a:ext>
            </a:extLst>
          </p:cNvPr>
          <p:cNvCxnSpPr>
            <a:cxnSpLocks/>
          </p:cNvCxnSpPr>
          <p:nvPr/>
        </p:nvCxnSpPr>
        <p:spPr>
          <a:xfrm flipH="1" flipV="1">
            <a:off x="5155381" y="686392"/>
            <a:ext cx="1453" cy="4452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B95C866-AC45-EFCB-25E3-2E5B94A96B51}"/>
              </a:ext>
            </a:extLst>
          </p:cNvPr>
          <p:cNvSpPr txBox="1"/>
          <p:nvPr/>
        </p:nvSpPr>
        <p:spPr>
          <a:xfrm>
            <a:off x="5392569" y="2083388"/>
            <a:ext cx="768137" cy="215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Frame-relay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F985E3-18E1-16DD-4518-D8F9428A28D1}"/>
              </a:ext>
            </a:extLst>
          </p:cNvPr>
          <p:cNvSpPr txBox="1"/>
          <p:nvPr/>
        </p:nvSpPr>
        <p:spPr>
          <a:xfrm>
            <a:off x="9483699" y="533446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pic>
        <p:nvPicPr>
          <p:cNvPr id="21" name="Picture 16" descr="Computer">
            <a:extLst>
              <a:ext uri="{FF2B5EF4-FFF2-40B4-BE49-F238E27FC236}">
                <a16:creationId xmlns:a16="http://schemas.microsoft.com/office/drawing/2014/main" id="{A07EC7C8-E11F-6E23-7217-1C9779E43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1191" y="4911483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6" descr="Computer">
            <a:extLst>
              <a:ext uri="{FF2B5EF4-FFF2-40B4-BE49-F238E27FC236}">
                <a16:creationId xmlns:a16="http://schemas.microsoft.com/office/drawing/2014/main" id="{D6F3DFC1-CA95-3F44-09BB-374BB0AC8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8577" y="491742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8A50815-D34A-1DB7-234F-F7A3AB6C8701}"/>
              </a:ext>
            </a:extLst>
          </p:cNvPr>
          <p:cNvSpPr txBox="1"/>
          <p:nvPr/>
        </p:nvSpPr>
        <p:spPr>
          <a:xfrm>
            <a:off x="8972891" y="533191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04751ED-468F-552F-2838-9CE9065E3FB0}"/>
              </a:ext>
            </a:extLst>
          </p:cNvPr>
          <p:cNvCxnSpPr>
            <a:cxnSpLocks/>
            <a:stCxn id="78" idx="2"/>
            <a:endCxn id="21" idx="0"/>
          </p:cNvCxnSpPr>
          <p:nvPr/>
        </p:nvCxnSpPr>
        <p:spPr>
          <a:xfrm flipH="1">
            <a:off x="9235227" y="4072478"/>
            <a:ext cx="216564" cy="8390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2FD43D4-9C43-1BB7-250E-4269706DD2AD}"/>
              </a:ext>
            </a:extLst>
          </p:cNvPr>
          <p:cNvCxnSpPr>
            <a:cxnSpLocks/>
            <a:stCxn id="78" idx="2"/>
            <a:endCxn id="22" idx="0"/>
          </p:cNvCxnSpPr>
          <p:nvPr/>
        </p:nvCxnSpPr>
        <p:spPr>
          <a:xfrm>
            <a:off x="9451791" y="4072478"/>
            <a:ext cx="300822" cy="8449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77A1EE6-99A1-CC83-23CC-76F38D64A10C}"/>
              </a:ext>
            </a:extLst>
          </p:cNvPr>
          <p:cNvSpPr txBox="1"/>
          <p:nvPr/>
        </p:nvSpPr>
        <p:spPr>
          <a:xfrm>
            <a:off x="4742715" y="117597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D7A2F6-34A0-7B9B-8337-760A351D64C0}"/>
              </a:ext>
            </a:extLst>
          </p:cNvPr>
          <p:cNvSpPr txBox="1"/>
          <p:nvPr/>
        </p:nvSpPr>
        <p:spPr>
          <a:xfrm>
            <a:off x="5553688" y="167047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grpSp>
        <p:nvGrpSpPr>
          <p:cNvPr id="198" name="그룹 197">
            <a:extLst>
              <a:ext uri="{FF2B5EF4-FFF2-40B4-BE49-F238E27FC236}">
                <a16:creationId xmlns:a16="http://schemas.microsoft.com/office/drawing/2014/main" id="{274FDB3C-75AC-E31F-D287-526114202F7A}"/>
              </a:ext>
            </a:extLst>
          </p:cNvPr>
          <p:cNvGrpSpPr/>
          <p:nvPr/>
        </p:nvGrpSpPr>
        <p:grpSpPr>
          <a:xfrm>
            <a:off x="2151132" y="1941172"/>
            <a:ext cx="503609" cy="256425"/>
            <a:chOff x="2840732" y="2419929"/>
            <a:chExt cx="503609" cy="256425"/>
          </a:xfrm>
        </p:grpSpPr>
        <p:pic>
          <p:nvPicPr>
            <p:cNvPr id="114" name="그래픽 113">
              <a:extLst>
                <a:ext uri="{FF2B5EF4-FFF2-40B4-BE49-F238E27FC236}">
                  <a16:creationId xmlns:a16="http://schemas.microsoft.com/office/drawing/2014/main" id="{FB4FB836-6416-CA55-693A-A41D16ADF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922012" y="2419929"/>
              <a:ext cx="376089" cy="256425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1EF9AEA-07C5-86BB-93C9-105E26533C80}"/>
                </a:ext>
              </a:extLst>
            </p:cNvPr>
            <p:cNvSpPr txBox="1"/>
            <p:nvPr/>
          </p:nvSpPr>
          <p:spPr>
            <a:xfrm>
              <a:off x="2840732" y="2451276"/>
              <a:ext cx="5036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3</a:t>
              </a:r>
              <a:endParaRPr lang="ko-KR" altLang="en-US" sz="800" b="1" dirty="0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D794D71-8BBC-091C-18FD-9B2DB0BD5AA5}"/>
              </a:ext>
            </a:extLst>
          </p:cNvPr>
          <p:cNvGrpSpPr/>
          <p:nvPr/>
        </p:nvGrpSpPr>
        <p:grpSpPr>
          <a:xfrm>
            <a:off x="4076031" y="3634409"/>
            <a:ext cx="503609" cy="317765"/>
            <a:chOff x="1892237" y="4346875"/>
            <a:chExt cx="503609" cy="317765"/>
          </a:xfrm>
        </p:grpSpPr>
        <p:pic>
          <p:nvPicPr>
            <p:cNvPr id="119" name="그래픽 118">
              <a:extLst>
                <a:ext uri="{FF2B5EF4-FFF2-40B4-BE49-F238E27FC236}">
                  <a16:creationId xmlns:a16="http://schemas.microsoft.com/office/drawing/2014/main" id="{4111A750-C787-95A0-AA00-EB848A5E4B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956907" y="4346875"/>
              <a:ext cx="376089" cy="256425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F1A5B80-E11C-AF89-587C-A511CD473F59}"/>
                </a:ext>
              </a:extLst>
            </p:cNvPr>
            <p:cNvSpPr txBox="1"/>
            <p:nvPr/>
          </p:nvSpPr>
          <p:spPr>
            <a:xfrm>
              <a:off x="1892237" y="4449196"/>
              <a:ext cx="5036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8</a:t>
              </a:r>
              <a:endParaRPr lang="ko-KR" altLang="en-US" sz="800" b="1" dirty="0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5BC83FC3-E297-9623-F5E1-D1B00685E84D}"/>
              </a:ext>
            </a:extLst>
          </p:cNvPr>
          <p:cNvSpPr txBox="1"/>
          <p:nvPr/>
        </p:nvSpPr>
        <p:spPr>
          <a:xfrm>
            <a:off x="9052362" y="183787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394528-9FDA-8A84-32EC-5F181D43F540}"/>
              </a:ext>
            </a:extLst>
          </p:cNvPr>
          <p:cNvSpPr txBox="1"/>
          <p:nvPr/>
        </p:nvSpPr>
        <p:spPr>
          <a:xfrm>
            <a:off x="3658318" y="115227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14B1260-7FB0-0E04-60FB-FBE395742CCA}"/>
              </a:ext>
            </a:extLst>
          </p:cNvPr>
          <p:cNvSpPr txBox="1"/>
          <p:nvPr/>
        </p:nvSpPr>
        <p:spPr>
          <a:xfrm>
            <a:off x="8614801" y="136993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5A485F3-5F5A-59EE-B966-E1B72472CA40}"/>
              </a:ext>
            </a:extLst>
          </p:cNvPr>
          <p:cNvSpPr txBox="1"/>
          <p:nvPr/>
        </p:nvSpPr>
        <p:spPr>
          <a:xfrm>
            <a:off x="9818162" y="137747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5CB5D80-F3DB-56C2-03F3-D4213355BC52}"/>
              </a:ext>
            </a:extLst>
          </p:cNvPr>
          <p:cNvSpPr txBox="1"/>
          <p:nvPr/>
        </p:nvSpPr>
        <p:spPr>
          <a:xfrm>
            <a:off x="9404835" y="58167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D1D4A97-6D84-58E9-539C-4C04AB073B41}"/>
              </a:ext>
            </a:extLst>
          </p:cNvPr>
          <p:cNvSpPr txBox="1"/>
          <p:nvPr/>
        </p:nvSpPr>
        <p:spPr>
          <a:xfrm>
            <a:off x="7857930" y="400329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57820F7-6B66-9DB0-7311-8CF3541DC0FE}"/>
              </a:ext>
            </a:extLst>
          </p:cNvPr>
          <p:cNvSpPr txBox="1"/>
          <p:nvPr/>
        </p:nvSpPr>
        <p:spPr>
          <a:xfrm>
            <a:off x="6787732" y="398633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3E0595-9E1B-0DBB-D0D5-E5C83A24346C}"/>
              </a:ext>
            </a:extLst>
          </p:cNvPr>
          <p:cNvSpPr txBox="1"/>
          <p:nvPr/>
        </p:nvSpPr>
        <p:spPr>
          <a:xfrm>
            <a:off x="9053606" y="401179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EFB27132-FE00-0A13-9E57-994D4442E483}"/>
              </a:ext>
            </a:extLst>
          </p:cNvPr>
          <p:cNvCxnSpPr>
            <a:cxnSpLocks/>
            <a:endCxn id="82" idx="0"/>
          </p:cNvCxnSpPr>
          <p:nvPr/>
        </p:nvCxnSpPr>
        <p:spPr>
          <a:xfrm flipH="1">
            <a:off x="7201833" y="4038157"/>
            <a:ext cx="11298" cy="891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A7FB0424-C558-C86D-6F18-94213E963B51}"/>
              </a:ext>
            </a:extLst>
          </p:cNvPr>
          <p:cNvCxnSpPr>
            <a:cxnSpLocks/>
          </p:cNvCxnSpPr>
          <p:nvPr/>
        </p:nvCxnSpPr>
        <p:spPr>
          <a:xfrm flipH="1">
            <a:off x="6728225" y="4029964"/>
            <a:ext cx="498680" cy="9284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98425F2-D029-8CAB-5B24-1D3D9A5BD9CA}"/>
              </a:ext>
            </a:extLst>
          </p:cNvPr>
          <p:cNvSpPr txBox="1"/>
          <p:nvPr/>
        </p:nvSpPr>
        <p:spPr>
          <a:xfrm>
            <a:off x="7002172" y="2885622"/>
            <a:ext cx="14853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도메인 이름</a:t>
            </a:r>
            <a:r>
              <a:rPr lang="en-US" altLang="ko-KR" sz="1000" b="1" dirty="0"/>
              <a:t>: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team1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96A2C51-DFA3-C5D7-9DF2-A32B8BBA0B04}"/>
              </a:ext>
            </a:extLst>
          </p:cNvPr>
          <p:cNvSpPr txBox="1"/>
          <p:nvPr/>
        </p:nvSpPr>
        <p:spPr>
          <a:xfrm>
            <a:off x="6388246" y="514875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354D3CD-38FD-EAD4-B107-B1A748E7B34B}"/>
              </a:ext>
            </a:extLst>
          </p:cNvPr>
          <p:cNvSpPr txBox="1"/>
          <p:nvPr/>
        </p:nvSpPr>
        <p:spPr>
          <a:xfrm>
            <a:off x="6926092" y="513058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010409F-C892-1DD6-C80E-C83137831E1B}"/>
              </a:ext>
            </a:extLst>
          </p:cNvPr>
          <p:cNvSpPr txBox="1"/>
          <p:nvPr/>
        </p:nvSpPr>
        <p:spPr>
          <a:xfrm>
            <a:off x="9009024" y="28466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D749342-1A38-8CF4-B417-BC11C96B55ED}"/>
              </a:ext>
            </a:extLst>
          </p:cNvPr>
          <p:cNvSpPr txBox="1"/>
          <p:nvPr/>
        </p:nvSpPr>
        <p:spPr>
          <a:xfrm>
            <a:off x="10375495" y="161341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13</a:t>
            </a:r>
            <a:endParaRPr lang="ko-KR" altLang="en-US" sz="80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7780CF3-9A21-DB94-79AF-AD50661A7CD9}"/>
              </a:ext>
            </a:extLst>
          </p:cNvPr>
          <p:cNvSpPr txBox="1"/>
          <p:nvPr/>
        </p:nvSpPr>
        <p:spPr>
          <a:xfrm>
            <a:off x="10375495" y="109445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14</a:t>
            </a:r>
            <a:endParaRPr lang="ko-KR" altLang="en-US" sz="800" b="1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C285566-BBC8-5C37-AF42-637AEF3B4154}"/>
              </a:ext>
            </a:extLst>
          </p:cNvPr>
          <p:cNvSpPr txBox="1"/>
          <p:nvPr/>
        </p:nvSpPr>
        <p:spPr>
          <a:xfrm>
            <a:off x="7467252" y="514795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028087B-EA86-2678-605C-D08E7DB220FA}"/>
              </a:ext>
            </a:extLst>
          </p:cNvPr>
          <p:cNvSpPr txBox="1"/>
          <p:nvPr/>
        </p:nvSpPr>
        <p:spPr>
          <a:xfrm>
            <a:off x="8027843" y="514481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074F85A8-2FF2-1BF6-862A-38B4ACCEFAD5}"/>
              </a:ext>
            </a:extLst>
          </p:cNvPr>
          <p:cNvSpPr txBox="1"/>
          <p:nvPr/>
        </p:nvSpPr>
        <p:spPr>
          <a:xfrm>
            <a:off x="8502220" y="515200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EEE996F-AD9F-1929-8A76-DE96E2D8CC30}"/>
              </a:ext>
            </a:extLst>
          </p:cNvPr>
          <p:cNvSpPr txBox="1"/>
          <p:nvPr/>
        </p:nvSpPr>
        <p:spPr>
          <a:xfrm>
            <a:off x="8964402" y="51477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4BEBBC1-7FC4-92EA-466A-440D42CDD2E8}"/>
              </a:ext>
            </a:extLst>
          </p:cNvPr>
          <p:cNvSpPr txBox="1"/>
          <p:nvPr/>
        </p:nvSpPr>
        <p:spPr>
          <a:xfrm>
            <a:off x="9508506" y="513556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229828C-EAD3-A9E8-9CFF-7D466BF0D769}"/>
              </a:ext>
            </a:extLst>
          </p:cNvPr>
          <p:cNvSpPr txBox="1"/>
          <p:nvPr/>
        </p:nvSpPr>
        <p:spPr>
          <a:xfrm>
            <a:off x="8085314" y="139473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D841724-63BB-6CFC-FDB6-F0853AC9A4CC}"/>
              </a:ext>
            </a:extLst>
          </p:cNvPr>
          <p:cNvSpPr txBox="1"/>
          <p:nvPr/>
        </p:nvSpPr>
        <p:spPr>
          <a:xfrm>
            <a:off x="3242096" y="139920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73730BD2-F931-B683-ABD0-2D22D5F091A8}"/>
              </a:ext>
            </a:extLst>
          </p:cNvPr>
          <p:cNvSpPr txBox="1"/>
          <p:nvPr/>
        </p:nvSpPr>
        <p:spPr>
          <a:xfrm>
            <a:off x="3282576" y="48943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C7743773-A020-2E09-9DA5-E58229D0B853}"/>
              </a:ext>
            </a:extLst>
          </p:cNvPr>
          <p:cNvGrpSpPr/>
          <p:nvPr/>
        </p:nvGrpSpPr>
        <p:grpSpPr>
          <a:xfrm>
            <a:off x="1280240" y="4748288"/>
            <a:ext cx="2203307" cy="1685652"/>
            <a:chOff x="2539830" y="5054396"/>
            <a:chExt cx="2203307" cy="1685652"/>
          </a:xfrm>
        </p:grpSpPr>
        <p:sp>
          <p:nvSpPr>
            <p:cNvPr id="352" name="TextBox 351">
              <a:extLst>
                <a:ext uri="{FF2B5EF4-FFF2-40B4-BE49-F238E27FC236}">
                  <a16:creationId xmlns:a16="http://schemas.microsoft.com/office/drawing/2014/main" id="{26A5FD6A-D4A7-8FCC-C037-6C3D5D4E2DA7}"/>
                </a:ext>
              </a:extLst>
            </p:cNvPr>
            <p:cNvSpPr txBox="1"/>
            <p:nvPr/>
          </p:nvSpPr>
          <p:spPr>
            <a:xfrm flipH="1">
              <a:off x="3482540" y="6493827"/>
              <a:ext cx="7960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00B0F0"/>
                  </a:solidFill>
                </a:rPr>
                <a:t>SMB</a:t>
              </a:r>
              <a:endParaRPr lang="ko-KR" altLang="en-US" sz="1000" b="1" dirty="0">
                <a:solidFill>
                  <a:srgbClr val="00B0F0"/>
                </a:solidFill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952EB9E2-32DD-D9E8-C7A0-EDC16D3D5C0E}"/>
                </a:ext>
              </a:extLst>
            </p:cNvPr>
            <p:cNvGrpSpPr/>
            <p:nvPr/>
          </p:nvGrpSpPr>
          <p:grpSpPr>
            <a:xfrm rot="5400000">
              <a:off x="2845298" y="4748928"/>
              <a:ext cx="1592371" cy="2203307"/>
              <a:chOff x="3525260" y="2861409"/>
              <a:chExt cx="1592371" cy="2203307"/>
            </a:xfrm>
          </p:grpSpPr>
          <p:pic>
            <p:nvPicPr>
              <p:cNvPr id="206" name="Picture 2" descr="Data server ">
                <a:extLst>
                  <a:ext uri="{FF2B5EF4-FFF2-40B4-BE49-F238E27FC236}">
                    <a16:creationId xmlns:a16="http://schemas.microsoft.com/office/drawing/2014/main" id="{A2D426EA-34C8-015C-337B-9D62EB22D67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6200000">
                <a:off x="4102705" y="4333910"/>
                <a:ext cx="314904" cy="3149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7" name="그래픽 206">
                <a:extLst>
                  <a:ext uri="{FF2B5EF4-FFF2-40B4-BE49-F238E27FC236}">
                    <a16:creationId xmlns:a16="http://schemas.microsoft.com/office/drawing/2014/main" id="{FDC193A5-78FC-5883-1418-D1EB9CC7BF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3525260" y="3804104"/>
                <a:ext cx="220445" cy="207477"/>
              </a:xfrm>
              <a:prstGeom prst="rect">
                <a:avLst/>
              </a:prstGeom>
            </p:spPr>
          </p:pic>
          <p:pic>
            <p:nvPicPr>
              <p:cNvPr id="208" name="Picture 2" descr="Data server ">
                <a:extLst>
                  <a:ext uri="{FF2B5EF4-FFF2-40B4-BE49-F238E27FC236}">
                    <a16:creationId xmlns:a16="http://schemas.microsoft.com/office/drawing/2014/main" id="{B2896F30-5010-2253-33D5-35F2F7FFF9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6200000">
                <a:off x="4111871" y="3628165"/>
                <a:ext cx="314904" cy="3149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9" name="Picture 2" descr="Data server ">
                <a:extLst>
                  <a:ext uri="{FF2B5EF4-FFF2-40B4-BE49-F238E27FC236}">
                    <a16:creationId xmlns:a16="http://schemas.microsoft.com/office/drawing/2014/main" id="{D58D63AF-024B-EAED-3991-2D923222ED0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6200000">
                <a:off x="4103493" y="2921118"/>
                <a:ext cx="314904" cy="3149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830CD18B-9E2B-B8F5-012F-5288ABB08CFD}"/>
                  </a:ext>
                </a:extLst>
              </p:cNvPr>
              <p:cNvSpPr txBox="1"/>
              <p:nvPr/>
            </p:nvSpPr>
            <p:spPr>
              <a:xfrm rot="16041514">
                <a:off x="3986990" y="4593594"/>
                <a:ext cx="54213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chemeClr val="accent2"/>
                    </a:solidFill>
                  </a:rPr>
                  <a:t>LAMP</a:t>
                </a:r>
              </a:p>
              <a:p>
                <a:pPr algn="ctr"/>
                <a:r>
                  <a:rPr lang="en-US" altLang="ko-KR" sz="1000" b="1" dirty="0">
                    <a:solidFill>
                      <a:schemeClr val="accent2"/>
                    </a:solidFill>
                  </a:rPr>
                  <a:t>XRDP</a:t>
                </a:r>
                <a:endParaRPr lang="ko-KR" altLang="en-US" sz="1000" b="1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4FFAE41D-1D3F-0BB2-AAAD-F74BE165AD44}"/>
                  </a:ext>
                </a:extLst>
              </p:cNvPr>
              <p:cNvSpPr txBox="1"/>
              <p:nvPr/>
            </p:nvSpPr>
            <p:spPr>
              <a:xfrm rot="16200000">
                <a:off x="3986991" y="3839306"/>
                <a:ext cx="54213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rgbClr val="0000CC"/>
                    </a:solidFill>
                  </a:rPr>
                  <a:t>LAMP</a:t>
                </a:r>
              </a:p>
              <a:p>
                <a:pPr algn="ctr"/>
                <a:r>
                  <a:rPr lang="en-US" altLang="ko-KR" sz="1000" b="1" dirty="0">
                    <a:solidFill>
                      <a:srgbClr val="0000CC"/>
                    </a:solidFill>
                  </a:rPr>
                  <a:t>VNC</a:t>
                </a:r>
                <a:endParaRPr lang="ko-KR" altLang="en-US" sz="1000" b="1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6BC4DF94-88D9-EDAB-14BA-6876B0566835}"/>
                  </a:ext>
                </a:extLst>
              </p:cNvPr>
              <p:cNvSpPr txBox="1"/>
              <p:nvPr/>
            </p:nvSpPr>
            <p:spPr>
              <a:xfrm rot="16200000">
                <a:off x="4009602" y="3145788"/>
                <a:ext cx="51167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rgbClr val="0000CC"/>
                    </a:solidFill>
                  </a:rPr>
                  <a:t>DNS/</a:t>
                </a:r>
              </a:p>
              <a:p>
                <a:pPr algn="ctr"/>
                <a:r>
                  <a:rPr lang="en-US" altLang="ko-KR" sz="1000" b="1" dirty="0">
                    <a:solidFill>
                      <a:srgbClr val="0000CC"/>
                    </a:solidFill>
                  </a:rPr>
                  <a:t>VH</a:t>
                </a:r>
              </a:p>
            </p:txBody>
          </p:sp>
          <p:sp>
            <p:nvSpPr>
              <p:cNvPr id="214" name="오른쪽 중괄호 213">
                <a:extLst>
                  <a:ext uri="{FF2B5EF4-FFF2-40B4-BE49-F238E27FC236}">
                    <a16:creationId xmlns:a16="http://schemas.microsoft.com/office/drawing/2014/main" id="{B7153618-2F97-D895-6D20-F2BFE9541198}"/>
                  </a:ext>
                </a:extLst>
              </p:cNvPr>
              <p:cNvSpPr/>
              <p:nvPr/>
            </p:nvSpPr>
            <p:spPr>
              <a:xfrm>
                <a:off x="4505338" y="3646438"/>
                <a:ext cx="314904" cy="730286"/>
              </a:xfrm>
              <a:prstGeom prst="rightBrac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55EA339A-4A5C-75BB-5AC5-89B21A12484B}"/>
                  </a:ext>
                </a:extLst>
              </p:cNvPr>
              <p:cNvSpPr txBox="1"/>
              <p:nvPr/>
            </p:nvSpPr>
            <p:spPr>
              <a:xfrm rot="16200000">
                <a:off x="4596472" y="3878378"/>
                <a:ext cx="79609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rgbClr val="FF0000"/>
                    </a:solidFill>
                  </a:rPr>
                  <a:t>FTP</a:t>
                </a:r>
                <a:endParaRPr lang="ko-KR" altLang="en-US" sz="1000" b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217" name="직선 연결선 216">
                <a:extLst>
                  <a:ext uri="{FF2B5EF4-FFF2-40B4-BE49-F238E27FC236}">
                    <a16:creationId xmlns:a16="http://schemas.microsoft.com/office/drawing/2014/main" id="{732E9C27-30A4-D8D5-BBF2-E806807D4A79}"/>
                  </a:ext>
                </a:extLst>
              </p:cNvPr>
              <p:cNvCxnSpPr>
                <a:cxnSpLocks/>
                <a:stCxn id="207" idx="3"/>
                <a:endCxn id="208" idx="1"/>
              </p:cNvCxnSpPr>
              <p:nvPr/>
            </p:nvCxnSpPr>
            <p:spPr>
              <a:xfrm rot="16200000" flipH="1">
                <a:off x="3989901" y="3663647"/>
                <a:ext cx="35226" cy="52361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직선 연결선 220">
                <a:extLst>
                  <a:ext uri="{FF2B5EF4-FFF2-40B4-BE49-F238E27FC236}">
                    <a16:creationId xmlns:a16="http://schemas.microsoft.com/office/drawing/2014/main" id="{631A82A9-ADA1-C49F-57DE-CED17AEC595E}"/>
                  </a:ext>
                </a:extLst>
              </p:cNvPr>
              <p:cNvCxnSpPr>
                <a:cxnSpLocks/>
                <a:stCxn id="207" idx="3"/>
                <a:endCxn id="206" idx="1"/>
              </p:cNvCxnSpPr>
              <p:nvPr/>
            </p:nvCxnSpPr>
            <p:spPr>
              <a:xfrm rot="16200000" flipH="1">
                <a:off x="3632446" y="4021102"/>
                <a:ext cx="740971" cy="51445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직선 연결선 223">
                <a:extLst>
                  <a:ext uri="{FF2B5EF4-FFF2-40B4-BE49-F238E27FC236}">
                    <a16:creationId xmlns:a16="http://schemas.microsoft.com/office/drawing/2014/main" id="{F28C88C6-D9CB-7EBB-4E7E-FC7B467745B7}"/>
                  </a:ext>
                </a:extLst>
              </p:cNvPr>
              <p:cNvCxnSpPr>
                <a:cxnSpLocks/>
                <a:stCxn id="207" idx="3"/>
                <a:endCxn id="209" idx="1"/>
              </p:cNvCxnSpPr>
              <p:nvPr/>
            </p:nvCxnSpPr>
            <p:spPr>
              <a:xfrm rot="16200000">
                <a:off x="3667414" y="3314313"/>
                <a:ext cx="671821" cy="5152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1" name="오른쪽 중괄호 350">
                <a:extLst>
                  <a:ext uri="{FF2B5EF4-FFF2-40B4-BE49-F238E27FC236}">
                    <a16:creationId xmlns:a16="http://schemas.microsoft.com/office/drawing/2014/main" id="{CD885811-D854-64A8-5D47-EF7A1A2035D9}"/>
                  </a:ext>
                </a:extLst>
              </p:cNvPr>
              <p:cNvSpPr/>
              <p:nvPr/>
            </p:nvSpPr>
            <p:spPr>
              <a:xfrm>
                <a:off x="4632198" y="3126201"/>
                <a:ext cx="314904" cy="1381043"/>
              </a:xfrm>
              <a:prstGeom prst="rightBrace">
                <a:avLst/>
              </a:prstGeom>
              <a:ln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6702B6D-53BC-1CC1-BAC4-3BDAF93906EF}"/>
                  </a:ext>
                </a:extLst>
              </p:cNvPr>
              <p:cNvSpPr txBox="1"/>
              <p:nvPr/>
            </p:nvSpPr>
            <p:spPr>
              <a:xfrm rot="16200000">
                <a:off x="3388496" y="3976380"/>
                <a:ext cx="50360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5</a:t>
                </a:r>
                <a:endParaRPr lang="ko-KR" altLang="en-US" sz="800" b="1" dirty="0"/>
              </a:p>
            </p:txBody>
          </p: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BA360BBE-DD88-89AF-B87C-F4BBBE88D0A1}"/>
                  </a:ext>
                </a:extLst>
              </p:cNvPr>
              <p:cNvSpPr txBox="1"/>
              <p:nvPr/>
            </p:nvSpPr>
            <p:spPr>
              <a:xfrm rot="16200000">
                <a:off x="4266114" y="4428431"/>
                <a:ext cx="50360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4</a:t>
                </a:r>
                <a:endParaRPr lang="ko-KR" altLang="en-US" sz="800" b="1" dirty="0"/>
              </a:p>
            </p:txBody>
          </p: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2FDD2855-1A63-940A-4945-9DFD7A6B8964}"/>
                  </a:ext>
                </a:extLst>
              </p:cNvPr>
              <p:cNvSpPr txBox="1"/>
              <p:nvPr/>
            </p:nvSpPr>
            <p:spPr>
              <a:xfrm rot="16200000">
                <a:off x="4256006" y="3660735"/>
                <a:ext cx="50360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5</a:t>
                </a:r>
                <a:endParaRPr lang="ko-KR" altLang="en-US" sz="800" b="1" dirty="0"/>
              </a:p>
            </p:txBody>
          </p: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776925DE-2840-DCEF-8A06-A143A4002FAE}"/>
                  </a:ext>
                </a:extLst>
              </p:cNvPr>
              <p:cNvSpPr txBox="1"/>
              <p:nvPr/>
            </p:nvSpPr>
            <p:spPr>
              <a:xfrm rot="16200000">
                <a:off x="4274365" y="3005492"/>
                <a:ext cx="50360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6</a:t>
                </a:r>
                <a:endParaRPr lang="ko-KR" altLang="en-US" sz="800" b="1" dirty="0"/>
              </a:p>
            </p:txBody>
          </p:sp>
        </p:grpSp>
      </p:grpSp>
      <p:sp>
        <p:nvSpPr>
          <p:cNvPr id="335" name="TextBox 334">
            <a:extLst>
              <a:ext uri="{FF2B5EF4-FFF2-40B4-BE49-F238E27FC236}">
                <a16:creationId xmlns:a16="http://schemas.microsoft.com/office/drawing/2014/main" id="{886EDAF6-3559-A72C-293B-1AC3B39DC955}"/>
              </a:ext>
            </a:extLst>
          </p:cNvPr>
          <p:cNvSpPr txBox="1"/>
          <p:nvPr/>
        </p:nvSpPr>
        <p:spPr>
          <a:xfrm>
            <a:off x="9052362" y="2282381"/>
            <a:ext cx="751328" cy="215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Inter VLAN</a:t>
            </a: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0FB7DAF1-0868-0782-51FD-F7929C9FA06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971" y="-566286"/>
            <a:ext cx="340225" cy="286221"/>
          </a:xfrm>
          <a:prstGeom prst="rect">
            <a:avLst/>
          </a:prstGeom>
        </p:spPr>
      </p:pic>
      <p:cxnSp>
        <p:nvCxnSpPr>
          <p:cNvPr id="252" name="직선 연결선 251">
            <a:extLst>
              <a:ext uri="{FF2B5EF4-FFF2-40B4-BE49-F238E27FC236}">
                <a16:creationId xmlns:a16="http://schemas.microsoft.com/office/drawing/2014/main" id="{5DC7533B-8A79-98F6-C64D-8397D4F8144E}"/>
              </a:ext>
            </a:extLst>
          </p:cNvPr>
          <p:cNvCxnSpPr>
            <a:cxnSpLocks/>
            <a:stCxn id="235" idx="2"/>
            <a:endCxn id="115" idx="0"/>
          </p:cNvCxnSpPr>
          <p:nvPr/>
        </p:nvCxnSpPr>
        <p:spPr>
          <a:xfrm flipH="1">
            <a:off x="5791635" y="2655567"/>
            <a:ext cx="13858" cy="9788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3" name="TextBox 362">
            <a:extLst>
              <a:ext uri="{FF2B5EF4-FFF2-40B4-BE49-F238E27FC236}">
                <a16:creationId xmlns:a16="http://schemas.microsoft.com/office/drawing/2014/main" id="{789977F3-0DDE-27B5-225D-997075A5D499}"/>
              </a:ext>
            </a:extLst>
          </p:cNvPr>
          <p:cNvSpPr txBox="1"/>
          <p:nvPr/>
        </p:nvSpPr>
        <p:spPr>
          <a:xfrm>
            <a:off x="9199629" y="252066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AD5FCB2C-347C-12CE-B39B-EE42CDE52240}"/>
              </a:ext>
            </a:extLst>
          </p:cNvPr>
          <p:cNvSpPr txBox="1"/>
          <p:nvPr/>
        </p:nvSpPr>
        <p:spPr>
          <a:xfrm>
            <a:off x="5449528" y="263460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06BE993C-95D0-0CA2-BAD3-D0F64BED5158}"/>
              </a:ext>
            </a:extLst>
          </p:cNvPr>
          <p:cNvSpPr txBox="1"/>
          <p:nvPr/>
        </p:nvSpPr>
        <p:spPr>
          <a:xfrm>
            <a:off x="5392569" y="446480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FAF5662-8D36-6841-3EAE-DC5D9262461E}"/>
              </a:ext>
            </a:extLst>
          </p:cNvPr>
          <p:cNvCxnSpPr>
            <a:cxnSpLocks/>
            <a:stCxn id="113" idx="0"/>
            <a:endCxn id="261" idx="2"/>
          </p:cNvCxnSpPr>
          <p:nvPr/>
        </p:nvCxnSpPr>
        <p:spPr>
          <a:xfrm flipH="1" flipV="1">
            <a:off x="5805493" y="804121"/>
            <a:ext cx="1" cy="7436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TextBox 262">
            <a:extLst>
              <a:ext uri="{FF2B5EF4-FFF2-40B4-BE49-F238E27FC236}">
                <a16:creationId xmlns:a16="http://schemas.microsoft.com/office/drawing/2014/main" id="{9FBB6BE6-B379-682E-CAC6-4B9A4A86B769}"/>
              </a:ext>
            </a:extLst>
          </p:cNvPr>
          <p:cNvSpPr txBox="1"/>
          <p:nvPr/>
        </p:nvSpPr>
        <p:spPr>
          <a:xfrm>
            <a:off x="5495908" y="1147864"/>
            <a:ext cx="65489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default routing</a:t>
            </a:r>
          </a:p>
        </p:txBody>
      </p:sp>
      <p:pic>
        <p:nvPicPr>
          <p:cNvPr id="256" name="그래픽 255">
            <a:extLst>
              <a:ext uri="{FF2B5EF4-FFF2-40B4-BE49-F238E27FC236}">
                <a16:creationId xmlns:a16="http://schemas.microsoft.com/office/drawing/2014/main" id="{54471499-C78F-A20B-CF64-94801D32A8F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35210" y="417211"/>
            <a:ext cx="1340565" cy="512210"/>
          </a:xfrm>
          <a:prstGeom prst="rect">
            <a:avLst/>
          </a:prstGeom>
        </p:spPr>
      </p:pic>
      <p:sp>
        <p:nvSpPr>
          <p:cNvPr id="261" name="TextBox 260">
            <a:extLst>
              <a:ext uri="{FF2B5EF4-FFF2-40B4-BE49-F238E27FC236}">
                <a16:creationId xmlns:a16="http://schemas.microsoft.com/office/drawing/2014/main" id="{C33E06E2-BDDE-01F3-41BD-BB7F6D72576C}"/>
              </a:ext>
            </a:extLst>
          </p:cNvPr>
          <p:cNvSpPr txBox="1"/>
          <p:nvPr/>
        </p:nvSpPr>
        <p:spPr>
          <a:xfrm>
            <a:off x="5447863" y="542511"/>
            <a:ext cx="7152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/>
              <a:t>internet</a:t>
            </a:r>
            <a:endParaRPr lang="ko-KR" altLang="en-US" sz="1100" b="1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6837094-3429-2033-C4A3-9D8A65674715}"/>
              </a:ext>
            </a:extLst>
          </p:cNvPr>
          <p:cNvSpPr txBox="1"/>
          <p:nvPr/>
        </p:nvSpPr>
        <p:spPr>
          <a:xfrm>
            <a:off x="3898428" y="116059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 xen</a:t>
            </a:r>
          </a:p>
          <a:p>
            <a:pPr algn="ctr"/>
            <a:r>
              <a:rPr lang="en-US" altLang="ko-KR" sz="800" b="1" dirty="0"/>
              <a:t>ISCSI</a:t>
            </a:r>
          </a:p>
        </p:txBody>
      </p:sp>
      <p:pic>
        <p:nvPicPr>
          <p:cNvPr id="101" name="Picture 30" descr="Server ">
            <a:extLst>
              <a:ext uri="{FF2B5EF4-FFF2-40B4-BE49-F238E27FC236}">
                <a16:creationId xmlns:a16="http://schemas.microsoft.com/office/drawing/2014/main" id="{F037CE59-A8E2-109B-0F68-34BBC9FC9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0979" y="116121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30E54723-8FD2-5358-BB8F-CE5DCA75BBCF}"/>
              </a:ext>
            </a:extLst>
          </p:cNvPr>
          <p:cNvCxnSpPr>
            <a:cxnSpLocks/>
            <a:stCxn id="101" idx="3"/>
            <a:endCxn id="256" idx="1"/>
          </p:cNvCxnSpPr>
          <p:nvPr/>
        </p:nvCxnSpPr>
        <p:spPr>
          <a:xfrm>
            <a:off x="4716165" y="248714"/>
            <a:ext cx="419045" cy="4246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B29355BB-018B-3EEB-2518-0EBFA25974E1}"/>
              </a:ext>
            </a:extLst>
          </p:cNvPr>
          <p:cNvGrpSpPr/>
          <p:nvPr/>
        </p:nvGrpSpPr>
        <p:grpSpPr>
          <a:xfrm>
            <a:off x="3450882" y="4210339"/>
            <a:ext cx="1781140" cy="2152094"/>
            <a:chOff x="151286" y="4131176"/>
            <a:chExt cx="1781140" cy="2152094"/>
          </a:xfrm>
        </p:grpSpPr>
        <p:cxnSp>
          <p:nvCxnSpPr>
            <p:cNvPr id="136" name="직선 연결선 135">
              <a:extLst>
                <a:ext uri="{FF2B5EF4-FFF2-40B4-BE49-F238E27FC236}">
                  <a16:creationId xmlns:a16="http://schemas.microsoft.com/office/drawing/2014/main" id="{0524982D-5DCC-90E5-36C5-A7C3692494C4}"/>
                </a:ext>
              </a:extLst>
            </p:cNvPr>
            <p:cNvCxnSpPr>
              <a:cxnSpLocks/>
              <a:stCxn id="182" idx="2"/>
            </p:cNvCxnSpPr>
            <p:nvPr/>
          </p:nvCxnSpPr>
          <p:spPr>
            <a:xfrm>
              <a:off x="651705" y="4339208"/>
              <a:ext cx="22303" cy="545541"/>
            </a:xfrm>
            <a:prstGeom prst="line">
              <a:avLst/>
            </a:prstGeom>
            <a:ln>
              <a:solidFill>
                <a:srgbClr val="00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DDCDE9AB-59C4-145B-A9FA-8BE3A2798862}"/>
                </a:ext>
              </a:extLst>
            </p:cNvPr>
            <p:cNvCxnSpPr>
              <a:cxnSpLocks/>
              <a:stCxn id="184" idx="2"/>
              <a:endCxn id="134" idx="0"/>
            </p:cNvCxnSpPr>
            <p:nvPr/>
          </p:nvCxnSpPr>
          <p:spPr>
            <a:xfrm>
              <a:off x="1427821" y="4332320"/>
              <a:ext cx="13421" cy="41799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AC2E3579-63FC-326F-F316-71B194E1C324}"/>
                </a:ext>
              </a:extLst>
            </p:cNvPr>
            <p:cNvGrpSpPr/>
            <p:nvPr/>
          </p:nvGrpSpPr>
          <p:grpSpPr>
            <a:xfrm>
              <a:off x="397816" y="4159301"/>
              <a:ext cx="503609" cy="272131"/>
              <a:chOff x="1364406" y="5085778"/>
              <a:chExt cx="503609" cy="272131"/>
            </a:xfrm>
          </p:grpSpPr>
          <p:pic>
            <p:nvPicPr>
              <p:cNvPr id="182" name="그래픽 181">
                <a:extLst>
                  <a:ext uri="{FF2B5EF4-FFF2-40B4-BE49-F238E27FC236}">
                    <a16:creationId xmlns:a16="http://schemas.microsoft.com/office/drawing/2014/main" id="{D7FEE64D-088F-1F92-8E99-A0D7E1E942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486363" y="5085778"/>
                <a:ext cx="263863" cy="179907"/>
              </a:xfrm>
              <a:prstGeom prst="rect">
                <a:avLst/>
              </a:prstGeom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48C3A8C-C825-40CA-69E8-C168FC78E89C}"/>
                  </a:ext>
                </a:extLst>
              </p:cNvPr>
              <p:cNvSpPr txBox="1"/>
              <p:nvPr/>
            </p:nvSpPr>
            <p:spPr>
              <a:xfrm>
                <a:off x="1364406" y="5142465"/>
                <a:ext cx="50360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9</a:t>
                </a:r>
                <a:endParaRPr lang="ko-KR" altLang="en-US" sz="800" b="1" dirty="0"/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682F976B-53C2-0DFF-11DB-F7AEB7E03A05}"/>
                </a:ext>
              </a:extLst>
            </p:cNvPr>
            <p:cNvGrpSpPr/>
            <p:nvPr/>
          </p:nvGrpSpPr>
          <p:grpSpPr>
            <a:xfrm>
              <a:off x="1251467" y="4131176"/>
              <a:ext cx="323859" cy="307458"/>
              <a:chOff x="2483204" y="5074905"/>
              <a:chExt cx="323859" cy="307458"/>
            </a:xfrm>
          </p:grpSpPr>
          <p:pic>
            <p:nvPicPr>
              <p:cNvPr id="184" name="그래픽 183">
                <a:extLst>
                  <a:ext uri="{FF2B5EF4-FFF2-40B4-BE49-F238E27FC236}">
                    <a16:creationId xmlns:a16="http://schemas.microsoft.com/office/drawing/2014/main" id="{64217C9D-4FF7-E8C6-3BF9-808088D1FD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2512052" y="5074905"/>
                <a:ext cx="295011" cy="201144"/>
              </a:xfrm>
              <a:prstGeom prst="rect">
                <a:avLst/>
              </a:prstGeom>
            </p:spPr>
          </p:pic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D131D63-34D2-C8C7-57DB-B68E3804EB42}"/>
                  </a:ext>
                </a:extLst>
              </p:cNvPr>
              <p:cNvSpPr txBox="1"/>
              <p:nvPr/>
            </p:nvSpPr>
            <p:spPr>
              <a:xfrm>
                <a:off x="2483204" y="5166919"/>
                <a:ext cx="31936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10</a:t>
                </a:r>
                <a:endParaRPr lang="ko-KR" altLang="en-US" sz="800" b="1" dirty="0"/>
              </a:p>
            </p:txBody>
          </p:sp>
        </p:grp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5FF48B2B-54C3-817C-09AB-735A2856EE7F}"/>
                </a:ext>
              </a:extLst>
            </p:cNvPr>
            <p:cNvGrpSpPr/>
            <p:nvPr/>
          </p:nvGrpSpPr>
          <p:grpSpPr>
            <a:xfrm>
              <a:off x="1049515" y="4750318"/>
              <a:ext cx="882911" cy="952467"/>
              <a:chOff x="2274472" y="5501826"/>
              <a:chExt cx="882911" cy="952467"/>
            </a:xfrm>
          </p:grpSpPr>
          <p:pic>
            <p:nvPicPr>
              <p:cNvPr id="134" name="그래픽 133">
                <a:extLst>
                  <a:ext uri="{FF2B5EF4-FFF2-40B4-BE49-F238E27FC236}">
                    <a16:creationId xmlns:a16="http://schemas.microsoft.com/office/drawing/2014/main" id="{C0F1F9A5-F85F-1092-B29E-FFC1D61F24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2542965" y="5501826"/>
                <a:ext cx="246467" cy="231968"/>
              </a:xfrm>
              <a:prstGeom prst="rect">
                <a:avLst/>
              </a:prstGeom>
            </p:spPr>
          </p:pic>
          <p:pic>
            <p:nvPicPr>
              <p:cNvPr id="146" name="Picture 16" descr="Computer">
                <a:extLst>
                  <a:ext uri="{FF2B5EF4-FFF2-40B4-BE49-F238E27FC236}">
                    <a16:creationId xmlns:a16="http://schemas.microsoft.com/office/drawing/2014/main" id="{E0A2B6D7-4288-7999-6861-FADF601166A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86714" y="6048636"/>
                <a:ext cx="228071" cy="2280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7" name="Picture 16" descr="Computer">
                <a:extLst>
                  <a:ext uri="{FF2B5EF4-FFF2-40B4-BE49-F238E27FC236}">
                    <a16:creationId xmlns:a16="http://schemas.microsoft.com/office/drawing/2014/main" id="{46CA2058-5FD6-C944-6ADB-A3BD6A930F1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98781" y="6039111"/>
                <a:ext cx="254993" cy="2549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52" name="직선 연결선 151">
                <a:extLst>
                  <a:ext uri="{FF2B5EF4-FFF2-40B4-BE49-F238E27FC236}">
                    <a16:creationId xmlns:a16="http://schemas.microsoft.com/office/drawing/2014/main" id="{EF84DD6C-878A-1E1B-6054-D2D831BBF153}"/>
                  </a:ext>
                </a:extLst>
              </p:cNvPr>
              <p:cNvCxnSpPr>
                <a:cxnSpLocks/>
                <a:stCxn id="134" idx="2"/>
              </p:cNvCxnSpPr>
              <p:nvPr/>
            </p:nvCxnSpPr>
            <p:spPr>
              <a:xfrm>
                <a:off x="2666199" y="5733794"/>
                <a:ext cx="211186" cy="37182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직선 연결선 154">
                <a:extLst>
                  <a:ext uri="{FF2B5EF4-FFF2-40B4-BE49-F238E27FC236}">
                    <a16:creationId xmlns:a16="http://schemas.microsoft.com/office/drawing/2014/main" id="{6ED97685-093F-3D30-D99D-E588AE8517D3}"/>
                  </a:ext>
                </a:extLst>
              </p:cNvPr>
              <p:cNvCxnSpPr>
                <a:cxnSpLocks/>
                <a:stCxn id="134" idx="2"/>
                <a:endCxn id="147" idx="0"/>
              </p:cNvCxnSpPr>
              <p:nvPr/>
            </p:nvCxnSpPr>
            <p:spPr>
              <a:xfrm flipH="1">
                <a:off x="2526278" y="5733794"/>
                <a:ext cx="139921" cy="3053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2843E1D-9939-6E38-4BF2-6788B8BB3CC1}"/>
                  </a:ext>
                </a:extLst>
              </p:cNvPr>
              <p:cNvSpPr txBox="1"/>
              <p:nvPr/>
            </p:nvSpPr>
            <p:spPr>
              <a:xfrm>
                <a:off x="2700282" y="5532210"/>
                <a:ext cx="31936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4</a:t>
                </a:r>
                <a:endParaRPr lang="ko-KR" altLang="en-US" sz="800" b="1" dirty="0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8022988-59BB-8DE6-FD9A-598760B679DF}"/>
                  </a:ext>
                </a:extLst>
              </p:cNvPr>
              <p:cNvSpPr txBox="1"/>
              <p:nvPr/>
            </p:nvSpPr>
            <p:spPr>
              <a:xfrm>
                <a:off x="2274472" y="6234594"/>
                <a:ext cx="50360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2</a:t>
                </a:r>
                <a:endParaRPr lang="ko-KR" altLang="en-US" sz="800" b="1" dirty="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6598E02-AF59-3B86-52B6-88B80932FCC7}"/>
                  </a:ext>
                </a:extLst>
              </p:cNvPr>
              <p:cNvSpPr txBox="1"/>
              <p:nvPr/>
            </p:nvSpPr>
            <p:spPr>
              <a:xfrm>
                <a:off x="2653774" y="6238849"/>
                <a:ext cx="50360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3</a:t>
                </a:r>
                <a:endParaRPr lang="ko-KR" altLang="en-US" sz="800" b="1" dirty="0"/>
              </a:p>
            </p:txBody>
          </p:sp>
        </p:grpSp>
        <p:grpSp>
          <p:nvGrpSpPr>
            <p:cNvPr id="79" name="그룹 78">
              <a:extLst>
                <a:ext uri="{FF2B5EF4-FFF2-40B4-BE49-F238E27FC236}">
                  <a16:creationId xmlns:a16="http://schemas.microsoft.com/office/drawing/2014/main" id="{AE3E1210-2866-2DE8-1BA5-6029CBC83161}"/>
                </a:ext>
              </a:extLst>
            </p:cNvPr>
            <p:cNvGrpSpPr/>
            <p:nvPr/>
          </p:nvGrpSpPr>
          <p:grpSpPr>
            <a:xfrm>
              <a:off x="151286" y="4699935"/>
              <a:ext cx="1000837" cy="1187752"/>
              <a:chOff x="1070412" y="5499334"/>
              <a:chExt cx="1000837" cy="1187752"/>
            </a:xfrm>
          </p:grpSpPr>
          <p:pic>
            <p:nvPicPr>
              <p:cNvPr id="133" name="그래픽 132">
                <a:extLst>
                  <a:ext uri="{FF2B5EF4-FFF2-40B4-BE49-F238E27FC236}">
                    <a16:creationId xmlns:a16="http://schemas.microsoft.com/office/drawing/2014/main" id="{0394D150-905A-ADBE-622C-A8ACD389C9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508073" y="5499334"/>
                <a:ext cx="220445" cy="207477"/>
              </a:xfrm>
              <a:prstGeom prst="rect">
                <a:avLst/>
              </a:prstGeom>
            </p:spPr>
          </p:pic>
          <p:pic>
            <p:nvPicPr>
              <p:cNvPr id="145" name="Picture 16" descr="Computer">
                <a:extLst>
                  <a:ext uri="{FF2B5EF4-FFF2-40B4-BE49-F238E27FC236}">
                    <a16:creationId xmlns:a16="http://schemas.microsoft.com/office/drawing/2014/main" id="{DEE273BA-2254-547C-C30D-691295A9916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41560" y="6058888"/>
                <a:ext cx="228071" cy="2280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58" name="직선 연결선 157">
                <a:extLst>
                  <a:ext uri="{FF2B5EF4-FFF2-40B4-BE49-F238E27FC236}">
                    <a16:creationId xmlns:a16="http://schemas.microsoft.com/office/drawing/2014/main" id="{57D3F2A0-FA4A-B560-EC4D-3C2AE9CBC14D}"/>
                  </a:ext>
                </a:extLst>
              </p:cNvPr>
              <p:cNvCxnSpPr>
                <a:cxnSpLocks/>
                <a:stCxn id="133" idx="2"/>
                <a:endCxn id="145" idx="0"/>
              </p:cNvCxnSpPr>
              <p:nvPr/>
            </p:nvCxnSpPr>
            <p:spPr>
              <a:xfrm flipH="1">
                <a:off x="1355596" y="5706811"/>
                <a:ext cx="262700" cy="352077"/>
              </a:xfrm>
              <a:prstGeom prst="line">
                <a:avLst/>
              </a:prstGeom>
              <a:ln>
                <a:solidFill>
                  <a:srgbClr val="0000C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>
                <a:extLst>
                  <a:ext uri="{FF2B5EF4-FFF2-40B4-BE49-F238E27FC236}">
                    <a16:creationId xmlns:a16="http://schemas.microsoft.com/office/drawing/2014/main" id="{A4ACE8A0-03C6-0F38-B995-9BA04E7B13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5908" y="5706811"/>
                <a:ext cx="174151" cy="352077"/>
              </a:xfrm>
              <a:prstGeom prst="line">
                <a:avLst/>
              </a:prstGeom>
              <a:ln>
                <a:solidFill>
                  <a:srgbClr val="0000C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01" name="Picture 2" descr="Data server ">
                <a:extLst>
                  <a:ext uri="{FF2B5EF4-FFF2-40B4-BE49-F238E27FC236}">
                    <a16:creationId xmlns:a16="http://schemas.microsoft.com/office/drawing/2014/main" id="{F3C8209A-96C7-7CD1-A4EC-92C29A1DC71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9247" y="5961993"/>
                <a:ext cx="352077" cy="3520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CE3F618C-3CD1-DDFF-1D46-EF3772D658B6}"/>
                  </a:ext>
                </a:extLst>
              </p:cNvPr>
              <p:cNvSpPr txBox="1"/>
              <p:nvPr/>
            </p:nvSpPr>
            <p:spPr>
              <a:xfrm>
                <a:off x="1518371" y="6440865"/>
                <a:ext cx="55287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rgbClr val="0000CC"/>
                    </a:solidFill>
                  </a:rPr>
                  <a:t>DHCP</a:t>
                </a:r>
                <a:endParaRPr lang="ko-KR" altLang="en-US" sz="1000" b="1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4A99C2A-3186-A5EE-283D-9FB617E6194B}"/>
                  </a:ext>
                </a:extLst>
              </p:cNvPr>
              <p:cNvSpPr txBox="1"/>
              <p:nvPr/>
            </p:nvSpPr>
            <p:spPr>
              <a:xfrm>
                <a:off x="1165662" y="5506176"/>
                <a:ext cx="50360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3</a:t>
                </a:r>
                <a:endParaRPr lang="ko-KR" altLang="en-US" sz="800" b="1" dirty="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12C556A-845D-EC5E-DAFB-1D6A91DDD264}"/>
                  </a:ext>
                </a:extLst>
              </p:cNvPr>
              <p:cNvSpPr txBox="1"/>
              <p:nvPr/>
            </p:nvSpPr>
            <p:spPr>
              <a:xfrm>
                <a:off x="1070412" y="6266365"/>
                <a:ext cx="50360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1</a:t>
                </a:r>
                <a:endParaRPr lang="ko-KR" altLang="en-US" sz="800" b="1" dirty="0"/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6502AFF1-6BA0-376A-0C9A-C1F2D4089D90}"/>
                  </a:ext>
                </a:extLst>
              </p:cNvPr>
              <p:cNvSpPr txBox="1"/>
              <p:nvPr/>
            </p:nvSpPr>
            <p:spPr>
              <a:xfrm>
                <a:off x="1514563" y="6269876"/>
                <a:ext cx="50360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3</a:t>
                </a:r>
                <a:endParaRPr lang="ko-KR" altLang="en-US" sz="800" b="1" dirty="0"/>
              </a:p>
            </p:txBody>
          </p:sp>
        </p:grpSp>
        <p:sp>
          <p:nvSpPr>
            <p:cNvPr id="148" name="오른쪽 중괄호 147">
              <a:extLst>
                <a:ext uri="{FF2B5EF4-FFF2-40B4-BE49-F238E27FC236}">
                  <a16:creationId xmlns:a16="http://schemas.microsoft.com/office/drawing/2014/main" id="{434EC72D-A005-2AA1-ED93-BF87D5EDC810}"/>
                </a:ext>
              </a:extLst>
            </p:cNvPr>
            <p:cNvSpPr/>
            <p:nvPr/>
          </p:nvSpPr>
          <p:spPr>
            <a:xfrm rot="5400000">
              <a:off x="771736" y="5742463"/>
              <a:ext cx="165877" cy="382872"/>
            </a:xfrm>
            <a:prstGeom prst="rightBrace">
              <a:avLst/>
            </a:prstGeom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1659FBA5-30B9-C48D-B2BD-55E4602E25B1}"/>
                </a:ext>
              </a:extLst>
            </p:cNvPr>
            <p:cNvSpPr txBox="1"/>
            <p:nvPr/>
          </p:nvSpPr>
          <p:spPr>
            <a:xfrm flipH="1">
              <a:off x="484076" y="6037049"/>
              <a:ext cx="7960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rgbClr val="00B0F0"/>
                  </a:solidFill>
                </a:rPr>
                <a:t>SMB</a:t>
              </a:r>
              <a:endParaRPr lang="ko-KR" altLang="en-US" sz="1000" b="1" dirty="0">
                <a:solidFill>
                  <a:srgbClr val="00B0F0"/>
                </a:solidFill>
              </a:endParaRPr>
            </a:p>
          </p:txBody>
        </p:sp>
      </p:grpSp>
      <p:cxnSp>
        <p:nvCxnSpPr>
          <p:cNvPr id="200" name="직선 연결선 199">
            <a:extLst>
              <a:ext uri="{FF2B5EF4-FFF2-40B4-BE49-F238E27FC236}">
                <a16:creationId xmlns:a16="http://schemas.microsoft.com/office/drawing/2014/main" id="{0B4E9B44-DC7C-5DB0-DE0E-0B31A628670F}"/>
              </a:ext>
            </a:extLst>
          </p:cNvPr>
          <p:cNvCxnSpPr>
            <a:cxnSpLocks/>
          </p:cNvCxnSpPr>
          <p:nvPr/>
        </p:nvCxnSpPr>
        <p:spPr>
          <a:xfrm flipH="1">
            <a:off x="2514764" y="2543205"/>
            <a:ext cx="3261873" cy="59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직선 연결선 204">
            <a:extLst>
              <a:ext uri="{FF2B5EF4-FFF2-40B4-BE49-F238E27FC236}">
                <a16:creationId xmlns:a16="http://schemas.microsoft.com/office/drawing/2014/main" id="{80ADD78C-2069-3823-CA47-3C14DC469634}"/>
              </a:ext>
            </a:extLst>
          </p:cNvPr>
          <p:cNvCxnSpPr>
            <a:cxnSpLocks/>
            <a:endCxn id="30" idx="0"/>
          </p:cNvCxnSpPr>
          <p:nvPr/>
        </p:nvCxnSpPr>
        <p:spPr>
          <a:xfrm flipH="1">
            <a:off x="2402937" y="2543205"/>
            <a:ext cx="3373700" cy="6007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직선 연결선 217">
            <a:extLst>
              <a:ext uri="{FF2B5EF4-FFF2-40B4-BE49-F238E27FC236}">
                <a16:creationId xmlns:a16="http://schemas.microsoft.com/office/drawing/2014/main" id="{84F86DDA-3286-5E65-EB5A-F79E319A341F}"/>
              </a:ext>
            </a:extLst>
          </p:cNvPr>
          <p:cNvCxnSpPr>
            <a:cxnSpLocks/>
            <a:endCxn id="32" idx="0"/>
          </p:cNvCxnSpPr>
          <p:nvPr/>
        </p:nvCxnSpPr>
        <p:spPr>
          <a:xfrm flipH="1">
            <a:off x="2436173" y="2555014"/>
            <a:ext cx="3264264" cy="11573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직선 연결선 225">
            <a:extLst>
              <a:ext uri="{FF2B5EF4-FFF2-40B4-BE49-F238E27FC236}">
                <a16:creationId xmlns:a16="http://schemas.microsoft.com/office/drawing/2014/main" id="{A400661F-C151-5DB8-EB0A-F818FA573944}"/>
              </a:ext>
            </a:extLst>
          </p:cNvPr>
          <p:cNvCxnSpPr>
            <a:cxnSpLocks/>
          </p:cNvCxnSpPr>
          <p:nvPr/>
        </p:nvCxnSpPr>
        <p:spPr>
          <a:xfrm flipH="1">
            <a:off x="4450979" y="2543205"/>
            <a:ext cx="1325658" cy="10777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5" name="그림 234">
            <a:extLst>
              <a:ext uri="{FF2B5EF4-FFF2-40B4-BE49-F238E27FC236}">
                <a16:creationId xmlns:a16="http://schemas.microsoft.com/office/drawing/2014/main" id="{575FCABA-8E6E-60DC-2DBC-221AC9450A4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5380" y="2369346"/>
            <a:ext cx="340225" cy="286221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6827010A-80CF-89C9-5D55-F59B13EAD046}"/>
              </a:ext>
            </a:extLst>
          </p:cNvPr>
          <p:cNvGrpSpPr/>
          <p:nvPr/>
        </p:nvGrpSpPr>
        <p:grpSpPr>
          <a:xfrm>
            <a:off x="2151132" y="3071232"/>
            <a:ext cx="503609" cy="288122"/>
            <a:chOff x="1106468" y="3782235"/>
            <a:chExt cx="503609" cy="288122"/>
          </a:xfrm>
        </p:grpSpPr>
        <p:pic>
          <p:nvPicPr>
            <p:cNvPr id="116" name="그래픽 115">
              <a:extLst>
                <a:ext uri="{FF2B5EF4-FFF2-40B4-BE49-F238E27FC236}">
                  <a16:creationId xmlns:a16="http://schemas.microsoft.com/office/drawing/2014/main" id="{28925D98-A8AC-D57D-47BE-7446F1F214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177275" y="3782235"/>
              <a:ext cx="376089" cy="256425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49DE285-8246-2F0F-0692-9FC6E1657B9A}"/>
                </a:ext>
              </a:extLst>
            </p:cNvPr>
            <p:cNvSpPr txBox="1"/>
            <p:nvPr/>
          </p:nvSpPr>
          <p:spPr>
            <a:xfrm>
              <a:off x="1106468" y="3854913"/>
              <a:ext cx="5036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6</a:t>
              </a:r>
              <a:endParaRPr lang="ko-KR" altLang="en-US" sz="800" b="1" dirty="0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8F033CE-D4FB-4425-AB49-0F2A3317C22D}"/>
              </a:ext>
            </a:extLst>
          </p:cNvPr>
          <p:cNvGrpSpPr/>
          <p:nvPr/>
        </p:nvGrpSpPr>
        <p:grpSpPr>
          <a:xfrm>
            <a:off x="2184368" y="3634409"/>
            <a:ext cx="503609" cy="293376"/>
            <a:chOff x="2707672" y="3782234"/>
            <a:chExt cx="503609" cy="293376"/>
          </a:xfrm>
        </p:grpSpPr>
        <p:pic>
          <p:nvPicPr>
            <p:cNvPr id="117" name="그래픽 116">
              <a:extLst>
                <a:ext uri="{FF2B5EF4-FFF2-40B4-BE49-F238E27FC236}">
                  <a16:creationId xmlns:a16="http://schemas.microsoft.com/office/drawing/2014/main" id="{D5F714A0-B6D5-EA21-2696-C503B2820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750636" y="3782234"/>
              <a:ext cx="376089" cy="256425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006C374-683F-D390-69E9-32A23E85C85E}"/>
                </a:ext>
              </a:extLst>
            </p:cNvPr>
            <p:cNvSpPr txBox="1"/>
            <p:nvPr/>
          </p:nvSpPr>
          <p:spPr>
            <a:xfrm>
              <a:off x="2707672" y="3860166"/>
              <a:ext cx="5036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7</a:t>
              </a:r>
              <a:endParaRPr lang="ko-KR" altLang="en-US" sz="800" b="1" dirty="0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836AAA46-BB06-F2C8-3B6E-D042D74A546E}"/>
              </a:ext>
            </a:extLst>
          </p:cNvPr>
          <p:cNvGrpSpPr/>
          <p:nvPr/>
        </p:nvGrpSpPr>
        <p:grpSpPr>
          <a:xfrm>
            <a:off x="2151132" y="2493860"/>
            <a:ext cx="503609" cy="281109"/>
            <a:chOff x="1901288" y="3254173"/>
            <a:chExt cx="503609" cy="281109"/>
          </a:xfrm>
        </p:grpSpPr>
        <p:pic>
          <p:nvPicPr>
            <p:cNvPr id="118" name="그래픽 117">
              <a:extLst>
                <a:ext uri="{FF2B5EF4-FFF2-40B4-BE49-F238E27FC236}">
                  <a16:creationId xmlns:a16="http://schemas.microsoft.com/office/drawing/2014/main" id="{C7B91C95-050E-EDAF-0B68-7B2165C0A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956908" y="3254173"/>
              <a:ext cx="376089" cy="256425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7241DED-9D60-9A6A-418C-B7D2D384C1BD}"/>
                </a:ext>
              </a:extLst>
            </p:cNvPr>
            <p:cNvSpPr txBox="1"/>
            <p:nvPr/>
          </p:nvSpPr>
          <p:spPr>
            <a:xfrm>
              <a:off x="1901288" y="3319838"/>
              <a:ext cx="5036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5</a:t>
              </a:r>
              <a:endParaRPr lang="ko-KR" altLang="en-US" sz="800" b="1" dirty="0"/>
            </a:p>
          </p:txBody>
        </p:sp>
      </p:grpSp>
      <p:grpSp>
        <p:nvGrpSpPr>
          <p:cNvPr id="239" name="그룹 238">
            <a:extLst>
              <a:ext uri="{FF2B5EF4-FFF2-40B4-BE49-F238E27FC236}">
                <a16:creationId xmlns:a16="http://schemas.microsoft.com/office/drawing/2014/main" id="{A11342E0-EF65-8926-790F-48A36D791A55}"/>
              </a:ext>
            </a:extLst>
          </p:cNvPr>
          <p:cNvGrpSpPr/>
          <p:nvPr/>
        </p:nvGrpSpPr>
        <p:grpSpPr>
          <a:xfrm>
            <a:off x="5124679" y="3634409"/>
            <a:ext cx="1411574" cy="2449245"/>
            <a:chOff x="5124679" y="3812808"/>
            <a:chExt cx="1411574" cy="2449245"/>
          </a:xfrm>
        </p:grpSpPr>
        <p:grpSp>
          <p:nvGrpSpPr>
            <p:cNvPr id="166" name="그룹 165">
              <a:extLst>
                <a:ext uri="{FF2B5EF4-FFF2-40B4-BE49-F238E27FC236}">
                  <a16:creationId xmlns:a16="http://schemas.microsoft.com/office/drawing/2014/main" id="{F613E51C-008D-7291-6DC6-ABBCF7A8698C}"/>
                </a:ext>
              </a:extLst>
            </p:cNvPr>
            <p:cNvGrpSpPr/>
            <p:nvPr/>
          </p:nvGrpSpPr>
          <p:grpSpPr>
            <a:xfrm>
              <a:off x="5124679" y="3812808"/>
              <a:ext cx="1411574" cy="2449245"/>
              <a:chOff x="5124679" y="3812808"/>
              <a:chExt cx="1411574" cy="2449245"/>
            </a:xfrm>
          </p:grpSpPr>
          <p:grpSp>
            <p:nvGrpSpPr>
              <p:cNvPr id="196" name="그룹 195">
                <a:extLst>
                  <a:ext uri="{FF2B5EF4-FFF2-40B4-BE49-F238E27FC236}">
                    <a16:creationId xmlns:a16="http://schemas.microsoft.com/office/drawing/2014/main" id="{B0E04856-6041-FEC9-6951-150471F3E0A5}"/>
                  </a:ext>
                </a:extLst>
              </p:cNvPr>
              <p:cNvGrpSpPr/>
              <p:nvPr/>
            </p:nvGrpSpPr>
            <p:grpSpPr>
              <a:xfrm rot="16200000" flipV="1">
                <a:off x="4457930" y="4479557"/>
                <a:ext cx="2301660" cy="968162"/>
                <a:chOff x="827191" y="325067"/>
                <a:chExt cx="2301660" cy="968162"/>
              </a:xfrm>
            </p:grpSpPr>
            <p:pic>
              <p:nvPicPr>
                <p:cNvPr id="115" name="그래픽 114">
                  <a:extLst>
                    <a:ext uri="{FF2B5EF4-FFF2-40B4-BE49-F238E27FC236}">
                      <a16:creationId xmlns:a16="http://schemas.microsoft.com/office/drawing/2014/main" id="{BB224C7F-FE26-62D5-DC4F-BE5A6D2D42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 rot="5400000">
                  <a:off x="2812594" y="498060"/>
                  <a:ext cx="376089" cy="256425"/>
                </a:xfrm>
                <a:prstGeom prst="rect">
                  <a:avLst/>
                </a:prstGeom>
              </p:spPr>
            </p:pic>
            <p:pic>
              <p:nvPicPr>
                <p:cNvPr id="301" name="Picture 30" descr="Server ">
                  <a:extLst>
                    <a:ext uri="{FF2B5EF4-FFF2-40B4-BE49-F238E27FC236}">
                      <a16:creationId xmlns:a16="http://schemas.microsoft.com/office/drawing/2014/main" id="{E2FD5AA6-EA83-0C41-924A-8A6306048F1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5400000">
                  <a:off x="1648415" y="493823"/>
                  <a:ext cx="265186" cy="26518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02" name="그래픽 301">
                  <a:extLst>
                    <a:ext uri="{FF2B5EF4-FFF2-40B4-BE49-F238E27FC236}">
                      <a16:creationId xmlns:a16="http://schemas.microsoft.com/office/drawing/2014/main" id="{FA98DB65-8183-9ACC-6362-99FA68465E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 rot="5400000">
                  <a:off x="2304630" y="522678"/>
                  <a:ext cx="220445" cy="207477"/>
                </a:xfrm>
                <a:prstGeom prst="rect">
                  <a:avLst/>
                </a:prstGeom>
              </p:spPr>
            </p:pic>
            <p:cxnSp>
              <p:nvCxnSpPr>
                <p:cNvPr id="303" name="직선 연결선 302">
                  <a:extLst>
                    <a:ext uri="{FF2B5EF4-FFF2-40B4-BE49-F238E27FC236}">
                      <a16:creationId xmlns:a16="http://schemas.microsoft.com/office/drawing/2014/main" id="{5CD37FC3-A5B3-6B98-5EC0-7E5A93B98EDD}"/>
                    </a:ext>
                  </a:extLst>
                </p:cNvPr>
                <p:cNvCxnSpPr>
                  <a:cxnSpLocks/>
                  <a:stCxn id="302" idx="0"/>
                  <a:endCxn id="115" idx="2"/>
                </p:cNvCxnSpPr>
                <p:nvPr/>
              </p:nvCxnSpPr>
              <p:spPr>
                <a:xfrm rot="16200000">
                  <a:off x="2695437" y="449427"/>
                  <a:ext cx="143" cy="35383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2" name="직선 연결선 311">
                  <a:extLst>
                    <a:ext uri="{FF2B5EF4-FFF2-40B4-BE49-F238E27FC236}">
                      <a16:creationId xmlns:a16="http://schemas.microsoft.com/office/drawing/2014/main" id="{67380ED5-4816-0293-A0D3-8C4747C30785}"/>
                    </a:ext>
                  </a:extLst>
                </p:cNvPr>
                <p:cNvCxnSpPr>
                  <a:cxnSpLocks/>
                  <a:stCxn id="301" idx="0"/>
                  <a:endCxn id="302" idx="2"/>
                </p:cNvCxnSpPr>
                <p:nvPr/>
              </p:nvCxnSpPr>
              <p:spPr>
                <a:xfrm rot="16200000" flipH="1">
                  <a:off x="2112357" y="427659"/>
                  <a:ext cx="1" cy="39751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7" name="TextBox 316">
                  <a:extLst>
                    <a:ext uri="{FF2B5EF4-FFF2-40B4-BE49-F238E27FC236}">
                      <a16:creationId xmlns:a16="http://schemas.microsoft.com/office/drawing/2014/main" id="{E4A00C46-0F58-D130-A3DE-A27BF68866D4}"/>
                    </a:ext>
                  </a:extLst>
                </p:cNvPr>
                <p:cNvSpPr txBox="1"/>
                <p:nvPr/>
              </p:nvSpPr>
              <p:spPr>
                <a:xfrm rot="5400000">
                  <a:off x="1100883" y="408904"/>
                  <a:ext cx="56778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ko-KR" sz="1000" b="1" dirty="0">
                      <a:solidFill>
                        <a:srgbClr val="ED7D31"/>
                      </a:solidFill>
                    </a:rPr>
                    <a:t>RAID1</a:t>
                  </a:r>
                </a:p>
                <a:p>
                  <a:pPr algn="ctr"/>
                  <a:r>
                    <a:rPr lang="en-US" altLang="ko-KR" sz="1000" b="1" dirty="0">
                      <a:solidFill>
                        <a:srgbClr val="ED7D31"/>
                      </a:solidFill>
                    </a:rPr>
                    <a:t>HDD</a:t>
                  </a:r>
                  <a:endParaRPr lang="ko-KR" altLang="en-US" sz="1000" b="1" dirty="0">
                    <a:solidFill>
                      <a:srgbClr val="ED7D31"/>
                    </a:solidFill>
                  </a:endParaRPr>
                </a:p>
              </p:txBody>
            </p:sp>
            <p:sp>
              <p:nvSpPr>
                <p:cNvPr id="319" name="TextBox 318">
                  <a:extLst>
                    <a:ext uri="{FF2B5EF4-FFF2-40B4-BE49-F238E27FC236}">
                      <a16:creationId xmlns:a16="http://schemas.microsoft.com/office/drawing/2014/main" id="{42EA9F83-04AF-732F-BCB4-95F9D129FF41}"/>
                    </a:ext>
                  </a:extLst>
                </p:cNvPr>
                <p:cNvSpPr txBox="1"/>
                <p:nvPr/>
              </p:nvSpPr>
              <p:spPr>
                <a:xfrm rot="5400000">
                  <a:off x="629197" y="695125"/>
                  <a:ext cx="79609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000" b="1" dirty="0">
                      <a:solidFill>
                        <a:srgbClr val="FF0000"/>
                      </a:solidFill>
                    </a:rPr>
                    <a:t>iSCSI – </a:t>
                  </a:r>
                  <a:r>
                    <a:rPr lang="en-US" altLang="ko-KR" sz="1000" b="1" dirty="0" err="1">
                      <a:solidFill>
                        <a:srgbClr val="FF0000"/>
                      </a:solidFill>
                    </a:rPr>
                    <a:t>esxi</a:t>
                  </a:r>
                  <a:r>
                    <a:rPr lang="en-US" altLang="ko-KR" sz="1000" b="1" dirty="0">
                      <a:solidFill>
                        <a:srgbClr val="FF0000"/>
                      </a:solidFill>
                    </a:rPr>
                    <a:t>/xen</a:t>
                  </a:r>
                  <a:endParaRPr lang="ko-KR" altLang="en-US" sz="1000" b="1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321" name="직선 연결선 320">
                  <a:extLst>
                    <a:ext uri="{FF2B5EF4-FFF2-40B4-BE49-F238E27FC236}">
                      <a16:creationId xmlns:a16="http://schemas.microsoft.com/office/drawing/2014/main" id="{FC741115-A395-6905-9AA7-1CC0C344622E}"/>
                    </a:ext>
                  </a:extLst>
                </p:cNvPr>
                <p:cNvCxnSpPr>
                  <a:stCxn id="301" idx="0"/>
                  <a:endCxn id="301" idx="3"/>
                </p:cNvCxnSpPr>
                <p:nvPr/>
              </p:nvCxnSpPr>
              <p:spPr>
                <a:xfrm rot="16200000" flipH="1" flipV="1">
                  <a:off x="1781008" y="626415"/>
                  <a:ext cx="132593" cy="13259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CB71238B-D2CB-6AE5-2589-E95EF285C8C4}"/>
                  </a:ext>
                </a:extLst>
              </p:cNvPr>
              <p:cNvSpPr txBox="1"/>
              <p:nvPr/>
            </p:nvSpPr>
            <p:spPr>
              <a:xfrm rot="10800000" flipV="1">
                <a:off x="5740155" y="5708055"/>
                <a:ext cx="796098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rgbClr val="FF0000"/>
                    </a:solidFill>
                  </a:rPr>
                  <a:t>NFS – Network manager</a:t>
                </a:r>
                <a:endParaRPr lang="ko-KR" altLang="en-US" sz="1000" b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A9C0EAD7-C7A5-FCCF-C660-ED9E3E9D4813}"/>
                </a:ext>
              </a:extLst>
            </p:cNvPr>
            <p:cNvSpPr txBox="1"/>
            <p:nvPr/>
          </p:nvSpPr>
          <p:spPr>
            <a:xfrm>
              <a:off x="5613945" y="3880394"/>
              <a:ext cx="3689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4</a:t>
              </a:r>
              <a:endParaRPr lang="ko-KR" altLang="en-US" sz="800" b="1" dirty="0"/>
            </a:p>
          </p:txBody>
        </p:sp>
      </p:grpSp>
      <p:sp>
        <p:nvSpPr>
          <p:cNvPr id="234" name="TextBox 233">
            <a:extLst>
              <a:ext uri="{FF2B5EF4-FFF2-40B4-BE49-F238E27FC236}">
                <a16:creationId xmlns:a16="http://schemas.microsoft.com/office/drawing/2014/main" id="{A99BE7C0-D412-2BF2-54C0-6FDC7E2283CB}"/>
              </a:ext>
            </a:extLst>
          </p:cNvPr>
          <p:cNvSpPr txBox="1"/>
          <p:nvPr/>
        </p:nvSpPr>
        <p:spPr>
          <a:xfrm>
            <a:off x="5541958" y="526318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18BF531F-2737-D71A-9071-89F042B6D70E}"/>
              </a:ext>
            </a:extLst>
          </p:cNvPr>
          <p:cNvSpPr txBox="1"/>
          <p:nvPr/>
        </p:nvSpPr>
        <p:spPr>
          <a:xfrm>
            <a:off x="4319538" y="34572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6C0F2993-6439-578D-C434-B2B400FA439D}"/>
              </a:ext>
            </a:extLst>
          </p:cNvPr>
          <p:cNvSpPr txBox="1"/>
          <p:nvPr/>
        </p:nvSpPr>
        <p:spPr>
          <a:xfrm>
            <a:off x="4319538" y="75529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B59556B-6D01-79E9-29E8-CC237D08B07D}"/>
              </a:ext>
            </a:extLst>
          </p:cNvPr>
          <p:cNvSpPr txBox="1"/>
          <p:nvPr/>
        </p:nvSpPr>
        <p:spPr>
          <a:xfrm>
            <a:off x="3245542" y="2717059"/>
            <a:ext cx="1741204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Summary routing</a:t>
            </a:r>
          </a:p>
          <a:p>
            <a:pPr algn="ctr"/>
            <a:r>
              <a:rPr lang="en-US" altLang="ko-KR" sz="1000" b="1" dirty="0"/>
              <a:t>/Road Balancing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C39B031-9E0D-5947-0B77-B4D17A56EC00}"/>
              </a:ext>
            </a:extLst>
          </p:cNvPr>
          <p:cNvSpPr txBox="1"/>
          <p:nvPr/>
        </p:nvSpPr>
        <p:spPr>
          <a:xfrm>
            <a:off x="3460698" y="4479860"/>
            <a:ext cx="426439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PAT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DCED43E-FB86-C2B6-3CE1-A30F44C35FE2}"/>
              </a:ext>
            </a:extLst>
          </p:cNvPr>
          <p:cNvSpPr txBox="1"/>
          <p:nvPr/>
        </p:nvSpPr>
        <p:spPr>
          <a:xfrm>
            <a:off x="4817335" y="4479860"/>
            <a:ext cx="534122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CHAP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4591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71084-BB7F-24BB-9615-961359D86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Box 233">
            <a:extLst>
              <a:ext uri="{FF2B5EF4-FFF2-40B4-BE49-F238E27FC236}">
                <a16:creationId xmlns:a16="http://schemas.microsoft.com/office/drawing/2014/main" id="{B6C18167-9AD5-474F-D008-2DA0EAC27E4C}"/>
              </a:ext>
            </a:extLst>
          </p:cNvPr>
          <p:cNvSpPr txBox="1"/>
          <p:nvPr/>
        </p:nvSpPr>
        <p:spPr>
          <a:xfrm>
            <a:off x="5541958" y="511078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1BBBE0E-8251-3EF5-F5E0-9175ACD912AB}"/>
              </a:ext>
            </a:extLst>
          </p:cNvPr>
          <p:cNvCxnSpPr>
            <a:cxnSpLocks/>
            <a:endCxn id="2" idx="1"/>
          </p:cNvCxnSpPr>
          <p:nvPr/>
        </p:nvCxnSpPr>
        <p:spPr>
          <a:xfrm flipH="1">
            <a:off x="4450979" y="673316"/>
            <a:ext cx="739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FF57AC44-1732-5449-8DB1-B5204EB4E585}"/>
              </a:ext>
            </a:extLst>
          </p:cNvPr>
          <p:cNvCxnSpPr>
            <a:cxnSpLocks/>
            <a:stCxn id="71" idx="2"/>
            <a:endCxn id="78" idx="0"/>
          </p:cNvCxnSpPr>
          <p:nvPr/>
        </p:nvCxnSpPr>
        <p:spPr>
          <a:xfrm>
            <a:off x="9451435" y="2637875"/>
            <a:ext cx="356" cy="12271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80E9E2A0-C80D-8338-AA66-EDFDFF96DC61}"/>
              </a:ext>
            </a:extLst>
          </p:cNvPr>
          <p:cNvSpPr/>
          <p:nvPr/>
        </p:nvSpPr>
        <p:spPr>
          <a:xfrm>
            <a:off x="5805494" y="-646424"/>
            <a:ext cx="1469233" cy="377486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2" descr="Data server ">
            <a:extLst>
              <a:ext uri="{FF2B5EF4-FFF2-40B4-BE49-F238E27FC236}">
                <a16:creationId xmlns:a16="http://schemas.microsoft.com/office/drawing/2014/main" id="{399FC293-4A64-D964-59C7-C4CF3C7C1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368" y="-638525"/>
            <a:ext cx="438149" cy="438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434B1A-51A5-27EE-274B-B1C94629CF79}"/>
              </a:ext>
            </a:extLst>
          </p:cNvPr>
          <p:cNvSpPr txBox="1"/>
          <p:nvPr/>
        </p:nvSpPr>
        <p:spPr>
          <a:xfrm>
            <a:off x="11101975" y="-588486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err="1"/>
              <a:t>DNS_server</a:t>
            </a:r>
            <a:endParaRPr lang="ko-KR" altLang="en-US" sz="1100" b="1" dirty="0"/>
          </a:p>
        </p:txBody>
      </p:sp>
      <p:pic>
        <p:nvPicPr>
          <p:cNvPr id="8" name="Picture 16" descr="Computer">
            <a:extLst>
              <a:ext uri="{FF2B5EF4-FFF2-40B4-BE49-F238E27FC236}">
                <a16:creationId xmlns:a16="http://schemas.microsoft.com/office/drawing/2014/main" id="{82B8E896-2152-DC29-F052-8803BB013E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467" y="-619004"/>
            <a:ext cx="377486" cy="37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940D4A-96FF-5B74-A392-C2F454CB4B66}"/>
              </a:ext>
            </a:extLst>
          </p:cNvPr>
          <p:cNvSpPr txBox="1"/>
          <p:nvPr/>
        </p:nvSpPr>
        <p:spPr>
          <a:xfrm>
            <a:off x="7596185" y="-615514"/>
            <a:ext cx="86267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B050"/>
                </a:solidFill>
              </a:rPr>
              <a:t>일반 부서</a:t>
            </a:r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2EA8B6B3-86CF-3817-8180-5B70D955D3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13397" y="-512647"/>
            <a:ext cx="376089" cy="256425"/>
          </a:xfrm>
          <a:prstGeom prst="rect">
            <a:avLst/>
          </a:prstGeom>
        </p:spPr>
      </p:pic>
      <p:pic>
        <p:nvPicPr>
          <p:cNvPr id="11" name="Picture 30" descr="Server ">
            <a:extLst>
              <a:ext uri="{FF2B5EF4-FFF2-40B4-BE49-F238E27FC236}">
                <a16:creationId xmlns:a16="http://schemas.microsoft.com/office/drawing/2014/main" id="{D799D28E-2150-8DBB-C53B-0BFCEF822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716" y="-646293"/>
            <a:ext cx="400110" cy="40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C9776D3-C098-4D28-354A-895C3903611D}"/>
              </a:ext>
            </a:extLst>
          </p:cNvPr>
          <p:cNvSpPr txBox="1"/>
          <p:nvPr/>
        </p:nvSpPr>
        <p:spPr>
          <a:xfrm>
            <a:off x="8621025" y="-707848"/>
            <a:ext cx="862674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Vlan20</a:t>
            </a:r>
          </a:p>
          <a:p>
            <a:pPr algn="ctr"/>
            <a:r>
              <a:rPr lang="en-US" altLang="ko-KR" sz="1200" b="1" dirty="0" err="1"/>
              <a:t>dhcp</a:t>
            </a:r>
            <a:endParaRPr lang="en-US" altLang="ko-KR" sz="1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E10623-6018-CDED-0E84-40EF724A1867}"/>
              </a:ext>
            </a:extLst>
          </p:cNvPr>
          <p:cNvSpPr txBox="1"/>
          <p:nvPr/>
        </p:nvSpPr>
        <p:spPr>
          <a:xfrm>
            <a:off x="9645865" y="-626004"/>
            <a:ext cx="1293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0000CC"/>
                </a:solidFill>
              </a:rPr>
              <a:t>일반</a:t>
            </a:r>
            <a:r>
              <a:rPr lang="en-US" altLang="ko-KR" sz="1000" b="1" dirty="0">
                <a:solidFill>
                  <a:srgbClr val="0000CC"/>
                </a:solidFill>
              </a:rPr>
              <a:t>/</a:t>
            </a:r>
            <a:r>
              <a:rPr lang="ko-KR" altLang="en-US" sz="1000" b="1" dirty="0">
                <a:solidFill>
                  <a:srgbClr val="0000CC"/>
                </a:solidFill>
              </a:rPr>
              <a:t>백업 스토리지</a:t>
            </a:r>
            <a:endParaRPr lang="en-US" altLang="ko-KR" sz="1000" b="1" dirty="0">
              <a:solidFill>
                <a:srgbClr val="0000CC"/>
              </a:solidFill>
            </a:endParaRP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SMB </a:t>
            </a:r>
            <a:r>
              <a:rPr lang="ko-KR" altLang="en-US" sz="1000" b="1" dirty="0">
                <a:solidFill>
                  <a:srgbClr val="0000CC"/>
                </a:solidFill>
              </a:rPr>
              <a:t>연결</a:t>
            </a: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F8673BC7-05DD-7584-07DA-A5677F8611C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2935" y="-522684"/>
            <a:ext cx="618490" cy="276501"/>
          </a:xfrm>
          <a:prstGeom prst="rect">
            <a:avLst/>
          </a:prstGeom>
        </p:spPr>
      </p:pic>
      <p:pic>
        <p:nvPicPr>
          <p:cNvPr id="71" name="그래픽 70">
            <a:extLst>
              <a:ext uri="{FF2B5EF4-FFF2-40B4-BE49-F238E27FC236}">
                <a16:creationId xmlns:a16="http://schemas.microsoft.com/office/drawing/2014/main" id="{9FC42354-4791-8661-8D62-49F569D4B3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63390" y="2381450"/>
            <a:ext cx="376089" cy="256425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9D4FFA73-994E-C34D-40D2-1915A4DEE1F7}"/>
              </a:ext>
            </a:extLst>
          </p:cNvPr>
          <p:cNvSpPr txBox="1"/>
          <p:nvPr/>
        </p:nvSpPr>
        <p:spPr>
          <a:xfrm>
            <a:off x="9152642" y="3301486"/>
            <a:ext cx="654899" cy="415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/>
              <a:t>VTP-server</a:t>
            </a:r>
          </a:p>
        </p:txBody>
      </p:sp>
      <p:pic>
        <p:nvPicPr>
          <p:cNvPr id="75" name="그래픽 74">
            <a:extLst>
              <a:ext uri="{FF2B5EF4-FFF2-40B4-BE49-F238E27FC236}">
                <a16:creationId xmlns:a16="http://schemas.microsoft.com/office/drawing/2014/main" id="{E79E9CA7-6151-833E-5AC8-AF0E69E624B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0084" y="-516212"/>
            <a:ext cx="220445" cy="207477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D4430325-B873-3B66-F578-D6A659131659}"/>
              </a:ext>
            </a:extLst>
          </p:cNvPr>
          <p:cNvSpPr txBox="1"/>
          <p:nvPr/>
        </p:nvSpPr>
        <p:spPr>
          <a:xfrm>
            <a:off x="6866138" y="3306386"/>
            <a:ext cx="654899" cy="415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/>
              <a:t>VTP-client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668FBCA-6F47-A8E9-63A7-D81BFB8B4019}"/>
              </a:ext>
            </a:extLst>
          </p:cNvPr>
          <p:cNvSpPr txBox="1"/>
          <p:nvPr/>
        </p:nvSpPr>
        <p:spPr>
          <a:xfrm>
            <a:off x="8498490" y="533191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E395402-A566-FDD0-DA18-D229610E2CA7}"/>
              </a:ext>
            </a:extLst>
          </p:cNvPr>
          <p:cNvSpPr txBox="1"/>
          <p:nvPr/>
        </p:nvSpPr>
        <p:spPr>
          <a:xfrm>
            <a:off x="7414218" y="529385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pic>
        <p:nvPicPr>
          <p:cNvPr id="44" name="그래픽 43">
            <a:extLst>
              <a:ext uri="{FF2B5EF4-FFF2-40B4-BE49-F238E27FC236}">
                <a16:creationId xmlns:a16="http://schemas.microsoft.com/office/drawing/2014/main" id="{224B820D-8D13-8074-D064-EAC5400DCB6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74638" y="3854913"/>
            <a:ext cx="220445" cy="207477"/>
          </a:xfrm>
          <a:prstGeom prst="rect">
            <a:avLst/>
          </a:prstGeom>
        </p:spPr>
      </p:pic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DEB67087-D496-4D17-CEC8-0ADFF35677D0}"/>
              </a:ext>
            </a:extLst>
          </p:cNvPr>
          <p:cNvCxnSpPr>
            <a:cxnSpLocks/>
            <a:stCxn id="78" idx="1"/>
          </p:cNvCxnSpPr>
          <p:nvPr/>
        </p:nvCxnSpPr>
        <p:spPr>
          <a:xfrm flipH="1">
            <a:off x="8390694" y="3968740"/>
            <a:ext cx="950874" cy="47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16" descr="Computer">
            <a:extLst>
              <a:ext uri="{FF2B5EF4-FFF2-40B4-BE49-F238E27FC236}">
                <a16:creationId xmlns:a16="http://schemas.microsoft.com/office/drawing/2014/main" id="{F3C6F7E6-225B-DB02-2863-8547F974C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75" y="4919762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16" descr="Computer">
            <a:extLst>
              <a:ext uri="{FF2B5EF4-FFF2-40B4-BE49-F238E27FC236}">
                <a16:creationId xmlns:a16="http://schemas.microsoft.com/office/drawing/2014/main" id="{30925DC9-FC72-EB6F-6A99-B37D74417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033" y="4917428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112AFB7E-A43B-AA1B-29B1-6CEFB2A67644}"/>
              </a:ext>
            </a:extLst>
          </p:cNvPr>
          <p:cNvCxnSpPr>
            <a:cxnSpLocks/>
            <a:stCxn id="44" idx="2"/>
            <a:endCxn id="51" idx="0"/>
          </p:cNvCxnSpPr>
          <p:nvPr/>
        </p:nvCxnSpPr>
        <p:spPr>
          <a:xfrm>
            <a:off x="8284861" y="4062390"/>
            <a:ext cx="8050" cy="8573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D781A6A3-CEF9-DDE7-0BB4-D046242EEA46}"/>
              </a:ext>
            </a:extLst>
          </p:cNvPr>
          <p:cNvCxnSpPr>
            <a:cxnSpLocks/>
            <a:stCxn id="44" idx="2"/>
            <a:endCxn id="52" idx="0"/>
          </p:cNvCxnSpPr>
          <p:nvPr/>
        </p:nvCxnSpPr>
        <p:spPr>
          <a:xfrm>
            <a:off x="8284861" y="4062390"/>
            <a:ext cx="479208" cy="8550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그래픽 75">
            <a:extLst>
              <a:ext uri="{FF2B5EF4-FFF2-40B4-BE49-F238E27FC236}">
                <a16:creationId xmlns:a16="http://schemas.microsoft.com/office/drawing/2014/main" id="{E5F35047-2C02-0B6D-5F39-C96145E8DCE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03676" y="3848436"/>
            <a:ext cx="220445" cy="207477"/>
          </a:xfrm>
          <a:prstGeom prst="rect">
            <a:avLst/>
          </a:prstGeom>
        </p:spPr>
      </p:pic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69D8CEFB-48E8-A574-1B17-D2E952798D94}"/>
              </a:ext>
            </a:extLst>
          </p:cNvPr>
          <p:cNvCxnSpPr>
            <a:cxnSpLocks/>
            <a:stCxn id="44" idx="1"/>
            <a:endCxn id="76" idx="3"/>
          </p:cNvCxnSpPr>
          <p:nvPr/>
        </p:nvCxnSpPr>
        <p:spPr>
          <a:xfrm flipH="1" flipV="1">
            <a:off x="7324121" y="3952175"/>
            <a:ext cx="850517" cy="64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1" name="Picture 16" descr="Computer">
            <a:extLst>
              <a:ext uri="{FF2B5EF4-FFF2-40B4-BE49-F238E27FC236}">
                <a16:creationId xmlns:a16="http://schemas.microsoft.com/office/drawing/2014/main" id="{778AD695-A1B2-B9AC-3BB9-C247B1CBF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3191" y="494035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6" descr="Computer">
            <a:extLst>
              <a:ext uri="{FF2B5EF4-FFF2-40B4-BE49-F238E27FC236}">
                <a16:creationId xmlns:a16="http://schemas.microsoft.com/office/drawing/2014/main" id="{37031C5A-4960-5ECE-0376-86357ED96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7797" y="4929762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F47C11D7-F410-21FB-0E28-D6023D70CBEE}"/>
              </a:ext>
            </a:extLst>
          </p:cNvPr>
          <p:cNvSpPr txBox="1"/>
          <p:nvPr/>
        </p:nvSpPr>
        <p:spPr>
          <a:xfrm>
            <a:off x="6874224" y="5293924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89AC34C-371E-ED8B-4327-8D011F00EBBB}"/>
              </a:ext>
            </a:extLst>
          </p:cNvPr>
          <p:cNvSpPr txBox="1"/>
          <p:nvPr/>
        </p:nvSpPr>
        <p:spPr>
          <a:xfrm>
            <a:off x="6305579" y="529385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pic>
        <p:nvPicPr>
          <p:cNvPr id="98" name="Picture 16" descr="Computer">
            <a:extLst>
              <a:ext uri="{FF2B5EF4-FFF2-40B4-BE49-F238E27FC236}">
                <a16:creationId xmlns:a16="http://schemas.microsoft.com/office/drawing/2014/main" id="{7644611A-D90C-E43C-ED33-5E0805A1B9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7182" y="492158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2F0F5487-3B03-2333-A3F9-966196ABD435}"/>
              </a:ext>
            </a:extLst>
          </p:cNvPr>
          <p:cNvCxnSpPr>
            <a:cxnSpLocks/>
            <a:stCxn id="98" idx="0"/>
          </p:cNvCxnSpPr>
          <p:nvPr/>
        </p:nvCxnSpPr>
        <p:spPr>
          <a:xfrm flipV="1">
            <a:off x="7721218" y="4078017"/>
            <a:ext cx="556962" cy="8435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E7A3CDDA-A882-2DD4-A692-AB29713904F3}"/>
              </a:ext>
            </a:extLst>
          </p:cNvPr>
          <p:cNvSpPr txBox="1"/>
          <p:nvPr/>
        </p:nvSpPr>
        <p:spPr>
          <a:xfrm>
            <a:off x="7963004" y="5311606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B050"/>
                </a:solidFill>
              </a:rPr>
              <a:t>VLAN 30</a:t>
            </a:r>
            <a:endParaRPr lang="ko-KR" altLang="en-US" sz="800" b="1" dirty="0">
              <a:solidFill>
                <a:srgbClr val="00B050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CA3991C-EF57-C453-6528-C5414A0A7D34}"/>
              </a:ext>
            </a:extLst>
          </p:cNvPr>
          <p:cNvSpPr txBox="1"/>
          <p:nvPr/>
        </p:nvSpPr>
        <p:spPr>
          <a:xfrm>
            <a:off x="7857658" y="3299270"/>
            <a:ext cx="948768" cy="415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/>
              <a:t>VTP-transparent</a:t>
            </a:r>
          </a:p>
        </p:txBody>
      </p:sp>
      <p:pic>
        <p:nvPicPr>
          <p:cNvPr id="113" name="그래픽 112">
            <a:extLst>
              <a:ext uri="{FF2B5EF4-FFF2-40B4-BE49-F238E27FC236}">
                <a16:creationId xmlns:a16="http://schemas.microsoft.com/office/drawing/2014/main" id="{E5EBFB3D-A6DF-9E8F-968E-94685F4F3C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17449" y="1547793"/>
            <a:ext cx="376089" cy="256425"/>
          </a:xfrm>
          <a:prstGeom prst="rect">
            <a:avLst/>
          </a:prstGeom>
        </p:spPr>
      </p:pic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2E6DF860-3CAD-7DF6-89EB-7A0355793DAB}"/>
              </a:ext>
            </a:extLst>
          </p:cNvPr>
          <p:cNvCxnSpPr>
            <a:cxnSpLocks/>
            <a:stCxn id="119" idx="2"/>
            <a:endCxn id="182" idx="0"/>
          </p:cNvCxnSpPr>
          <p:nvPr/>
        </p:nvCxnSpPr>
        <p:spPr>
          <a:xfrm flipH="1">
            <a:off x="3980665" y="3890834"/>
            <a:ext cx="348081" cy="307588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D63708F3-052F-0F54-4B91-8AED6C70385F}"/>
              </a:ext>
            </a:extLst>
          </p:cNvPr>
          <p:cNvCxnSpPr>
            <a:cxnSpLocks/>
            <a:stCxn id="119" idx="2"/>
            <a:endCxn id="184" idx="0"/>
          </p:cNvCxnSpPr>
          <p:nvPr/>
        </p:nvCxnSpPr>
        <p:spPr>
          <a:xfrm>
            <a:off x="4328746" y="3890834"/>
            <a:ext cx="398671" cy="3195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EC40EE58-C35C-831C-D92B-A1D7A526CA8E}"/>
              </a:ext>
            </a:extLst>
          </p:cNvPr>
          <p:cNvCxnSpPr>
            <a:cxnSpLocks/>
          </p:cNvCxnSpPr>
          <p:nvPr/>
        </p:nvCxnSpPr>
        <p:spPr>
          <a:xfrm>
            <a:off x="2426517" y="3848436"/>
            <a:ext cx="18659" cy="971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83D7DFE0-C0C8-7B3D-A817-24D513791C1A}"/>
              </a:ext>
            </a:extLst>
          </p:cNvPr>
          <p:cNvCxnSpPr>
            <a:cxnSpLocks/>
            <a:stCxn id="235" idx="0"/>
            <a:endCxn id="113" idx="2"/>
          </p:cNvCxnSpPr>
          <p:nvPr/>
        </p:nvCxnSpPr>
        <p:spPr>
          <a:xfrm flipV="1">
            <a:off x="5805493" y="1804218"/>
            <a:ext cx="1" cy="565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30" descr="Server ">
            <a:extLst>
              <a:ext uri="{FF2B5EF4-FFF2-40B4-BE49-F238E27FC236}">
                <a16:creationId xmlns:a16="http://schemas.microsoft.com/office/drawing/2014/main" id="{3A53771E-56FE-ECB0-81C8-59A4C86BA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0979" y="540723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B5440D22-C98A-7764-1591-0A0FCDBF8669}"/>
              </a:ext>
            </a:extLst>
          </p:cNvPr>
          <p:cNvGrpSpPr/>
          <p:nvPr/>
        </p:nvGrpSpPr>
        <p:grpSpPr>
          <a:xfrm>
            <a:off x="8822349" y="653518"/>
            <a:ext cx="1322700" cy="1287654"/>
            <a:chOff x="9208684" y="362548"/>
            <a:chExt cx="1322700" cy="1287654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93891A5-219B-1749-F491-6DD7775A1B5B}"/>
                </a:ext>
              </a:extLst>
            </p:cNvPr>
            <p:cNvSpPr txBox="1"/>
            <p:nvPr/>
          </p:nvSpPr>
          <p:spPr>
            <a:xfrm>
              <a:off x="9541708" y="854528"/>
              <a:ext cx="654899" cy="2539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b="1" dirty="0"/>
                <a:t>PVST+</a:t>
              </a:r>
            </a:p>
          </p:txBody>
        </p:sp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7D7C13E6-28EC-4BF2-141E-45B12F4AF0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764510" y="362548"/>
              <a:ext cx="220445" cy="207477"/>
            </a:xfrm>
            <a:prstGeom prst="rect">
              <a:avLst/>
            </a:prstGeom>
          </p:spPr>
        </p:pic>
        <p:pic>
          <p:nvPicPr>
            <p:cNvPr id="61" name="그래픽 60">
              <a:extLst>
                <a:ext uri="{FF2B5EF4-FFF2-40B4-BE49-F238E27FC236}">
                  <a16:creationId xmlns:a16="http://schemas.microsoft.com/office/drawing/2014/main" id="{D3353F54-3C29-B837-7668-FCBE096706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08684" y="903399"/>
              <a:ext cx="220445" cy="207477"/>
            </a:xfrm>
            <a:prstGeom prst="rect">
              <a:avLst/>
            </a:prstGeom>
          </p:spPr>
        </p:pic>
        <p:pic>
          <p:nvPicPr>
            <p:cNvPr id="62" name="그래픽 61">
              <a:extLst>
                <a:ext uri="{FF2B5EF4-FFF2-40B4-BE49-F238E27FC236}">
                  <a16:creationId xmlns:a16="http://schemas.microsoft.com/office/drawing/2014/main" id="{CDCC6010-B43B-FC56-111A-7D13C1321A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740835" y="1442725"/>
              <a:ext cx="220445" cy="207477"/>
            </a:xfrm>
            <a:prstGeom prst="rect">
              <a:avLst/>
            </a:prstGeom>
          </p:spPr>
        </p:pic>
        <p:pic>
          <p:nvPicPr>
            <p:cNvPr id="64" name="그래픽 63">
              <a:extLst>
                <a:ext uri="{FF2B5EF4-FFF2-40B4-BE49-F238E27FC236}">
                  <a16:creationId xmlns:a16="http://schemas.microsoft.com/office/drawing/2014/main" id="{071527B6-C389-3A39-4000-057036B612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310939" y="877748"/>
              <a:ext cx="220445" cy="207477"/>
            </a:xfrm>
            <a:prstGeom prst="rect">
              <a:avLst/>
            </a:prstGeom>
          </p:spPr>
        </p:pic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85195BDA-4BB7-C900-122B-8FF2752BD7A0}"/>
                </a:ext>
              </a:extLst>
            </p:cNvPr>
            <p:cNvCxnSpPr>
              <a:cxnSpLocks/>
              <a:stCxn id="59" idx="1"/>
              <a:endCxn id="61" idx="0"/>
            </p:cNvCxnSpPr>
            <p:nvPr/>
          </p:nvCxnSpPr>
          <p:spPr>
            <a:xfrm flipH="1">
              <a:off x="9318907" y="466287"/>
              <a:ext cx="445603" cy="437112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7D978036-824E-43EF-4DB2-CB3E1B371262}"/>
                </a:ext>
              </a:extLst>
            </p:cNvPr>
            <p:cNvCxnSpPr>
              <a:cxnSpLocks/>
              <a:stCxn id="61" idx="2"/>
              <a:endCxn id="62" idx="1"/>
            </p:cNvCxnSpPr>
            <p:nvPr/>
          </p:nvCxnSpPr>
          <p:spPr>
            <a:xfrm>
              <a:off x="9318907" y="1110876"/>
              <a:ext cx="421928" cy="435587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141A16A7-D1EA-2C1A-550E-0F070CA3C2BE}"/>
                </a:ext>
              </a:extLst>
            </p:cNvPr>
            <p:cNvCxnSpPr>
              <a:cxnSpLocks/>
              <a:stCxn id="59" idx="3"/>
              <a:endCxn id="64" idx="0"/>
            </p:cNvCxnSpPr>
            <p:nvPr/>
          </p:nvCxnSpPr>
          <p:spPr>
            <a:xfrm>
              <a:off x="9984955" y="466287"/>
              <a:ext cx="436207" cy="411460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7161C1B0-0070-78CA-3525-99E1B83DA429}"/>
                </a:ext>
              </a:extLst>
            </p:cNvPr>
            <p:cNvCxnSpPr>
              <a:cxnSpLocks/>
              <a:stCxn id="64" idx="2"/>
              <a:endCxn id="62" idx="3"/>
            </p:cNvCxnSpPr>
            <p:nvPr/>
          </p:nvCxnSpPr>
          <p:spPr>
            <a:xfrm flipH="1">
              <a:off x="9961280" y="1085225"/>
              <a:ext cx="459882" cy="461239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8" name="그래픽 77">
            <a:extLst>
              <a:ext uri="{FF2B5EF4-FFF2-40B4-BE49-F238E27FC236}">
                <a16:creationId xmlns:a16="http://schemas.microsoft.com/office/drawing/2014/main" id="{7D714EAB-1F89-F4F6-8A5F-7A4CD8FF48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41568" y="3865001"/>
            <a:ext cx="220445" cy="207477"/>
          </a:xfrm>
          <a:prstGeom prst="rect">
            <a:avLst/>
          </a:prstGeom>
        </p:spPr>
      </p:pic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38CF4E13-6821-CFDA-E0F1-73A32012E3DE}"/>
              </a:ext>
            </a:extLst>
          </p:cNvPr>
          <p:cNvCxnSpPr>
            <a:cxnSpLocks/>
            <a:stCxn id="62" idx="2"/>
            <a:endCxn id="71" idx="0"/>
          </p:cNvCxnSpPr>
          <p:nvPr/>
        </p:nvCxnSpPr>
        <p:spPr>
          <a:xfrm flipH="1">
            <a:off x="9451435" y="1941172"/>
            <a:ext cx="13288" cy="4402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0" name="Picture 16" descr="Computer">
            <a:extLst>
              <a:ext uri="{FF2B5EF4-FFF2-40B4-BE49-F238E27FC236}">
                <a16:creationId xmlns:a16="http://schemas.microsoft.com/office/drawing/2014/main" id="{3E1F8D3E-C180-5BCE-25F6-E41F754D8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288" y="1193509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Picture 16" descr="Computer">
            <a:extLst>
              <a:ext uri="{FF2B5EF4-FFF2-40B4-BE49-F238E27FC236}">
                <a16:creationId xmlns:a16="http://schemas.microsoft.com/office/drawing/2014/main" id="{283A555F-3EF1-AA11-DD9B-F567EF230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8485" y="25073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Picture 16" descr="Computer">
            <a:extLst>
              <a:ext uri="{FF2B5EF4-FFF2-40B4-BE49-F238E27FC236}">
                <a16:creationId xmlns:a16="http://schemas.microsoft.com/office/drawing/2014/main" id="{0272B957-8E4A-E92B-5C95-1BDCD451F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0670" y="90011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Picture 16" descr="Computer">
            <a:extLst>
              <a:ext uri="{FF2B5EF4-FFF2-40B4-BE49-F238E27FC236}">
                <a16:creationId xmlns:a16="http://schemas.microsoft.com/office/drawing/2014/main" id="{CF634170-09EC-CDAE-233A-B1FFF6DD3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264" y="143744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E64D7DBD-BCAB-D65B-7CC6-36942DDE2FB0}"/>
              </a:ext>
            </a:extLst>
          </p:cNvPr>
          <p:cNvCxnSpPr>
            <a:cxnSpLocks/>
            <a:endCxn id="125" idx="1"/>
          </p:cNvCxnSpPr>
          <p:nvPr/>
        </p:nvCxnSpPr>
        <p:spPr>
          <a:xfrm>
            <a:off x="10167868" y="1290241"/>
            <a:ext cx="345396" cy="2612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7F909F29-1CE9-693B-BE01-D7B102B4BBB7}"/>
              </a:ext>
            </a:extLst>
          </p:cNvPr>
          <p:cNvCxnSpPr>
            <a:cxnSpLocks/>
            <a:stCxn id="64" idx="3"/>
            <a:endCxn id="123" idx="1"/>
          </p:cNvCxnSpPr>
          <p:nvPr/>
        </p:nvCxnSpPr>
        <p:spPr>
          <a:xfrm flipV="1">
            <a:off x="10145049" y="1014150"/>
            <a:ext cx="375621" cy="2583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FB745BB5-3401-CC99-A231-29A5EC7B370A}"/>
              </a:ext>
            </a:extLst>
          </p:cNvPr>
          <p:cNvCxnSpPr>
            <a:cxnSpLocks/>
            <a:stCxn id="59" idx="0"/>
            <a:endCxn id="122" idx="2"/>
          </p:cNvCxnSpPr>
          <p:nvPr/>
        </p:nvCxnSpPr>
        <p:spPr>
          <a:xfrm flipV="1">
            <a:off x="9488398" y="478807"/>
            <a:ext cx="4123" cy="1747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50736205-A1CD-4AB3-75A3-29053379F2F1}"/>
              </a:ext>
            </a:extLst>
          </p:cNvPr>
          <p:cNvCxnSpPr>
            <a:cxnSpLocks/>
            <a:stCxn id="61" idx="1"/>
            <a:endCxn id="120" idx="3"/>
          </p:cNvCxnSpPr>
          <p:nvPr/>
        </p:nvCxnSpPr>
        <p:spPr>
          <a:xfrm flipH="1">
            <a:off x="8471359" y="1298108"/>
            <a:ext cx="350990" cy="9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021244DE-33DC-30BB-44D8-152DCE0AC191}"/>
              </a:ext>
            </a:extLst>
          </p:cNvPr>
          <p:cNvSpPr txBox="1"/>
          <p:nvPr/>
        </p:nvSpPr>
        <p:spPr>
          <a:xfrm>
            <a:off x="8027522" y="1538112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VLAN 50</a:t>
            </a:r>
            <a:endParaRPr lang="ko-KR" altLang="en-US" sz="800" b="1" dirty="0">
              <a:solidFill>
                <a:srgbClr val="7030A0"/>
              </a:solidFill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434A2D5-540A-B5A8-F2DB-4F85907AB513}"/>
              </a:ext>
            </a:extLst>
          </p:cNvPr>
          <p:cNvSpPr txBox="1"/>
          <p:nvPr/>
        </p:nvSpPr>
        <p:spPr>
          <a:xfrm>
            <a:off x="9557195" y="279947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VLAN 40</a:t>
            </a:r>
            <a:endParaRPr lang="ko-KR" altLang="en-US" sz="800" b="1" dirty="0">
              <a:solidFill>
                <a:srgbClr val="FFC000"/>
              </a:solidFill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92E35E7-8923-A7AB-792E-4E71DBB1FCD2}"/>
              </a:ext>
            </a:extLst>
          </p:cNvPr>
          <p:cNvSpPr txBox="1"/>
          <p:nvPr/>
        </p:nvSpPr>
        <p:spPr>
          <a:xfrm>
            <a:off x="10774141" y="865690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VLAN 50</a:t>
            </a:r>
            <a:endParaRPr lang="ko-KR" altLang="en-US" sz="800" b="1" dirty="0">
              <a:solidFill>
                <a:srgbClr val="7030A0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96F64BC-A22C-E69F-F407-7585F14B8314}"/>
              </a:ext>
            </a:extLst>
          </p:cNvPr>
          <p:cNvSpPr txBox="1"/>
          <p:nvPr/>
        </p:nvSpPr>
        <p:spPr>
          <a:xfrm>
            <a:off x="10774141" y="1427347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VLAN 40</a:t>
            </a:r>
            <a:endParaRPr lang="ko-KR" altLang="en-US" sz="800" b="1" dirty="0">
              <a:solidFill>
                <a:srgbClr val="FFC000"/>
              </a:solidFill>
            </a:endParaRPr>
          </a:p>
        </p:txBody>
      </p: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B8A4494C-F2DE-F086-F442-EA27C00E6683}"/>
              </a:ext>
            </a:extLst>
          </p:cNvPr>
          <p:cNvCxnSpPr>
            <a:cxnSpLocks/>
            <a:stCxn id="235" idx="1"/>
            <a:endCxn id="114" idx="3"/>
          </p:cNvCxnSpPr>
          <p:nvPr/>
        </p:nvCxnSpPr>
        <p:spPr>
          <a:xfrm flipH="1" flipV="1">
            <a:off x="2608501" y="2069385"/>
            <a:ext cx="3026879" cy="4430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BCC50608-13DF-5DBB-67F2-A09BF5DB99FB}"/>
              </a:ext>
            </a:extLst>
          </p:cNvPr>
          <p:cNvCxnSpPr>
            <a:cxnSpLocks/>
            <a:stCxn id="71" idx="1"/>
            <a:endCxn id="235" idx="3"/>
          </p:cNvCxnSpPr>
          <p:nvPr/>
        </p:nvCxnSpPr>
        <p:spPr>
          <a:xfrm flipH="1">
            <a:off x="5975605" y="2509663"/>
            <a:ext cx="3287785" cy="27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2" name="Picture 2" descr="Data server ">
            <a:extLst>
              <a:ext uri="{FF2B5EF4-FFF2-40B4-BE49-F238E27FC236}">
                <a16:creationId xmlns:a16="http://schemas.microsoft.com/office/drawing/2014/main" id="{D6A8F415-ACAE-4AC8-1AFA-DE5A76323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65883" y="1316579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그래픽 242">
            <a:extLst>
              <a:ext uri="{FF2B5EF4-FFF2-40B4-BE49-F238E27FC236}">
                <a16:creationId xmlns:a16="http://schemas.microsoft.com/office/drawing/2014/main" id="{5E698C42-5730-6DC4-F56C-F9B4DA67E3B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flipH="1">
            <a:off x="3780633" y="980823"/>
            <a:ext cx="220445" cy="207477"/>
          </a:xfrm>
          <a:prstGeom prst="rect">
            <a:avLst/>
          </a:prstGeom>
        </p:spPr>
      </p:pic>
      <p:pic>
        <p:nvPicPr>
          <p:cNvPr id="244" name="Picture 2" descr="Data server ">
            <a:extLst>
              <a:ext uri="{FF2B5EF4-FFF2-40B4-BE49-F238E27FC236}">
                <a16:creationId xmlns:a16="http://schemas.microsoft.com/office/drawing/2014/main" id="{7D1ACE27-80B6-508A-F230-C9F944363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50953" y="478810"/>
            <a:ext cx="314904" cy="389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9" name="직선 연결선 248">
            <a:extLst>
              <a:ext uri="{FF2B5EF4-FFF2-40B4-BE49-F238E27FC236}">
                <a16:creationId xmlns:a16="http://schemas.microsoft.com/office/drawing/2014/main" id="{08B71E16-BD12-3E1C-F175-F3E88FA3DD11}"/>
              </a:ext>
            </a:extLst>
          </p:cNvPr>
          <p:cNvCxnSpPr>
            <a:cxnSpLocks/>
            <a:stCxn id="243" idx="3"/>
            <a:endCxn id="244" idx="1"/>
          </p:cNvCxnSpPr>
          <p:nvPr/>
        </p:nvCxnSpPr>
        <p:spPr>
          <a:xfrm flipH="1" flipV="1">
            <a:off x="3465857" y="673316"/>
            <a:ext cx="314776" cy="4112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7AC3EE04-9ACF-A088-A947-73216ACB7539}"/>
              </a:ext>
            </a:extLst>
          </p:cNvPr>
          <p:cNvCxnSpPr>
            <a:cxnSpLocks/>
            <a:stCxn id="243" idx="3"/>
            <a:endCxn id="159" idx="0"/>
          </p:cNvCxnSpPr>
          <p:nvPr/>
        </p:nvCxnSpPr>
        <p:spPr>
          <a:xfrm flipH="1">
            <a:off x="3493901" y="1084562"/>
            <a:ext cx="286732" cy="3146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A73CB90F-6808-A6B8-A461-5C93F53CA5DC}"/>
              </a:ext>
            </a:extLst>
          </p:cNvPr>
          <p:cNvCxnSpPr>
            <a:cxnSpLocks/>
            <a:stCxn id="243" idx="1"/>
            <a:endCxn id="262" idx="1"/>
          </p:cNvCxnSpPr>
          <p:nvPr/>
        </p:nvCxnSpPr>
        <p:spPr>
          <a:xfrm>
            <a:off x="4001078" y="1084562"/>
            <a:ext cx="786052" cy="11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2" name="그래픽 261">
            <a:extLst>
              <a:ext uri="{FF2B5EF4-FFF2-40B4-BE49-F238E27FC236}">
                <a16:creationId xmlns:a16="http://schemas.microsoft.com/office/drawing/2014/main" id="{23F6E8A7-C405-3215-5318-2B29CDD955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87130" y="968158"/>
            <a:ext cx="376089" cy="256425"/>
          </a:xfrm>
          <a:prstGeom prst="rect">
            <a:avLst/>
          </a:prstGeom>
        </p:spPr>
      </p:pic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FC3DB100-73CD-2516-C67B-D2752493E069}"/>
              </a:ext>
            </a:extLst>
          </p:cNvPr>
          <p:cNvCxnSpPr>
            <a:cxnSpLocks/>
          </p:cNvCxnSpPr>
          <p:nvPr/>
        </p:nvCxnSpPr>
        <p:spPr>
          <a:xfrm flipH="1" flipV="1">
            <a:off x="5155381" y="686392"/>
            <a:ext cx="1453" cy="4452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C05C1CF-3B5F-70E1-6956-68B6D5B56907}"/>
              </a:ext>
            </a:extLst>
          </p:cNvPr>
          <p:cNvSpPr txBox="1"/>
          <p:nvPr/>
        </p:nvSpPr>
        <p:spPr>
          <a:xfrm>
            <a:off x="5392569" y="2083388"/>
            <a:ext cx="768137" cy="215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Frame-relay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E27439-8E84-C3B2-A006-86B8A4F2782E}"/>
              </a:ext>
            </a:extLst>
          </p:cNvPr>
          <p:cNvSpPr txBox="1"/>
          <p:nvPr/>
        </p:nvSpPr>
        <p:spPr>
          <a:xfrm>
            <a:off x="9483699" y="533446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pic>
        <p:nvPicPr>
          <p:cNvPr id="21" name="Picture 16" descr="Computer">
            <a:extLst>
              <a:ext uri="{FF2B5EF4-FFF2-40B4-BE49-F238E27FC236}">
                <a16:creationId xmlns:a16="http://schemas.microsoft.com/office/drawing/2014/main" id="{C34039BD-9A21-9981-37C2-25BEF72E9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1191" y="4911483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6" descr="Computer">
            <a:extLst>
              <a:ext uri="{FF2B5EF4-FFF2-40B4-BE49-F238E27FC236}">
                <a16:creationId xmlns:a16="http://schemas.microsoft.com/office/drawing/2014/main" id="{D7D6F5BC-94F6-EDB3-BDE4-7A106A578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8577" y="491742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A809A7E-F695-3599-4031-DDD8E9359834}"/>
              </a:ext>
            </a:extLst>
          </p:cNvPr>
          <p:cNvSpPr txBox="1"/>
          <p:nvPr/>
        </p:nvSpPr>
        <p:spPr>
          <a:xfrm>
            <a:off x="8972891" y="533191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F23F9E7D-6EAB-244D-01CA-83D3893A4F88}"/>
              </a:ext>
            </a:extLst>
          </p:cNvPr>
          <p:cNvCxnSpPr>
            <a:cxnSpLocks/>
            <a:stCxn id="78" idx="2"/>
            <a:endCxn id="21" idx="0"/>
          </p:cNvCxnSpPr>
          <p:nvPr/>
        </p:nvCxnSpPr>
        <p:spPr>
          <a:xfrm flipH="1">
            <a:off x="9235227" y="4072478"/>
            <a:ext cx="216564" cy="8390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298E62EA-8A89-A45C-FB1C-5A7B1F6ACEF6}"/>
              </a:ext>
            </a:extLst>
          </p:cNvPr>
          <p:cNvCxnSpPr>
            <a:cxnSpLocks/>
            <a:stCxn id="78" idx="2"/>
            <a:endCxn id="22" idx="0"/>
          </p:cNvCxnSpPr>
          <p:nvPr/>
        </p:nvCxnSpPr>
        <p:spPr>
          <a:xfrm>
            <a:off x="9451791" y="4072478"/>
            <a:ext cx="300822" cy="8449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137FD1A-379F-46CA-D764-0811C89F2F3F}"/>
              </a:ext>
            </a:extLst>
          </p:cNvPr>
          <p:cNvSpPr txBox="1"/>
          <p:nvPr/>
        </p:nvSpPr>
        <p:spPr>
          <a:xfrm>
            <a:off x="4742715" y="117597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299C97-FDD0-05C3-63BF-8AE5443770B6}"/>
              </a:ext>
            </a:extLst>
          </p:cNvPr>
          <p:cNvSpPr txBox="1"/>
          <p:nvPr/>
        </p:nvSpPr>
        <p:spPr>
          <a:xfrm>
            <a:off x="5553688" y="167047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grpSp>
        <p:nvGrpSpPr>
          <p:cNvPr id="198" name="그룹 197">
            <a:extLst>
              <a:ext uri="{FF2B5EF4-FFF2-40B4-BE49-F238E27FC236}">
                <a16:creationId xmlns:a16="http://schemas.microsoft.com/office/drawing/2014/main" id="{5A01C5EB-36D8-CC6A-5F85-BB3D9D73EFC0}"/>
              </a:ext>
            </a:extLst>
          </p:cNvPr>
          <p:cNvGrpSpPr/>
          <p:nvPr/>
        </p:nvGrpSpPr>
        <p:grpSpPr>
          <a:xfrm>
            <a:off x="2151132" y="1941172"/>
            <a:ext cx="503609" cy="256425"/>
            <a:chOff x="2840732" y="2419929"/>
            <a:chExt cx="503609" cy="256425"/>
          </a:xfrm>
        </p:grpSpPr>
        <p:pic>
          <p:nvPicPr>
            <p:cNvPr id="114" name="그래픽 113">
              <a:extLst>
                <a:ext uri="{FF2B5EF4-FFF2-40B4-BE49-F238E27FC236}">
                  <a16:creationId xmlns:a16="http://schemas.microsoft.com/office/drawing/2014/main" id="{25E3DA37-605D-7F02-19AA-8571B10731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922012" y="2419929"/>
              <a:ext cx="376089" cy="256425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DAC5C77-156E-4B87-56CD-86FD6AB4BC3B}"/>
                </a:ext>
              </a:extLst>
            </p:cNvPr>
            <p:cNvSpPr txBox="1"/>
            <p:nvPr/>
          </p:nvSpPr>
          <p:spPr>
            <a:xfrm>
              <a:off x="2840732" y="2451276"/>
              <a:ext cx="5036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3</a:t>
              </a:r>
              <a:endParaRPr lang="ko-KR" altLang="en-US" sz="800" b="1" dirty="0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E61181A-1FE6-CBCF-115C-2007EA1C4C3D}"/>
              </a:ext>
            </a:extLst>
          </p:cNvPr>
          <p:cNvGrpSpPr/>
          <p:nvPr/>
        </p:nvGrpSpPr>
        <p:grpSpPr>
          <a:xfrm>
            <a:off x="4076031" y="3634409"/>
            <a:ext cx="503609" cy="317765"/>
            <a:chOff x="1892237" y="4346875"/>
            <a:chExt cx="503609" cy="317765"/>
          </a:xfrm>
        </p:grpSpPr>
        <p:pic>
          <p:nvPicPr>
            <p:cNvPr id="119" name="그래픽 118">
              <a:extLst>
                <a:ext uri="{FF2B5EF4-FFF2-40B4-BE49-F238E27FC236}">
                  <a16:creationId xmlns:a16="http://schemas.microsoft.com/office/drawing/2014/main" id="{A19C60FF-3064-4D48-4B7E-67B360F097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956907" y="4346875"/>
              <a:ext cx="376089" cy="256425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354E381-A50D-AA81-61D7-962378339A15}"/>
                </a:ext>
              </a:extLst>
            </p:cNvPr>
            <p:cNvSpPr txBox="1"/>
            <p:nvPr/>
          </p:nvSpPr>
          <p:spPr>
            <a:xfrm>
              <a:off x="1892237" y="4449196"/>
              <a:ext cx="5036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8</a:t>
              </a:r>
              <a:endParaRPr lang="ko-KR" altLang="en-US" sz="800" b="1" dirty="0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10F097D4-8063-B447-5CBD-D35C8B448436}"/>
              </a:ext>
            </a:extLst>
          </p:cNvPr>
          <p:cNvSpPr txBox="1"/>
          <p:nvPr/>
        </p:nvSpPr>
        <p:spPr>
          <a:xfrm>
            <a:off x="9052362" y="183787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6B2CCA3-97E2-390B-3D58-0CCD31C216BF}"/>
              </a:ext>
            </a:extLst>
          </p:cNvPr>
          <p:cNvSpPr txBox="1"/>
          <p:nvPr/>
        </p:nvSpPr>
        <p:spPr>
          <a:xfrm>
            <a:off x="3658318" y="115227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3881C0D-4597-5F13-FEDD-BCFB8271FFFF}"/>
              </a:ext>
            </a:extLst>
          </p:cNvPr>
          <p:cNvSpPr txBox="1"/>
          <p:nvPr/>
        </p:nvSpPr>
        <p:spPr>
          <a:xfrm>
            <a:off x="8614801" y="136993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3570FED-2095-BDDB-D1CA-CA3E42229C18}"/>
              </a:ext>
            </a:extLst>
          </p:cNvPr>
          <p:cNvSpPr txBox="1"/>
          <p:nvPr/>
        </p:nvSpPr>
        <p:spPr>
          <a:xfrm>
            <a:off x="9818162" y="137747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5E27776-3A2B-BBB3-2103-AB1DDF9792FF}"/>
              </a:ext>
            </a:extLst>
          </p:cNvPr>
          <p:cNvSpPr txBox="1"/>
          <p:nvPr/>
        </p:nvSpPr>
        <p:spPr>
          <a:xfrm>
            <a:off x="9404835" y="58167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497DB58-B4AF-1D0D-A686-EA70463C8C9A}"/>
              </a:ext>
            </a:extLst>
          </p:cNvPr>
          <p:cNvSpPr txBox="1"/>
          <p:nvPr/>
        </p:nvSpPr>
        <p:spPr>
          <a:xfrm>
            <a:off x="7857930" y="400329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0950D3E-671C-EF19-718B-FCA53F667281}"/>
              </a:ext>
            </a:extLst>
          </p:cNvPr>
          <p:cNvSpPr txBox="1"/>
          <p:nvPr/>
        </p:nvSpPr>
        <p:spPr>
          <a:xfrm>
            <a:off x="6787732" y="398633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1B984A7-B59C-1C5B-362A-5AE62E91F597}"/>
              </a:ext>
            </a:extLst>
          </p:cNvPr>
          <p:cNvSpPr txBox="1"/>
          <p:nvPr/>
        </p:nvSpPr>
        <p:spPr>
          <a:xfrm>
            <a:off x="9053606" y="401179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D48FA729-0B4A-7F14-B65E-54D7564A78D1}"/>
              </a:ext>
            </a:extLst>
          </p:cNvPr>
          <p:cNvCxnSpPr>
            <a:cxnSpLocks/>
            <a:endCxn id="82" idx="0"/>
          </p:cNvCxnSpPr>
          <p:nvPr/>
        </p:nvCxnSpPr>
        <p:spPr>
          <a:xfrm flipH="1">
            <a:off x="7201833" y="4038157"/>
            <a:ext cx="11298" cy="891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1B5E92FC-A099-2D76-2BFB-86465B32E7DE}"/>
              </a:ext>
            </a:extLst>
          </p:cNvPr>
          <p:cNvCxnSpPr>
            <a:cxnSpLocks/>
          </p:cNvCxnSpPr>
          <p:nvPr/>
        </p:nvCxnSpPr>
        <p:spPr>
          <a:xfrm flipH="1">
            <a:off x="6728225" y="4029964"/>
            <a:ext cx="498680" cy="9284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79D9982-A348-41E2-6C99-DAB012373C48}"/>
              </a:ext>
            </a:extLst>
          </p:cNvPr>
          <p:cNvSpPr txBox="1"/>
          <p:nvPr/>
        </p:nvSpPr>
        <p:spPr>
          <a:xfrm>
            <a:off x="6689323" y="2762131"/>
            <a:ext cx="14853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도메인 이름</a:t>
            </a:r>
            <a:r>
              <a:rPr lang="en-US" altLang="ko-KR" sz="1000" b="1" dirty="0"/>
              <a:t>: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team1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F8D70D6-52B7-1DFD-22C1-4125BCFCDDA1}"/>
              </a:ext>
            </a:extLst>
          </p:cNvPr>
          <p:cNvSpPr txBox="1"/>
          <p:nvPr/>
        </p:nvSpPr>
        <p:spPr>
          <a:xfrm>
            <a:off x="6388246" y="514875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87A26DF-0D6E-FA53-320A-6541900B01E6}"/>
              </a:ext>
            </a:extLst>
          </p:cNvPr>
          <p:cNvSpPr txBox="1"/>
          <p:nvPr/>
        </p:nvSpPr>
        <p:spPr>
          <a:xfrm>
            <a:off x="6926092" y="513058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DAE9A4D-E445-0CE0-DDD8-89054B7C29A7}"/>
              </a:ext>
            </a:extLst>
          </p:cNvPr>
          <p:cNvSpPr txBox="1"/>
          <p:nvPr/>
        </p:nvSpPr>
        <p:spPr>
          <a:xfrm>
            <a:off x="9009024" y="28466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FD399C6-4A52-C324-C95B-8F3A04ED8189}"/>
              </a:ext>
            </a:extLst>
          </p:cNvPr>
          <p:cNvSpPr txBox="1"/>
          <p:nvPr/>
        </p:nvSpPr>
        <p:spPr>
          <a:xfrm>
            <a:off x="10375495" y="161341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13</a:t>
            </a:r>
            <a:endParaRPr lang="ko-KR" altLang="en-US" sz="80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AAFF78F-7542-0845-8F8F-9A4CE30D7F97}"/>
              </a:ext>
            </a:extLst>
          </p:cNvPr>
          <p:cNvSpPr txBox="1"/>
          <p:nvPr/>
        </p:nvSpPr>
        <p:spPr>
          <a:xfrm>
            <a:off x="10375495" y="109445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14</a:t>
            </a:r>
            <a:endParaRPr lang="ko-KR" altLang="en-US" sz="800" b="1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04E1091-1C96-4CEF-62AE-D685FFD292E7}"/>
              </a:ext>
            </a:extLst>
          </p:cNvPr>
          <p:cNvSpPr txBox="1"/>
          <p:nvPr/>
        </p:nvSpPr>
        <p:spPr>
          <a:xfrm>
            <a:off x="7467252" y="514795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2EC80915-DA89-28F1-A2A9-97A533E341BC}"/>
              </a:ext>
            </a:extLst>
          </p:cNvPr>
          <p:cNvSpPr txBox="1"/>
          <p:nvPr/>
        </p:nvSpPr>
        <p:spPr>
          <a:xfrm>
            <a:off x="8027843" y="514481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BEB4D880-BD14-B5C4-D52D-9E6CC2ABF188}"/>
              </a:ext>
            </a:extLst>
          </p:cNvPr>
          <p:cNvSpPr txBox="1"/>
          <p:nvPr/>
        </p:nvSpPr>
        <p:spPr>
          <a:xfrm>
            <a:off x="8502220" y="515200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BD91B0E1-FBA6-E8FE-FAA5-077B1B7893BC}"/>
              </a:ext>
            </a:extLst>
          </p:cNvPr>
          <p:cNvSpPr txBox="1"/>
          <p:nvPr/>
        </p:nvSpPr>
        <p:spPr>
          <a:xfrm>
            <a:off x="8964402" y="51477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48A1950F-421C-C776-3D98-F571C4152838}"/>
              </a:ext>
            </a:extLst>
          </p:cNvPr>
          <p:cNvSpPr txBox="1"/>
          <p:nvPr/>
        </p:nvSpPr>
        <p:spPr>
          <a:xfrm>
            <a:off x="9508506" y="513556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6E38668A-27D0-5C6A-119C-890C37F388A4}"/>
              </a:ext>
            </a:extLst>
          </p:cNvPr>
          <p:cNvSpPr txBox="1"/>
          <p:nvPr/>
        </p:nvSpPr>
        <p:spPr>
          <a:xfrm>
            <a:off x="8085314" y="139473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C7A45AD7-AB70-91F9-6006-CF186D665EB6}"/>
              </a:ext>
            </a:extLst>
          </p:cNvPr>
          <p:cNvSpPr txBox="1"/>
          <p:nvPr/>
        </p:nvSpPr>
        <p:spPr>
          <a:xfrm>
            <a:off x="3242096" y="139920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05F129EE-5FAE-E01F-633F-80E826A9EDCA}"/>
              </a:ext>
            </a:extLst>
          </p:cNvPr>
          <p:cNvSpPr txBox="1"/>
          <p:nvPr/>
        </p:nvSpPr>
        <p:spPr>
          <a:xfrm>
            <a:off x="3282576" y="48943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B242560-EA9B-7E49-3CE1-214E7933484D}"/>
              </a:ext>
            </a:extLst>
          </p:cNvPr>
          <p:cNvGrpSpPr/>
          <p:nvPr/>
        </p:nvGrpSpPr>
        <p:grpSpPr>
          <a:xfrm rot="5400000">
            <a:off x="1875470" y="4429837"/>
            <a:ext cx="1118168" cy="1755090"/>
            <a:chOff x="3525260" y="3032867"/>
            <a:chExt cx="1118168" cy="1755090"/>
          </a:xfrm>
        </p:grpSpPr>
        <p:pic>
          <p:nvPicPr>
            <p:cNvPr id="207" name="그래픽 206">
              <a:extLst>
                <a:ext uri="{FF2B5EF4-FFF2-40B4-BE49-F238E27FC236}">
                  <a16:creationId xmlns:a16="http://schemas.microsoft.com/office/drawing/2014/main" id="{17F611E5-195A-EA91-1752-18F59D0DC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525260" y="3804104"/>
              <a:ext cx="220445" cy="207477"/>
            </a:xfrm>
            <a:prstGeom prst="rect">
              <a:avLst/>
            </a:prstGeom>
          </p:spPr>
        </p:pic>
        <p:cxnSp>
          <p:nvCxnSpPr>
            <p:cNvPr id="217" name="직선 연결선 216">
              <a:extLst>
                <a:ext uri="{FF2B5EF4-FFF2-40B4-BE49-F238E27FC236}">
                  <a16:creationId xmlns:a16="http://schemas.microsoft.com/office/drawing/2014/main" id="{48BD12BD-4DA7-08E5-11D0-76810053390A}"/>
                </a:ext>
              </a:extLst>
            </p:cNvPr>
            <p:cNvCxnSpPr>
              <a:cxnSpLocks/>
              <a:stCxn id="207" idx="3"/>
            </p:cNvCxnSpPr>
            <p:nvPr/>
          </p:nvCxnSpPr>
          <p:spPr>
            <a:xfrm rot="16200000">
              <a:off x="4020832" y="3624654"/>
              <a:ext cx="8062" cy="5583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직선 연결선 220">
              <a:extLst>
                <a:ext uri="{FF2B5EF4-FFF2-40B4-BE49-F238E27FC236}">
                  <a16:creationId xmlns:a16="http://schemas.microsoft.com/office/drawing/2014/main" id="{73504425-A5D0-35B6-DB39-2A9930980BF2}"/>
                </a:ext>
              </a:extLst>
            </p:cNvPr>
            <p:cNvCxnSpPr>
              <a:cxnSpLocks/>
              <a:stCxn id="207" idx="3"/>
            </p:cNvCxnSpPr>
            <p:nvPr/>
          </p:nvCxnSpPr>
          <p:spPr>
            <a:xfrm rot="16200000" flipH="1">
              <a:off x="3708331" y="3945218"/>
              <a:ext cx="512899" cy="4381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직선 연결선 223">
              <a:extLst>
                <a:ext uri="{FF2B5EF4-FFF2-40B4-BE49-F238E27FC236}">
                  <a16:creationId xmlns:a16="http://schemas.microsoft.com/office/drawing/2014/main" id="{2C5350C9-91CF-0C48-4F46-D9B70F274ADA}"/>
                </a:ext>
              </a:extLst>
            </p:cNvPr>
            <p:cNvCxnSpPr>
              <a:cxnSpLocks/>
              <a:stCxn id="207" idx="3"/>
            </p:cNvCxnSpPr>
            <p:nvPr/>
          </p:nvCxnSpPr>
          <p:spPr>
            <a:xfrm rot="16200000">
              <a:off x="3708045" y="3329631"/>
              <a:ext cx="615873" cy="5405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303086E-CC4A-36E7-D8BB-2D9F7613EC67}"/>
                </a:ext>
              </a:extLst>
            </p:cNvPr>
            <p:cNvSpPr txBox="1"/>
            <p:nvPr/>
          </p:nvSpPr>
          <p:spPr>
            <a:xfrm rot="16200000">
              <a:off x="3388496" y="3976380"/>
              <a:ext cx="5036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5</a:t>
              </a:r>
              <a:endParaRPr lang="ko-KR" altLang="en-US" sz="800" b="1" dirty="0"/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1F970FF4-3DDB-8678-9B26-AD11046AB12B}"/>
                </a:ext>
              </a:extLst>
            </p:cNvPr>
            <p:cNvSpPr txBox="1"/>
            <p:nvPr/>
          </p:nvSpPr>
          <p:spPr>
            <a:xfrm rot="16200000">
              <a:off x="4266114" y="4428431"/>
              <a:ext cx="5036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4</a:t>
              </a:r>
              <a:endParaRPr lang="ko-KR" altLang="en-US" sz="800" b="1" dirty="0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CE7005C-870D-FD95-4949-8EB999E86968}"/>
                </a:ext>
              </a:extLst>
            </p:cNvPr>
            <p:cNvSpPr txBox="1"/>
            <p:nvPr/>
          </p:nvSpPr>
          <p:spPr>
            <a:xfrm rot="16200000">
              <a:off x="4256014" y="3736935"/>
              <a:ext cx="5036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5</a:t>
              </a:r>
              <a:endParaRPr lang="ko-KR" altLang="en-US" sz="800" b="1" dirty="0"/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4B882FE-D9EF-ED29-2B0C-2CB4F270BC62}"/>
                </a:ext>
              </a:extLst>
            </p:cNvPr>
            <p:cNvSpPr txBox="1"/>
            <p:nvPr/>
          </p:nvSpPr>
          <p:spPr>
            <a:xfrm rot="16200000">
              <a:off x="4283901" y="3176950"/>
              <a:ext cx="5036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6</a:t>
              </a:r>
              <a:endParaRPr lang="ko-KR" altLang="en-US" sz="800" b="1" dirty="0"/>
            </a:p>
          </p:txBody>
        </p:sp>
        <p:pic>
          <p:nvPicPr>
            <p:cNvPr id="208" name="Picture 2" descr="Data server ">
              <a:extLst>
                <a:ext uri="{FF2B5EF4-FFF2-40B4-BE49-F238E27FC236}">
                  <a16:creationId xmlns:a16="http://schemas.microsoft.com/office/drawing/2014/main" id="{0A50865E-AC7B-12BF-5D3A-0B64F863A5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4111871" y="3704365"/>
              <a:ext cx="314904" cy="3149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9" name="Picture 2" descr="Data server ">
              <a:extLst>
                <a:ext uri="{FF2B5EF4-FFF2-40B4-BE49-F238E27FC236}">
                  <a16:creationId xmlns:a16="http://schemas.microsoft.com/office/drawing/2014/main" id="{0990B60D-09A5-1A8E-1D3A-73D92CB326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4113009" y="3092577"/>
              <a:ext cx="314904" cy="3149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" name="Picture 2" descr="Data server ">
              <a:extLst>
                <a:ext uri="{FF2B5EF4-FFF2-40B4-BE49-F238E27FC236}">
                  <a16:creationId xmlns:a16="http://schemas.microsoft.com/office/drawing/2014/main" id="{386A1C12-6FEB-CA9F-8BF4-99D1268F0E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4102705" y="4333910"/>
              <a:ext cx="314904" cy="3149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35" name="TextBox 334">
            <a:extLst>
              <a:ext uri="{FF2B5EF4-FFF2-40B4-BE49-F238E27FC236}">
                <a16:creationId xmlns:a16="http://schemas.microsoft.com/office/drawing/2014/main" id="{5E7A3F22-FA0B-8E38-D940-0553E85A7D22}"/>
              </a:ext>
            </a:extLst>
          </p:cNvPr>
          <p:cNvSpPr txBox="1"/>
          <p:nvPr/>
        </p:nvSpPr>
        <p:spPr>
          <a:xfrm>
            <a:off x="6868169" y="3002196"/>
            <a:ext cx="751328" cy="215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Inter VLAN</a:t>
            </a: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40282995-884D-63D1-761A-35F3E7879C2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971" y="-566286"/>
            <a:ext cx="340225" cy="286221"/>
          </a:xfrm>
          <a:prstGeom prst="rect">
            <a:avLst/>
          </a:prstGeom>
        </p:spPr>
      </p:pic>
      <p:cxnSp>
        <p:nvCxnSpPr>
          <p:cNvPr id="252" name="직선 연결선 251">
            <a:extLst>
              <a:ext uri="{FF2B5EF4-FFF2-40B4-BE49-F238E27FC236}">
                <a16:creationId xmlns:a16="http://schemas.microsoft.com/office/drawing/2014/main" id="{06E6E5A2-4F6B-7199-66DC-B422E238E270}"/>
              </a:ext>
            </a:extLst>
          </p:cNvPr>
          <p:cNvCxnSpPr>
            <a:cxnSpLocks/>
            <a:stCxn id="235" idx="2"/>
            <a:endCxn id="115" idx="0"/>
          </p:cNvCxnSpPr>
          <p:nvPr/>
        </p:nvCxnSpPr>
        <p:spPr>
          <a:xfrm flipH="1">
            <a:off x="5791635" y="2655567"/>
            <a:ext cx="13858" cy="9788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3" name="TextBox 362">
            <a:extLst>
              <a:ext uri="{FF2B5EF4-FFF2-40B4-BE49-F238E27FC236}">
                <a16:creationId xmlns:a16="http://schemas.microsoft.com/office/drawing/2014/main" id="{E3150DEE-870E-C858-FE71-28A27B037B13}"/>
              </a:ext>
            </a:extLst>
          </p:cNvPr>
          <p:cNvSpPr txBox="1"/>
          <p:nvPr/>
        </p:nvSpPr>
        <p:spPr>
          <a:xfrm>
            <a:off x="9199629" y="252066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35A9D6BA-C03D-DD8D-A13F-32E882F4C6DA}"/>
              </a:ext>
            </a:extLst>
          </p:cNvPr>
          <p:cNvSpPr txBox="1"/>
          <p:nvPr/>
        </p:nvSpPr>
        <p:spPr>
          <a:xfrm>
            <a:off x="5449528" y="263460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74F254D8-4884-9D4E-0E3D-328AA937F57A}"/>
              </a:ext>
            </a:extLst>
          </p:cNvPr>
          <p:cNvSpPr txBox="1"/>
          <p:nvPr/>
        </p:nvSpPr>
        <p:spPr>
          <a:xfrm>
            <a:off x="5373519" y="423620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D6193A8-2332-56B6-7C38-FBDCC312227A}"/>
              </a:ext>
            </a:extLst>
          </p:cNvPr>
          <p:cNvCxnSpPr>
            <a:cxnSpLocks/>
            <a:stCxn id="113" idx="0"/>
            <a:endCxn id="261" idx="2"/>
          </p:cNvCxnSpPr>
          <p:nvPr/>
        </p:nvCxnSpPr>
        <p:spPr>
          <a:xfrm flipH="1" flipV="1">
            <a:off x="5805493" y="804121"/>
            <a:ext cx="1" cy="7436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TextBox 262">
            <a:extLst>
              <a:ext uri="{FF2B5EF4-FFF2-40B4-BE49-F238E27FC236}">
                <a16:creationId xmlns:a16="http://schemas.microsoft.com/office/drawing/2014/main" id="{7096A1D1-4E22-B4A6-35AA-6C49F471951F}"/>
              </a:ext>
            </a:extLst>
          </p:cNvPr>
          <p:cNvSpPr txBox="1"/>
          <p:nvPr/>
        </p:nvSpPr>
        <p:spPr>
          <a:xfrm>
            <a:off x="5495908" y="1147864"/>
            <a:ext cx="65489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default routing</a:t>
            </a:r>
          </a:p>
        </p:txBody>
      </p:sp>
      <p:pic>
        <p:nvPicPr>
          <p:cNvPr id="256" name="그래픽 255">
            <a:extLst>
              <a:ext uri="{FF2B5EF4-FFF2-40B4-BE49-F238E27FC236}">
                <a16:creationId xmlns:a16="http://schemas.microsoft.com/office/drawing/2014/main" id="{6BE2B446-7385-29AE-674E-2622E477101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35210" y="417211"/>
            <a:ext cx="1340565" cy="512210"/>
          </a:xfrm>
          <a:prstGeom prst="rect">
            <a:avLst/>
          </a:prstGeom>
        </p:spPr>
      </p:pic>
      <p:sp>
        <p:nvSpPr>
          <p:cNvPr id="261" name="TextBox 260">
            <a:extLst>
              <a:ext uri="{FF2B5EF4-FFF2-40B4-BE49-F238E27FC236}">
                <a16:creationId xmlns:a16="http://schemas.microsoft.com/office/drawing/2014/main" id="{E5C04123-0EA3-3466-2A14-36F63D3FC5DC}"/>
              </a:ext>
            </a:extLst>
          </p:cNvPr>
          <p:cNvSpPr txBox="1"/>
          <p:nvPr/>
        </p:nvSpPr>
        <p:spPr>
          <a:xfrm>
            <a:off x="5447863" y="542511"/>
            <a:ext cx="7152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/>
              <a:t>internet</a:t>
            </a:r>
            <a:endParaRPr lang="ko-KR" altLang="en-US" sz="1100" b="1" dirty="0"/>
          </a:p>
        </p:txBody>
      </p:sp>
      <p:pic>
        <p:nvPicPr>
          <p:cNvPr id="101" name="Picture 30" descr="Server ">
            <a:extLst>
              <a:ext uri="{FF2B5EF4-FFF2-40B4-BE49-F238E27FC236}">
                <a16:creationId xmlns:a16="http://schemas.microsoft.com/office/drawing/2014/main" id="{59CA279B-983D-A406-6A43-79BC7D182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0979" y="116121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256BAFD9-D1F0-D408-8E5A-794661E93B02}"/>
              </a:ext>
            </a:extLst>
          </p:cNvPr>
          <p:cNvCxnSpPr>
            <a:cxnSpLocks/>
            <a:stCxn id="101" idx="3"/>
            <a:endCxn id="256" idx="1"/>
          </p:cNvCxnSpPr>
          <p:nvPr/>
        </p:nvCxnSpPr>
        <p:spPr>
          <a:xfrm>
            <a:off x="4716165" y="248714"/>
            <a:ext cx="419045" cy="4246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568B5591-05BB-7FE6-9783-C654A43B02E7}"/>
              </a:ext>
            </a:extLst>
          </p:cNvPr>
          <p:cNvGrpSpPr/>
          <p:nvPr/>
        </p:nvGrpSpPr>
        <p:grpSpPr>
          <a:xfrm>
            <a:off x="3450882" y="4198422"/>
            <a:ext cx="1781140" cy="1583526"/>
            <a:chOff x="151286" y="4119259"/>
            <a:chExt cx="1781140" cy="1583526"/>
          </a:xfrm>
        </p:grpSpPr>
        <p:cxnSp>
          <p:nvCxnSpPr>
            <p:cNvPr id="136" name="직선 연결선 135">
              <a:extLst>
                <a:ext uri="{FF2B5EF4-FFF2-40B4-BE49-F238E27FC236}">
                  <a16:creationId xmlns:a16="http://schemas.microsoft.com/office/drawing/2014/main" id="{F0127683-F4AD-11B8-1C9E-7848E9858519}"/>
                </a:ext>
              </a:extLst>
            </p:cNvPr>
            <p:cNvCxnSpPr>
              <a:cxnSpLocks/>
              <a:stCxn id="182" idx="2"/>
            </p:cNvCxnSpPr>
            <p:nvPr/>
          </p:nvCxnSpPr>
          <p:spPr>
            <a:xfrm flipH="1">
              <a:off x="674008" y="4339208"/>
              <a:ext cx="7061" cy="545541"/>
            </a:xfrm>
            <a:prstGeom prst="line">
              <a:avLst/>
            </a:prstGeom>
            <a:ln>
              <a:solidFill>
                <a:srgbClr val="00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6D50B4E9-F356-E7BA-B355-5D4469D0F227}"/>
                </a:ext>
              </a:extLst>
            </p:cNvPr>
            <p:cNvCxnSpPr>
              <a:cxnSpLocks/>
              <a:stCxn id="184" idx="2"/>
              <a:endCxn id="134" idx="0"/>
            </p:cNvCxnSpPr>
            <p:nvPr/>
          </p:nvCxnSpPr>
          <p:spPr>
            <a:xfrm>
              <a:off x="1427821" y="4332320"/>
              <a:ext cx="13421" cy="41799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A81F0A51-AF34-6198-0DC9-40D379D51609}"/>
                </a:ext>
              </a:extLst>
            </p:cNvPr>
            <p:cNvGrpSpPr/>
            <p:nvPr/>
          </p:nvGrpSpPr>
          <p:grpSpPr>
            <a:xfrm>
              <a:off x="426391" y="4119259"/>
              <a:ext cx="503609" cy="283598"/>
              <a:chOff x="1392981" y="5045736"/>
              <a:chExt cx="503609" cy="283598"/>
            </a:xfrm>
          </p:grpSpPr>
          <p:pic>
            <p:nvPicPr>
              <p:cNvPr id="182" name="그래픽 181">
                <a:extLst>
                  <a:ext uri="{FF2B5EF4-FFF2-40B4-BE49-F238E27FC236}">
                    <a16:creationId xmlns:a16="http://schemas.microsoft.com/office/drawing/2014/main" id="{B538AE4E-5A4B-ACDE-EC88-D31C574FEA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486363" y="5045736"/>
                <a:ext cx="322591" cy="219949"/>
              </a:xfrm>
              <a:prstGeom prst="rect">
                <a:avLst/>
              </a:prstGeom>
            </p:spPr>
          </p:pic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B5E6605-C776-C492-124C-CE78B788981D}"/>
                  </a:ext>
                </a:extLst>
              </p:cNvPr>
              <p:cNvSpPr txBox="1"/>
              <p:nvPr/>
            </p:nvSpPr>
            <p:spPr>
              <a:xfrm>
                <a:off x="1392981" y="5113890"/>
                <a:ext cx="50360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9</a:t>
                </a:r>
                <a:endParaRPr lang="ko-KR" altLang="en-US" sz="800" b="1" dirty="0"/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817BA5CF-D886-C39A-2C76-168431BFF6BB}"/>
                </a:ext>
              </a:extLst>
            </p:cNvPr>
            <p:cNvGrpSpPr/>
            <p:nvPr/>
          </p:nvGrpSpPr>
          <p:grpSpPr>
            <a:xfrm>
              <a:off x="1251467" y="4131176"/>
              <a:ext cx="323859" cy="259833"/>
              <a:chOff x="2483204" y="5074905"/>
              <a:chExt cx="323859" cy="259833"/>
            </a:xfrm>
          </p:grpSpPr>
          <p:pic>
            <p:nvPicPr>
              <p:cNvPr id="184" name="그래픽 183">
                <a:extLst>
                  <a:ext uri="{FF2B5EF4-FFF2-40B4-BE49-F238E27FC236}">
                    <a16:creationId xmlns:a16="http://schemas.microsoft.com/office/drawing/2014/main" id="{F5C970F5-A3FB-3AF7-B4D0-7CA82FAF35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2512052" y="5074905"/>
                <a:ext cx="295011" cy="201144"/>
              </a:xfrm>
              <a:prstGeom prst="rect">
                <a:avLst/>
              </a:prstGeom>
            </p:spPr>
          </p:pic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1878CC6-87FD-8424-E77D-7D55B48BF2A8}"/>
                  </a:ext>
                </a:extLst>
              </p:cNvPr>
              <p:cNvSpPr txBox="1"/>
              <p:nvPr/>
            </p:nvSpPr>
            <p:spPr>
              <a:xfrm>
                <a:off x="2483204" y="5119294"/>
                <a:ext cx="31936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10</a:t>
                </a:r>
                <a:endParaRPr lang="ko-KR" altLang="en-US" sz="800" b="1" dirty="0"/>
              </a:p>
            </p:txBody>
          </p:sp>
        </p:grp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22141E62-9274-0366-62FD-18CAC4F05948}"/>
                </a:ext>
              </a:extLst>
            </p:cNvPr>
            <p:cNvGrpSpPr/>
            <p:nvPr/>
          </p:nvGrpSpPr>
          <p:grpSpPr>
            <a:xfrm>
              <a:off x="1049515" y="4750318"/>
              <a:ext cx="882911" cy="952467"/>
              <a:chOff x="2274472" y="5501826"/>
              <a:chExt cx="882911" cy="952467"/>
            </a:xfrm>
          </p:grpSpPr>
          <p:pic>
            <p:nvPicPr>
              <p:cNvPr id="134" name="그래픽 133">
                <a:extLst>
                  <a:ext uri="{FF2B5EF4-FFF2-40B4-BE49-F238E27FC236}">
                    <a16:creationId xmlns:a16="http://schemas.microsoft.com/office/drawing/2014/main" id="{8611A4B0-8CB0-78F5-884A-93942A1BB4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2542965" y="5501826"/>
                <a:ext cx="246467" cy="231968"/>
              </a:xfrm>
              <a:prstGeom prst="rect">
                <a:avLst/>
              </a:prstGeom>
            </p:spPr>
          </p:pic>
          <p:pic>
            <p:nvPicPr>
              <p:cNvPr id="146" name="Picture 16" descr="Computer">
                <a:extLst>
                  <a:ext uri="{FF2B5EF4-FFF2-40B4-BE49-F238E27FC236}">
                    <a16:creationId xmlns:a16="http://schemas.microsoft.com/office/drawing/2014/main" id="{03774E75-7E0E-3728-7B7A-D1E60FA63F5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86714" y="6048636"/>
                <a:ext cx="228071" cy="2280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7" name="Picture 16" descr="Computer">
                <a:extLst>
                  <a:ext uri="{FF2B5EF4-FFF2-40B4-BE49-F238E27FC236}">
                    <a16:creationId xmlns:a16="http://schemas.microsoft.com/office/drawing/2014/main" id="{3E96EAAA-E7C8-76AC-0EEB-BD8A32AED70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98781" y="6039111"/>
                <a:ext cx="254993" cy="2549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52" name="직선 연결선 151">
                <a:extLst>
                  <a:ext uri="{FF2B5EF4-FFF2-40B4-BE49-F238E27FC236}">
                    <a16:creationId xmlns:a16="http://schemas.microsoft.com/office/drawing/2014/main" id="{52569AB8-2A90-04F6-7C30-146874D4D0D8}"/>
                  </a:ext>
                </a:extLst>
              </p:cNvPr>
              <p:cNvCxnSpPr>
                <a:cxnSpLocks/>
                <a:stCxn id="134" idx="2"/>
              </p:cNvCxnSpPr>
              <p:nvPr/>
            </p:nvCxnSpPr>
            <p:spPr>
              <a:xfrm>
                <a:off x="2666199" y="5733794"/>
                <a:ext cx="211186" cy="37182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직선 연결선 154">
                <a:extLst>
                  <a:ext uri="{FF2B5EF4-FFF2-40B4-BE49-F238E27FC236}">
                    <a16:creationId xmlns:a16="http://schemas.microsoft.com/office/drawing/2014/main" id="{BBDBE707-D758-9DF6-70A0-7BF00394BBB8}"/>
                  </a:ext>
                </a:extLst>
              </p:cNvPr>
              <p:cNvCxnSpPr>
                <a:cxnSpLocks/>
                <a:stCxn id="134" idx="2"/>
                <a:endCxn id="147" idx="0"/>
              </p:cNvCxnSpPr>
              <p:nvPr/>
            </p:nvCxnSpPr>
            <p:spPr>
              <a:xfrm flipH="1">
                <a:off x="2526278" y="5733794"/>
                <a:ext cx="139921" cy="30531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4BD996C-C8B3-4D9E-F3D8-0D2DBED102EA}"/>
                  </a:ext>
                </a:extLst>
              </p:cNvPr>
              <p:cNvSpPr txBox="1"/>
              <p:nvPr/>
            </p:nvSpPr>
            <p:spPr>
              <a:xfrm>
                <a:off x="2700282" y="5532210"/>
                <a:ext cx="31936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4</a:t>
                </a:r>
                <a:endParaRPr lang="ko-KR" altLang="en-US" sz="800" b="1" dirty="0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D7B4C62-A0DF-6A83-5E57-5CCC8751A940}"/>
                  </a:ext>
                </a:extLst>
              </p:cNvPr>
              <p:cNvSpPr txBox="1"/>
              <p:nvPr/>
            </p:nvSpPr>
            <p:spPr>
              <a:xfrm>
                <a:off x="2274472" y="6234594"/>
                <a:ext cx="50360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2</a:t>
                </a:r>
                <a:endParaRPr lang="ko-KR" altLang="en-US" sz="800" b="1" dirty="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22933E0-F030-51B4-48AE-D0C42BE284F9}"/>
                  </a:ext>
                </a:extLst>
              </p:cNvPr>
              <p:cNvSpPr txBox="1"/>
              <p:nvPr/>
            </p:nvSpPr>
            <p:spPr>
              <a:xfrm>
                <a:off x="2653774" y="6238849"/>
                <a:ext cx="50360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3</a:t>
                </a:r>
                <a:endParaRPr lang="ko-KR" altLang="en-US" sz="800" b="1" dirty="0"/>
              </a:p>
            </p:txBody>
          </p:sp>
        </p:grpSp>
        <p:grpSp>
          <p:nvGrpSpPr>
            <p:cNvPr id="79" name="그룹 78">
              <a:extLst>
                <a:ext uri="{FF2B5EF4-FFF2-40B4-BE49-F238E27FC236}">
                  <a16:creationId xmlns:a16="http://schemas.microsoft.com/office/drawing/2014/main" id="{DA1265AC-955E-3A1D-BA24-2D5CC074694D}"/>
                </a:ext>
              </a:extLst>
            </p:cNvPr>
            <p:cNvGrpSpPr/>
            <p:nvPr/>
          </p:nvGrpSpPr>
          <p:grpSpPr>
            <a:xfrm>
              <a:off x="151286" y="4699935"/>
              <a:ext cx="947760" cy="985986"/>
              <a:chOff x="1070412" y="5499334"/>
              <a:chExt cx="947760" cy="985986"/>
            </a:xfrm>
          </p:grpSpPr>
          <p:pic>
            <p:nvPicPr>
              <p:cNvPr id="133" name="그래픽 132">
                <a:extLst>
                  <a:ext uri="{FF2B5EF4-FFF2-40B4-BE49-F238E27FC236}">
                    <a16:creationId xmlns:a16="http://schemas.microsoft.com/office/drawing/2014/main" id="{7DF5263A-A577-D1AE-01AB-ECA3BB5495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508073" y="5499334"/>
                <a:ext cx="220445" cy="207477"/>
              </a:xfrm>
              <a:prstGeom prst="rect">
                <a:avLst/>
              </a:prstGeom>
            </p:spPr>
          </p:pic>
          <p:pic>
            <p:nvPicPr>
              <p:cNvPr id="145" name="Picture 16" descr="Computer">
                <a:extLst>
                  <a:ext uri="{FF2B5EF4-FFF2-40B4-BE49-F238E27FC236}">
                    <a16:creationId xmlns:a16="http://schemas.microsoft.com/office/drawing/2014/main" id="{BF1C547F-D9B9-B86C-1FCE-96BAE50894B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41560" y="6058888"/>
                <a:ext cx="228071" cy="2280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58" name="직선 연결선 157">
                <a:extLst>
                  <a:ext uri="{FF2B5EF4-FFF2-40B4-BE49-F238E27FC236}">
                    <a16:creationId xmlns:a16="http://schemas.microsoft.com/office/drawing/2014/main" id="{A1663425-694D-D89F-CA7E-A6280244E8A3}"/>
                  </a:ext>
                </a:extLst>
              </p:cNvPr>
              <p:cNvCxnSpPr>
                <a:cxnSpLocks/>
                <a:stCxn id="133" idx="2"/>
                <a:endCxn id="145" idx="0"/>
              </p:cNvCxnSpPr>
              <p:nvPr/>
            </p:nvCxnSpPr>
            <p:spPr>
              <a:xfrm flipH="1">
                <a:off x="1355596" y="5706811"/>
                <a:ext cx="262700" cy="352077"/>
              </a:xfrm>
              <a:prstGeom prst="line">
                <a:avLst/>
              </a:prstGeom>
              <a:ln>
                <a:solidFill>
                  <a:srgbClr val="0000C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>
                <a:extLst>
                  <a:ext uri="{FF2B5EF4-FFF2-40B4-BE49-F238E27FC236}">
                    <a16:creationId xmlns:a16="http://schemas.microsoft.com/office/drawing/2014/main" id="{8D45973F-14DD-F31E-0A00-1C8259259B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5908" y="5706811"/>
                <a:ext cx="174151" cy="352077"/>
              </a:xfrm>
              <a:prstGeom prst="line">
                <a:avLst/>
              </a:prstGeom>
              <a:ln>
                <a:solidFill>
                  <a:srgbClr val="0000C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01" name="Picture 2" descr="Data server ">
                <a:extLst>
                  <a:ext uri="{FF2B5EF4-FFF2-40B4-BE49-F238E27FC236}">
                    <a16:creationId xmlns:a16="http://schemas.microsoft.com/office/drawing/2014/main" id="{1B8FFDF2-05B2-5F29-D069-950CB5A9907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09247" y="5961993"/>
                <a:ext cx="352077" cy="3520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0D04C02-B11E-D906-3719-3836D027B749}"/>
                  </a:ext>
                </a:extLst>
              </p:cNvPr>
              <p:cNvSpPr txBox="1"/>
              <p:nvPr/>
            </p:nvSpPr>
            <p:spPr>
              <a:xfrm>
                <a:off x="1165662" y="5506176"/>
                <a:ext cx="50360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3</a:t>
                </a:r>
                <a:endParaRPr lang="ko-KR" altLang="en-US" sz="800" b="1" dirty="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2E0D6D9-1170-0DA0-DE1D-B7150D4CCD5F}"/>
                  </a:ext>
                </a:extLst>
              </p:cNvPr>
              <p:cNvSpPr txBox="1"/>
              <p:nvPr/>
            </p:nvSpPr>
            <p:spPr>
              <a:xfrm>
                <a:off x="1070412" y="6266365"/>
                <a:ext cx="50360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1</a:t>
                </a:r>
                <a:endParaRPr lang="ko-KR" altLang="en-US" sz="800" b="1" dirty="0"/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A9776493-6FBC-0A2F-9A88-70FC1D3232D8}"/>
                  </a:ext>
                </a:extLst>
              </p:cNvPr>
              <p:cNvSpPr txBox="1"/>
              <p:nvPr/>
            </p:nvSpPr>
            <p:spPr>
              <a:xfrm>
                <a:off x="1514563" y="6269876"/>
                <a:ext cx="50360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800" b="1" dirty="0"/>
                  <a:t>3</a:t>
                </a:r>
                <a:endParaRPr lang="ko-KR" altLang="en-US" sz="800" b="1" dirty="0"/>
              </a:p>
            </p:txBody>
          </p:sp>
        </p:grpSp>
      </p:grpSp>
      <p:cxnSp>
        <p:nvCxnSpPr>
          <p:cNvPr id="200" name="직선 연결선 199">
            <a:extLst>
              <a:ext uri="{FF2B5EF4-FFF2-40B4-BE49-F238E27FC236}">
                <a16:creationId xmlns:a16="http://schemas.microsoft.com/office/drawing/2014/main" id="{C24C089A-56A9-67FC-A9F4-DAD62CDD085E}"/>
              </a:ext>
            </a:extLst>
          </p:cNvPr>
          <p:cNvCxnSpPr>
            <a:cxnSpLocks/>
          </p:cNvCxnSpPr>
          <p:nvPr/>
        </p:nvCxnSpPr>
        <p:spPr>
          <a:xfrm flipH="1">
            <a:off x="2514764" y="2543205"/>
            <a:ext cx="3261873" cy="597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직선 연결선 204">
            <a:extLst>
              <a:ext uri="{FF2B5EF4-FFF2-40B4-BE49-F238E27FC236}">
                <a16:creationId xmlns:a16="http://schemas.microsoft.com/office/drawing/2014/main" id="{D3C9C1D5-BE42-2A48-7F24-A8500C177309}"/>
              </a:ext>
            </a:extLst>
          </p:cNvPr>
          <p:cNvCxnSpPr>
            <a:cxnSpLocks/>
            <a:endCxn id="30" idx="0"/>
          </p:cNvCxnSpPr>
          <p:nvPr/>
        </p:nvCxnSpPr>
        <p:spPr>
          <a:xfrm flipH="1">
            <a:off x="2402937" y="2543205"/>
            <a:ext cx="3373700" cy="6007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직선 연결선 217">
            <a:extLst>
              <a:ext uri="{FF2B5EF4-FFF2-40B4-BE49-F238E27FC236}">
                <a16:creationId xmlns:a16="http://schemas.microsoft.com/office/drawing/2014/main" id="{291B0058-3CDB-8BF4-4C74-34E602D2DBBD}"/>
              </a:ext>
            </a:extLst>
          </p:cNvPr>
          <p:cNvCxnSpPr>
            <a:cxnSpLocks/>
            <a:endCxn id="32" idx="0"/>
          </p:cNvCxnSpPr>
          <p:nvPr/>
        </p:nvCxnSpPr>
        <p:spPr>
          <a:xfrm flipH="1">
            <a:off x="2436173" y="2555014"/>
            <a:ext cx="3264264" cy="11573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직선 연결선 225">
            <a:extLst>
              <a:ext uri="{FF2B5EF4-FFF2-40B4-BE49-F238E27FC236}">
                <a16:creationId xmlns:a16="http://schemas.microsoft.com/office/drawing/2014/main" id="{94E239D6-F858-808F-201B-BB8CD35EEC80}"/>
              </a:ext>
            </a:extLst>
          </p:cNvPr>
          <p:cNvCxnSpPr>
            <a:cxnSpLocks/>
          </p:cNvCxnSpPr>
          <p:nvPr/>
        </p:nvCxnSpPr>
        <p:spPr>
          <a:xfrm flipH="1">
            <a:off x="4450979" y="2543205"/>
            <a:ext cx="1325658" cy="10777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5" name="그림 234">
            <a:extLst>
              <a:ext uri="{FF2B5EF4-FFF2-40B4-BE49-F238E27FC236}">
                <a16:creationId xmlns:a16="http://schemas.microsoft.com/office/drawing/2014/main" id="{E086D3BD-E964-5344-4B70-11E146CAE9B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5380" y="2369346"/>
            <a:ext cx="340225" cy="286221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B4D341A8-89FA-6B68-D6CA-7B2998F3AA0B}"/>
              </a:ext>
            </a:extLst>
          </p:cNvPr>
          <p:cNvGrpSpPr/>
          <p:nvPr/>
        </p:nvGrpSpPr>
        <p:grpSpPr>
          <a:xfrm>
            <a:off x="2151132" y="3071232"/>
            <a:ext cx="503609" cy="288122"/>
            <a:chOff x="1106468" y="3782235"/>
            <a:chExt cx="503609" cy="288122"/>
          </a:xfrm>
        </p:grpSpPr>
        <p:pic>
          <p:nvPicPr>
            <p:cNvPr id="116" name="그래픽 115">
              <a:extLst>
                <a:ext uri="{FF2B5EF4-FFF2-40B4-BE49-F238E27FC236}">
                  <a16:creationId xmlns:a16="http://schemas.microsoft.com/office/drawing/2014/main" id="{9C640F09-9FCD-254E-EAB4-F875EA074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177275" y="3782235"/>
              <a:ext cx="376089" cy="256425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BD5FE73-5F3B-263C-C76A-2A6787C0E9E3}"/>
                </a:ext>
              </a:extLst>
            </p:cNvPr>
            <p:cNvSpPr txBox="1"/>
            <p:nvPr/>
          </p:nvSpPr>
          <p:spPr>
            <a:xfrm>
              <a:off x="1106468" y="3854913"/>
              <a:ext cx="5036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6</a:t>
              </a:r>
              <a:endParaRPr lang="ko-KR" altLang="en-US" sz="800" b="1" dirty="0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0E2E403-5D95-E147-55E3-30B2B4023E4C}"/>
              </a:ext>
            </a:extLst>
          </p:cNvPr>
          <p:cNvGrpSpPr/>
          <p:nvPr/>
        </p:nvGrpSpPr>
        <p:grpSpPr>
          <a:xfrm>
            <a:off x="2184368" y="3634409"/>
            <a:ext cx="503609" cy="293376"/>
            <a:chOff x="2707672" y="3782234"/>
            <a:chExt cx="503609" cy="293376"/>
          </a:xfrm>
        </p:grpSpPr>
        <p:pic>
          <p:nvPicPr>
            <p:cNvPr id="117" name="그래픽 116">
              <a:extLst>
                <a:ext uri="{FF2B5EF4-FFF2-40B4-BE49-F238E27FC236}">
                  <a16:creationId xmlns:a16="http://schemas.microsoft.com/office/drawing/2014/main" id="{24C231AB-660E-2237-16DA-485B2DA58D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750636" y="3782234"/>
              <a:ext cx="376089" cy="256425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84C988E-E69E-E621-9987-05F7E67FA81A}"/>
                </a:ext>
              </a:extLst>
            </p:cNvPr>
            <p:cNvSpPr txBox="1"/>
            <p:nvPr/>
          </p:nvSpPr>
          <p:spPr>
            <a:xfrm>
              <a:off x="2707672" y="3860166"/>
              <a:ext cx="5036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7</a:t>
              </a:r>
              <a:endParaRPr lang="ko-KR" altLang="en-US" sz="800" b="1" dirty="0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CDE43245-D0E2-8C1B-2913-33DE3FDC5345}"/>
              </a:ext>
            </a:extLst>
          </p:cNvPr>
          <p:cNvGrpSpPr/>
          <p:nvPr/>
        </p:nvGrpSpPr>
        <p:grpSpPr>
          <a:xfrm>
            <a:off x="2151132" y="2493860"/>
            <a:ext cx="503609" cy="281109"/>
            <a:chOff x="1901288" y="3254173"/>
            <a:chExt cx="503609" cy="281109"/>
          </a:xfrm>
        </p:grpSpPr>
        <p:pic>
          <p:nvPicPr>
            <p:cNvPr id="118" name="그래픽 117">
              <a:extLst>
                <a:ext uri="{FF2B5EF4-FFF2-40B4-BE49-F238E27FC236}">
                  <a16:creationId xmlns:a16="http://schemas.microsoft.com/office/drawing/2014/main" id="{1C2970B9-443C-D56D-5FA8-B7216B7934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956908" y="3254173"/>
              <a:ext cx="376089" cy="256425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7C7078F-92CB-C411-C6D9-BF0823EA3C52}"/>
                </a:ext>
              </a:extLst>
            </p:cNvPr>
            <p:cNvSpPr txBox="1"/>
            <p:nvPr/>
          </p:nvSpPr>
          <p:spPr>
            <a:xfrm>
              <a:off x="1901288" y="3319838"/>
              <a:ext cx="5036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5</a:t>
              </a:r>
              <a:endParaRPr lang="ko-KR" altLang="en-US" sz="800" b="1" dirty="0"/>
            </a:p>
          </p:txBody>
        </p:sp>
      </p:grpSp>
      <p:grpSp>
        <p:nvGrpSpPr>
          <p:cNvPr id="239" name="그룹 238">
            <a:extLst>
              <a:ext uri="{FF2B5EF4-FFF2-40B4-BE49-F238E27FC236}">
                <a16:creationId xmlns:a16="http://schemas.microsoft.com/office/drawing/2014/main" id="{F34F2822-8F5D-F57C-D5A5-3E70416785C8}"/>
              </a:ext>
            </a:extLst>
          </p:cNvPr>
          <p:cNvGrpSpPr/>
          <p:nvPr/>
        </p:nvGrpSpPr>
        <p:grpSpPr>
          <a:xfrm>
            <a:off x="5603591" y="3634410"/>
            <a:ext cx="379300" cy="1480436"/>
            <a:chOff x="5603591" y="3812809"/>
            <a:chExt cx="379300" cy="1480436"/>
          </a:xfrm>
        </p:grpSpPr>
        <p:grpSp>
          <p:nvGrpSpPr>
            <p:cNvPr id="196" name="그룹 195">
              <a:extLst>
                <a:ext uri="{FF2B5EF4-FFF2-40B4-BE49-F238E27FC236}">
                  <a16:creationId xmlns:a16="http://schemas.microsoft.com/office/drawing/2014/main" id="{6ED79567-8829-DBBE-72BB-80EA97218A59}"/>
                </a:ext>
              </a:extLst>
            </p:cNvPr>
            <p:cNvGrpSpPr/>
            <p:nvPr/>
          </p:nvGrpSpPr>
          <p:grpSpPr>
            <a:xfrm rot="16200000" flipV="1">
              <a:off x="5051418" y="4364982"/>
              <a:ext cx="1480436" cy="376089"/>
              <a:chOff x="1648415" y="438228"/>
              <a:chExt cx="1480436" cy="376089"/>
            </a:xfrm>
          </p:grpSpPr>
          <p:pic>
            <p:nvPicPr>
              <p:cNvPr id="115" name="그래픽 114">
                <a:extLst>
                  <a:ext uri="{FF2B5EF4-FFF2-40B4-BE49-F238E27FC236}">
                    <a16:creationId xmlns:a16="http://schemas.microsoft.com/office/drawing/2014/main" id="{C1C0201D-B192-FD7E-80C3-BEBE8748A9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5400000">
                <a:off x="2812594" y="498060"/>
                <a:ext cx="376089" cy="256425"/>
              </a:xfrm>
              <a:prstGeom prst="rect">
                <a:avLst/>
              </a:prstGeom>
            </p:spPr>
          </p:pic>
          <p:pic>
            <p:nvPicPr>
              <p:cNvPr id="301" name="Picture 30" descr="Server ">
                <a:extLst>
                  <a:ext uri="{FF2B5EF4-FFF2-40B4-BE49-F238E27FC236}">
                    <a16:creationId xmlns:a16="http://schemas.microsoft.com/office/drawing/2014/main" id="{3E9BC1D2-7B78-3CB4-4BA2-1499B8DDC2E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400000">
                <a:off x="1648415" y="493823"/>
                <a:ext cx="265186" cy="26518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2" name="그래픽 301">
                <a:extLst>
                  <a:ext uri="{FF2B5EF4-FFF2-40B4-BE49-F238E27FC236}">
                    <a16:creationId xmlns:a16="http://schemas.microsoft.com/office/drawing/2014/main" id="{068DE430-A650-DE21-6CAF-651DEC5C99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 rot="5400000">
                <a:off x="2304630" y="522678"/>
                <a:ext cx="220445" cy="207477"/>
              </a:xfrm>
              <a:prstGeom prst="rect">
                <a:avLst/>
              </a:prstGeom>
            </p:spPr>
          </p:pic>
          <p:cxnSp>
            <p:nvCxnSpPr>
              <p:cNvPr id="303" name="직선 연결선 302">
                <a:extLst>
                  <a:ext uri="{FF2B5EF4-FFF2-40B4-BE49-F238E27FC236}">
                    <a16:creationId xmlns:a16="http://schemas.microsoft.com/office/drawing/2014/main" id="{3C968AF7-9316-1CDE-ABB7-2C1EFF4075E9}"/>
                  </a:ext>
                </a:extLst>
              </p:cNvPr>
              <p:cNvCxnSpPr>
                <a:cxnSpLocks/>
                <a:stCxn id="302" idx="0"/>
                <a:endCxn id="115" idx="2"/>
              </p:cNvCxnSpPr>
              <p:nvPr/>
            </p:nvCxnSpPr>
            <p:spPr>
              <a:xfrm rot="16200000">
                <a:off x="2695437" y="449427"/>
                <a:ext cx="143" cy="35383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" name="직선 연결선 311">
                <a:extLst>
                  <a:ext uri="{FF2B5EF4-FFF2-40B4-BE49-F238E27FC236}">
                    <a16:creationId xmlns:a16="http://schemas.microsoft.com/office/drawing/2014/main" id="{8173064B-E8D4-9E4F-C01A-2C9FA96279B4}"/>
                  </a:ext>
                </a:extLst>
              </p:cNvPr>
              <p:cNvCxnSpPr>
                <a:cxnSpLocks/>
                <a:stCxn id="301" idx="0"/>
                <a:endCxn id="302" idx="2"/>
              </p:cNvCxnSpPr>
              <p:nvPr/>
            </p:nvCxnSpPr>
            <p:spPr>
              <a:xfrm rot="16200000" flipH="1">
                <a:off x="2112357" y="427659"/>
                <a:ext cx="1" cy="39751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직선 연결선 320">
                <a:extLst>
                  <a:ext uri="{FF2B5EF4-FFF2-40B4-BE49-F238E27FC236}">
                    <a16:creationId xmlns:a16="http://schemas.microsoft.com/office/drawing/2014/main" id="{3F78749B-9B51-9206-FAC8-E66108173343}"/>
                  </a:ext>
                </a:extLst>
              </p:cNvPr>
              <p:cNvCxnSpPr>
                <a:stCxn id="301" idx="0"/>
                <a:endCxn id="301" idx="3"/>
              </p:cNvCxnSpPr>
              <p:nvPr/>
            </p:nvCxnSpPr>
            <p:spPr>
              <a:xfrm rot="16200000" flipH="1" flipV="1">
                <a:off x="1781008" y="626415"/>
                <a:ext cx="132593" cy="1325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4730A017-B6A8-6688-3EC3-C941174B61B6}"/>
                </a:ext>
              </a:extLst>
            </p:cNvPr>
            <p:cNvSpPr txBox="1"/>
            <p:nvPr/>
          </p:nvSpPr>
          <p:spPr>
            <a:xfrm>
              <a:off x="5613945" y="3880394"/>
              <a:ext cx="3689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4</a:t>
              </a:r>
              <a:endParaRPr lang="ko-KR" altLang="en-US" sz="800" b="1" dirty="0"/>
            </a:p>
          </p:txBody>
        </p:sp>
      </p:grpSp>
      <p:sp>
        <p:nvSpPr>
          <p:cNvPr id="236" name="TextBox 235">
            <a:extLst>
              <a:ext uri="{FF2B5EF4-FFF2-40B4-BE49-F238E27FC236}">
                <a16:creationId xmlns:a16="http://schemas.microsoft.com/office/drawing/2014/main" id="{B8441040-2310-37A5-A13F-D2ED0C82FE6D}"/>
              </a:ext>
            </a:extLst>
          </p:cNvPr>
          <p:cNvSpPr txBox="1"/>
          <p:nvPr/>
        </p:nvSpPr>
        <p:spPr>
          <a:xfrm>
            <a:off x="4319538" y="34572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DED42D41-9D59-2318-CC08-4322A9F7B3A7}"/>
              </a:ext>
            </a:extLst>
          </p:cNvPr>
          <p:cNvSpPr txBox="1"/>
          <p:nvPr/>
        </p:nvSpPr>
        <p:spPr>
          <a:xfrm>
            <a:off x="4319538" y="75529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663DA0CE-5555-3DD2-C121-F7BEAD6A2F5E}"/>
              </a:ext>
            </a:extLst>
          </p:cNvPr>
          <p:cNvSpPr txBox="1"/>
          <p:nvPr/>
        </p:nvSpPr>
        <p:spPr>
          <a:xfrm>
            <a:off x="3245542" y="2717059"/>
            <a:ext cx="1741204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Summary routing</a:t>
            </a:r>
          </a:p>
          <a:p>
            <a:pPr algn="ctr"/>
            <a:r>
              <a:rPr lang="en-US" altLang="ko-KR" sz="1000" b="1" dirty="0"/>
              <a:t>/Road Balancing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9DD2DF-F041-C58C-8D56-5DB367F83119}"/>
              </a:ext>
            </a:extLst>
          </p:cNvPr>
          <p:cNvSpPr txBox="1"/>
          <p:nvPr/>
        </p:nvSpPr>
        <p:spPr>
          <a:xfrm>
            <a:off x="3460698" y="4479860"/>
            <a:ext cx="426439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PAT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28C6007-15C6-A22D-5DBF-F6C2BFD2EE71}"/>
              </a:ext>
            </a:extLst>
          </p:cNvPr>
          <p:cNvSpPr txBox="1"/>
          <p:nvPr/>
        </p:nvSpPr>
        <p:spPr>
          <a:xfrm>
            <a:off x="4817335" y="4479860"/>
            <a:ext cx="534122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CHAP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43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래픽 3">
            <a:extLst>
              <a:ext uri="{FF2B5EF4-FFF2-40B4-BE49-F238E27FC236}">
                <a16:creationId xmlns:a16="http://schemas.microsoft.com/office/drawing/2014/main" id="{721FF19D-B703-8D16-3C6B-13B8963C2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543043"/>
            <a:ext cx="220445" cy="207477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E69161C-9444-6D1D-476F-F0968037A1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1021182"/>
            <a:ext cx="220445" cy="207477"/>
          </a:xfrm>
          <a:prstGeom prst="rect">
            <a:avLst/>
          </a:prstGeom>
        </p:spPr>
      </p:pic>
      <p:pic>
        <p:nvPicPr>
          <p:cNvPr id="6" name="그래픽 5">
            <a:extLst>
              <a:ext uri="{FF2B5EF4-FFF2-40B4-BE49-F238E27FC236}">
                <a16:creationId xmlns:a16="http://schemas.microsoft.com/office/drawing/2014/main" id="{75D4648F-1BE5-E8C2-0754-C0A7BD062C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1977460"/>
            <a:ext cx="220445" cy="207477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35E3DAF8-40E3-3F92-5ED9-934E9D0FB5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2933738"/>
            <a:ext cx="220445" cy="207477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998A5A4F-0CD5-B33E-CD6A-27FF43553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2455599"/>
            <a:ext cx="220445" cy="207477"/>
          </a:xfrm>
          <a:prstGeom prst="rect">
            <a:avLst/>
          </a:prstGeom>
        </p:spPr>
      </p:pic>
      <p:pic>
        <p:nvPicPr>
          <p:cNvPr id="9" name="그래픽 8">
            <a:extLst>
              <a:ext uri="{FF2B5EF4-FFF2-40B4-BE49-F238E27FC236}">
                <a16:creationId xmlns:a16="http://schemas.microsoft.com/office/drawing/2014/main" id="{168941E0-0D36-3049-CDC1-6CA19B9DF1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1499321"/>
            <a:ext cx="220445" cy="207477"/>
          </a:xfrm>
          <a:prstGeom prst="rect">
            <a:avLst/>
          </a:prstGeom>
        </p:spPr>
      </p:pic>
      <p:pic>
        <p:nvPicPr>
          <p:cNvPr id="10" name="그래픽 9">
            <a:extLst>
              <a:ext uri="{FF2B5EF4-FFF2-40B4-BE49-F238E27FC236}">
                <a16:creationId xmlns:a16="http://schemas.microsoft.com/office/drawing/2014/main" id="{C75D74D0-99ED-21E2-2A56-A6BD54E5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3411877"/>
            <a:ext cx="220445" cy="207477"/>
          </a:xfrm>
          <a:prstGeom prst="rect">
            <a:avLst/>
          </a:prstGeom>
        </p:spPr>
      </p:pic>
      <p:pic>
        <p:nvPicPr>
          <p:cNvPr id="11" name="그래픽 10">
            <a:extLst>
              <a:ext uri="{FF2B5EF4-FFF2-40B4-BE49-F238E27FC236}">
                <a16:creationId xmlns:a16="http://schemas.microsoft.com/office/drawing/2014/main" id="{C2840B6C-326E-B7C9-F41A-97578B83D0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4846294"/>
            <a:ext cx="220445" cy="207477"/>
          </a:xfrm>
          <a:prstGeom prst="rect">
            <a:avLst/>
          </a:prstGeom>
        </p:spPr>
      </p:pic>
      <p:pic>
        <p:nvPicPr>
          <p:cNvPr id="12" name="그래픽 11">
            <a:extLst>
              <a:ext uri="{FF2B5EF4-FFF2-40B4-BE49-F238E27FC236}">
                <a16:creationId xmlns:a16="http://schemas.microsoft.com/office/drawing/2014/main" id="{6081121B-EA0B-9A49-B65E-898E20E09E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5802567"/>
            <a:ext cx="220445" cy="207477"/>
          </a:xfrm>
          <a:prstGeom prst="rect">
            <a:avLst/>
          </a:prstGeom>
        </p:spPr>
      </p:pic>
      <p:pic>
        <p:nvPicPr>
          <p:cNvPr id="13" name="그래픽 12">
            <a:extLst>
              <a:ext uri="{FF2B5EF4-FFF2-40B4-BE49-F238E27FC236}">
                <a16:creationId xmlns:a16="http://schemas.microsoft.com/office/drawing/2014/main" id="{E3E1AFEE-2A18-02D9-9CB1-9923BB06C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5324433"/>
            <a:ext cx="220445" cy="207477"/>
          </a:xfrm>
          <a:prstGeom prst="rect">
            <a:avLst/>
          </a:prstGeom>
        </p:spPr>
      </p:pic>
      <p:pic>
        <p:nvPicPr>
          <p:cNvPr id="14" name="그래픽 13">
            <a:extLst>
              <a:ext uri="{FF2B5EF4-FFF2-40B4-BE49-F238E27FC236}">
                <a16:creationId xmlns:a16="http://schemas.microsoft.com/office/drawing/2014/main" id="{C3F864CF-E1AB-4514-D49F-2B9C2B07E1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3890016"/>
            <a:ext cx="220445" cy="207477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3F720CDD-AB8E-7ACD-6137-CC2B9BCA2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4368155"/>
            <a:ext cx="220445" cy="207477"/>
          </a:xfrm>
          <a:prstGeom prst="rect">
            <a:avLst/>
          </a:prstGeom>
        </p:spPr>
      </p:pic>
      <p:pic>
        <p:nvPicPr>
          <p:cNvPr id="16" name="그래픽 15">
            <a:extLst>
              <a:ext uri="{FF2B5EF4-FFF2-40B4-BE49-F238E27FC236}">
                <a16:creationId xmlns:a16="http://schemas.microsoft.com/office/drawing/2014/main" id="{EF84CD08-8A2C-11E9-9447-D4E4D955B6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428986"/>
            <a:ext cx="376089" cy="256425"/>
          </a:xfrm>
          <a:prstGeom prst="rect">
            <a:avLst/>
          </a:prstGeom>
        </p:spPr>
      </p:pic>
      <p:pic>
        <p:nvPicPr>
          <p:cNvPr id="17" name="그래픽 16">
            <a:extLst>
              <a:ext uri="{FF2B5EF4-FFF2-40B4-BE49-F238E27FC236}">
                <a16:creationId xmlns:a16="http://schemas.microsoft.com/office/drawing/2014/main" id="{7BE29D17-E03A-1998-6D08-C7E1CF6EFA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953523"/>
            <a:ext cx="376089" cy="256425"/>
          </a:xfrm>
          <a:prstGeom prst="rect">
            <a:avLst/>
          </a:prstGeom>
        </p:spPr>
      </p:pic>
      <p:pic>
        <p:nvPicPr>
          <p:cNvPr id="18" name="그래픽 17">
            <a:extLst>
              <a:ext uri="{FF2B5EF4-FFF2-40B4-BE49-F238E27FC236}">
                <a16:creationId xmlns:a16="http://schemas.microsoft.com/office/drawing/2014/main" id="{0F664FEA-3D8A-B5ED-F1AC-EBA75C2CA9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1478060"/>
            <a:ext cx="376089" cy="256425"/>
          </a:xfrm>
          <a:prstGeom prst="rect">
            <a:avLst/>
          </a:prstGeom>
        </p:spPr>
      </p:pic>
      <p:pic>
        <p:nvPicPr>
          <p:cNvPr id="19" name="그래픽 18">
            <a:extLst>
              <a:ext uri="{FF2B5EF4-FFF2-40B4-BE49-F238E27FC236}">
                <a16:creationId xmlns:a16="http://schemas.microsoft.com/office/drawing/2014/main" id="{7562B7E1-237F-7ACE-AD51-15E22D4353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2002597"/>
            <a:ext cx="376089" cy="256425"/>
          </a:xfrm>
          <a:prstGeom prst="rect">
            <a:avLst/>
          </a:prstGeom>
        </p:spPr>
      </p:pic>
      <p:pic>
        <p:nvPicPr>
          <p:cNvPr id="20" name="그래픽 19">
            <a:extLst>
              <a:ext uri="{FF2B5EF4-FFF2-40B4-BE49-F238E27FC236}">
                <a16:creationId xmlns:a16="http://schemas.microsoft.com/office/drawing/2014/main" id="{35887862-BB42-9646-FD35-6AFF32504D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2527134"/>
            <a:ext cx="376089" cy="256425"/>
          </a:xfrm>
          <a:prstGeom prst="rect">
            <a:avLst/>
          </a:prstGeom>
        </p:spPr>
      </p:pic>
      <p:pic>
        <p:nvPicPr>
          <p:cNvPr id="21" name="그래픽 20">
            <a:extLst>
              <a:ext uri="{FF2B5EF4-FFF2-40B4-BE49-F238E27FC236}">
                <a16:creationId xmlns:a16="http://schemas.microsoft.com/office/drawing/2014/main" id="{9AF3CBF6-026E-AE0F-52BA-B0B57F8AAC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3576208"/>
            <a:ext cx="376089" cy="256425"/>
          </a:xfrm>
          <a:prstGeom prst="rect">
            <a:avLst/>
          </a:prstGeom>
        </p:spPr>
      </p:pic>
      <p:pic>
        <p:nvPicPr>
          <p:cNvPr id="22" name="그래픽 21">
            <a:extLst>
              <a:ext uri="{FF2B5EF4-FFF2-40B4-BE49-F238E27FC236}">
                <a16:creationId xmlns:a16="http://schemas.microsoft.com/office/drawing/2014/main" id="{8C383EFE-54BA-5B63-F866-9C0E6E2102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3051671"/>
            <a:ext cx="376089" cy="256425"/>
          </a:xfrm>
          <a:prstGeom prst="rect">
            <a:avLst/>
          </a:prstGeom>
        </p:spPr>
      </p:pic>
      <p:pic>
        <p:nvPicPr>
          <p:cNvPr id="23" name="그래픽 22">
            <a:extLst>
              <a:ext uri="{FF2B5EF4-FFF2-40B4-BE49-F238E27FC236}">
                <a16:creationId xmlns:a16="http://schemas.microsoft.com/office/drawing/2014/main" id="{6C553125-08E0-F0B1-4A1E-DAD898471A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5149819"/>
            <a:ext cx="376089" cy="256425"/>
          </a:xfrm>
          <a:prstGeom prst="rect">
            <a:avLst/>
          </a:prstGeom>
        </p:spPr>
      </p:pic>
      <p:pic>
        <p:nvPicPr>
          <p:cNvPr id="24" name="그래픽 23">
            <a:extLst>
              <a:ext uri="{FF2B5EF4-FFF2-40B4-BE49-F238E27FC236}">
                <a16:creationId xmlns:a16="http://schemas.microsoft.com/office/drawing/2014/main" id="{2D8BF631-81BB-982C-408E-0F7AB4BBA8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4625282"/>
            <a:ext cx="376089" cy="256425"/>
          </a:xfrm>
          <a:prstGeom prst="rect">
            <a:avLst/>
          </a:prstGeom>
        </p:spPr>
      </p:pic>
      <p:pic>
        <p:nvPicPr>
          <p:cNvPr id="25" name="그래픽 24">
            <a:extLst>
              <a:ext uri="{FF2B5EF4-FFF2-40B4-BE49-F238E27FC236}">
                <a16:creationId xmlns:a16="http://schemas.microsoft.com/office/drawing/2014/main" id="{60F77D1A-8CC9-F557-7519-839586EFB4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4100745"/>
            <a:ext cx="376089" cy="256425"/>
          </a:xfrm>
          <a:prstGeom prst="rect">
            <a:avLst/>
          </a:prstGeom>
        </p:spPr>
      </p:pic>
      <p:pic>
        <p:nvPicPr>
          <p:cNvPr id="26" name="그래픽 25">
            <a:extLst>
              <a:ext uri="{FF2B5EF4-FFF2-40B4-BE49-F238E27FC236}">
                <a16:creationId xmlns:a16="http://schemas.microsoft.com/office/drawing/2014/main" id="{213FE3C7-F3D9-D3A7-4C7D-B6F35C81A2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5674354"/>
            <a:ext cx="376089" cy="25642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C3CF1D7-1189-098B-9095-2F5430C39090}"/>
              </a:ext>
            </a:extLst>
          </p:cNvPr>
          <p:cNvSpPr txBox="1"/>
          <p:nvPr/>
        </p:nvSpPr>
        <p:spPr>
          <a:xfrm>
            <a:off x="1503637" y="519754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7C7B98-3A76-9F2D-CA0F-A9003DC42F14}"/>
              </a:ext>
            </a:extLst>
          </p:cNvPr>
          <p:cNvSpPr txBox="1"/>
          <p:nvPr/>
        </p:nvSpPr>
        <p:spPr>
          <a:xfrm>
            <a:off x="1503636" y="1001809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9CEECE-CB18-C1EC-F049-D6CE8970C79C}"/>
              </a:ext>
            </a:extLst>
          </p:cNvPr>
          <p:cNvSpPr txBox="1"/>
          <p:nvPr/>
        </p:nvSpPr>
        <p:spPr>
          <a:xfrm>
            <a:off x="1503637" y="1456661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503859-E9EE-FEB9-9779-A5F5BBE6B98E}"/>
              </a:ext>
            </a:extLst>
          </p:cNvPr>
          <p:cNvSpPr txBox="1"/>
          <p:nvPr/>
        </p:nvSpPr>
        <p:spPr>
          <a:xfrm>
            <a:off x="1503636" y="1938716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AE1DBF-4483-DC9A-BB9E-DD749EDFE3BC}"/>
              </a:ext>
            </a:extLst>
          </p:cNvPr>
          <p:cNvSpPr txBox="1"/>
          <p:nvPr/>
        </p:nvSpPr>
        <p:spPr>
          <a:xfrm>
            <a:off x="1503637" y="2455599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4FFF6B-1101-E718-8EC7-1B2F4F06F176}"/>
              </a:ext>
            </a:extLst>
          </p:cNvPr>
          <p:cNvSpPr txBox="1"/>
          <p:nvPr/>
        </p:nvSpPr>
        <p:spPr>
          <a:xfrm>
            <a:off x="1503636" y="2937654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E2623C-C55C-A573-46BD-0EE5FD3213B2}"/>
              </a:ext>
            </a:extLst>
          </p:cNvPr>
          <p:cNvSpPr txBox="1"/>
          <p:nvPr/>
        </p:nvSpPr>
        <p:spPr>
          <a:xfrm>
            <a:off x="1503636" y="3369217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0C515D-08DF-1F67-2479-196E7EDF48D3}"/>
              </a:ext>
            </a:extLst>
          </p:cNvPr>
          <p:cNvSpPr txBox="1"/>
          <p:nvPr/>
        </p:nvSpPr>
        <p:spPr>
          <a:xfrm>
            <a:off x="1503635" y="3851272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CECE4A-7860-0EEB-7EBF-4D16D374EF6F}"/>
              </a:ext>
            </a:extLst>
          </p:cNvPr>
          <p:cNvSpPr txBox="1"/>
          <p:nvPr/>
        </p:nvSpPr>
        <p:spPr>
          <a:xfrm>
            <a:off x="1503635" y="4350444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5DDC8EF-6ED6-F923-E247-61F140F67840}"/>
              </a:ext>
            </a:extLst>
          </p:cNvPr>
          <p:cNvSpPr txBox="1"/>
          <p:nvPr/>
        </p:nvSpPr>
        <p:spPr>
          <a:xfrm>
            <a:off x="1503634" y="4832499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C1FB16-1A68-1CE2-0F15-FE2A981EED50}"/>
              </a:ext>
            </a:extLst>
          </p:cNvPr>
          <p:cNvSpPr txBox="1"/>
          <p:nvPr/>
        </p:nvSpPr>
        <p:spPr>
          <a:xfrm>
            <a:off x="1503634" y="5317035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EFA6EA-1960-36AF-7D60-639455B9105F}"/>
              </a:ext>
            </a:extLst>
          </p:cNvPr>
          <p:cNvSpPr txBox="1"/>
          <p:nvPr/>
        </p:nvSpPr>
        <p:spPr>
          <a:xfrm>
            <a:off x="1503633" y="5799090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52F9177-6D90-26DD-CD38-7A116480739B}"/>
              </a:ext>
            </a:extLst>
          </p:cNvPr>
          <p:cNvSpPr txBox="1"/>
          <p:nvPr/>
        </p:nvSpPr>
        <p:spPr>
          <a:xfrm>
            <a:off x="4361536" y="428986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7272ABD-AFE0-7E02-423D-FE9B725007DE}"/>
              </a:ext>
            </a:extLst>
          </p:cNvPr>
          <p:cNvSpPr txBox="1"/>
          <p:nvPr/>
        </p:nvSpPr>
        <p:spPr>
          <a:xfrm>
            <a:off x="4361535" y="955722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B586CF-E85C-3B69-E23D-583E22C7679B}"/>
              </a:ext>
            </a:extLst>
          </p:cNvPr>
          <p:cNvSpPr txBox="1"/>
          <p:nvPr/>
        </p:nvSpPr>
        <p:spPr>
          <a:xfrm>
            <a:off x="4361536" y="1482458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E6E844A-386F-D4EE-245D-54307715A698}"/>
              </a:ext>
            </a:extLst>
          </p:cNvPr>
          <p:cNvSpPr txBox="1"/>
          <p:nvPr/>
        </p:nvSpPr>
        <p:spPr>
          <a:xfrm>
            <a:off x="4361535" y="2009194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88FBE5E-3803-3B8D-CE66-03AC65E1CB4D}"/>
              </a:ext>
            </a:extLst>
          </p:cNvPr>
          <p:cNvSpPr txBox="1"/>
          <p:nvPr/>
        </p:nvSpPr>
        <p:spPr>
          <a:xfrm>
            <a:off x="4361536" y="2535930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ECE075C-0A3D-9381-23B0-FC795A7CA136}"/>
              </a:ext>
            </a:extLst>
          </p:cNvPr>
          <p:cNvSpPr txBox="1"/>
          <p:nvPr/>
        </p:nvSpPr>
        <p:spPr>
          <a:xfrm>
            <a:off x="4361535" y="3062666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E4D10E-08DE-AB7C-3A4B-1B0091B0A9D3}"/>
              </a:ext>
            </a:extLst>
          </p:cNvPr>
          <p:cNvSpPr txBox="1"/>
          <p:nvPr/>
        </p:nvSpPr>
        <p:spPr>
          <a:xfrm>
            <a:off x="4361535" y="3589402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2D327A-59D6-69E5-0411-B6C3D5DE66C8}"/>
              </a:ext>
            </a:extLst>
          </p:cNvPr>
          <p:cNvSpPr txBox="1"/>
          <p:nvPr/>
        </p:nvSpPr>
        <p:spPr>
          <a:xfrm>
            <a:off x="4361534" y="4116138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8F21592-3275-21AC-2A51-F602CE102D21}"/>
              </a:ext>
            </a:extLst>
          </p:cNvPr>
          <p:cNvSpPr txBox="1"/>
          <p:nvPr/>
        </p:nvSpPr>
        <p:spPr>
          <a:xfrm>
            <a:off x="4361534" y="4642874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2E9A5F0-5A41-620D-55EF-75B84C52065B}"/>
              </a:ext>
            </a:extLst>
          </p:cNvPr>
          <p:cNvSpPr txBox="1"/>
          <p:nvPr/>
        </p:nvSpPr>
        <p:spPr>
          <a:xfrm>
            <a:off x="4361533" y="5169610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3363ED9-2DF6-57EB-639A-71AE17305850}"/>
              </a:ext>
            </a:extLst>
          </p:cNvPr>
          <p:cNvSpPr txBox="1"/>
          <p:nvPr/>
        </p:nvSpPr>
        <p:spPr>
          <a:xfrm>
            <a:off x="4361533" y="5696349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pic>
        <p:nvPicPr>
          <p:cNvPr id="53" name="Picture 2" descr="Data server ">
            <a:extLst>
              <a:ext uri="{FF2B5EF4-FFF2-40B4-BE49-F238E27FC236}">
                <a16:creationId xmlns:a16="http://schemas.microsoft.com/office/drawing/2014/main" id="{0962AFE4-7C6E-0FF2-951E-14A50FFEC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3780" y="419768"/>
            <a:ext cx="474489" cy="474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BD8DDE5C-2FB0-C362-1085-F0AE90AA69EA}"/>
              </a:ext>
            </a:extLst>
          </p:cNvPr>
          <p:cNvSpPr txBox="1"/>
          <p:nvPr/>
        </p:nvSpPr>
        <p:spPr>
          <a:xfrm>
            <a:off x="7568269" y="422420"/>
            <a:ext cx="5838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DNS_1</a:t>
            </a:r>
            <a:endParaRPr lang="ko-KR" altLang="en-US" sz="10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2A0BCA7-7115-5DE7-554C-341A6AFA67D7}"/>
              </a:ext>
            </a:extLst>
          </p:cNvPr>
          <p:cNvSpPr txBox="1"/>
          <p:nvPr/>
        </p:nvSpPr>
        <p:spPr>
          <a:xfrm>
            <a:off x="7568269" y="682953"/>
            <a:ext cx="5838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DNS_2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3207305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352</Words>
  <Application>Microsoft Office PowerPoint</Application>
  <PresentationFormat>와이드스크린</PresentationFormat>
  <Paragraphs>207</Paragraphs>
  <Slides>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TJ</cp:lastModifiedBy>
  <cp:revision>59</cp:revision>
  <dcterms:created xsi:type="dcterms:W3CDTF">2025-10-27T08:02:19Z</dcterms:created>
  <dcterms:modified xsi:type="dcterms:W3CDTF">2025-10-31T02:51:42Z</dcterms:modified>
</cp:coreProperties>
</file>