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668" autoAdjust="0"/>
    <p:restoredTop sz="94660"/>
  </p:normalViewPr>
  <p:slideViewPr>
    <p:cSldViewPr snapToGrid="0">
      <p:cViewPr>
        <p:scale>
          <a:sx n="100" d="100"/>
          <a:sy n="100" d="100"/>
        </p:scale>
        <p:origin x="173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720" y="2171634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0758" y="1280734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394" y="2161182"/>
            <a:ext cx="376089" cy="256425"/>
          </a:xfrm>
          <a:prstGeom prst="rect">
            <a:avLst/>
          </a:prstGeom>
        </p:spPr>
      </p:pic>
      <p:pic>
        <p:nvPicPr>
          <p:cNvPr id="115" name="그래픽 114">
            <a:extLst>
              <a:ext uri="{FF2B5EF4-FFF2-40B4-BE49-F238E27FC236}">
                <a16:creationId xmlns:a16="http://schemas.microsoft.com/office/drawing/2014/main" id="{BB224C7F-FE26-62D5-DC4F-BE5A6D2D4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0758" y="4620282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45763" y="3489220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19124" y="3489219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5396" y="2961158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5395" y="4053860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033808" y="3089371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033808" y="3745645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001485" y="3089371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015580" y="3745644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41020" y="5046083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23467" y="5039778"/>
            <a:ext cx="220445" cy="207477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451242" y="4812434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224485" y="4792763"/>
            <a:ext cx="920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507" y="5605637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124" y="5614562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282" y="5605637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  <a:endCxn id="146" idx="0"/>
          </p:cNvCxnSpPr>
          <p:nvPr/>
        </p:nvCxnSpPr>
        <p:spPr>
          <a:xfrm>
            <a:off x="3233690" y="5247255"/>
            <a:ext cx="299470" cy="367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093318" y="5247255"/>
            <a:ext cx="140372" cy="358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188543" y="5253560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2451243" y="5253560"/>
            <a:ext cx="208780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154851" y="439767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2485081" y="3404901"/>
            <a:ext cx="654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  <a:p>
            <a:pPr algn="ctr"/>
            <a:r>
              <a:rPr lang="en-US" altLang="ko-KR" sz="8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19310" y="4632527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92553" y="4612856"/>
            <a:ext cx="263863" cy="179907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451242" y="4310285"/>
            <a:ext cx="362198" cy="322242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2813440" y="4310285"/>
            <a:ext cx="411045" cy="30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068" y="5542950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408825" y="5870494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06" y="398832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4268" y="3525197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75" y="331115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547" y="2575536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4565998" y="4294498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4565998" y="3560399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4470375" y="2832018"/>
            <a:ext cx="78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DNS/VH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084346" y="3367531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175479" y="359947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324713" y="3468610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324713" y="3628936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324713" y="2732988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3795213" y="3617432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567040" y="157019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90FDD95B-8223-133E-3828-91E61FBBC29C}"/>
              </a:ext>
            </a:extLst>
          </p:cNvPr>
          <p:cNvCxnSpPr>
            <a:cxnSpLocks/>
            <a:stCxn id="114" idx="3"/>
            <a:endCxn id="33" idx="1"/>
          </p:cNvCxnSpPr>
          <p:nvPr/>
        </p:nvCxnSpPr>
        <p:spPr>
          <a:xfrm>
            <a:off x="3001483" y="2289395"/>
            <a:ext cx="28591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2813439" y="2417607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4FBEBA28-2428-17C4-36C6-941569A0F9E0}"/>
              </a:ext>
            </a:extLst>
          </p:cNvPr>
          <p:cNvCxnSpPr>
            <a:cxnSpLocks/>
            <a:stCxn id="71" idx="1"/>
            <a:endCxn id="33" idx="3"/>
          </p:cNvCxnSpPr>
          <p:nvPr/>
        </p:nvCxnSpPr>
        <p:spPr>
          <a:xfrm flipH="1" flipV="1">
            <a:off x="6096924" y="2289395"/>
            <a:ext cx="4466796" cy="10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079298" y="4299924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8710" y="260375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5971577" y="772585"/>
            <a:ext cx="7226" cy="508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644126" y="373707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093453" y="901116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0"/>
            <a:endCxn id="33" idx="2"/>
          </p:cNvCxnSpPr>
          <p:nvPr/>
        </p:nvCxnSpPr>
        <p:spPr>
          <a:xfrm flipH="1" flipV="1">
            <a:off x="5978802" y="2400568"/>
            <a:ext cx="1" cy="2219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9" name="Picture 30" descr="Server ">
            <a:extLst>
              <a:ext uri="{FF2B5EF4-FFF2-40B4-BE49-F238E27FC236}">
                <a16:creationId xmlns:a16="http://schemas.microsoft.com/office/drawing/2014/main" id="{CE27943F-D69B-9BE1-8883-EC4A96A1B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699" y="5542950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Picture 30" descr="Server ">
            <a:extLst>
              <a:ext uri="{FF2B5EF4-FFF2-40B4-BE49-F238E27FC236}">
                <a16:creationId xmlns:a16="http://schemas.microsoft.com/office/drawing/2014/main" id="{6A898DC0-43B0-C06A-7095-C9FB28781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286" y="5542950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Picture 30" descr="Server ">
            <a:extLst>
              <a:ext uri="{FF2B5EF4-FFF2-40B4-BE49-F238E27FC236}">
                <a16:creationId xmlns:a16="http://schemas.microsoft.com/office/drawing/2014/main" id="{E2FD5AA6-EA83-0C41-924A-8A6306048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767" y="5542950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그래픽 301">
            <a:extLst>
              <a:ext uri="{FF2B5EF4-FFF2-40B4-BE49-F238E27FC236}">
                <a16:creationId xmlns:a16="http://schemas.microsoft.com/office/drawing/2014/main" id="{FA98DB65-8183-9ACC-6362-99FA68465E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61354" y="5121445"/>
            <a:ext cx="220445" cy="207477"/>
          </a:xfrm>
          <a:prstGeom prst="rect">
            <a:avLst/>
          </a:prstGeom>
        </p:spPr>
      </p:pic>
      <p:cxnSp>
        <p:nvCxnSpPr>
          <p:cNvPr id="303" name="직선 연결선 302">
            <a:extLst>
              <a:ext uri="{FF2B5EF4-FFF2-40B4-BE49-F238E27FC236}">
                <a16:creationId xmlns:a16="http://schemas.microsoft.com/office/drawing/2014/main" id="{5CD37FC3-A5B3-6B98-5EC0-7E5A93B98EDD}"/>
              </a:ext>
            </a:extLst>
          </p:cNvPr>
          <p:cNvCxnSpPr>
            <a:cxnSpLocks/>
            <a:stCxn id="302" idx="0"/>
            <a:endCxn id="115" idx="2"/>
          </p:cNvCxnSpPr>
          <p:nvPr/>
        </p:nvCxnSpPr>
        <p:spPr>
          <a:xfrm flipV="1">
            <a:off x="5971577" y="4876707"/>
            <a:ext cx="7226" cy="244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BC4A7BEF-616B-F566-7CD2-ED2B741C3C8D}"/>
              </a:ext>
            </a:extLst>
          </p:cNvPr>
          <p:cNvCxnSpPr>
            <a:cxnSpLocks/>
            <a:stCxn id="299" idx="0"/>
            <a:endCxn id="302" idx="2"/>
          </p:cNvCxnSpPr>
          <p:nvPr/>
        </p:nvCxnSpPr>
        <p:spPr>
          <a:xfrm flipV="1">
            <a:off x="5248292" y="5328922"/>
            <a:ext cx="723285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6864F3A8-67A1-5C07-4746-303F034F64E3}"/>
              </a:ext>
            </a:extLst>
          </p:cNvPr>
          <p:cNvCxnSpPr>
            <a:cxnSpLocks/>
            <a:stCxn id="300" idx="0"/>
            <a:endCxn id="302" idx="2"/>
          </p:cNvCxnSpPr>
          <p:nvPr/>
        </p:nvCxnSpPr>
        <p:spPr>
          <a:xfrm flipH="1" flipV="1">
            <a:off x="5971577" y="5328922"/>
            <a:ext cx="2302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67380ED5-4816-0293-A0D3-8C4747C30785}"/>
              </a:ext>
            </a:extLst>
          </p:cNvPr>
          <p:cNvCxnSpPr>
            <a:cxnSpLocks/>
            <a:stCxn id="301" idx="0"/>
            <a:endCxn id="302" idx="2"/>
          </p:cNvCxnSpPr>
          <p:nvPr/>
        </p:nvCxnSpPr>
        <p:spPr>
          <a:xfrm flipH="1" flipV="1">
            <a:off x="5971577" y="5328922"/>
            <a:ext cx="801783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0A582C6B-720B-2CEB-9167-EA85C64ECF7E}"/>
              </a:ext>
            </a:extLst>
          </p:cNvPr>
          <p:cNvSpPr txBox="1"/>
          <p:nvPr/>
        </p:nvSpPr>
        <p:spPr>
          <a:xfrm>
            <a:off x="4755964" y="5868932"/>
            <a:ext cx="857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1 - RAID10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SSD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006E96B7-4F7B-8858-0931-87F52626C295}"/>
              </a:ext>
            </a:extLst>
          </p:cNvPr>
          <p:cNvSpPr txBox="1"/>
          <p:nvPr/>
        </p:nvSpPr>
        <p:spPr>
          <a:xfrm>
            <a:off x="5585296" y="5870823"/>
            <a:ext cx="8579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2 - RAID10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HDD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E4A00C46-0F58-D130-A3DE-A27BF68866D4}"/>
              </a:ext>
            </a:extLst>
          </p:cNvPr>
          <p:cNvSpPr txBox="1"/>
          <p:nvPr/>
        </p:nvSpPr>
        <p:spPr>
          <a:xfrm>
            <a:off x="6356257" y="5870823"/>
            <a:ext cx="784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2 - RAID5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HDD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318" name="오른쪽 중괄호 317">
            <a:extLst>
              <a:ext uri="{FF2B5EF4-FFF2-40B4-BE49-F238E27FC236}">
                <a16:creationId xmlns:a16="http://schemas.microsoft.com/office/drawing/2014/main" id="{A28D83D0-C7D1-D393-8FA0-8BC2DCF8303E}"/>
              </a:ext>
            </a:extLst>
          </p:cNvPr>
          <p:cNvSpPr/>
          <p:nvPr/>
        </p:nvSpPr>
        <p:spPr>
          <a:xfrm rot="5400000">
            <a:off x="6227133" y="6003076"/>
            <a:ext cx="256425" cy="78601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EA9F83-04AF-732F-BCB4-95F9D129FF41}"/>
              </a:ext>
            </a:extLst>
          </p:cNvPr>
          <p:cNvSpPr txBox="1"/>
          <p:nvPr/>
        </p:nvSpPr>
        <p:spPr>
          <a:xfrm>
            <a:off x="5961337" y="6535126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NFS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FC741115-A395-6905-9AA7-1CC0C344622E}"/>
              </a:ext>
            </a:extLst>
          </p:cNvPr>
          <p:cNvCxnSpPr>
            <a:stCxn id="301" idx="0"/>
            <a:endCxn id="301" idx="3"/>
          </p:cNvCxnSpPr>
          <p:nvPr/>
        </p:nvCxnSpPr>
        <p:spPr>
          <a:xfrm>
            <a:off x="6773360" y="5542950"/>
            <a:ext cx="132593" cy="132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C8B79DB2-9BA4-DFF3-76CD-4C27ED600E0D}"/>
              </a:ext>
            </a:extLst>
          </p:cNvPr>
          <p:cNvCxnSpPr>
            <a:cxnSpLocks/>
            <a:endCxn id="301" idx="3"/>
          </p:cNvCxnSpPr>
          <p:nvPr/>
        </p:nvCxnSpPr>
        <p:spPr>
          <a:xfrm flipH="1">
            <a:off x="6905953" y="5675543"/>
            <a:ext cx="2161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6919792" y="5479868"/>
            <a:ext cx="79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211206" y="2721499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358447" y="3336548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SMB2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CC3D39BA-7FBC-C6E8-3F3D-25727B54CC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60680" y="2178221"/>
            <a:ext cx="236244" cy="222347"/>
          </a:xfrm>
          <a:prstGeom prst="rect">
            <a:avLst/>
          </a:prstGeom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DFB6AE0-B8F6-542F-C3E7-C48B2C050EE8}"/>
              </a:ext>
            </a:extLst>
          </p:cNvPr>
          <p:cNvCxnSpPr>
            <a:cxnSpLocks/>
            <a:stCxn id="33" idx="0"/>
            <a:endCxn id="113" idx="2"/>
          </p:cNvCxnSpPr>
          <p:nvPr/>
        </p:nvCxnSpPr>
        <p:spPr>
          <a:xfrm flipV="1">
            <a:off x="5978802" y="1537159"/>
            <a:ext cx="1" cy="641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808741" y="577263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451115" y="1864917"/>
            <a:ext cx="1300650" cy="3067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80" y="111725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877" y="17448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062" y="8238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638" y="136240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38242" y="1215199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31441" y="937895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74790" y="402552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57751" y="1221853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969525" y="1336250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643032" y="157019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759565" y="80003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759565" y="1361689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C5CF98F-D7AF-7E32-3CEA-2347ACC5BC47}"/>
              </a:ext>
            </a:extLst>
          </p:cNvPr>
          <p:cNvSpPr txBox="1"/>
          <p:nvPr/>
        </p:nvSpPr>
        <p:spPr>
          <a:xfrm>
            <a:off x="5501647" y="1918847"/>
            <a:ext cx="954310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21ED446-0035-6064-70F6-1AA4D1310D36}"/>
              </a:ext>
            </a:extLst>
          </p:cNvPr>
          <p:cNvSpPr txBox="1"/>
          <p:nvPr/>
        </p:nvSpPr>
        <p:spPr>
          <a:xfrm>
            <a:off x="5510405" y="4346167"/>
            <a:ext cx="46839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FR_P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DDC8CD4-4377-0980-1894-F1B600960BE2}"/>
              </a:ext>
            </a:extLst>
          </p:cNvPr>
          <p:cNvCxnSpPr>
            <a:cxnSpLocks/>
            <a:endCxn id="15" idx="1"/>
          </p:cNvCxnSpPr>
          <p:nvPr/>
        </p:nvCxnSpPr>
        <p:spPr>
          <a:xfrm flipH="1" flipV="1">
            <a:off x="4214490" y="505417"/>
            <a:ext cx="1184220" cy="11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72968B-7A2F-2801-3B0C-0FF008DE7F93}"/>
              </a:ext>
            </a:extLst>
          </p:cNvPr>
          <p:cNvSpPr txBox="1"/>
          <p:nvPr/>
        </p:nvSpPr>
        <p:spPr>
          <a:xfrm>
            <a:off x="3636293" y="327087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820AC5E8-3AB4-6B33-D388-DF7FFFFA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490" y="372824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ata server ">
            <a:extLst>
              <a:ext uri="{FF2B5EF4-FFF2-40B4-BE49-F238E27FC236}">
                <a16:creationId xmlns:a16="http://schemas.microsoft.com/office/drawing/2014/main" id="{0D7BA7D9-4D54-EB5B-8C02-6D9FC4B4A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08685" y="1099240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1F1DB2EB-7DD8-8AE2-136D-E1A44F32D2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391749" y="803399"/>
            <a:ext cx="220445" cy="207477"/>
          </a:xfrm>
          <a:prstGeom prst="rect">
            <a:avLst/>
          </a:prstGeom>
        </p:spPr>
      </p:pic>
      <p:pic>
        <p:nvPicPr>
          <p:cNvPr id="19" name="Picture 2" descr="Data server ">
            <a:extLst>
              <a:ext uri="{FF2B5EF4-FFF2-40B4-BE49-F238E27FC236}">
                <a16:creationId xmlns:a16="http://schemas.microsoft.com/office/drawing/2014/main" id="{F94ECCC8-2856-C3F7-01C4-BA5464B39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46911" y="17314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A5B791B-DC32-CBEB-7D67-08D5FE0C88E3}"/>
              </a:ext>
            </a:extLst>
          </p:cNvPr>
          <p:cNvSpPr txBox="1"/>
          <p:nvPr/>
        </p:nvSpPr>
        <p:spPr>
          <a:xfrm flipH="1">
            <a:off x="2221852" y="1427202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D14DBD-4430-92EC-A440-78B05FE3738E}"/>
              </a:ext>
            </a:extLst>
          </p:cNvPr>
          <p:cNvSpPr txBox="1"/>
          <p:nvPr/>
        </p:nvSpPr>
        <p:spPr>
          <a:xfrm flipH="1">
            <a:off x="2345197" y="461923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9C26000-9DFE-9EBF-F20A-AD745755CBA9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H="1" flipV="1">
            <a:off x="3061815" y="330597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83C8A01-507D-A05A-C4C8-26B66635CCEF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H="1">
            <a:off x="3023589" y="907138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오른쪽 중괄호 23">
            <a:extLst>
              <a:ext uri="{FF2B5EF4-FFF2-40B4-BE49-F238E27FC236}">
                <a16:creationId xmlns:a16="http://schemas.microsoft.com/office/drawing/2014/main" id="{AC1E384A-15C6-1B6F-6D7A-E693D18392DD}"/>
              </a:ext>
            </a:extLst>
          </p:cNvPr>
          <p:cNvSpPr/>
          <p:nvPr/>
        </p:nvSpPr>
        <p:spPr>
          <a:xfrm flipH="1">
            <a:off x="2305891" y="315043"/>
            <a:ext cx="314904" cy="941649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593BD8-4599-9AF5-76EC-86A83691101A}"/>
              </a:ext>
            </a:extLst>
          </p:cNvPr>
          <p:cNvSpPr txBox="1"/>
          <p:nvPr/>
        </p:nvSpPr>
        <p:spPr>
          <a:xfrm>
            <a:off x="1716290" y="688538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SMB1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94F3E66-E3DC-38DD-D118-38B156FC9295}"/>
              </a:ext>
            </a:extLst>
          </p:cNvPr>
          <p:cNvCxnSpPr>
            <a:cxnSpLocks/>
            <a:stCxn id="17" idx="1"/>
            <a:endCxn id="27" idx="1"/>
          </p:cNvCxnSpPr>
          <p:nvPr/>
        </p:nvCxnSpPr>
        <p:spPr>
          <a:xfrm flipV="1">
            <a:off x="3612194" y="894843"/>
            <a:ext cx="1418518" cy="12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래픽 26">
            <a:extLst>
              <a:ext uri="{FF2B5EF4-FFF2-40B4-BE49-F238E27FC236}">
                <a16:creationId xmlns:a16="http://schemas.microsoft.com/office/drawing/2014/main" id="{F2C1E7E6-FE37-13D0-58A3-7B5A20AFE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0712" y="766630"/>
            <a:ext cx="376089" cy="256425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2D8F025-B14D-D55A-1D37-1C281F5E7B46}"/>
              </a:ext>
            </a:extLst>
          </p:cNvPr>
          <p:cNvCxnSpPr>
            <a:cxnSpLocks/>
            <a:stCxn id="27" idx="3"/>
          </p:cNvCxnSpPr>
          <p:nvPr/>
        </p:nvCxnSpPr>
        <p:spPr>
          <a:xfrm flipH="1" flipV="1">
            <a:off x="5398710" y="516480"/>
            <a:ext cx="8091" cy="378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6655BEF-4282-B8B7-D1A0-32DB1AA04652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10744677" y="2428059"/>
            <a:ext cx="7087" cy="12111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8C44F8-8261-0E97-9E36-B7BB5E621D72}"/>
              </a:ext>
            </a:extLst>
          </p:cNvPr>
          <p:cNvSpPr txBox="1"/>
          <p:nvPr/>
        </p:nvSpPr>
        <p:spPr>
          <a:xfrm>
            <a:off x="10413470" y="3155349"/>
            <a:ext cx="619408" cy="3938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AF156A-609B-E538-3CD8-13C4104E1BA3}"/>
              </a:ext>
            </a:extLst>
          </p:cNvPr>
          <p:cNvSpPr txBox="1"/>
          <p:nvPr/>
        </p:nvSpPr>
        <p:spPr>
          <a:xfrm>
            <a:off x="9373410" y="3172755"/>
            <a:ext cx="619408" cy="3938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0DA893-8ADA-CE7C-B653-C2A505BE5CB8}"/>
              </a:ext>
            </a:extLst>
          </p:cNvPr>
          <p:cNvSpPr txBox="1"/>
          <p:nvPr/>
        </p:nvSpPr>
        <p:spPr>
          <a:xfrm>
            <a:off x="9808305" y="4954558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09CFD2-67F5-D201-B6D1-7799CB1D07AD}"/>
              </a:ext>
            </a:extLst>
          </p:cNvPr>
          <p:cNvSpPr txBox="1"/>
          <p:nvPr/>
        </p:nvSpPr>
        <p:spPr>
          <a:xfrm>
            <a:off x="9168252" y="4951876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F44BEAB0-8306-C59C-AC6F-256FDF54A4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0815" y="3648811"/>
            <a:ext cx="208498" cy="196677"/>
          </a:xfrm>
          <a:prstGeom prst="rect">
            <a:avLst/>
          </a:prstGeom>
        </p:spPr>
      </p:pic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25DDE74-816C-5164-5876-BFA598E8E19D}"/>
              </a:ext>
            </a:extLst>
          </p:cNvPr>
          <p:cNvCxnSpPr>
            <a:cxnSpLocks/>
            <a:stCxn id="80" idx="3"/>
            <a:endCxn id="32" idx="1"/>
          </p:cNvCxnSpPr>
          <p:nvPr/>
        </p:nvCxnSpPr>
        <p:spPr>
          <a:xfrm flipH="1">
            <a:off x="9560815" y="3737540"/>
            <a:ext cx="1288112" cy="9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16" descr="Computer">
            <a:extLst>
              <a:ext uri="{FF2B5EF4-FFF2-40B4-BE49-F238E27FC236}">
                <a16:creationId xmlns:a16="http://schemas.microsoft.com/office/drawing/2014/main" id="{D1587442-FD0E-A3E5-9C1F-F2402F66D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0154" y="4727149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Computer">
            <a:extLst>
              <a:ext uri="{FF2B5EF4-FFF2-40B4-BE49-F238E27FC236}">
                <a16:creationId xmlns:a16="http://schemas.microsoft.com/office/drawing/2014/main" id="{21AC4368-3005-7D76-24FD-2154A739E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01" y="4727148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97098B9-B2D6-2464-FA0B-31AED8971BCB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9538010" y="3845488"/>
            <a:ext cx="127054" cy="881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AFC5103-3401-82A8-E1B3-73BABEEE2070}"/>
              </a:ext>
            </a:extLst>
          </p:cNvPr>
          <p:cNvCxnSpPr>
            <a:cxnSpLocks/>
            <a:stCxn id="32" idx="2"/>
            <a:endCxn id="38" idx="0"/>
          </p:cNvCxnSpPr>
          <p:nvPr/>
        </p:nvCxnSpPr>
        <p:spPr>
          <a:xfrm>
            <a:off x="9665064" y="3845488"/>
            <a:ext cx="414893" cy="881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래픽 41">
            <a:extLst>
              <a:ext uri="{FF2B5EF4-FFF2-40B4-BE49-F238E27FC236}">
                <a16:creationId xmlns:a16="http://schemas.microsoft.com/office/drawing/2014/main" id="{6D8CF3DE-A5E2-7842-15BE-172AB6B7B1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9215" y="3737540"/>
            <a:ext cx="208498" cy="196677"/>
          </a:xfrm>
          <a:prstGeom prst="rect">
            <a:avLst/>
          </a:prstGeom>
        </p:spPr>
      </p:pic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D644389-035B-BFBC-813E-CF7510EDC2FF}"/>
              </a:ext>
            </a:extLst>
          </p:cNvPr>
          <p:cNvCxnSpPr>
            <a:cxnSpLocks/>
            <a:stCxn id="32" idx="1"/>
            <a:endCxn id="42" idx="0"/>
          </p:cNvCxnSpPr>
          <p:nvPr/>
        </p:nvCxnSpPr>
        <p:spPr>
          <a:xfrm flipH="1" flipV="1">
            <a:off x="8243464" y="3737540"/>
            <a:ext cx="1317350" cy="9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Picture 16" descr="Computer">
            <a:extLst>
              <a:ext uri="{FF2B5EF4-FFF2-40B4-BE49-F238E27FC236}">
                <a16:creationId xmlns:a16="http://schemas.microsoft.com/office/drawing/2014/main" id="{57123D99-F789-74EA-DBDA-A570296EB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725" y="4700043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6" descr="Computer">
            <a:extLst>
              <a:ext uri="{FF2B5EF4-FFF2-40B4-BE49-F238E27FC236}">
                <a16:creationId xmlns:a16="http://schemas.microsoft.com/office/drawing/2014/main" id="{85D08B5C-98C7-A97C-E3AC-97EB6A6F5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771" y="4700043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D3F81AE-BBE6-0D62-B848-F2D5E63EC7F6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7782581" y="3934217"/>
            <a:ext cx="460883" cy="765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74E8598C-3371-E9FC-D63F-0B62DD4623CD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 flipH="1">
            <a:off x="8232627" y="3934217"/>
            <a:ext cx="10837" cy="765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34DFDE4-A5B7-FACE-2B83-B922D169592B}"/>
              </a:ext>
            </a:extLst>
          </p:cNvPr>
          <p:cNvSpPr txBox="1"/>
          <p:nvPr/>
        </p:nvSpPr>
        <p:spPr>
          <a:xfrm>
            <a:off x="7891346" y="4955141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85E6DF-70C4-CD0E-79AF-C4A533D31DA7}"/>
              </a:ext>
            </a:extLst>
          </p:cNvPr>
          <p:cNvSpPr txBox="1"/>
          <p:nvPr/>
        </p:nvSpPr>
        <p:spPr>
          <a:xfrm>
            <a:off x="7293452" y="4973786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69" name="Picture 16" descr="Computer">
            <a:extLst>
              <a:ext uri="{FF2B5EF4-FFF2-40B4-BE49-F238E27FC236}">
                <a16:creationId xmlns:a16="http://schemas.microsoft.com/office/drawing/2014/main" id="{B1E19488-0EDE-D8B6-936C-B5A055D83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979" y="4700042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D0E9DE9-1B79-D482-5206-A56BDAF16B5E}"/>
              </a:ext>
            </a:extLst>
          </p:cNvPr>
          <p:cNvCxnSpPr>
            <a:cxnSpLocks/>
            <a:stCxn id="42" idx="2"/>
            <a:endCxn id="69" idx="0"/>
          </p:cNvCxnSpPr>
          <p:nvPr/>
        </p:nvCxnSpPr>
        <p:spPr>
          <a:xfrm>
            <a:off x="8243464" y="3934217"/>
            <a:ext cx="538371" cy="765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426C355-D21A-F78B-E2E0-7F7ABC9B347A}"/>
              </a:ext>
            </a:extLst>
          </p:cNvPr>
          <p:cNvSpPr txBox="1"/>
          <p:nvPr/>
        </p:nvSpPr>
        <p:spPr>
          <a:xfrm>
            <a:off x="8531664" y="4952459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VLAN 30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A03EA4-B12A-50C6-9987-983FDA1AEEA8}"/>
              </a:ext>
            </a:extLst>
          </p:cNvPr>
          <p:cNvSpPr txBox="1"/>
          <p:nvPr/>
        </p:nvSpPr>
        <p:spPr>
          <a:xfrm>
            <a:off x="7945203" y="3131380"/>
            <a:ext cx="619408" cy="547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80" name="그래픽 79">
            <a:extLst>
              <a:ext uri="{FF2B5EF4-FFF2-40B4-BE49-F238E27FC236}">
                <a16:creationId xmlns:a16="http://schemas.microsoft.com/office/drawing/2014/main" id="{56773604-1059-713F-4212-C97847FE24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0428" y="3639201"/>
            <a:ext cx="208498" cy="196677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0507308-6E5A-E4BC-B8DE-0C7F60D5BF64}"/>
              </a:ext>
            </a:extLst>
          </p:cNvPr>
          <p:cNvSpPr txBox="1"/>
          <p:nvPr/>
        </p:nvSpPr>
        <p:spPr>
          <a:xfrm>
            <a:off x="11101975" y="4956714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86" name="Picture 16" descr="Computer">
            <a:extLst>
              <a:ext uri="{FF2B5EF4-FFF2-40B4-BE49-F238E27FC236}">
                <a16:creationId xmlns:a16="http://schemas.microsoft.com/office/drawing/2014/main" id="{73200BC8-2220-60C5-7DF4-9D0C23054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267" y="4700918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16" descr="Computer">
            <a:extLst>
              <a:ext uri="{FF2B5EF4-FFF2-40B4-BE49-F238E27FC236}">
                <a16:creationId xmlns:a16="http://schemas.microsoft.com/office/drawing/2014/main" id="{96C88719-4DA3-B52A-1743-3C061EE9C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4375" y="4700071"/>
            <a:ext cx="215711" cy="2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3FBD2060-FD91-C01C-EAF0-D99F9E2BAF57}"/>
              </a:ext>
            </a:extLst>
          </p:cNvPr>
          <p:cNvSpPr txBox="1"/>
          <p:nvPr/>
        </p:nvSpPr>
        <p:spPr>
          <a:xfrm>
            <a:off x="10452278" y="4951536"/>
            <a:ext cx="682562" cy="233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B81C4DF-3C7A-4A07-5002-D61D2BD5162D}"/>
              </a:ext>
            </a:extLst>
          </p:cNvPr>
          <p:cNvCxnSpPr>
            <a:cxnSpLocks/>
            <a:stCxn id="80" idx="2"/>
            <a:endCxn id="86" idx="0"/>
          </p:cNvCxnSpPr>
          <p:nvPr/>
        </p:nvCxnSpPr>
        <p:spPr>
          <a:xfrm>
            <a:off x="10744677" y="3835878"/>
            <a:ext cx="48446" cy="865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8B46CAD-03B9-7A70-85C3-541D3A83E01D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10744677" y="3835878"/>
            <a:ext cx="617554" cy="8641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96</Words>
  <Application>Microsoft Office PowerPoint</Application>
  <PresentationFormat>와이드스크린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6</cp:revision>
  <dcterms:created xsi:type="dcterms:W3CDTF">2025-10-27T08:02:19Z</dcterms:created>
  <dcterms:modified xsi:type="dcterms:W3CDTF">2025-10-28T02:11:18Z</dcterms:modified>
</cp:coreProperties>
</file>