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DEEBF7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6BA0B-F274-8BD4-BCBD-57976A7A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67BB87-C226-943C-4FCA-8D766366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F0168-D6D6-0E72-A3BC-825A7E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BCE4F-B057-3DD7-6C71-B86CB95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3303-522A-EA3A-A578-9AF144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5376-9F22-923B-0931-9B31731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D70F6-7C4B-3F05-A922-1666E966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CC5-B0E6-4111-12D1-D402A09C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E3494-3E82-3622-D584-C729CC78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B6F35-2DDC-C5A8-BD13-00CEE0D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2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1893-40E4-7F87-833E-FE32845E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FB0EE5-BC9A-1D88-EE7D-9D7D8825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F8C5B-80D6-D8CA-1ECB-A0FC99C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71EA6-6254-478C-C10F-F6180334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D4C6D-7330-EBC7-9191-41DE07F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7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DCF0-78CC-716E-2974-71C8ED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D810-B98A-5E2B-DAAC-C0EB8AD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F895-3061-DD4F-7DAC-F547194E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5334F-9C92-1AA5-05C3-3B2AAF56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C827B-BB5E-5EF2-A875-553B1C8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A4B1D-07A2-A348-F656-E616BF1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41DEE-96E1-5E75-0317-5642169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5EBBF-30B7-60BB-430F-8C89E4DA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89D4A-8B96-392C-62E9-ED9929DA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20A7F5-C763-87C7-85A7-08D9D420D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C4478-B9F4-CC7B-86E6-8BEB0ED3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80468B-4CE9-41F6-81F1-7B218CD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6C937D-F95C-0C95-F5EF-C0738BF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C16A5-6751-1FC6-EAC0-03A86A8C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9BDB-1C22-B869-AAF3-F18C6A68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7576F5-5E68-2924-5785-7575D986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68619-58F1-D9B0-9363-C093163D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9BDB-37C8-01C8-1A37-65261DAF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DC95E-E779-CEBE-BA47-6EA972C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9D6E-40E6-5B22-8D42-3E91510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92-534C-9AA3-961D-762117D9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38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ACAC0-D9F6-F641-040A-A384A3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9CDC2-418E-DBF0-9592-E1522168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3A3D6-4E19-1964-CDC9-E0079EA4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62C83-D04E-B78F-451E-DD39C448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CAFF2-5DB8-C94C-3BA6-D9A7AF66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F32D-6E5B-0E6D-F344-8967516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BE-C1DB-D3B0-FC98-0F6CFA4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E316-B503-F3F2-99F9-791E14ED7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30B105-27B6-AB21-E742-B0CCD07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6704A1-D195-592A-C383-3482ADBF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1C66C-9241-107E-230F-6DEA43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DBC5F-0D3C-DC09-1E4F-72F5E8F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64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FEAA-4DA7-2649-B249-07FCE479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0F012-6B12-2F21-1E90-9F2DA456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1F51D-A04A-D46F-743D-EB32C7B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42D45-CAAE-D80D-A082-331C0D05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939BF-2561-CF81-8326-91CB95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5FC4E-700D-69B0-4235-6152EDE9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AF1012-52A6-CFBC-13EA-535FBD8D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E626A-7691-8FEF-685E-E7076ED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B7705-E631-2AF0-0B3F-1CD5749F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8738-A966-5398-5301-D987C874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4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888B2-0863-0CB6-EDA0-6C8F14D0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21438-9306-685F-8AF5-CB65F63C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69391-B584-9376-5E1B-CD9C4C339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199E-EECE-0E74-7DEB-6D2FF24F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279A4-E672-C6E7-4F51-1BDEEB620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3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5" idx="0"/>
          </p:cNvCxnSpPr>
          <p:nvPr/>
        </p:nvCxnSpPr>
        <p:spPr>
          <a:xfrm>
            <a:off x="9853681" y="2202197"/>
            <a:ext cx="5576" cy="790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65636" y="1945772"/>
            <a:ext cx="376089" cy="256425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2307508E-946E-3CA3-38C5-3AC02ADF9F4A}"/>
              </a:ext>
            </a:extLst>
          </p:cNvPr>
          <p:cNvSpPr txBox="1"/>
          <p:nvPr/>
        </p:nvSpPr>
        <p:spPr>
          <a:xfrm>
            <a:off x="9526232" y="3484559"/>
            <a:ext cx="654899" cy="253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PVST+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5231824-0A51-0B1B-0A79-0065350EE66A}"/>
              </a:ext>
            </a:extLst>
          </p:cNvPr>
          <p:cNvSpPr txBox="1"/>
          <p:nvPr/>
        </p:nvSpPr>
        <p:spPr>
          <a:xfrm>
            <a:off x="9514395" y="2486700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VTP-server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C211672-0015-A7EF-630A-F385C334A116}"/>
              </a:ext>
            </a:extLst>
          </p:cNvPr>
          <p:cNvSpPr txBox="1"/>
          <p:nvPr/>
        </p:nvSpPr>
        <p:spPr>
          <a:xfrm>
            <a:off x="8199419" y="3026366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VTP-client</a:t>
            </a:r>
          </a:p>
        </p:txBody>
      </p:sp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A1882DC3-0C57-8A8A-A659-621ABCD838A7}"/>
              </a:ext>
            </a:extLst>
          </p:cNvPr>
          <p:cNvSpPr txBox="1"/>
          <p:nvPr/>
        </p:nvSpPr>
        <p:spPr>
          <a:xfrm>
            <a:off x="10864195" y="3018407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VTP-client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5338AAE-6E85-4762-DBBA-B8A8F8A90EE5}"/>
              </a:ext>
            </a:extLst>
          </p:cNvPr>
          <p:cNvSpPr txBox="1"/>
          <p:nvPr/>
        </p:nvSpPr>
        <p:spPr>
          <a:xfrm>
            <a:off x="8552399" y="4817894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797093D-B80D-4094-B1F9-ED128B9E79B4}"/>
              </a:ext>
            </a:extLst>
          </p:cNvPr>
          <p:cNvSpPr txBox="1"/>
          <p:nvPr/>
        </p:nvSpPr>
        <p:spPr>
          <a:xfrm>
            <a:off x="7875671" y="4815065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6DB0D67-1621-6B2F-E5C4-140EABA3D0B2}"/>
              </a:ext>
            </a:extLst>
          </p:cNvPr>
          <p:cNvSpPr txBox="1"/>
          <p:nvPr/>
        </p:nvSpPr>
        <p:spPr>
          <a:xfrm>
            <a:off x="11247848" y="4820723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53CCFCE-FF0E-A6E4-8F0D-7236E9E198D2}"/>
              </a:ext>
            </a:extLst>
          </p:cNvPr>
          <p:cNvSpPr txBox="1"/>
          <p:nvPr/>
        </p:nvSpPr>
        <p:spPr>
          <a:xfrm>
            <a:off x="10571120" y="4817894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AB3006AD-7776-A987-081E-6D6FA55B58DE}"/>
              </a:ext>
            </a:extLst>
          </p:cNvPr>
          <p:cNvGrpSpPr/>
          <p:nvPr/>
        </p:nvGrpSpPr>
        <p:grpSpPr>
          <a:xfrm>
            <a:off x="8236507" y="2992579"/>
            <a:ext cx="3412593" cy="3201298"/>
            <a:chOff x="7939568" y="2318326"/>
            <a:chExt cx="3412593" cy="3201298"/>
          </a:xfrm>
        </p:grpSpPr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EE3816B7-361D-F052-98A9-F7D91F662707}"/>
                </a:ext>
              </a:extLst>
            </p:cNvPr>
            <p:cNvGrpSpPr/>
            <p:nvPr/>
          </p:nvGrpSpPr>
          <p:grpSpPr>
            <a:xfrm>
              <a:off x="7939568" y="2318326"/>
              <a:ext cx="3412593" cy="2914042"/>
              <a:chOff x="7939568" y="2318326"/>
              <a:chExt cx="3412593" cy="2914042"/>
            </a:xfrm>
          </p:grpSpPr>
          <p:grpSp>
            <p:nvGrpSpPr>
              <p:cNvPr id="70" name="그룹 69">
                <a:extLst>
                  <a:ext uri="{FF2B5EF4-FFF2-40B4-BE49-F238E27FC236}">
                    <a16:creationId xmlns:a16="http://schemas.microsoft.com/office/drawing/2014/main" id="{DBCFC5DA-D0D6-6B1C-7C6E-1E0C69CE6641}"/>
                  </a:ext>
                </a:extLst>
              </p:cNvPr>
              <p:cNvGrpSpPr/>
              <p:nvPr/>
            </p:nvGrpSpPr>
            <p:grpSpPr>
              <a:xfrm>
                <a:off x="7939568" y="2318326"/>
                <a:ext cx="3412593" cy="1816319"/>
                <a:chOff x="7166169" y="2120735"/>
                <a:chExt cx="4217683" cy="2244820"/>
              </a:xfrm>
            </p:grpSpPr>
            <p:pic>
              <p:nvPicPr>
                <p:cNvPr id="5" name="그래픽 4">
                  <a:extLst>
                    <a:ext uri="{FF2B5EF4-FFF2-40B4-BE49-F238E27FC236}">
                      <a16:creationId xmlns:a16="http://schemas.microsoft.com/office/drawing/2014/main" id="{7BC6AED2-E342-9B8A-8439-D30E7C7697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35527" y="2120735"/>
                  <a:ext cx="272452" cy="256425"/>
                </a:xfrm>
                <a:prstGeom prst="rect">
                  <a:avLst/>
                </a:prstGeom>
              </p:spPr>
            </p:pic>
            <p:pic>
              <p:nvPicPr>
                <p:cNvPr id="15" name="그래픽 14">
                  <a:extLst>
                    <a:ext uri="{FF2B5EF4-FFF2-40B4-BE49-F238E27FC236}">
                      <a16:creationId xmlns:a16="http://schemas.microsoft.com/office/drawing/2014/main" id="{53412014-169B-4FE8-2085-62A7CBEAFB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48573" y="2789182"/>
                  <a:ext cx="272452" cy="256425"/>
                </a:xfrm>
                <a:prstGeom prst="rect">
                  <a:avLst/>
                </a:prstGeom>
              </p:spPr>
            </p:pic>
            <p:pic>
              <p:nvPicPr>
                <p:cNvPr id="16" name="그래픽 15">
                  <a:extLst>
                    <a:ext uri="{FF2B5EF4-FFF2-40B4-BE49-F238E27FC236}">
                      <a16:creationId xmlns:a16="http://schemas.microsoft.com/office/drawing/2014/main" id="{914D1B09-B245-315D-2B62-EA51FDCF67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06267" y="3455744"/>
                  <a:ext cx="272452" cy="256425"/>
                </a:xfrm>
                <a:prstGeom prst="rect">
                  <a:avLst/>
                </a:prstGeom>
              </p:spPr>
            </p:pic>
            <p:pic>
              <p:nvPicPr>
                <p:cNvPr id="17" name="그래픽 16">
                  <a:extLst>
                    <a:ext uri="{FF2B5EF4-FFF2-40B4-BE49-F238E27FC236}">
                      <a16:creationId xmlns:a16="http://schemas.microsoft.com/office/drawing/2014/main" id="{21178BF4-F706-BAA5-2304-1C4395502E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710869" y="2757479"/>
                  <a:ext cx="272452" cy="256425"/>
                </a:xfrm>
                <a:prstGeom prst="rect">
                  <a:avLst/>
                </a:prstGeom>
              </p:spPr>
            </p:pic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2B8A9544-43D0-CC43-0782-364A879DE523}"/>
                    </a:ext>
                  </a:extLst>
                </p:cNvPr>
                <p:cNvCxnSpPr>
                  <a:cxnSpLocks/>
                  <a:stCxn id="5" idx="1"/>
                  <a:endCxn id="15" idx="0"/>
                </p:cNvCxnSpPr>
                <p:nvPr/>
              </p:nvCxnSpPr>
              <p:spPr>
                <a:xfrm flipH="1">
                  <a:off x="8484799" y="2248948"/>
                  <a:ext cx="550728" cy="540234"/>
                </a:xfrm>
                <a:prstGeom prst="line">
                  <a:avLst/>
                </a:prstGeom>
                <a:ln w="34925" cmpd="dbl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E2908571-93B6-04EE-9E7A-6D180D73D6BB}"/>
                    </a:ext>
                  </a:extLst>
                </p:cNvPr>
                <p:cNvCxnSpPr>
                  <a:cxnSpLocks/>
                  <a:stCxn id="15" idx="2"/>
                  <a:endCxn id="16" idx="1"/>
                </p:cNvCxnSpPr>
                <p:nvPr/>
              </p:nvCxnSpPr>
              <p:spPr>
                <a:xfrm>
                  <a:off x="8484799" y="3045607"/>
                  <a:ext cx="521468" cy="538350"/>
                </a:xfrm>
                <a:prstGeom prst="line">
                  <a:avLst/>
                </a:prstGeom>
                <a:ln w="34925" cmpd="dbl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138DE691-7619-FC4D-3404-A43CF2E77CE6}"/>
                    </a:ext>
                  </a:extLst>
                </p:cNvPr>
                <p:cNvCxnSpPr>
                  <a:cxnSpLocks/>
                  <a:stCxn id="5" idx="3"/>
                  <a:endCxn id="17" idx="0"/>
                </p:cNvCxnSpPr>
                <p:nvPr/>
              </p:nvCxnSpPr>
              <p:spPr>
                <a:xfrm>
                  <a:off x="9307979" y="2248948"/>
                  <a:ext cx="539116" cy="508531"/>
                </a:xfrm>
                <a:prstGeom prst="line">
                  <a:avLst/>
                </a:prstGeom>
                <a:ln w="34925" cmpd="dbl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직선 연결선 27">
                  <a:extLst>
                    <a:ext uri="{FF2B5EF4-FFF2-40B4-BE49-F238E27FC236}">
                      <a16:creationId xmlns:a16="http://schemas.microsoft.com/office/drawing/2014/main" id="{6348333F-C76C-FF61-30E7-B90EBE1550EC}"/>
                    </a:ext>
                  </a:extLst>
                </p:cNvPr>
                <p:cNvCxnSpPr>
                  <a:cxnSpLocks/>
                  <a:stCxn id="17" idx="2"/>
                  <a:endCxn id="16" idx="3"/>
                </p:cNvCxnSpPr>
                <p:nvPr/>
              </p:nvCxnSpPr>
              <p:spPr>
                <a:xfrm flipH="1">
                  <a:off x="9278719" y="3013904"/>
                  <a:ext cx="568376" cy="570053"/>
                </a:xfrm>
                <a:prstGeom prst="line">
                  <a:avLst/>
                </a:prstGeom>
                <a:ln w="34925" cmpd="dbl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연결선 35">
                  <a:extLst>
                    <a:ext uri="{FF2B5EF4-FFF2-40B4-BE49-F238E27FC236}">
                      <a16:creationId xmlns:a16="http://schemas.microsoft.com/office/drawing/2014/main" id="{346EBC50-8A6D-3483-4A31-A17214EB66C8}"/>
                    </a:ext>
                  </a:extLst>
                </p:cNvPr>
                <p:cNvCxnSpPr>
                  <a:cxnSpLocks/>
                  <a:stCxn id="15" idx="1"/>
                  <a:endCxn id="41" idx="3"/>
                </p:cNvCxnSpPr>
                <p:nvPr/>
              </p:nvCxnSpPr>
              <p:spPr>
                <a:xfrm flipH="1">
                  <a:off x="7756325" y="2917395"/>
                  <a:ext cx="59224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41" name="그래픽 40">
                  <a:extLst>
                    <a:ext uri="{FF2B5EF4-FFF2-40B4-BE49-F238E27FC236}">
                      <a16:creationId xmlns:a16="http://schemas.microsoft.com/office/drawing/2014/main" id="{34B01F0F-A8A6-0E1C-AFDA-1DEA4554C9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83873" y="2789182"/>
                  <a:ext cx="272452" cy="256425"/>
                </a:xfrm>
                <a:prstGeom prst="rect">
                  <a:avLst/>
                </a:prstGeom>
              </p:spPr>
            </p:pic>
            <p:pic>
              <p:nvPicPr>
                <p:cNvPr id="44" name="그래픽 43">
                  <a:extLst>
                    <a:ext uri="{FF2B5EF4-FFF2-40B4-BE49-F238E27FC236}">
                      <a16:creationId xmlns:a16="http://schemas.microsoft.com/office/drawing/2014/main" id="{3BDE070E-92E4-9B32-976A-DDAC8E3BE3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658663" y="2757479"/>
                  <a:ext cx="272452" cy="256425"/>
                </a:xfrm>
                <a:prstGeom prst="rect">
                  <a:avLst/>
                </a:prstGeom>
              </p:spPr>
            </p:pic>
            <p:cxnSp>
              <p:nvCxnSpPr>
                <p:cNvPr id="46" name="직선 연결선 45">
                  <a:extLst>
                    <a:ext uri="{FF2B5EF4-FFF2-40B4-BE49-F238E27FC236}">
                      <a16:creationId xmlns:a16="http://schemas.microsoft.com/office/drawing/2014/main" id="{C4BD439E-38E6-F523-B6E7-E9859A8DBCBD}"/>
                    </a:ext>
                  </a:extLst>
                </p:cNvPr>
                <p:cNvCxnSpPr>
                  <a:cxnSpLocks/>
                  <a:stCxn id="17" idx="3"/>
                  <a:endCxn id="44" idx="1"/>
                </p:cNvCxnSpPr>
                <p:nvPr/>
              </p:nvCxnSpPr>
              <p:spPr>
                <a:xfrm>
                  <a:off x="9983321" y="2885692"/>
                  <a:ext cx="67534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49" name="Picture 16" descr="Computer">
                  <a:extLst>
                    <a:ext uri="{FF2B5EF4-FFF2-40B4-BE49-F238E27FC236}">
                      <a16:creationId xmlns:a16="http://schemas.microsoft.com/office/drawing/2014/main" id="{CAFD9C68-8470-835A-1F0F-C4F3D45DBDF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166169" y="4083678"/>
                  <a:ext cx="281877" cy="28187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0" name="Picture 16" descr="Computer">
                  <a:extLst>
                    <a:ext uri="{FF2B5EF4-FFF2-40B4-BE49-F238E27FC236}">
                      <a16:creationId xmlns:a16="http://schemas.microsoft.com/office/drawing/2014/main" id="{2629E441-6EAA-73CB-4E5C-F259B07A4CC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88795" y="4083677"/>
                  <a:ext cx="281877" cy="28187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1" name="Picture 16" descr="Computer">
                  <a:extLst>
                    <a:ext uri="{FF2B5EF4-FFF2-40B4-BE49-F238E27FC236}">
                      <a16:creationId xmlns:a16="http://schemas.microsoft.com/office/drawing/2014/main" id="{901FAAB1-7909-4566-6E03-BFF40CDDF2B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393795" y="4083678"/>
                  <a:ext cx="281877" cy="28187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2" name="Picture 16" descr="Computer">
                  <a:extLst>
                    <a:ext uri="{FF2B5EF4-FFF2-40B4-BE49-F238E27FC236}">
                      <a16:creationId xmlns:a16="http://schemas.microsoft.com/office/drawing/2014/main" id="{1EB558C3-4616-FE0E-6B82-9F2290A3E60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101975" y="4083677"/>
                  <a:ext cx="281877" cy="28187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54" name="직선 연결선 53">
                  <a:extLst>
                    <a:ext uri="{FF2B5EF4-FFF2-40B4-BE49-F238E27FC236}">
                      <a16:creationId xmlns:a16="http://schemas.microsoft.com/office/drawing/2014/main" id="{51C0A76B-369A-C815-23D1-C1C3B9F66FB3}"/>
                    </a:ext>
                  </a:extLst>
                </p:cNvPr>
                <p:cNvCxnSpPr>
                  <a:cxnSpLocks/>
                  <a:stCxn id="41" idx="2"/>
                  <a:endCxn id="49" idx="0"/>
                </p:cNvCxnSpPr>
                <p:nvPr/>
              </p:nvCxnSpPr>
              <p:spPr>
                <a:xfrm flipH="1">
                  <a:off x="7307108" y="3045607"/>
                  <a:ext cx="312991" cy="103807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>
                  <a:extLst>
                    <a:ext uri="{FF2B5EF4-FFF2-40B4-BE49-F238E27FC236}">
                      <a16:creationId xmlns:a16="http://schemas.microsoft.com/office/drawing/2014/main" id="{FE2862C7-2CC4-F2B3-F277-6E9A486379D8}"/>
                    </a:ext>
                  </a:extLst>
                </p:cNvPr>
                <p:cNvCxnSpPr>
                  <a:cxnSpLocks/>
                  <a:stCxn id="41" idx="2"/>
                  <a:endCxn id="50" idx="0"/>
                </p:cNvCxnSpPr>
                <p:nvPr/>
              </p:nvCxnSpPr>
              <p:spPr>
                <a:xfrm>
                  <a:off x="7620099" y="3045607"/>
                  <a:ext cx="309635" cy="103807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직선 연결선 59">
                  <a:extLst>
                    <a:ext uri="{FF2B5EF4-FFF2-40B4-BE49-F238E27FC236}">
                      <a16:creationId xmlns:a16="http://schemas.microsoft.com/office/drawing/2014/main" id="{B96E2AE5-188B-A2B7-393D-3E5FC6BCB358}"/>
                    </a:ext>
                  </a:extLst>
                </p:cNvPr>
                <p:cNvCxnSpPr>
                  <a:cxnSpLocks/>
                  <a:stCxn id="44" idx="2"/>
                  <a:endCxn id="51" idx="0"/>
                </p:cNvCxnSpPr>
                <p:nvPr/>
              </p:nvCxnSpPr>
              <p:spPr>
                <a:xfrm flipH="1">
                  <a:off x="10534734" y="3013904"/>
                  <a:ext cx="260155" cy="10697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직선 연결선 62">
                  <a:extLst>
                    <a:ext uri="{FF2B5EF4-FFF2-40B4-BE49-F238E27FC236}">
                      <a16:creationId xmlns:a16="http://schemas.microsoft.com/office/drawing/2014/main" id="{12761CBD-3D7C-F478-2F7E-E187A08E73F8}"/>
                    </a:ext>
                  </a:extLst>
                </p:cNvPr>
                <p:cNvCxnSpPr>
                  <a:cxnSpLocks/>
                  <a:stCxn id="44" idx="2"/>
                  <a:endCxn id="52" idx="0"/>
                </p:cNvCxnSpPr>
                <p:nvPr/>
              </p:nvCxnSpPr>
              <p:spPr>
                <a:xfrm>
                  <a:off x="10794889" y="3013904"/>
                  <a:ext cx="448025" cy="106977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76" name="그래픽 75">
                <a:extLst>
                  <a:ext uri="{FF2B5EF4-FFF2-40B4-BE49-F238E27FC236}">
                    <a16:creationId xmlns:a16="http://schemas.microsoft.com/office/drawing/2014/main" id="{6E822AA2-CFB5-A0C0-DC63-D705CE81F1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428420" y="3988939"/>
                <a:ext cx="220445" cy="207477"/>
              </a:xfrm>
              <a:prstGeom prst="rect">
                <a:avLst/>
              </a:prstGeom>
            </p:spPr>
          </p:pic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A72EA928-1D9C-CCB7-1371-A9B1F271087F}"/>
                  </a:ext>
                </a:extLst>
              </p:cNvPr>
              <p:cNvCxnSpPr>
                <a:cxnSpLocks/>
                <a:stCxn id="16" idx="2"/>
                <a:endCxn id="76" idx="0"/>
              </p:cNvCxnSpPr>
              <p:nvPr/>
            </p:nvCxnSpPr>
            <p:spPr>
              <a:xfrm>
                <a:off x="9538643" y="3605980"/>
                <a:ext cx="0" cy="3829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81" name="Picture 16" descr="Computer">
                <a:extLst>
                  <a:ext uri="{FF2B5EF4-FFF2-40B4-BE49-F238E27FC236}">
                    <a16:creationId xmlns:a16="http://schemas.microsoft.com/office/drawing/2014/main" id="{97D381B4-23AF-2503-C724-9B80B697C8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55415" y="5004297"/>
                <a:ext cx="228071" cy="2280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2" name="Picture 16" descr="Computer">
                <a:extLst>
                  <a:ext uri="{FF2B5EF4-FFF2-40B4-BE49-F238E27FC236}">
                    <a16:creationId xmlns:a16="http://schemas.microsoft.com/office/drawing/2014/main" id="{EA8D03FA-6F8A-D420-0EE9-3C55DD2B706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31248" y="5004297"/>
                <a:ext cx="228071" cy="2280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FA447AF5-962D-D063-EEA5-44A3C17265FF}"/>
                  </a:ext>
                </a:extLst>
              </p:cNvPr>
              <p:cNvCxnSpPr>
                <a:cxnSpLocks/>
                <a:stCxn id="76" idx="2"/>
                <a:endCxn id="81" idx="0"/>
              </p:cNvCxnSpPr>
              <p:nvPr/>
            </p:nvCxnSpPr>
            <p:spPr>
              <a:xfrm flipH="1">
                <a:off x="9069451" y="4196416"/>
                <a:ext cx="469192" cy="8078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0EF6B19B-63E7-AC67-1623-E51EC55DA149}"/>
                  </a:ext>
                </a:extLst>
              </p:cNvPr>
              <p:cNvCxnSpPr>
                <a:cxnSpLocks/>
                <a:stCxn id="89" idx="0"/>
                <a:endCxn id="82" idx="0"/>
              </p:cNvCxnSpPr>
              <p:nvPr/>
            </p:nvCxnSpPr>
            <p:spPr>
              <a:xfrm>
                <a:off x="9544906" y="4234210"/>
                <a:ext cx="378" cy="7700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D41240C-94A0-5643-AD73-3408276C02BF}"/>
                </a:ext>
              </a:extLst>
            </p:cNvPr>
            <p:cNvSpPr txBox="1"/>
            <p:nvPr/>
          </p:nvSpPr>
          <p:spPr>
            <a:xfrm>
              <a:off x="9184448" y="5273403"/>
              <a:ext cx="7216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VLAN 20</a:t>
              </a:r>
              <a:endParaRPr lang="ko-KR" altLang="en-US" sz="1000" b="1" dirty="0">
                <a:solidFill>
                  <a:srgbClr val="0000CC"/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F5DDDD4-7DD7-CFAB-D957-BD75C2502C85}"/>
                </a:ext>
              </a:extLst>
            </p:cNvPr>
            <p:cNvSpPr txBox="1"/>
            <p:nvPr/>
          </p:nvSpPr>
          <p:spPr>
            <a:xfrm>
              <a:off x="8507720" y="5270574"/>
              <a:ext cx="7216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VLAN 10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pic>
          <p:nvPicPr>
            <p:cNvPr id="98" name="Picture 16" descr="Computer">
              <a:extLst>
                <a:ext uri="{FF2B5EF4-FFF2-40B4-BE49-F238E27FC236}">
                  <a16:creationId xmlns:a16="http://schemas.microsoft.com/office/drawing/2014/main" id="{FE391243-758E-56EC-2ED4-271A915B92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11925" y="5004296"/>
              <a:ext cx="228071" cy="2280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B8BF3A53-4EA8-55AC-73E6-0589121104C4}"/>
                </a:ext>
              </a:extLst>
            </p:cNvPr>
            <p:cNvCxnSpPr>
              <a:cxnSpLocks/>
              <a:stCxn id="89" idx="0"/>
              <a:endCxn id="98" idx="0"/>
            </p:cNvCxnSpPr>
            <p:nvPr/>
          </p:nvCxnSpPr>
          <p:spPr>
            <a:xfrm>
              <a:off x="9544906" y="4234210"/>
              <a:ext cx="581055" cy="7700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643554A-ABEF-648F-EA55-480ED652CC51}"/>
                </a:ext>
              </a:extLst>
            </p:cNvPr>
            <p:cNvSpPr txBox="1"/>
            <p:nvPr/>
          </p:nvSpPr>
          <p:spPr>
            <a:xfrm>
              <a:off x="9861455" y="5270574"/>
              <a:ext cx="7216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B050"/>
                  </a:solidFill>
                </a:rPr>
                <a:t>VLAN 30</a:t>
              </a:r>
              <a:endParaRPr lang="ko-KR" altLang="en-US" sz="1000" b="1" dirty="0">
                <a:solidFill>
                  <a:srgbClr val="00B050"/>
                </a:solidFill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273F177-50C6-776E-8726-3A6F58AC1B15}"/>
                </a:ext>
              </a:extLst>
            </p:cNvPr>
            <p:cNvSpPr txBox="1"/>
            <p:nvPr/>
          </p:nvSpPr>
          <p:spPr>
            <a:xfrm>
              <a:off x="9217456" y="4234210"/>
              <a:ext cx="654899" cy="5770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 dirty="0"/>
                <a:t>VTP-transparent</a:t>
              </a:r>
            </a:p>
          </p:txBody>
        </p:sp>
      </p:grp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7441" y="1165299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4FB836-6416-CA55-693A-A41D16ADF6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24087" y="2145721"/>
            <a:ext cx="376089" cy="256425"/>
          </a:xfrm>
          <a:prstGeom prst="rect">
            <a:avLst/>
          </a:prstGeom>
        </p:spPr>
      </p:pic>
      <p:pic>
        <p:nvPicPr>
          <p:cNvPr id="115" name="그래픽 114">
            <a:extLst>
              <a:ext uri="{FF2B5EF4-FFF2-40B4-BE49-F238E27FC236}">
                <a16:creationId xmlns:a16="http://schemas.microsoft.com/office/drawing/2014/main" id="{BB224C7F-FE26-62D5-DC4F-BE5A6D2D42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1461" y="4504847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28925D98-A8AC-D57D-47BE-7446F1F214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44456" y="3373785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5F714A0-B6D5-EA21-2696-C503B2820B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17817" y="3373784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C7B91C95-050E-EDAF-0B68-7B2165C0AB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24089" y="2845723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111A750-C787-95A0-AA00-EB848A5E4B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24088" y="3938425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D57B3B-05AE-6BFA-E57C-AE240F47F72F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432501" y="2973936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782217D-A1AC-1A2D-BB81-04B0F4CC8CA0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432501" y="3630210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7B6F898-7623-7FAA-A32F-D236517B008E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00178" y="2973936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8E771C75-7844-A8F8-7FBB-C88E1A3295A6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414273" y="3630209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0394D150-905A-ADBE-622C-A8ACD389C9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39713" y="4930648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C0F1F9A5-F85F-1092-B29E-FFC1D61F24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22160" y="4924343"/>
            <a:ext cx="220445" cy="207477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524982D-5DCC-90E5-36C5-A7C3692494C4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849935" y="4696999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DDCDE9AB-59C4-145B-A9FA-8BE3A2798862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623178" y="4677328"/>
            <a:ext cx="9205" cy="2470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DEE273BA-2254-547C-C30D-691295A9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200" y="5490202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E0A2B6D7-4288-7999-6861-FADF6011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051" y="5490202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46CA2058-5FD6-C944-6ADB-A3BD6A93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7975" y="5490202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F84DD6C-878A-1E1B-6054-D2D831BBF153}"/>
              </a:ext>
            </a:extLst>
          </p:cNvPr>
          <p:cNvCxnSpPr>
            <a:cxnSpLocks/>
            <a:stCxn id="134" idx="2"/>
            <a:endCxn id="201" idx="0"/>
          </p:cNvCxnSpPr>
          <p:nvPr/>
        </p:nvCxnSpPr>
        <p:spPr>
          <a:xfrm>
            <a:off x="3632383" y="5131820"/>
            <a:ext cx="245151" cy="3149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ED97685-093F-3D30-D99D-E588AE8517D3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492011" y="5131820"/>
            <a:ext cx="140372" cy="358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7D3F2A0-FA4A-B560-EC4D-3C2AE9CBC14D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587236" y="5138125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4ACE8A0-03C6-0F38-B995-9BA04E7B1329}"/>
              </a:ext>
            </a:extLst>
          </p:cNvPr>
          <p:cNvCxnSpPr>
            <a:cxnSpLocks/>
            <a:stCxn id="133" idx="2"/>
            <a:endCxn id="146" idx="0"/>
          </p:cNvCxnSpPr>
          <p:nvPr/>
        </p:nvCxnSpPr>
        <p:spPr>
          <a:xfrm>
            <a:off x="2849936" y="5138125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489405FB-9D78-E77C-0217-A111B4A3B204}"/>
              </a:ext>
            </a:extLst>
          </p:cNvPr>
          <p:cNvSpPr txBox="1"/>
          <p:nvPr/>
        </p:nvSpPr>
        <p:spPr>
          <a:xfrm>
            <a:off x="2553544" y="4282239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PAT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B1D44DC-D692-ECC3-3911-EF5C5D9DE473}"/>
              </a:ext>
            </a:extLst>
          </p:cNvPr>
          <p:cNvSpPr txBox="1"/>
          <p:nvPr/>
        </p:nvSpPr>
        <p:spPr>
          <a:xfrm>
            <a:off x="2881663" y="3344224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Summary routing</a:t>
            </a:r>
          </a:p>
        </p:txBody>
      </p: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D7FEE64D-088F-1F92-8E99-A0D7E1E942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18003" y="4517092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64217C9D-4FF7-E8C6-3BF9-808088D1FD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91246" y="4497421"/>
            <a:ext cx="263863" cy="179907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849935" y="4194850"/>
            <a:ext cx="362198" cy="322242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212133" y="4194850"/>
            <a:ext cx="411045" cy="30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F3C8209A-96C7-7CD1-A4EC-92C29A1D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0082" y="5446785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CE3F618C-3CD1-DDFF-1D46-EF3772D658B6}"/>
              </a:ext>
            </a:extLst>
          </p:cNvPr>
          <p:cNvSpPr txBox="1"/>
          <p:nvPr/>
        </p:nvSpPr>
        <p:spPr>
          <a:xfrm>
            <a:off x="3607267" y="5755388"/>
            <a:ext cx="540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DHCP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A2D426EA-34C8-015C-337B-9D62EB22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399" y="3872893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FDC193A5-78FC-5883-1418-D1EB9CC7BF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02961" y="3409762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2896F30-5010-2253-33D5-35F2F7FF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568" y="3195723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58D63AF-024B-EAED-3991-2D923222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240" y="246010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" name="TextBox 210">
            <a:extLst>
              <a:ext uri="{FF2B5EF4-FFF2-40B4-BE49-F238E27FC236}">
                <a16:creationId xmlns:a16="http://schemas.microsoft.com/office/drawing/2014/main" id="{830CD18B-9E2B-B8F5-012F-5288ABB08CFD}"/>
              </a:ext>
            </a:extLst>
          </p:cNvPr>
          <p:cNvSpPr txBox="1"/>
          <p:nvPr/>
        </p:nvSpPr>
        <p:spPr>
          <a:xfrm>
            <a:off x="4964691" y="4179063"/>
            <a:ext cx="5421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LAMP</a:t>
            </a:r>
            <a:endParaRPr lang="ko-KR" altLang="en-US" sz="1000" b="1" dirty="0">
              <a:solidFill>
                <a:schemeClr val="accent2"/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4FFAE41D-1D3F-0BB2-AAAD-F74BE165AD44}"/>
              </a:ext>
            </a:extLst>
          </p:cNvPr>
          <p:cNvSpPr txBox="1"/>
          <p:nvPr/>
        </p:nvSpPr>
        <p:spPr>
          <a:xfrm>
            <a:off x="4964691" y="3444964"/>
            <a:ext cx="5421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LAMP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BC4DF94-88D9-EDAB-14BA-6876B0566835}"/>
              </a:ext>
            </a:extLst>
          </p:cNvPr>
          <p:cNvSpPr txBox="1"/>
          <p:nvPr/>
        </p:nvSpPr>
        <p:spPr>
          <a:xfrm>
            <a:off x="5011961" y="2724887"/>
            <a:ext cx="4555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DNS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VH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14" name="오른쪽 중괄호 213">
            <a:extLst>
              <a:ext uri="{FF2B5EF4-FFF2-40B4-BE49-F238E27FC236}">
                <a16:creationId xmlns:a16="http://schemas.microsoft.com/office/drawing/2014/main" id="{B7153618-2F97-D895-6D20-F2BFE9541198}"/>
              </a:ext>
            </a:extLst>
          </p:cNvPr>
          <p:cNvSpPr/>
          <p:nvPr/>
        </p:nvSpPr>
        <p:spPr>
          <a:xfrm>
            <a:off x="5483039" y="3252096"/>
            <a:ext cx="314904" cy="73028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5EA339A-4A5C-75BB-5AC5-89B21A12484B}"/>
              </a:ext>
            </a:extLst>
          </p:cNvPr>
          <p:cNvSpPr txBox="1"/>
          <p:nvPr/>
        </p:nvSpPr>
        <p:spPr>
          <a:xfrm>
            <a:off x="5574172" y="3484036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FTP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732E9C27-30A4-D8D5-BBF2-E806807D4A79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723406" y="3353175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631A82A9-ADA1-C49F-57DE-CED17AEC595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723406" y="3513501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F28C88C6-D9CB-7EBB-4E7E-FC7B467745B7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723406" y="2617553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193906" y="3501997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567040" y="157019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90FDD95B-8223-133E-3828-91E61FBBC29C}"/>
              </a:ext>
            </a:extLst>
          </p:cNvPr>
          <p:cNvCxnSpPr>
            <a:cxnSpLocks/>
            <a:stCxn id="114" idx="3"/>
            <a:endCxn id="113" idx="1"/>
          </p:cNvCxnSpPr>
          <p:nvPr/>
        </p:nvCxnSpPr>
        <p:spPr>
          <a:xfrm flipV="1">
            <a:off x="3400176" y="1293512"/>
            <a:ext cx="2787265" cy="9804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946ACC9-54BF-2DB9-4558-3A07A0E4B6DF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212132" y="2402146"/>
            <a:ext cx="2" cy="4435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C578A551-0FA9-E45A-0F7B-F097891142E2}"/>
              </a:ext>
            </a:extLst>
          </p:cNvPr>
          <p:cNvSpPr txBox="1"/>
          <p:nvPr/>
        </p:nvSpPr>
        <p:spPr>
          <a:xfrm>
            <a:off x="4292766" y="1473798"/>
            <a:ext cx="5341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CHAP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4FBEBA28-2428-17C4-36C6-941569A0F9E0}"/>
              </a:ext>
            </a:extLst>
          </p:cNvPr>
          <p:cNvCxnSpPr>
            <a:cxnSpLocks/>
            <a:stCxn id="71" idx="1"/>
            <a:endCxn id="113" idx="3"/>
          </p:cNvCxnSpPr>
          <p:nvPr/>
        </p:nvCxnSpPr>
        <p:spPr>
          <a:xfrm flipH="1" flipV="1">
            <a:off x="6563530" y="1293512"/>
            <a:ext cx="3102106" cy="7804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4DFFE304-1738-9A2F-9095-FC917B851879}"/>
              </a:ext>
            </a:extLst>
          </p:cNvPr>
          <p:cNvSpPr txBox="1"/>
          <p:nvPr/>
        </p:nvSpPr>
        <p:spPr>
          <a:xfrm>
            <a:off x="7992746" y="1404115"/>
            <a:ext cx="5341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CHAP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97403" y="144940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370270" y="657150"/>
            <a:ext cx="5216" cy="5081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6042819" y="258272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FBB6BE6-B379-682E-CAC6-4B9A4A86B769}"/>
              </a:ext>
            </a:extLst>
          </p:cNvPr>
          <p:cNvSpPr txBox="1"/>
          <p:nvPr/>
        </p:nvSpPr>
        <p:spPr>
          <a:xfrm>
            <a:off x="6492146" y="785681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default routing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6A3BEF58-9D0B-DD1F-1A72-80D624E00787}"/>
              </a:ext>
            </a:extLst>
          </p:cNvPr>
          <p:cNvSpPr txBox="1"/>
          <p:nvPr/>
        </p:nvSpPr>
        <p:spPr>
          <a:xfrm>
            <a:off x="2878233" y="1720019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default routing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7D81E706-16CF-31EC-9BC2-3F8387936FA9}"/>
              </a:ext>
            </a:extLst>
          </p:cNvPr>
          <p:cNvSpPr txBox="1"/>
          <p:nvPr/>
        </p:nvSpPr>
        <p:spPr>
          <a:xfrm>
            <a:off x="9580120" y="1522580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default routing</a:t>
            </a:r>
          </a:p>
        </p:txBody>
      </p:sp>
      <p:pic>
        <p:nvPicPr>
          <p:cNvPr id="267" name="Picture 2" descr="Data server ">
            <a:extLst>
              <a:ext uri="{FF2B5EF4-FFF2-40B4-BE49-F238E27FC236}">
                <a16:creationId xmlns:a16="http://schemas.microsoft.com/office/drawing/2014/main" id="{BBE76353-88DD-2849-1D30-18E3DA057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91476" y="5134528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그래픽 267">
            <a:extLst>
              <a:ext uri="{FF2B5EF4-FFF2-40B4-BE49-F238E27FC236}">
                <a16:creationId xmlns:a16="http://schemas.microsoft.com/office/drawing/2014/main" id="{6FDE95D1-5F0B-5063-4319-18036825B5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746266" y="4623280"/>
            <a:ext cx="220445" cy="207477"/>
          </a:xfrm>
          <a:prstGeom prst="rect">
            <a:avLst/>
          </a:prstGeom>
        </p:spPr>
      </p:pic>
      <p:pic>
        <p:nvPicPr>
          <p:cNvPr id="269" name="Picture 2" descr="Data server ">
            <a:extLst>
              <a:ext uri="{FF2B5EF4-FFF2-40B4-BE49-F238E27FC236}">
                <a16:creationId xmlns:a16="http://schemas.microsoft.com/office/drawing/2014/main" id="{F14EA4B1-A466-9B97-D3C7-801DC647D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54631" y="4441354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Picture 2" descr="Data server ">
            <a:extLst>
              <a:ext uri="{FF2B5EF4-FFF2-40B4-BE49-F238E27FC236}">
                <a16:creationId xmlns:a16="http://schemas.microsoft.com/office/drawing/2014/main" id="{D789DCC6-CB0E-01A7-90F3-5C9A73112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69884" y="3656728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1" name="TextBox 270">
            <a:extLst>
              <a:ext uri="{FF2B5EF4-FFF2-40B4-BE49-F238E27FC236}">
                <a16:creationId xmlns:a16="http://schemas.microsoft.com/office/drawing/2014/main" id="{63FA58CE-C38E-BD49-B096-611722771AD4}"/>
              </a:ext>
            </a:extLst>
          </p:cNvPr>
          <p:cNvSpPr txBox="1"/>
          <p:nvPr/>
        </p:nvSpPr>
        <p:spPr>
          <a:xfrm flipH="1">
            <a:off x="876070" y="5433645"/>
            <a:ext cx="8066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GUI_XRDP</a:t>
            </a:r>
            <a:endParaRPr lang="ko-KR" altLang="en-US" sz="1000" b="1" dirty="0">
              <a:solidFill>
                <a:schemeClr val="accent2"/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0618AE11-2F12-7FCF-E539-D5AC74FF1D08}"/>
              </a:ext>
            </a:extLst>
          </p:cNvPr>
          <p:cNvSpPr txBox="1"/>
          <p:nvPr/>
        </p:nvSpPr>
        <p:spPr>
          <a:xfrm flipH="1">
            <a:off x="891502" y="4730860"/>
            <a:ext cx="7361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GUI_VNC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4CBC86CA-E584-66EA-A999-E7243F1E0915}"/>
              </a:ext>
            </a:extLst>
          </p:cNvPr>
          <p:cNvSpPr txBox="1"/>
          <p:nvPr/>
        </p:nvSpPr>
        <p:spPr>
          <a:xfrm flipH="1">
            <a:off x="839985" y="3950230"/>
            <a:ext cx="10615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 err="1">
                <a:solidFill>
                  <a:srgbClr val="0000CC"/>
                </a:solidFill>
              </a:rPr>
              <a:t>GUI_monitorix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6188CBE3-BF73-EC26-9C46-6A10FBFB017A}"/>
              </a:ext>
            </a:extLst>
          </p:cNvPr>
          <p:cNvCxnSpPr>
            <a:cxnSpLocks/>
            <a:stCxn id="268" idx="3"/>
            <a:endCxn id="269" idx="1"/>
          </p:cNvCxnSpPr>
          <p:nvPr/>
        </p:nvCxnSpPr>
        <p:spPr>
          <a:xfrm flipH="1" flipV="1">
            <a:off x="1369535" y="4598806"/>
            <a:ext cx="376731" cy="1282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F7D05B8A-ADB6-431F-828A-AAFEE5AF6CF7}"/>
              </a:ext>
            </a:extLst>
          </p:cNvPr>
          <p:cNvCxnSpPr>
            <a:cxnSpLocks/>
            <a:stCxn id="268" idx="3"/>
            <a:endCxn id="267" idx="1"/>
          </p:cNvCxnSpPr>
          <p:nvPr/>
        </p:nvCxnSpPr>
        <p:spPr>
          <a:xfrm flipH="1">
            <a:off x="1406380" y="4727019"/>
            <a:ext cx="339886" cy="5649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6C766730-5F3A-6C70-CA22-0121C2641453}"/>
              </a:ext>
            </a:extLst>
          </p:cNvPr>
          <p:cNvCxnSpPr>
            <a:cxnSpLocks/>
            <a:stCxn id="268" idx="3"/>
            <a:endCxn id="270" idx="1"/>
          </p:cNvCxnSpPr>
          <p:nvPr/>
        </p:nvCxnSpPr>
        <p:spPr>
          <a:xfrm flipH="1" flipV="1">
            <a:off x="1384788" y="3814180"/>
            <a:ext cx="361478" cy="9128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A32DFD2B-B432-532A-3495-275501836989}"/>
              </a:ext>
            </a:extLst>
          </p:cNvPr>
          <p:cNvCxnSpPr>
            <a:cxnSpLocks/>
            <a:stCxn id="116" idx="1"/>
            <a:endCxn id="268" idx="1"/>
          </p:cNvCxnSpPr>
          <p:nvPr/>
        </p:nvCxnSpPr>
        <p:spPr>
          <a:xfrm flipH="1">
            <a:off x="1966711" y="3501998"/>
            <a:ext cx="277745" cy="1225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오른쪽 중괄호 292">
            <a:extLst>
              <a:ext uri="{FF2B5EF4-FFF2-40B4-BE49-F238E27FC236}">
                <a16:creationId xmlns:a16="http://schemas.microsoft.com/office/drawing/2014/main" id="{2C413674-6144-237D-D168-07F79A59D0FD}"/>
              </a:ext>
            </a:extLst>
          </p:cNvPr>
          <p:cNvSpPr/>
          <p:nvPr/>
        </p:nvSpPr>
        <p:spPr>
          <a:xfrm flipH="1">
            <a:off x="688682" y="3785142"/>
            <a:ext cx="314904" cy="1506838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3823AA01-6C25-CF6A-C308-C85206A5408B}"/>
              </a:ext>
            </a:extLst>
          </p:cNvPr>
          <p:cNvSpPr txBox="1"/>
          <p:nvPr/>
        </p:nvSpPr>
        <p:spPr>
          <a:xfrm>
            <a:off x="80627" y="4399203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SMB2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A6B65F4E-0A06-836B-3BAF-E09777E73383}"/>
              </a:ext>
            </a:extLst>
          </p:cNvPr>
          <p:cNvCxnSpPr>
            <a:cxnSpLocks/>
            <a:stCxn id="115" idx="0"/>
            <a:endCxn id="113" idx="2"/>
          </p:cNvCxnSpPr>
          <p:nvPr/>
        </p:nvCxnSpPr>
        <p:spPr>
          <a:xfrm flipH="1" flipV="1">
            <a:off x="6375486" y="1421724"/>
            <a:ext cx="4020" cy="30831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9" name="Picture 30" descr="Server ">
            <a:extLst>
              <a:ext uri="{FF2B5EF4-FFF2-40B4-BE49-F238E27FC236}">
                <a16:creationId xmlns:a16="http://schemas.microsoft.com/office/drawing/2014/main" id="{CE27943F-D69B-9BE1-8883-EC4A96A1B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392" y="5427515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Picture 30" descr="Server ">
            <a:extLst>
              <a:ext uri="{FF2B5EF4-FFF2-40B4-BE49-F238E27FC236}">
                <a16:creationId xmlns:a16="http://schemas.microsoft.com/office/drawing/2014/main" id="{6A898DC0-43B0-C06A-7095-C9FB28781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979" y="5427515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Picture 30" descr="Server ">
            <a:extLst>
              <a:ext uri="{FF2B5EF4-FFF2-40B4-BE49-F238E27FC236}">
                <a16:creationId xmlns:a16="http://schemas.microsoft.com/office/drawing/2014/main" id="{E2FD5AA6-EA83-0C41-924A-8A6306048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460" y="5427515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그래픽 301">
            <a:extLst>
              <a:ext uri="{FF2B5EF4-FFF2-40B4-BE49-F238E27FC236}">
                <a16:creationId xmlns:a16="http://schemas.microsoft.com/office/drawing/2014/main" id="{FA98DB65-8183-9ACC-6362-99FA68465E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60047" y="5006010"/>
            <a:ext cx="220445" cy="207477"/>
          </a:xfrm>
          <a:prstGeom prst="rect">
            <a:avLst/>
          </a:prstGeom>
        </p:spPr>
      </p:pic>
      <p:cxnSp>
        <p:nvCxnSpPr>
          <p:cNvPr id="303" name="직선 연결선 302">
            <a:extLst>
              <a:ext uri="{FF2B5EF4-FFF2-40B4-BE49-F238E27FC236}">
                <a16:creationId xmlns:a16="http://schemas.microsoft.com/office/drawing/2014/main" id="{5CD37FC3-A5B3-6B98-5EC0-7E5A93B98EDD}"/>
              </a:ext>
            </a:extLst>
          </p:cNvPr>
          <p:cNvCxnSpPr>
            <a:cxnSpLocks/>
            <a:stCxn id="302" idx="0"/>
            <a:endCxn id="115" idx="2"/>
          </p:cNvCxnSpPr>
          <p:nvPr/>
        </p:nvCxnSpPr>
        <p:spPr>
          <a:xfrm flipV="1">
            <a:off x="6370270" y="4761272"/>
            <a:ext cx="9236" cy="2447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직선 연결선 305">
            <a:extLst>
              <a:ext uri="{FF2B5EF4-FFF2-40B4-BE49-F238E27FC236}">
                <a16:creationId xmlns:a16="http://schemas.microsoft.com/office/drawing/2014/main" id="{BC4A7BEF-616B-F566-7CD2-ED2B741C3C8D}"/>
              </a:ext>
            </a:extLst>
          </p:cNvPr>
          <p:cNvCxnSpPr>
            <a:cxnSpLocks/>
            <a:stCxn id="299" idx="0"/>
            <a:endCxn id="302" idx="2"/>
          </p:cNvCxnSpPr>
          <p:nvPr/>
        </p:nvCxnSpPr>
        <p:spPr>
          <a:xfrm flipV="1">
            <a:off x="5646985" y="5213487"/>
            <a:ext cx="723285" cy="2140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직선 연결선 308">
            <a:extLst>
              <a:ext uri="{FF2B5EF4-FFF2-40B4-BE49-F238E27FC236}">
                <a16:creationId xmlns:a16="http://schemas.microsoft.com/office/drawing/2014/main" id="{6864F3A8-67A1-5C07-4746-303F034F64E3}"/>
              </a:ext>
            </a:extLst>
          </p:cNvPr>
          <p:cNvCxnSpPr>
            <a:cxnSpLocks/>
            <a:stCxn id="300" idx="0"/>
            <a:endCxn id="302" idx="2"/>
          </p:cNvCxnSpPr>
          <p:nvPr/>
        </p:nvCxnSpPr>
        <p:spPr>
          <a:xfrm flipH="1" flipV="1">
            <a:off x="6370270" y="5213487"/>
            <a:ext cx="2302" cy="2140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67380ED5-4816-0293-A0D3-8C4747C30785}"/>
              </a:ext>
            </a:extLst>
          </p:cNvPr>
          <p:cNvCxnSpPr>
            <a:cxnSpLocks/>
            <a:stCxn id="301" idx="0"/>
            <a:endCxn id="302" idx="2"/>
          </p:cNvCxnSpPr>
          <p:nvPr/>
        </p:nvCxnSpPr>
        <p:spPr>
          <a:xfrm flipH="1" flipV="1">
            <a:off x="6370270" y="5213487"/>
            <a:ext cx="801783" cy="2140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0A582C6B-720B-2CEB-9167-EA85C64ECF7E}"/>
              </a:ext>
            </a:extLst>
          </p:cNvPr>
          <p:cNvSpPr txBox="1"/>
          <p:nvPr/>
        </p:nvSpPr>
        <p:spPr>
          <a:xfrm>
            <a:off x="5154657" y="5753497"/>
            <a:ext cx="8579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1 - RAID10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SSD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006E96B7-4F7B-8858-0931-87F52626C295}"/>
              </a:ext>
            </a:extLst>
          </p:cNvPr>
          <p:cNvSpPr txBox="1"/>
          <p:nvPr/>
        </p:nvSpPr>
        <p:spPr>
          <a:xfrm>
            <a:off x="5983989" y="5755388"/>
            <a:ext cx="8579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2 - RAID10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HDD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E4A00C46-0F58-D130-A3DE-A27BF68866D4}"/>
              </a:ext>
            </a:extLst>
          </p:cNvPr>
          <p:cNvSpPr txBox="1"/>
          <p:nvPr/>
        </p:nvSpPr>
        <p:spPr>
          <a:xfrm>
            <a:off x="6754950" y="5755388"/>
            <a:ext cx="7841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2 - RAID5</a:t>
            </a:r>
          </a:p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HDD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318" name="오른쪽 중괄호 317">
            <a:extLst>
              <a:ext uri="{FF2B5EF4-FFF2-40B4-BE49-F238E27FC236}">
                <a16:creationId xmlns:a16="http://schemas.microsoft.com/office/drawing/2014/main" id="{A28D83D0-C7D1-D393-8FA0-8BC2DCF8303E}"/>
              </a:ext>
            </a:extLst>
          </p:cNvPr>
          <p:cNvSpPr/>
          <p:nvPr/>
        </p:nvSpPr>
        <p:spPr>
          <a:xfrm rot="5400000">
            <a:off x="6625826" y="5887641"/>
            <a:ext cx="256425" cy="786011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42EA9F83-04AF-732F-BCB4-95F9D129FF41}"/>
              </a:ext>
            </a:extLst>
          </p:cNvPr>
          <p:cNvSpPr txBox="1"/>
          <p:nvPr/>
        </p:nvSpPr>
        <p:spPr>
          <a:xfrm>
            <a:off x="6360030" y="6419691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NFS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321" name="직선 연결선 320">
            <a:extLst>
              <a:ext uri="{FF2B5EF4-FFF2-40B4-BE49-F238E27FC236}">
                <a16:creationId xmlns:a16="http://schemas.microsoft.com/office/drawing/2014/main" id="{FC741115-A395-6905-9AA7-1CC0C344622E}"/>
              </a:ext>
            </a:extLst>
          </p:cNvPr>
          <p:cNvCxnSpPr>
            <a:stCxn id="301" idx="0"/>
            <a:endCxn id="301" idx="3"/>
          </p:cNvCxnSpPr>
          <p:nvPr/>
        </p:nvCxnSpPr>
        <p:spPr>
          <a:xfrm>
            <a:off x="7172053" y="5427515"/>
            <a:ext cx="132593" cy="132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C8B79DB2-9BA4-DFF3-76CD-4C27ED600E0D}"/>
              </a:ext>
            </a:extLst>
          </p:cNvPr>
          <p:cNvCxnSpPr>
            <a:cxnSpLocks/>
            <a:endCxn id="301" idx="3"/>
          </p:cNvCxnSpPr>
          <p:nvPr/>
        </p:nvCxnSpPr>
        <p:spPr>
          <a:xfrm flipH="1">
            <a:off x="7304646" y="5560108"/>
            <a:ext cx="2161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TextBox 324">
            <a:extLst>
              <a:ext uri="{FF2B5EF4-FFF2-40B4-BE49-F238E27FC236}">
                <a16:creationId xmlns:a16="http://schemas.microsoft.com/office/drawing/2014/main" id="{C6B6C7D7-7D6C-6349-FC89-E6247E9D3A4C}"/>
              </a:ext>
            </a:extLst>
          </p:cNvPr>
          <p:cNvSpPr txBox="1"/>
          <p:nvPr/>
        </p:nvSpPr>
        <p:spPr>
          <a:xfrm>
            <a:off x="7318485" y="5364433"/>
            <a:ext cx="79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Disk quota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pic>
        <p:nvPicPr>
          <p:cNvPr id="329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67963" y="2939486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0" name="그래픽 329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722753" y="2428238"/>
            <a:ext cx="220445" cy="207477"/>
          </a:xfrm>
          <a:prstGeom prst="rect">
            <a:avLst/>
          </a:prstGeom>
        </p:spPr>
      </p:pic>
      <p:pic>
        <p:nvPicPr>
          <p:cNvPr id="331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38190" y="211648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3" name="TextBox 332">
            <a:extLst>
              <a:ext uri="{FF2B5EF4-FFF2-40B4-BE49-F238E27FC236}">
                <a16:creationId xmlns:a16="http://schemas.microsoft.com/office/drawing/2014/main" id="{AABAAA95-6689-743F-CE73-DCEE7DB76B2F}"/>
              </a:ext>
            </a:extLst>
          </p:cNvPr>
          <p:cNvSpPr txBox="1"/>
          <p:nvPr/>
        </p:nvSpPr>
        <p:spPr>
          <a:xfrm flipH="1">
            <a:off x="784698" y="3197111"/>
            <a:ext cx="9284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 err="1">
                <a:solidFill>
                  <a:srgbClr val="ED7D31"/>
                </a:solidFill>
              </a:rPr>
              <a:t>CLI_network</a:t>
            </a:r>
            <a:endParaRPr lang="en-US" altLang="ko-KR" sz="1000" b="1" dirty="0">
              <a:solidFill>
                <a:srgbClr val="ED7D31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manager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099498D5-B48E-B05C-98F4-DFCA2F24FE94}"/>
              </a:ext>
            </a:extLst>
          </p:cNvPr>
          <p:cNvSpPr txBox="1"/>
          <p:nvPr/>
        </p:nvSpPr>
        <p:spPr>
          <a:xfrm flipH="1">
            <a:off x="857091" y="2417498"/>
            <a:ext cx="7954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 err="1">
                <a:solidFill>
                  <a:srgbClr val="0000CC"/>
                </a:solidFill>
              </a:rPr>
              <a:t>CLI_server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manager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336" name="직선 연결선 335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330" idx="3"/>
            <a:endCxn id="331" idx="1"/>
          </p:cNvCxnSpPr>
          <p:nvPr/>
        </p:nvCxnSpPr>
        <p:spPr>
          <a:xfrm flipH="1" flipV="1">
            <a:off x="1353094" y="2273933"/>
            <a:ext cx="369659" cy="2580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직선 연결선 336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330" idx="3"/>
            <a:endCxn id="329" idx="1"/>
          </p:cNvCxnSpPr>
          <p:nvPr/>
        </p:nvCxnSpPr>
        <p:spPr>
          <a:xfrm flipH="1">
            <a:off x="1382867" y="2531977"/>
            <a:ext cx="339886" cy="5649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오른쪽 중괄호 338">
            <a:extLst>
              <a:ext uri="{FF2B5EF4-FFF2-40B4-BE49-F238E27FC236}">
                <a16:creationId xmlns:a16="http://schemas.microsoft.com/office/drawing/2014/main" id="{0E42F611-7FEA-F608-EB55-4E871EEE4B92}"/>
              </a:ext>
            </a:extLst>
          </p:cNvPr>
          <p:cNvSpPr/>
          <p:nvPr/>
        </p:nvSpPr>
        <p:spPr>
          <a:xfrm flipH="1">
            <a:off x="665169" y="2202197"/>
            <a:ext cx="314904" cy="894741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F43B8B15-5557-D531-6568-D1056196164B}"/>
              </a:ext>
            </a:extLst>
          </p:cNvPr>
          <p:cNvSpPr txBox="1"/>
          <p:nvPr/>
        </p:nvSpPr>
        <p:spPr>
          <a:xfrm>
            <a:off x="75568" y="2528784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SMB1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cxnSp>
        <p:nvCxnSpPr>
          <p:cNvPr id="341" name="직선 연결선 340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330" idx="1"/>
            <a:endCxn id="116" idx="1"/>
          </p:cNvCxnSpPr>
          <p:nvPr/>
        </p:nvCxnSpPr>
        <p:spPr>
          <a:xfrm>
            <a:off x="1943198" y="2531977"/>
            <a:ext cx="301258" cy="970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7" name="TextBox 346">
            <a:extLst>
              <a:ext uri="{FF2B5EF4-FFF2-40B4-BE49-F238E27FC236}">
                <a16:creationId xmlns:a16="http://schemas.microsoft.com/office/drawing/2014/main" id="{38E71F95-64A3-2080-552C-CBD27CB9CC26}"/>
              </a:ext>
            </a:extLst>
          </p:cNvPr>
          <p:cNvSpPr txBox="1"/>
          <p:nvPr/>
        </p:nvSpPr>
        <p:spPr>
          <a:xfrm>
            <a:off x="5415144" y="5153412"/>
            <a:ext cx="485509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C9CE05FF-A6CF-DCEB-B199-F66E8C6BAB0A}"/>
              </a:ext>
            </a:extLst>
          </p:cNvPr>
          <p:cNvSpPr txBox="1"/>
          <p:nvPr/>
        </p:nvSpPr>
        <p:spPr>
          <a:xfrm>
            <a:off x="6127515" y="5141613"/>
            <a:ext cx="485509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F8BA618D-C0BA-22F0-0F9C-4F4BE00D9167}"/>
              </a:ext>
            </a:extLst>
          </p:cNvPr>
          <p:cNvSpPr txBox="1"/>
          <p:nvPr/>
        </p:nvSpPr>
        <p:spPr>
          <a:xfrm>
            <a:off x="6899495" y="5150292"/>
            <a:ext cx="485509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XEN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DF7AF1D0-5D9E-F296-E373-709E29E957D8}"/>
              </a:ext>
            </a:extLst>
          </p:cNvPr>
          <p:cNvSpPr txBox="1"/>
          <p:nvPr/>
        </p:nvSpPr>
        <p:spPr>
          <a:xfrm>
            <a:off x="6368177" y="1898825"/>
            <a:ext cx="5341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CHAP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351" name="오른쪽 중괄호 350">
            <a:extLst>
              <a:ext uri="{FF2B5EF4-FFF2-40B4-BE49-F238E27FC236}">
                <a16:creationId xmlns:a16="http://schemas.microsoft.com/office/drawing/2014/main" id="{CD885811-D854-64A8-5D47-EF7A1A2035D9}"/>
              </a:ext>
            </a:extLst>
          </p:cNvPr>
          <p:cNvSpPr/>
          <p:nvPr/>
        </p:nvSpPr>
        <p:spPr>
          <a:xfrm>
            <a:off x="5609899" y="2606064"/>
            <a:ext cx="314904" cy="1506838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26A5FD6A-D4A7-8FCC-C037-6C3D5D4E2DA7}"/>
              </a:ext>
            </a:extLst>
          </p:cNvPr>
          <p:cNvSpPr txBox="1"/>
          <p:nvPr/>
        </p:nvSpPr>
        <p:spPr>
          <a:xfrm flipH="1">
            <a:off x="5757140" y="3221113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SMB2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591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와이드스크린</PresentationFormat>
  <Paragraphs>56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1</cp:revision>
  <dcterms:created xsi:type="dcterms:W3CDTF">2025-10-27T08:02:19Z</dcterms:created>
  <dcterms:modified xsi:type="dcterms:W3CDTF">2025-10-27T08:02:27Z</dcterms:modified>
</cp:coreProperties>
</file>