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DEEBF7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5585" autoAdjust="0"/>
    <p:restoredTop sz="96270" autoAdjust="0"/>
  </p:normalViewPr>
  <p:slideViewPr>
    <p:cSldViewPr snapToGrid="0">
      <p:cViewPr varScale="1">
        <p:scale>
          <a:sx n="107" d="100"/>
          <a:sy n="107" d="100"/>
        </p:scale>
        <p:origin x="94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86265-ECFC-4753-A74A-224FE6A08056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1D86A-9887-472B-B766-860CC634CC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52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9E3CD-A5F5-F9C4-B8CC-6B62B9C54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6B6074-35AB-204C-D787-143A8FDC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FD2541A-33A0-4B1E-46E0-DD4EE4415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3215C-2726-3C3B-A892-4F8DE62FF3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1D86A-9887-472B-B766-860CC634CC4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31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AF7C-352D-D909-3AD1-AF41D7486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CD7EA73-45C8-93B3-83F7-601953770590}"/>
              </a:ext>
            </a:extLst>
          </p:cNvPr>
          <p:cNvCxnSpPr>
            <a:cxnSpLocks/>
            <a:endCxn id="2" idx="1"/>
          </p:cNvCxnSpPr>
          <p:nvPr/>
        </p:nvCxnSpPr>
        <p:spPr>
          <a:xfrm flipH="1">
            <a:off x="4450979" y="673316"/>
            <a:ext cx="739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AB47745-9118-3D67-2E7E-1171B63B87E5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>
            <a:off x="9451435" y="2637875"/>
            <a:ext cx="356" cy="12271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C26734-7A37-6540-BE18-06AF07E31FB3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E46CB831-D734-A7E7-3CF0-238F96A11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9A6CF-D35B-1C36-F4A9-8FAA3AC89FE0}"/>
              </a:ext>
            </a:extLst>
          </p:cNvPr>
          <p:cNvSpPr txBox="1"/>
          <p:nvPr/>
        </p:nvSpPr>
        <p:spPr>
          <a:xfrm>
            <a:off x="11101975" y="-588486"/>
            <a:ext cx="8787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 err="1"/>
              <a:t>DNS_server</a:t>
            </a:r>
            <a:endParaRPr lang="ko-KR" altLang="en-US" sz="10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7B48B43F-3F87-A77B-0E6A-3FADBFB65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2D2A24-761D-363D-60E4-3E659543F670}"/>
              </a:ext>
            </a:extLst>
          </p:cNvPr>
          <p:cNvSpPr txBox="1"/>
          <p:nvPr/>
        </p:nvSpPr>
        <p:spPr>
          <a:xfrm>
            <a:off x="7596185" y="-615514"/>
            <a:ext cx="862674" cy="2462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3316FAC6-ABDA-1547-181B-3B1963C5B8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5B79F8D4-3DF0-380C-48F6-E2B5BF150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563FE92-C1E4-92DF-7414-F3C7BEA00948}"/>
              </a:ext>
            </a:extLst>
          </p:cNvPr>
          <p:cNvSpPr txBox="1"/>
          <p:nvPr/>
        </p:nvSpPr>
        <p:spPr>
          <a:xfrm>
            <a:off x="8621025" y="-707848"/>
            <a:ext cx="862674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Vlan20</a:t>
            </a:r>
          </a:p>
          <a:p>
            <a:pPr algn="ctr"/>
            <a:r>
              <a:rPr lang="en-US" altLang="ko-KR" sz="1000" b="1" dirty="0" err="1"/>
              <a:t>dhcp</a:t>
            </a:r>
            <a:endParaRPr lang="en-US" altLang="ko-KR" sz="1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39B37-F82D-2E7C-153F-9889EF7545B7}"/>
              </a:ext>
            </a:extLst>
          </p:cNvPr>
          <p:cNvSpPr txBox="1"/>
          <p:nvPr/>
        </p:nvSpPr>
        <p:spPr>
          <a:xfrm>
            <a:off x="9637048" y="-626004"/>
            <a:ext cx="1311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76E8CCE5-6460-37CC-E9D6-0248BDC259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1" name="그래픽 70">
            <a:extLst>
              <a:ext uri="{FF2B5EF4-FFF2-40B4-BE49-F238E27FC236}">
                <a16:creationId xmlns:a16="http://schemas.microsoft.com/office/drawing/2014/main" id="{D4F5458B-9FE3-9BF7-03FA-D0DC0E1C19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3390" y="2381450"/>
            <a:ext cx="376089" cy="256425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FFA634CB-867A-7BF1-7A75-F2F3EB2C2251}"/>
              </a:ext>
            </a:extLst>
          </p:cNvPr>
          <p:cNvSpPr txBox="1"/>
          <p:nvPr/>
        </p:nvSpPr>
        <p:spPr>
          <a:xfrm>
            <a:off x="9152642" y="3301486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VTP-server</a:t>
            </a:r>
          </a:p>
        </p:txBody>
      </p:sp>
      <p:pic>
        <p:nvPicPr>
          <p:cNvPr id="75" name="그래픽 74">
            <a:extLst>
              <a:ext uri="{FF2B5EF4-FFF2-40B4-BE49-F238E27FC236}">
                <a16:creationId xmlns:a16="http://schemas.microsoft.com/office/drawing/2014/main" id="{761A0A35-E217-AA14-1F5C-3D0596C3CA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061C2092-2FB7-4C52-0833-997074CA9DF7}"/>
              </a:ext>
            </a:extLst>
          </p:cNvPr>
          <p:cNvSpPr txBox="1"/>
          <p:nvPr/>
        </p:nvSpPr>
        <p:spPr>
          <a:xfrm>
            <a:off x="6866138" y="3306386"/>
            <a:ext cx="65489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VTP-client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6114B8C-6946-14F4-538C-4540DC4D0F9F}"/>
              </a:ext>
            </a:extLst>
          </p:cNvPr>
          <p:cNvSpPr txBox="1"/>
          <p:nvPr/>
        </p:nvSpPr>
        <p:spPr>
          <a:xfrm>
            <a:off x="8498490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51E0D71-0695-813A-634B-4D3CBB75098E}"/>
              </a:ext>
            </a:extLst>
          </p:cNvPr>
          <p:cNvSpPr txBox="1"/>
          <p:nvPr/>
        </p:nvSpPr>
        <p:spPr>
          <a:xfrm>
            <a:off x="7414218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44" name="그래픽 43">
            <a:extLst>
              <a:ext uri="{FF2B5EF4-FFF2-40B4-BE49-F238E27FC236}">
                <a16:creationId xmlns:a16="http://schemas.microsoft.com/office/drawing/2014/main" id="{2671DD90-C6D1-7A43-C761-7DD87156C9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74638" y="3854913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B74B1AF-F6FB-C58C-7D60-566C96A4AA02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390694" y="3968740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DB07329B-AE0A-965E-C950-42AF3392C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8875" y="491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DDFA7AEF-4752-7B74-6733-72B2380BC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33" y="4917428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973C69DD-8CD1-39DB-D8D0-DD6D3A665D0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8284861" y="4062390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654E09A-CF5B-80DD-C24E-239355C6F21A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8284861" y="4062390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7B020505-A269-ADA6-A6E4-3C9DA34F3A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03676" y="3848436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9445E1D-0F44-EDB7-0146-D554987E5CFA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7324121" y="3952175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52489884-517A-9D60-CCE6-428B31D76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191" y="494035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C302E328-020F-BA1E-9961-64D4DB4B3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7797" y="492976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TextBox 91">
            <a:extLst>
              <a:ext uri="{FF2B5EF4-FFF2-40B4-BE49-F238E27FC236}">
                <a16:creationId xmlns:a16="http://schemas.microsoft.com/office/drawing/2014/main" id="{0EDC7B58-4B4D-0656-CE31-8C45EEA266DF}"/>
              </a:ext>
            </a:extLst>
          </p:cNvPr>
          <p:cNvSpPr txBox="1"/>
          <p:nvPr/>
        </p:nvSpPr>
        <p:spPr>
          <a:xfrm>
            <a:off x="6874224" y="529392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4DFD685-5526-45E8-3E86-60706AAA1F71}"/>
              </a:ext>
            </a:extLst>
          </p:cNvPr>
          <p:cNvSpPr txBox="1"/>
          <p:nvPr/>
        </p:nvSpPr>
        <p:spPr>
          <a:xfrm>
            <a:off x="6305579" y="529385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53822FC5-94B3-41BF-50F0-746D1B135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182" y="492158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5109D06D-5414-B1B5-96EA-F48A9A117382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721218" y="4078017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24C7146D-403F-57B0-AB0A-ACC5F1C1FDCF}"/>
              </a:ext>
            </a:extLst>
          </p:cNvPr>
          <p:cNvSpPr txBox="1"/>
          <p:nvPr/>
        </p:nvSpPr>
        <p:spPr>
          <a:xfrm>
            <a:off x="7963004" y="5311606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B050"/>
                </a:solidFill>
              </a:rPr>
              <a:t>VLAN 30</a:t>
            </a:r>
            <a:endParaRPr lang="ko-KR" altLang="en-US" sz="800" b="1" dirty="0">
              <a:solidFill>
                <a:srgbClr val="00B050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BBAA223-DC60-8B0C-EB1C-D5E619C3C6C8}"/>
              </a:ext>
            </a:extLst>
          </p:cNvPr>
          <p:cNvSpPr txBox="1"/>
          <p:nvPr/>
        </p:nvSpPr>
        <p:spPr>
          <a:xfrm>
            <a:off x="7857658" y="3299270"/>
            <a:ext cx="94876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VTP-transparent</a:t>
            </a:r>
          </a:p>
        </p:txBody>
      </p: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9B0B0A0D-11CD-E536-9811-87F0576F27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17449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D233FF0D-95FD-5920-EBBE-886B675B39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70849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C4B0438C-D1F3-C127-262D-B13E726B32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7275" y="3782235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CAA12592-481B-A9BA-7721-E19128D704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50636" y="3782234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76B0C81C-A082-9A6A-5584-433ABFAE571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6908" y="3254173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1141CF54-6D2E-5209-604F-D2999E3B673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956907" y="4346875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63DA266-5234-24DD-E5B2-80E336D2F609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1365320" y="3382386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CDA10439-771A-FB51-EC2F-8D0B59C6F6FA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1365320" y="4038660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FA14BEBE-D70D-C9BC-4A60-0BE327846D5C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2332997" y="3382386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9ABC2896-17CB-BE27-AED2-90B2CD9D53C0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2347092" y="4038659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5CB7D7BA-F5D6-12C9-BF55-BAE901AE9D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08073" y="5499334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3A788D88-3A15-EABF-B4D4-70BC4829A9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42965" y="5501826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4D8930FC-C074-BB4E-C6FA-FDD0BB47AEB7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1618295" y="5265685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FF905DB4-5E76-13FA-BC31-A373996E1DCD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2659558" y="5276049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CAFBF2A6-7A3F-494F-0DF2-04B731546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560" y="6058888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4464DEF0-FCE8-172E-5BC5-E7881BAF6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714" y="606768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AB036DE8-3A80-5467-CA03-CF01386CE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81" y="6067686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1FEA2AE9-741B-92B5-BCBA-E7AA09B0939D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2666199" y="5733794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CC7C160A-D441-763D-36DA-CE7277EC3A48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2526278" y="5733794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B56861C-81DF-D457-7EEE-D88DF3DB0020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1355596" y="5706811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E501CDB7-6CD0-621F-2BF9-E0406A3B80EB}"/>
              </a:ext>
            </a:extLst>
          </p:cNvPr>
          <p:cNvCxnSpPr>
            <a:cxnSpLocks/>
          </p:cNvCxnSpPr>
          <p:nvPr/>
        </p:nvCxnSpPr>
        <p:spPr>
          <a:xfrm>
            <a:off x="1605908" y="5706811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2DF96642-695D-084F-0601-4A903D0285CB}"/>
              </a:ext>
            </a:extLst>
          </p:cNvPr>
          <p:cNvSpPr txBox="1"/>
          <p:nvPr/>
        </p:nvSpPr>
        <p:spPr>
          <a:xfrm>
            <a:off x="1508022" y="4670911"/>
            <a:ext cx="4283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PAT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000876B-AE01-5EDA-BF40-42A6425B1C23}"/>
              </a:ext>
            </a:extLst>
          </p:cNvPr>
          <p:cNvSpPr txBox="1"/>
          <p:nvPr/>
        </p:nvSpPr>
        <p:spPr>
          <a:xfrm>
            <a:off x="1816593" y="3697916"/>
            <a:ext cx="654899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Summary routing</a:t>
            </a:r>
          </a:p>
          <a:p>
            <a:pPr algn="ctr"/>
            <a:r>
              <a:rPr lang="en-US" altLang="ko-KR" sz="1000" b="1" dirty="0"/>
              <a:t>/RB</a:t>
            </a:r>
          </a:p>
        </p:txBody>
      </p: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F4D7D06A-A51B-0D83-1E8C-8CFBB1E304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86363" y="5085778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2C8AD4F0-25C6-ACD5-1756-ACCE8C6F50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12052" y="5074905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1455F1AF-D9A0-30F4-3481-74CBE62F28B0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1618295" y="4603300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FE88CB39-9854-1B3E-B46C-B8A22B731F22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2144952" y="4603300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132AC003-1B4B-CC03-4C23-D290CD88B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72" y="6019143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56568059-3C33-BEF0-9119-5C7EA92042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698" y="426723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865A9F95-A1E2-89E1-C245-A6B93AA2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525260" y="3804104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36F4D6E-7097-9187-9FC4-C2850440B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867" y="3590065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502571AF-0DC4-1417-1512-CFF68D10D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539" y="285444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59669307-911A-2D03-4614-8B29071AC3E8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3745705" y="3747517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74BE3CD3-FCFA-D55A-39DC-DAA9A4570F98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3745705" y="3907843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DD7617B7-B698-AF85-F677-62EDFDEA8D43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3745705" y="3011895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694091F5-D024-0A2A-6A05-F424C20C3021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 flipV="1">
            <a:off x="3126725" y="3907843"/>
            <a:ext cx="398535" cy="26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BFE6F271-BA27-3988-0518-0C79AFF68430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 flipH="1">
            <a:off x="2144953" y="2634600"/>
            <a:ext cx="13941" cy="6195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>
            <a:extLst>
              <a:ext uri="{FF2B5EF4-FFF2-40B4-BE49-F238E27FC236}">
                <a16:creationId xmlns:a16="http://schemas.microsoft.com/office/drawing/2014/main" id="{813510A6-AEAA-4F48-3C41-595DC86E927E}"/>
              </a:ext>
            </a:extLst>
          </p:cNvPr>
          <p:cNvSpPr txBox="1"/>
          <p:nvPr/>
        </p:nvSpPr>
        <p:spPr>
          <a:xfrm>
            <a:off x="2382464" y="4645844"/>
            <a:ext cx="5341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CHAP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62AC0773-7207-8936-A3C5-B0F78879C4D7}"/>
              </a:ext>
            </a:extLst>
          </p:cNvPr>
          <p:cNvCxnSpPr>
            <a:cxnSpLocks/>
            <a:stCxn id="235" idx="0"/>
            <a:endCxn id="113" idx="2"/>
          </p:cNvCxnSpPr>
          <p:nvPr/>
        </p:nvCxnSpPr>
        <p:spPr>
          <a:xfrm flipV="1">
            <a:off x="5805493" y="1804218"/>
            <a:ext cx="1" cy="565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F7467EC-864D-8C5B-68F8-708EB64D1ACF}"/>
              </a:ext>
            </a:extLst>
          </p:cNvPr>
          <p:cNvGrpSpPr/>
          <p:nvPr/>
        </p:nvGrpSpPr>
        <p:grpSpPr>
          <a:xfrm rot="16200000" flipV="1">
            <a:off x="5129139" y="4295840"/>
            <a:ext cx="1340220" cy="1746911"/>
            <a:chOff x="1788631" y="-258256"/>
            <a:chExt cx="1340220" cy="1746911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1CD104CB-2276-7D13-1BF8-6AA3707E71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2812594" y="498060"/>
              <a:ext cx="376089" cy="256425"/>
            </a:xfrm>
            <a:prstGeom prst="rect">
              <a:avLst/>
            </a:prstGeom>
          </p:spPr>
        </p:pic>
        <p:pic>
          <p:nvPicPr>
            <p:cNvPr id="299" name="Picture 30" descr="Server ">
              <a:extLst>
                <a:ext uri="{FF2B5EF4-FFF2-40B4-BE49-F238E27FC236}">
                  <a16:creationId xmlns:a16="http://schemas.microsoft.com/office/drawing/2014/main" id="{976BBD67-6898-1005-6DE5-56DFE78B7E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815494" y="1223469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CF010600-AE0B-6825-1BE4-F6AB9EE28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788631" y="493823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1" name="Picture 30" descr="Server ">
              <a:extLst>
                <a:ext uri="{FF2B5EF4-FFF2-40B4-BE49-F238E27FC236}">
                  <a16:creationId xmlns:a16="http://schemas.microsoft.com/office/drawing/2014/main" id="{A39033B9-A01E-B8E5-3152-070823544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788631" y="-258256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97FC70DF-7FB7-3848-2640-B734D1DB40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5400000">
              <a:off x="2304630" y="522678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CAF01D68-95E2-18E2-2F65-AE7DCB920FED}"/>
                </a:ext>
              </a:extLst>
            </p:cNvPr>
            <p:cNvCxnSpPr>
              <a:cxnSpLocks/>
              <a:stCxn id="302" idx="0"/>
              <a:endCxn id="115" idx="2"/>
            </p:cNvCxnSpPr>
            <p:nvPr/>
          </p:nvCxnSpPr>
          <p:spPr>
            <a:xfrm rot="16200000">
              <a:off x="2695437" y="449427"/>
              <a:ext cx="143" cy="3538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D1143B03-D224-41C9-24AB-2741EBBEE637}"/>
                </a:ext>
              </a:extLst>
            </p:cNvPr>
            <p:cNvCxnSpPr>
              <a:cxnSpLocks/>
              <a:stCxn id="299" idx="0"/>
              <a:endCxn id="302" idx="2"/>
            </p:cNvCxnSpPr>
            <p:nvPr/>
          </p:nvCxnSpPr>
          <p:spPr>
            <a:xfrm rot="16200000">
              <a:off x="1831075" y="876022"/>
              <a:ext cx="729645" cy="2304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33F5D825-B295-DA8D-3D51-643F51E2E7E1}"/>
                </a:ext>
              </a:extLst>
            </p:cNvPr>
            <p:cNvCxnSpPr>
              <a:cxnSpLocks/>
              <a:stCxn id="300" idx="0"/>
              <a:endCxn id="302" idx="2"/>
            </p:cNvCxnSpPr>
            <p:nvPr/>
          </p:nvCxnSpPr>
          <p:spPr>
            <a:xfrm rot="16200000" flipH="1">
              <a:off x="2182465" y="497768"/>
              <a:ext cx="1" cy="257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A18AD634-8E80-DEFA-E29D-BA28EF696288}"/>
                </a:ext>
              </a:extLst>
            </p:cNvPr>
            <p:cNvCxnSpPr>
              <a:cxnSpLocks/>
              <a:stCxn id="301" idx="0"/>
              <a:endCxn id="302" idx="2"/>
            </p:cNvCxnSpPr>
            <p:nvPr/>
          </p:nvCxnSpPr>
          <p:spPr>
            <a:xfrm rot="16200000" flipH="1">
              <a:off x="1806426" y="121728"/>
              <a:ext cx="752080" cy="257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2420E292-319D-9211-2932-1741D998D7B7}"/>
                </a:ext>
              </a:extLst>
            </p:cNvPr>
            <p:cNvCxnSpPr>
              <a:stCxn id="301" idx="0"/>
              <a:endCxn id="301" idx="3"/>
            </p:cNvCxnSpPr>
            <p:nvPr/>
          </p:nvCxnSpPr>
          <p:spPr>
            <a:xfrm rot="16200000" flipH="1" flipV="1">
              <a:off x="1921224" y="-125663"/>
              <a:ext cx="132593" cy="1325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5BC8CF7D-9526-3BF8-C375-D09A43C8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79" y="540723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D3B80FD7-4785-295B-76B6-A301CBBAD964}"/>
              </a:ext>
            </a:extLst>
          </p:cNvPr>
          <p:cNvGrpSpPr/>
          <p:nvPr/>
        </p:nvGrpSpPr>
        <p:grpSpPr>
          <a:xfrm>
            <a:off x="8822349" y="653518"/>
            <a:ext cx="1322700" cy="1287654"/>
            <a:chOff x="9208684" y="362548"/>
            <a:chExt cx="1322700" cy="1287654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086AEBB-E429-7AED-69EE-1B4FBB1ABB3F}"/>
                </a:ext>
              </a:extLst>
            </p:cNvPr>
            <p:cNvSpPr txBox="1"/>
            <p:nvPr/>
          </p:nvSpPr>
          <p:spPr>
            <a:xfrm>
              <a:off x="9541708" y="854528"/>
              <a:ext cx="654899" cy="21544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PVST+</a:t>
              </a:r>
            </a:p>
          </p:txBody>
        </p:sp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EF9AB8FB-91A3-186D-991D-A9D0C64F0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6A1CF0A1-D445-A470-0309-A0C62ABB1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B127FEB1-6050-6F72-6A2A-20BBC23BF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391721D7-B1D2-5832-209F-3459C46FA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D5B3EE96-8DC7-22B9-3E93-035CB39310B4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60EE10FC-B0ED-2391-46F7-FB16D9D27F97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2C469C55-FF03-D77C-16A3-3965935BD350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D584F43B-CA92-ACDD-BE34-BF7CE2B208B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400DA43D-26A6-30AD-179E-2B67C14379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41568" y="3865001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08DCA9D7-1F64-1E9A-BC31-E6EEF27F7788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 flipH="1">
            <a:off x="9451435" y="1941172"/>
            <a:ext cx="13288" cy="4402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F80EF808-34C8-C262-40D8-3C27D022C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288" y="119350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559744A-DF20-8EFA-C196-2C57CE0D3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8485" y="25073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9F07408C-FD07-7ABE-4576-28841AD40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670" y="90011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84A45D5A-9E9A-319B-097B-69E3846F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3264" y="143744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97B0D8E8-4BFE-3517-CF21-D82C41353BBC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10167868" y="129024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5B36BA41-85BD-0F0C-4314-8173468C215C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10145049" y="101415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37967FFA-5CC5-C8F6-D1D2-91CA988A42F7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488398" y="47880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C9E14A15-A458-23E1-B10D-575E5BE91FD1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471359" y="129810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A4907CAE-62EF-A1D3-1242-6149C3DD95DC}"/>
              </a:ext>
            </a:extLst>
          </p:cNvPr>
          <p:cNvSpPr txBox="1"/>
          <p:nvPr/>
        </p:nvSpPr>
        <p:spPr>
          <a:xfrm>
            <a:off x="8027522" y="1538112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E91CD18-8145-EF7A-21F9-5919DF292D91}"/>
              </a:ext>
            </a:extLst>
          </p:cNvPr>
          <p:cNvSpPr txBox="1"/>
          <p:nvPr/>
        </p:nvSpPr>
        <p:spPr>
          <a:xfrm>
            <a:off x="9557195" y="2799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F751B1E-B65A-F8EE-C91F-548EF295F440}"/>
              </a:ext>
            </a:extLst>
          </p:cNvPr>
          <p:cNvSpPr txBox="1"/>
          <p:nvPr/>
        </p:nvSpPr>
        <p:spPr>
          <a:xfrm>
            <a:off x="10774141" y="865690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7030A0"/>
                </a:solidFill>
              </a:rPr>
              <a:t>VLAN 50</a:t>
            </a:r>
            <a:endParaRPr lang="ko-KR" altLang="en-US" sz="800" b="1" dirty="0">
              <a:solidFill>
                <a:srgbClr val="7030A0"/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73A2B5F-D303-C59C-958E-F4E44B98A4D2}"/>
              </a:ext>
            </a:extLst>
          </p:cNvPr>
          <p:cNvSpPr txBox="1"/>
          <p:nvPr/>
        </p:nvSpPr>
        <p:spPr>
          <a:xfrm>
            <a:off x="10774141" y="1427347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C000"/>
                </a:solidFill>
              </a:rPr>
              <a:t>VLAN 40</a:t>
            </a:r>
            <a:endParaRPr lang="ko-KR" altLang="en-US" sz="800" b="1" dirty="0">
              <a:solidFill>
                <a:srgbClr val="FFC000"/>
              </a:solidFill>
            </a:endParaRPr>
          </a:p>
        </p:txBody>
      </p: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B79A98E5-11B6-E872-6320-D6B7393E1529}"/>
              </a:ext>
            </a:extLst>
          </p:cNvPr>
          <p:cNvCxnSpPr>
            <a:cxnSpLocks/>
            <a:stCxn id="235" idx="1"/>
            <a:endCxn id="114" idx="3"/>
          </p:cNvCxnSpPr>
          <p:nvPr/>
        </p:nvCxnSpPr>
        <p:spPr>
          <a:xfrm flipH="1" flipV="1">
            <a:off x="2346938" y="2506388"/>
            <a:ext cx="3288442" cy="6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7CD95C8-D8A2-7841-65A0-6ADF8B9D6CA5}"/>
              </a:ext>
            </a:extLst>
          </p:cNvPr>
          <p:cNvCxnSpPr>
            <a:cxnSpLocks/>
            <a:stCxn id="71" idx="1"/>
            <a:endCxn id="235" idx="3"/>
          </p:cNvCxnSpPr>
          <p:nvPr/>
        </p:nvCxnSpPr>
        <p:spPr>
          <a:xfrm flipH="1">
            <a:off x="5975605" y="2509663"/>
            <a:ext cx="3287785" cy="27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441ED30F-7DC7-CFFA-6427-287537FD0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65883" y="131657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A2F06D20-148F-415F-2445-FED8C80A6DC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H="1">
            <a:off x="3780633" y="980823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883596F8-AEAE-D3C6-7903-0C3E4F367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50953" y="478810"/>
            <a:ext cx="314904" cy="389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1EA6BAF1-F2FD-0EA7-36DA-46E988753A1F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465857" y="673316"/>
            <a:ext cx="314776" cy="4112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1F6D03B4-1C14-1E5C-368A-51D01BED6315}"/>
              </a:ext>
            </a:extLst>
          </p:cNvPr>
          <p:cNvCxnSpPr>
            <a:cxnSpLocks/>
            <a:stCxn id="243" idx="3"/>
            <a:endCxn id="159" idx="0"/>
          </p:cNvCxnSpPr>
          <p:nvPr/>
        </p:nvCxnSpPr>
        <p:spPr>
          <a:xfrm flipH="1">
            <a:off x="3493901" y="1084562"/>
            <a:ext cx="286732" cy="3146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11C8D11F-0225-15BC-3876-667B7F00000F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>
            <a:off x="4001078" y="1084562"/>
            <a:ext cx="786052" cy="118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79AB63D2-CABD-D92F-FEB8-A9BC36A12C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7130" y="968158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C7389224-BAA6-F7F6-2963-5087921AD8C7}"/>
              </a:ext>
            </a:extLst>
          </p:cNvPr>
          <p:cNvCxnSpPr>
            <a:cxnSpLocks/>
          </p:cNvCxnSpPr>
          <p:nvPr/>
        </p:nvCxnSpPr>
        <p:spPr>
          <a:xfrm flipH="1" flipV="1">
            <a:off x="5155381" y="686392"/>
            <a:ext cx="1453" cy="4452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72819C-FF3C-DCEF-50DE-EA3EAB480252}"/>
              </a:ext>
            </a:extLst>
          </p:cNvPr>
          <p:cNvSpPr txBox="1"/>
          <p:nvPr/>
        </p:nvSpPr>
        <p:spPr>
          <a:xfrm>
            <a:off x="5190978" y="2030506"/>
            <a:ext cx="1300133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Frame-relay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F82FA-A463-5B59-B65C-FA3F722E68E5}"/>
              </a:ext>
            </a:extLst>
          </p:cNvPr>
          <p:cNvSpPr txBox="1"/>
          <p:nvPr/>
        </p:nvSpPr>
        <p:spPr>
          <a:xfrm>
            <a:off x="9483699" y="533446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000CC"/>
                </a:solidFill>
              </a:rPr>
              <a:t>VLAN 20</a:t>
            </a:r>
            <a:endParaRPr lang="ko-KR" altLang="en-US" sz="800" b="1" dirty="0">
              <a:solidFill>
                <a:srgbClr val="0000CC"/>
              </a:solidFill>
            </a:endParaRPr>
          </a:p>
        </p:txBody>
      </p: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8B904CEF-DD03-7EE5-82CB-8891C982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1191" y="491148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0ECB8FB9-44E9-F383-D1CE-36C7244EB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8577" y="491742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88963B5-3016-664C-BB44-0D2B5A52CB5B}"/>
              </a:ext>
            </a:extLst>
          </p:cNvPr>
          <p:cNvSpPr txBox="1"/>
          <p:nvPr/>
        </p:nvSpPr>
        <p:spPr>
          <a:xfrm>
            <a:off x="8972891" y="5331911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FF0000"/>
                </a:solidFill>
              </a:rPr>
              <a:t>VLAN 10</a:t>
            </a:r>
            <a:endParaRPr lang="ko-KR" altLang="en-US" sz="800" b="1" dirty="0">
              <a:solidFill>
                <a:srgbClr val="FF0000"/>
              </a:solidFill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08D547D-26A7-9274-701C-02110E801FF6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9235227" y="4072478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B22EAF1-2D20-1793-3A51-24B06B6877E9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451791" y="4072478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B184E4B-2DE5-8A53-8434-0DFBEEA1B548}"/>
              </a:ext>
            </a:extLst>
          </p:cNvPr>
          <p:cNvSpPr txBox="1"/>
          <p:nvPr/>
        </p:nvSpPr>
        <p:spPr>
          <a:xfrm>
            <a:off x="4742715" y="1175978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R1</a:t>
            </a:r>
            <a:endParaRPr lang="ko-KR" altLang="en-US" sz="10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808D3D-F429-01C4-F3C9-415E8D2E981A}"/>
              </a:ext>
            </a:extLst>
          </p:cNvPr>
          <p:cNvSpPr txBox="1"/>
          <p:nvPr/>
        </p:nvSpPr>
        <p:spPr>
          <a:xfrm>
            <a:off x="5553688" y="1731433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R2</a:t>
            </a:r>
            <a:endParaRPr lang="ko-KR" altLang="en-US" sz="10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1B6CB8-BF57-3018-8FFA-A091C2ADE005}"/>
              </a:ext>
            </a:extLst>
          </p:cNvPr>
          <p:cNvSpPr txBox="1"/>
          <p:nvPr/>
        </p:nvSpPr>
        <p:spPr>
          <a:xfrm>
            <a:off x="1907088" y="2558775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R3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D64FBF-0692-A09E-D594-E2C075806ABB}"/>
              </a:ext>
            </a:extLst>
          </p:cNvPr>
          <p:cNvSpPr txBox="1"/>
          <p:nvPr/>
        </p:nvSpPr>
        <p:spPr>
          <a:xfrm>
            <a:off x="1076473" y="3987439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822F28-29FF-02BB-13C1-5995F1A729FD}"/>
              </a:ext>
            </a:extLst>
          </p:cNvPr>
          <p:cNvSpPr txBox="1"/>
          <p:nvPr/>
        </p:nvSpPr>
        <p:spPr>
          <a:xfrm>
            <a:off x="1881623" y="3445420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R5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89A320-BEC1-B89F-AAD5-D648648BFD9D}"/>
              </a:ext>
            </a:extLst>
          </p:cNvPr>
          <p:cNvSpPr txBox="1"/>
          <p:nvPr/>
        </p:nvSpPr>
        <p:spPr>
          <a:xfrm>
            <a:off x="2783872" y="3860166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R7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7539BAB-50D5-7CF0-3677-4644F38511F9}"/>
              </a:ext>
            </a:extLst>
          </p:cNvPr>
          <p:cNvSpPr txBox="1"/>
          <p:nvPr/>
        </p:nvSpPr>
        <p:spPr>
          <a:xfrm>
            <a:off x="1893146" y="4611765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R8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4021E-1A91-0152-23BD-9437C57F1742}"/>
              </a:ext>
            </a:extLst>
          </p:cNvPr>
          <p:cNvSpPr txBox="1"/>
          <p:nvPr/>
        </p:nvSpPr>
        <p:spPr>
          <a:xfrm>
            <a:off x="1365319" y="5213990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R9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D614D7-FC62-9DF3-9402-FF3FBEAD9512}"/>
              </a:ext>
            </a:extLst>
          </p:cNvPr>
          <p:cNvSpPr txBox="1"/>
          <p:nvPr/>
        </p:nvSpPr>
        <p:spPr>
          <a:xfrm>
            <a:off x="2471492" y="5223608"/>
            <a:ext cx="4333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R10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DC9650-7B8C-AC73-3889-F70A8064D6FC}"/>
              </a:ext>
            </a:extLst>
          </p:cNvPr>
          <p:cNvSpPr txBox="1"/>
          <p:nvPr/>
        </p:nvSpPr>
        <p:spPr>
          <a:xfrm>
            <a:off x="2283947" y="5525808"/>
            <a:ext cx="330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S4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E019FFB-10D2-07F2-174D-68EA62D505E6}"/>
              </a:ext>
            </a:extLst>
          </p:cNvPr>
          <p:cNvSpPr txBox="1"/>
          <p:nvPr/>
        </p:nvSpPr>
        <p:spPr>
          <a:xfrm>
            <a:off x="9052362" y="1837874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3E3C5F-0A67-ACA3-FB9F-325141B6D768}"/>
              </a:ext>
            </a:extLst>
          </p:cNvPr>
          <p:cNvSpPr txBox="1"/>
          <p:nvPr/>
        </p:nvSpPr>
        <p:spPr>
          <a:xfrm>
            <a:off x="3658318" y="1152273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FB0DA1C-8A54-E1AE-96FE-AF8B1EFAC503}"/>
              </a:ext>
            </a:extLst>
          </p:cNvPr>
          <p:cNvSpPr txBox="1"/>
          <p:nvPr/>
        </p:nvSpPr>
        <p:spPr>
          <a:xfrm>
            <a:off x="1165662" y="5506176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S3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350534-2A71-19EB-4CDA-020150921110}"/>
              </a:ext>
            </a:extLst>
          </p:cNvPr>
          <p:cNvSpPr txBox="1"/>
          <p:nvPr/>
        </p:nvSpPr>
        <p:spPr>
          <a:xfrm>
            <a:off x="3388496" y="3976380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S5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FB8FB6-ECA6-F34F-1373-AED5676515EE}"/>
              </a:ext>
            </a:extLst>
          </p:cNvPr>
          <p:cNvSpPr txBox="1"/>
          <p:nvPr/>
        </p:nvSpPr>
        <p:spPr>
          <a:xfrm>
            <a:off x="8614801" y="1369930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S7</a:t>
            </a:r>
            <a:endParaRPr lang="ko-KR" altLang="en-US" sz="10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7CF4A4-B62A-3BA8-54FE-AD76FD216F24}"/>
              </a:ext>
            </a:extLst>
          </p:cNvPr>
          <p:cNvSpPr txBox="1"/>
          <p:nvPr/>
        </p:nvSpPr>
        <p:spPr>
          <a:xfrm>
            <a:off x="9818162" y="1377479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S8</a:t>
            </a:r>
            <a:endParaRPr lang="ko-KR" altLang="en-US" sz="10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89E78E1-D74B-4223-DA5F-04D38EE08E82}"/>
              </a:ext>
            </a:extLst>
          </p:cNvPr>
          <p:cNvSpPr txBox="1"/>
          <p:nvPr/>
        </p:nvSpPr>
        <p:spPr>
          <a:xfrm>
            <a:off x="9404835" y="581672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S9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D1BBE3-40BB-31A2-673B-E692B7B71411}"/>
              </a:ext>
            </a:extLst>
          </p:cNvPr>
          <p:cNvSpPr txBox="1"/>
          <p:nvPr/>
        </p:nvSpPr>
        <p:spPr>
          <a:xfrm>
            <a:off x="7857930" y="4003299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S11</a:t>
            </a:r>
            <a:endParaRPr lang="ko-KR" altLang="en-US" sz="10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3E9FDF-E863-51E0-DCBA-26AF93E872B6}"/>
              </a:ext>
            </a:extLst>
          </p:cNvPr>
          <p:cNvSpPr txBox="1"/>
          <p:nvPr/>
        </p:nvSpPr>
        <p:spPr>
          <a:xfrm>
            <a:off x="6787732" y="3986337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S12</a:t>
            </a:r>
            <a:endParaRPr lang="ko-KR" altLang="en-US" sz="10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CB554A-E6B5-D6A9-04E2-D214E9733F9A}"/>
              </a:ext>
            </a:extLst>
          </p:cNvPr>
          <p:cNvSpPr txBox="1"/>
          <p:nvPr/>
        </p:nvSpPr>
        <p:spPr>
          <a:xfrm>
            <a:off x="9053606" y="4011792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S10</a:t>
            </a:r>
            <a:endParaRPr lang="ko-KR" altLang="en-US" sz="10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02EAF15C-F3D5-C9E0-B97C-68A602E4D200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7201833" y="4038157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36F5DEA0-C999-1CFC-51EB-69C9A427B60F}"/>
              </a:ext>
            </a:extLst>
          </p:cNvPr>
          <p:cNvCxnSpPr>
            <a:cxnSpLocks/>
          </p:cNvCxnSpPr>
          <p:nvPr/>
        </p:nvCxnSpPr>
        <p:spPr>
          <a:xfrm flipH="1">
            <a:off x="6728225" y="4029964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B4C1D63-04C5-1605-AE1D-33D5F4743884}"/>
              </a:ext>
            </a:extLst>
          </p:cNvPr>
          <p:cNvSpPr txBox="1"/>
          <p:nvPr/>
        </p:nvSpPr>
        <p:spPr>
          <a:xfrm>
            <a:off x="7625490" y="2989747"/>
            <a:ext cx="1485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도메인 이름</a:t>
            </a:r>
            <a:r>
              <a:rPr lang="en-US" altLang="ko-KR" sz="1000" b="1" dirty="0"/>
              <a:t>: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team1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9787D9-910B-400B-43E1-49C93FB04BD6}"/>
              </a:ext>
            </a:extLst>
          </p:cNvPr>
          <p:cNvSpPr txBox="1"/>
          <p:nvPr/>
        </p:nvSpPr>
        <p:spPr>
          <a:xfrm>
            <a:off x="1070412" y="62663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57B4D4-7EB0-74F8-F6D2-1CCF06C0657A}"/>
              </a:ext>
            </a:extLst>
          </p:cNvPr>
          <p:cNvSpPr txBox="1"/>
          <p:nvPr/>
        </p:nvSpPr>
        <p:spPr>
          <a:xfrm>
            <a:off x="2274472" y="626316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BE1D82-E512-E124-F467-0151A16797CC}"/>
              </a:ext>
            </a:extLst>
          </p:cNvPr>
          <p:cNvSpPr txBox="1"/>
          <p:nvPr/>
        </p:nvSpPr>
        <p:spPr>
          <a:xfrm>
            <a:off x="2653774" y="623884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762170C-4CA0-F2F7-7D93-9A03A69AA7F2}"/>
              </a:ext>
            </a:extLst>
          </p:cNvPr>
          <p:cNvSpPr txBox="1"/>
          <p:nvPr/>
        </p:nvSpPr>
        <p:spPr>
          <a:xfrm>
            <a:off x="6388246" y="51487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E0E13B0-E70A-A8E5-1E89-C922B61FECB0}"/>
              </a:ext>
            </a:extLst>
          </p:cNvPr>
          <p:cNvSpPr txBox="1"/>
          <p:nvPr/>
        </p:nvSpPr>
        <p:spPr>
          <a:xfrm>
            <a:off x="6926092" y="51305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F03E151-6CF2-9D91-4B40-8208A9F5551A}"/>
              </a:ext>
            </a:extLst>
          </p:cNvPr>
          <p:cNvSpPr txBox="1"/>
          <p:nvPr/>
        </p:nvSpPr>
        <p:spPr>
          <a:xfrm>
            <a:off x="9009024" y="28466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E8D700-B4AE-F948-F31E-6DE53534F5FA}"/>
              </a:ext>
            </a:extLst>
          </p:cNvPr>
          <p:cNvSpPr txBox="1"/>
          <p:nvPr/>
        </p:nvSpPr>
        <p:spPr>
          <a:xfrm>
            <a:off x="10375495" y="161341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4B21BA7-8D6B-AEEE-1C04-797D0E23B020}"/>
              </a:ext>
            </a:extLst>
          </p:cNvPr>
          <p:cNvSpPr txBox="1"/>
          <p:nvPr/>
        </p:nvSpPr>
        <p:spPr>
          <a:xfrm>
            <a:off x="10375495" y="10944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E8E5FE3-AF35-4FB4-174F-E974A54E5C72}"/>
              </a:ext>
            </a:extLst>
          </p:cNvPr>
          <p:cNvSpPr txBox="1"/>
          <p:nvPr/>
        </p:nvSpPr>
        <p:spPr>
          <a:xfrm>
            <a:off x="7467252" y="514795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AFE383-12F3-41F9-A1A6-8AA82195A808}"/>
              </a:ext>
            </a:extLst>
          </p:cNvPr>
          <p:cNvSpPr txBox="1"/>
          <p:nvPr/>
        </p:nvSpPr>
        <p:spPr>
          <a:xfrm>
            <a:off x="8027843" y="514481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5E7645F-0BA3-0864-0586-54222FF02256}"/>
              </a:ext>
            </a:extLst>
          </p:cNvPr>
          <p:cNvSpPr txBox="1"/>
          <p:nvPr/>
        </p:nvSpPr>
        <p:spPr>
          <a:xfrm>
            <a:off x="8502220" y="51520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CD2FEEC-8ACE-E7B6-1DFA-1DFF179EA3FE}"/>
              </a:ext>
            </a:extLst>
          </p:cNvPr>
          <p:cNvSpPr txBox="1"/>
          <p:nvPr/>
        </p:nvSpPr>
        <p:spPr>
          <a:xfrm>
            <a:off x="8964402" y="5147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8CCF611-D86A-F897-D9FE-A9ED625CA3EF}"/>
              </a:ext>
            </a:extLst>
          </p:cNvPr>
          <p:cNvSpPr txBox="1"/>
          <p:nvPr/>
        </p:nvSpPr>
        <p:spPr>
          <a:xfrm>
            <a:off x="9508506" y="513556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BAD7721-FA58-25D4-EC4A-A291C8180A36}"/>
              </a:ext>
            </a:extLst>
          </p:cNvPr>
          <p:cNvSpPr txBox="1"/>
          <p:nvPr/>
        </p:nvSpPr>
        <p:spPr>
          <a:xfrm>
            <a:off x="8085314" y="1394739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S11</a:t>
            </a:r>
            <a:endParaRPr lang="ko-KR" altLang="en-US" sz="10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8D9DF354-C2F0-6E58-9EC5-27FDF9FA32FF}"/>
              </a:ext>
            </a:extLst>
          </p:cNvPr>
          <p:cNvSpPr txBox="1"/>
          <p:nvPr/>
        </p:nvSpPr>
        <p:spPr>
          <a:xfrm>
            <a:off x="3242096" y="139920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2685D6D-FD88-E2B1-5905-A7679AADDAB0}"/>
              </a:ext>
            </a:extLst>
          </p:cNvPr>
          <p:cNvSpPr txBox="1"/>
          <p:nvPr/>
        </p:nvSpPr>
        <p:spPr>
          <a:xfrm>
            <a:off x="3282576" y="48943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B9563375-2A7F-1B00-FC32-D149187A0AB1}"/>
              </a:ext>
            </a:extLst>
          </p:cNvPr>
          <p:cNvSpPr txBox="1"/>
          <p:nvPr/>
        </p:nvSpPr>
        <p:spPr>
          <a:xfrm>
            <a:off x="1514563" y="631750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0E55A93B-C5AC-7541-A568-A49DDE18F04B}"/>
              </a:ext>
            </a:extLst>
          </p:cNvPr>
          <p:cNvSpPr txBox="1"/>
          <p:nvPr/>
        </p:nvSpPr>
        <p:spPr>
          <a:xfrm>
            <a:off x="4266113" y="4428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05227A2-39C5-003E-7CBF-0081AE5FDE18}"/>
              </a:ext>
            </a:extLst>
          </p:cNvPr>
          <p:cNvSpPr txBox="1"/>
          <p:nvPr/>
        </p:nvSpPr>
        <p:spPr>
          <a:xfrm>
            <a:off x="4256003" y="366073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AF734D3-52CC-022E-F140-B2FAA951A0CF}"/>
              </a:ext>
            </a:extLst>
          </p:cNvPr>
          <p:cNvSpPr txBox="1"/>
          <p:nvPr/>
        </p:nvSpPr>
        <p:spPr>
          <a:xfrm>
            <a:off x="4293409" y="293881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cxnSp>
        <p:nvCxnSpPr>
          <p:cNvPr id="282" name="직선 연결선 281">
            <a:extLst>
              <a:ext uri="{FF2B5EF4-FFF2-40B4-BE49-F238E27FC236}">
                <a16:creationId xmlns:a16="http://schemas.microsoft.com/office/drawing/2014/main" id="{64BB061A-8540-9201-C37B-F5873F618F9A}"/>
              </a:ext>
            </a:extLst>
          </p:cNvPr>
          <p:cNvCxnSpPr>
            <a:cxnSpLocks/>
            <a:stCxn id="284" idx="1"/>
            <a:endCxn id="71" idx="3"/>
          </p:cNvCxnSpPr>
          <p:nvPr/>
        </p:nvCxnSpPr>
        <p:spPr>
          <a:xfrm flipH="1" flipV="1">
            <a:off x="9639479" y="2509663"/>
            <a:ext cx="758441" cy="55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" name="그래픽 283">
            <a:extLst>
              <a:ext uri="{FF2B5EF4-FFF2-40B4-BE49-F238E27FC236}">
                <a16:creationId xmlns:a16="http://schemas.microsoft.com/office/drawing/2014/main" id="{60133842-5D10-BB80-4891-FE9D76950B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97920" y="2411452"/>
            <a:ext cx="220445" cy="207477"/>
          </a:xfrm>
          <a:prstGeom prst="rect">
            <a:avLst/>
          </a:prstGeom>
        </p:spPr>
      </p:pic>
      <p:pic>
        <p:nvPicPr>
          <p:cNvPr id="285" name="Picture 16" descr="Computer">
            <a:extLst>
              <a:ext uri="{FF2B5EF4-FFF2-40B4-BE49-F238E27FC236}">
                <a16:creationId xmlns:a16="http://schemas.microsoft.com/office/drawing/2014/main" id="{8678861C-95D6-8F5F-8143-12AC6031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392" y="336596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Picture 16" descr="Computer">
            <a:extLst>
              <a:ext uri="{FF2B5EF4-FFF2-40B4-BE49-F238E27FC236}">
                <a16:creationId xmlns:a16="http://schemas.microsoft.com/office/drawing/2014/main" id="{259390F2-E448-1A51-BD87-45F974859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065" y="3350940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Picture 16" descr="Computer">
            <a:extLst>
              <a:ext uri="{FF2B5EF4-FFF2-40B4-BE49-F238E27FC236}">
                <a16:creationId xmlns:a16="http://schemas.microsoft.com/office/drawing/2014/main" id="{F20E5946-329E-2982-2B71-9E61D592D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9209" y="3362725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Picture 16" descr="Computer">
            <a:extLst>
              <a:ext uri="{FF2B5EF4-FFF2-40B4-BE49-F238E27FC236}">
                <a16:creationId xmlns:a16="http://schemas.microsoft.com/office/drawing/2014/main" id="{71A1EF52-8FD0-0200-FDEA-854502E7F0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3888" y="336087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그래픽 288">
            <a:extLst>
              <a:ext uri="{FF2B5EF4-FFF2-40B4-BE49-F238E27FC236}">
                <a16:creationId xmlns:a16="http://schemas.microsoft.com/office/drawing/2014/main" id="{618ACFA7-067E-DC90-6852-40F412C5B8A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314583" y="2411452"/>
            <a:ext cx="220445" cy="207477"/>
          </a:xfrm>
          <a:prstGeom prst="rect">
            <a:avLst/>
          </a:prstGeom>
        </p:spPr>
      </p:pic>
      <p:cxnSp>
        <p:nvCxnSpPr>
          <p:cNvPr id="291" name="직선 연결선 290">
            <a:extLst>
              <a:ext uri="{FF2B5EF4-FFF2-40B4-BE49-F238E27FC236}">
                <a16:creationId xmlns:a16="http://schemas.microsoft.com/office/drawing/2014/main" id="{521B1445-F206-3BAA-C5C0-5DA989670758}"/>
              </a:ext>
            </a:extLst>
          </p:cNvPr>
          <p:cNvCxnSpPr>
            <a:cxnSpLocks/>
            <a:stCxn id="284" idx="2"/>
            <a:endCxn id="285" idx="0"/>
          </p:cNvCxnSpPr>
          <p:nvPr/>
        </p:nvCxnSpPr>
        <p:spPr>
          <a:xfrm flipH="1">
            <a:off x="10113428" y="2618929"/>
            <a:ext cx="394715" cy="747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2C534832-ADD5-2DF4-FB27-A6FF73A5250E}"/>
              </a:ext>
            </a:extLst>
          </p:cNvPr>
          <p:cNvCxnSpPr>
            <a:cxnSpLocks/>
            <a:stCxn id="284" idx="2"/>
            <a:endCxn id="286" idx="0"/>
          </p:cNvCxnSpPr>
          <p:nvPr/>
        </p:nvCxnSpPr>
        <p:spPr>
          <a:xfrm>
            <a:off x="10508143" y="2618929"/>
            <a:ext cx="177958" cy="732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직선 연결선 303">
            <a:extLst>
              <a:ext uri="{FF2B5EF4-FFF2-40B4-BE49-F238E27FC236}">
                <a16:creationId xmlns:a16="http://schemas.microsoft.com/office/drawing/2014/main" id="{C07803B9-B748-E4DD-5C73-4BF2411D213B}"/>
              </a:ext>
            </a:extLst>
          </p:cNvPr>
          <p:cNvCxnSpPr>
            <a:cxnSpLocks/>
            <a:stCxn id="284" idx="3"/>
            <a:endCxn id="289" idx="1"/>
          </p:cNvCxnSpPr>
          <p:nvPr/>
        </p:nvCxnSpPr>
        <p:spPr>
          <a:xfrm>
            <a:off x="10618365" y="2515191"/>
            <a:ext cx="6962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직선 연결선 306">
            <a:extLst>
              <a:ext uri="{FF2B5EF4-FFF2-40B4-BE49-F238E27FC236}">
                <a16:creationId xmlns:a16="http://schemas.microsoft.com/office/drawing/2014/main" id="{EFBE63CB-7149-D905-AAEC-4E0C7E7C520B}"/>
              </a:ext>
            </a:extLst>
          </p:cNvPr>
          <p:cNvCxnSpPr>
            <a:cxnSpLocks/>
            <a:stCxn id="287" idx="0"/>
            <a:endCxn id="289" idx="2"/>
          </p:cNvCxnSpPr>
          <p:nvPr/>
        </p:nvCxnSpPr>
        <p:spPr>
          <a:xfrm flipV="1">
            <a:off x="11263245" y="2618929"/>
            <a:ext cx="161561" cy="7437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직선 연결선 309">
            <a:extLst>
              <a:ext uri="{FF2B5EF4-FFF2-40B4-BE49-F238E27FC236}">
                <a16:creationId xmlns:a16="http://schemas.microsoft.com/office/drawing/2014/main" id="{3201AF0A-14D9-D69A-03C6-50BCD720A41E}"/>
              </a:ext>
            </a:extLst>
          </p:cNvPr>
          <p:cNvCxnSpPr>
            <a:cxnSpLocks/>
            <a:stCxn id="288" idx="0"/>
            <a:endCxn id="289" idx="2"/>
          </p:cNvCxnSpPr>
          <p:nvPr/>
        </p:nvCxnSpPr>
        <p:spPr>
          <a:xfrm flipH="1" flipV="1">
            <a:off x="11424806" y="2618929"/>
            <a:ext cx="323118" cy="741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>
            <a:extLst>
              <a:ext uri="{FF2B5EF4-FFF2-40B4-BE49-F238E27FC236}">
                <a16:creationId xmlns:a16="http://schemas.microsoft.com/office/drawing/2014/main" id="{A1990618-E674-4232-FC66-9E96EB15B104}"/>
              </a:ext>
            </a:extLst>
          </p:cNvPr>
          <p:cNvSpPr txBox="1"/>
          <p:nvPr/>
        </p:nvSpPr>
        <p:spPr>
          <a:xfrm>
            <a:off x="10421497" y="2076443"/>
            <a:ext cx="751328" cy="2154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Inter VLAN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440D37E0-75BE-49E8-1847-9AD280430641}"/>
              </a:ext>
            </a:extLst>
          </p:cNvPr>
          <p:cNvSpPr txBox="1"/>
          <p:nvPr/>
        </p:nvSpPr>
        <p:spPr>
          <a:xfrm>
            <a:off x="10041032" y="2191492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S13</a:t>
            </a:r>
            <a:endParaRPr lang="ko-KR" altLang="en-US" sz="1000" b="1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4EDB8AE8-ABBE-9E7A-A265-5987CF502167}"/>
              </a:ext>
            </a:extLst>
          </p:cNvPr>
          <p:cNvSpPr txBox="1"/>
          <p:nvPr/>
        </p:nvSpPr>
        <p:spPr>
          <a:xfrm>
            <a:off x="11101975" y="2196443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S14</a:t>
            </a:r>
            <a:endParaRPr lang="ko-KR" altLang="en-US" sz="1000" b="1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BCE4835E-4A82-E36E-0A0E-B62115E9231E}"/>
              </a:ext>
            </a:extLst>
          </p:cNvPr>
          <p:cNvSpPr txBox="1"/>
          <p:nvPr/>
        </p:nvSpPr>
        <p:spPr>
          <a:xfrm>
            <a:off x="9834234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15</a:t>
            </a:r>
            <a:endParaRPr lang="ko-KR" altLang="en-US" sz="800" b="1" dirty="0"/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1F4B9E70-5967-847C-49F6-92DBEC847F53}"/>
              </a:ext>
            </a:extLst>
          </p:cNvPr>
          <p:cNvSpPr txBox="1"/>
          <p:nvPr/>
        </p:nvSpPr>
        <p:spPr>
          <a:xfrm>
            <a:off x="10401747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16</a:t>
            </a:r>
            <a:endParaRPr lang="ko-KR" altLang="en-US" sz="800" b="1" dirty="0"/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32F9516F-90BA-856F-D1A3-BEFF027B3CEE}"/>
              </a:ext>
            </a:extLst>
          </p:cNvPr>
          <p:cNvSpPr txBox="1"/>
          <p:nvPr/>
        </p:nvSpPr>
        <p:spPr>
          <a:xfrm>
            <a:off x="10991913" y="3538716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17</a:t>
            </a:r>
            <a:endParaRPr lang="ko-KR" altLang="en-US" sz="800" b="1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6AD17C12-D1FC-E958-08C1-14C29771D863}"/>
              </a:ext>
            </a:extLst>
          </p:cNvPr>
          <p:cNvSpPr txBox="1"/>
          <p:nvPr/>
        </p:nvSpPr>
        <p:spPr>
          <a:xfrm>
            <a:off x="11447684" y="3532073"/>
            <a:ext cx="5218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18</a:t>
            </a:r>
            <a:endParaRPr lang="ko-KR" altLang="en-US" sz="800" b="1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83AA925F-0954-F920-F263-60DE9BEE5FC9}"/>
              </a:ext>
            </a:extLst>
          </p:cNvPr>
          <p:cNvSpPr txBox="1"/>
          <p:nvPr/>
        </p:nvSpPr>
        <p:spPr>
          <a:xfrm>
            <a:off x="9804471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6A54FE90-4AF3-025E-AF0C-C672FF8A6B91}"/>
              </a:ext>
            </a:extLst>
          </p:cNvPr>
          <p:cNvSpPr txBox="1"/>
          <p:nvPr/>
        </p:nvSpPr>
        <p:spPr>
          <a:xfrm>
            <a:off x="10919874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VLAN 60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9ABA56-5F37-F5EB-E9C4-FDEA11CA3D89}"/>
              </a:ext>
            </a:extLst>
          </p:cNvPr>
          <p:cNvSpPr txBox="1"/>
          <p:nvPr/>
        </p:nvSpPr>
        <p:spPr>
          <a:xfrm>
            <a:off x="10325438" y="366293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D3F585C5-DD46-C38C-5555-7F866801BAB1}"/>
              </a:ext>
            </a:extLst>
          </p:cNvPr>
          <p:cNvSpPr txBox="1"/>
          <p:nvPr/>
        </p:nvSpPr>
        <p:spPr>
          <a:xfrm>
            <a:off x="11397561" y="3672774"/>
            <a:ext cx="61587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accent2">
                    <a:lumMod val="50000"/>
                  </a:schemeClr>
                </a:solidFill>
              </a:rPr>
              <a:t>VLAN 70</a:t>
            </a:r>
            <a:endParaRPr lang="ko-KR" altLang="en-US" sz="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94CC0E9A-1D13-7F4D-22C0-C67F5BC2258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971" y="-566286"/>
            <a:ext cx="340225" cy="286221"/>
          </a:xfrm>
          <a:prstGeom prst="rect">
            <a:avLst/>
          </a:prstGeom>
        </p:spPr>
      </p:pic>
      <p:pic>
        <p:nvPicPr>
          <p:cNvPr id="235" name="그림 234">
            <a:extLst>
              <a:ext uri="{FF2B5EF4-FFF2-40B4-BE49-F238E27FC236}">
                <a16:creationId xmlns:a16="http://schemas.microsoft.com/office/drawing/2014/main" id="{6BE4E768-0DBB-EB3B-5A03-570440BBAAD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5380" y="2369346"/>
            <a:ext cx="340225" cy="286221"/>
          </a:xfrm>
          <a:prstGeom prst="rect">
            <a:avLst/>
          </a:prstGeom>
        </p:spPr>
      </p:pic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E4FD7408-2DF3-E42E-114B-2C9004E4F657}"/>
              </a:ext>
            </a:extLst>
          </p:cNvPr>
          <p:cNvCxnSpPr>
            <a:cxnSpLocks/>
            <a:stCxn id="235" idx="2"/>
            <a:endCxn id="115" idx="0"/>
          </p:cNvCxnSpPr>
          <p:nvPr/>
        </p:nvCxnSpPr>
        <p:spPr>
          <a:xfrm flipH="1">
            <a:off x="5788172" y="2655567"/>
            <a:ext cx="17321" cy="18436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TextBox 361">
            <a:extLst>
              <a:ext uri="{FF2B5EF4-FFF2-40B4-BE49-F238E27FC236}">
                <a16:creationId xmlns:a16="http://schemas.microsoft.com/office/drawing/2014/main" id="{E586086F-A4C0-3801-19FE-130CF99978ED}"/>
              </a:ext>
            </a:extLst>
          </p:cNvPr>
          <p:cNvSpPr txBox="1"/>
          <p:nvPr/>
        </p:nvSpPr>
        <p:spPr>
          <a:xfrm>
            <a:off x="5594228" y="4716375"/>
            <a:ext cx="368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R4</a:t>
            </a:r>
            <a:endParaRPr lang="ko-KR" altLang="en-US" sz="1000" b="1" dirty="0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09D6BC59-73E8-B4A8-C7FA-2273DDD6B384}"/>
              </a:ext>
            </a:extLst>
          </p:cNvPr>
          <p:cNvSpPr txBox="1"/>
          <p:nvPr/>
        </p:nvSpPr>
        <p:spPr>
          <a:xfrm>
            <a:off x="9199629" y="2566381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R11</a:t>
            </a:r>
            <a:endParaRPr lang="ko-KR" altLang="en-US" sz="1000" b="1" dirty="0"/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55666C5F-CB7C-B73E-466D-DE95F727EAF2}"/>
              </a:ext>
            </a:extLst>
          </p:cNvPr>
          <p:cNvSpPr txBox="1"/>
          <p:nvPr/>
        </p:nvSpPr>
        <p:spPr>
          <a:xfrm>
            <a:off x="5570782" y="2634600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FRS1</a:t>
            </a:r>
            <a:endParaRPr lang="ko-KR" altLang="en-US" sz="1000" b="1" dirty="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CD922636-8C1E-5733-0BD5-852C6852A05D}"/>
              </a:ext>
            </a:extLst>
          </p:cNvPr>
          <p:cNvSpPr txBox="1"/>
          <p:nvPr/>
        </p:nvSpPr>
        <p:spPr>
          <a:xfrm>
            <a:off x="5317815" y="5116467"/>
            <a:ext cx="503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S2</a:t>
            </a:r>
            <a:endParaRPr lang="ko-KR" altLang="en-US" sz="1000" b="1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FAD9110-C652-4A2F-1258-4B83404C04FB}"/>
              </a:ext>
            </a:extLst>
          </p:cNvPr>
          <p:cNvCxnSpPr>
            <a:cxnSpLocks/>
            <a:stCxn id="113" idx="0"/>
            <a:endCxn id="261" idx="2"/>
          </p:cNvCxnSpPr>
          <p:nvPr/>
        </p:nvCxnSpPr>
        <p:spPr>
          <a:xfrm flipH="1" flipV="1">
            <a:off x="5781448" y="788732"/>
            <a:ext cx="24046" cy="7590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TextBox 262">
            <a:extLst>
              <a:ext uri="{FF2B5EF4-FFF2-40B4-BE49-F238E27FC236}">
                <a16:creationId xmlns:a16="http://schemas.microsoft.com/office/drawing/2014/main" id="{6A80C2DA-9CBB-7FE1-9925-42EDA4C354B3}"/>
              </a:ext>
            </a:extLst>
          </p:cNvPr>
          <p:cNvSpPr txBox="1"/>
          <p:nvPr/>
        </p:nvSpPr>
        <p:spPr>
          <a:xfrm>
            <a:off x="5495908" y="1147864"/>
            <a:ext cx="654899" cy="400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/>
              <a:t>default routing</a:t>
            </a:r>
          </a:p>
        </p:txBody>
      </p: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0048FEB6-2138-778B-01A9-D1DEB6B781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35210" y="417211"/>
            <a:ext cx="1340565" cy="512210"/>
          </a:xfrm>
          <a:prstGeom prst="rect">
            <a:avLst/>
          </a:prstGeom>
        </p:spPr>
      </p:pic>
      <p:sp>
        <p:nvSpPr>
          <p:cNvPr id="261" name="TextBox 260">
            <a:extLst>
              <a:ext uri="{FF2B5EF4-FFF2-40B4-BE49-F238E27FC236}">
                <a16:creationId xmlns:a16="http://schemas.microsoft.com/office/drawing/2014/main" id="{B79D3E8C-C66D-512A-F2D2-9DB628875E02}"/>
              </a:ext>
            </a:extLst>
          </p:cNvPr>
          <p:cNvSpPr txBox="1"/>
          <p:nvPr/>
        </p:nvSpPr>
        <p:spPr>
          <a:xfrm>
            <a:off x="5447863" y="542511"/>
            <a:ext cx="667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internet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947876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721FF19D-B703-8D16-3C6B-13B8963C2A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43043"/>
            <a:ext cx="220445" cy="20747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E69161C-9444-6D1D-476F-F0968037A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021182"/>
            <a:ext cx="220445" cy="207477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75D4648F-1BE5-E8C2-0754-C0A7BD062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977460"/>
            <a:ext cx="220445" cy="207477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35E3DAF8-40E3-3F92-5ED9-934E9D0FB5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933738"/>
            <a:ext cx="220445" cy="207477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998A5A4F-0CD5-B33E-CD6A-27FF43553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2455599"/>
            <a:ext cx="220445" cy="207477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168941E0-0D36-3049-CDC1-6CA19B9D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1499321"/>
            <a:ext cx="220445" cy="207477"/>
          </a:xfrm>
          <a:prstGeom prst="rect">
            <a:avLst/>
          </a:prstGeom>
        </p:spPr>
      </p:pic>
      <p:pic>
        <p:nvPicPr>
          <p:cNvPr id="10" name="그래픽 9">
            <a:extLst>
              <a:ext uri="{FF2B5EF4-FFF2-40B4-BE49-F238E27FC236}">
                <a16:creationId xmlns:a16="http://schemas.microsoft.com/office/drawing/2014/main" id="{C75D74D0-99ED-21E2-2A56-A6BD54E5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411877"/>
            <a:ext cx="220445" cy="207477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C2840B6C-326E-B7C9-F41A-97578B83D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846294"/>
            <a:ext cx="220445" cy="207477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6081121B-EA0B-9A49-B65E-898E20E09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802567"/>
            <a:ext cx="220445" cy="207477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E3E1AFEE-2A18-02D9-9CB1-9923BB06C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5324433"/>
            <a:ext cx="220445" cy="207477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C3F864CF-E1AB-4514-D49F-2B9C2B07E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3890016"/>
            <a:ext cx="220445" cy="207477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3F720CDD-AB8E-7ACD-6137-CC2B9BCA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869" y="4368155"/>
            <a:ext cx="220445" cy="207477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F84CD08-8A2C-11E9-9447-D4E4D955B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28986"/>
            <a:ext cx="376089" cy="256425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7BE29D17-E03A-1998-6D08-C7E1CF6EF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953523"/>
            <a:ext cx="376089" cy="256425"/>
          </a:xfrm>
          <a:prstGeom prst="rect">
            <a:avLst/>
          </a:prstGeom>
        </p:spPr>
      </p:pic>
      <p:pic>
        <p:nvPicPr>
          <p:cNvPr id="18" name="그래픽 17">
            <a:extLst>
              <a:ext uri="{FF2B5EF4-FFF2-40B4-BE49-F238E27FC236}">
                <a16:creationId xmlns:a16="http://schemas.microsoft.com/office/drawing/2014/main" id="{0F664FEA-3D8A-B5ED-F1AC-EBA75C2CA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1478060"/>
            <a:ext cx="376089" cy="256425"/>
          </a:xfrm>
          <a:prstGeom prst="rect">
            <a:avLst/>
          </a:prstGeom>
        </p:spPr>
      </p:pic>
      <p:pic>
        <p:nvPicPr>
          <p:cNvPr id="19" name="그래픽 18">
            <a:extLst>
              <a:ext uri="{FF2B5EF4-FFF2-40B4-BE49-F238E27FC236}">
                <a16:creationId xmlns:a16="http://schemas.microsoft.com/office/drawing/2014/main" id="{7562B7E1-237F-7ACE-AD51-15E22D4353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002597"/>
            <a:ext cx="376089" cy="256425"/>
          </a:xfrm>
          <a:prstGeom prst="rect">
            <a:avLst/>
          </a:prstGeom>
        </p:spPr>
      </p:pic>
      <p:pic>
        <p:nvPicPr>
          <p:cNvPr id="20" name="그래픽 19">
            <a:extLst>
              <a:ext uri="{FF2B5EF4-FFF2-40B4-BE49-F238E27FC236}">
                <a16:creationId xmlns:a16="http://schemas.microsoft.com/office/drawing/2014/main" id="{35887862-BB42-9646-FD35-6AFF32504D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2527134"/>
            <a:ext cx="376089" cy="256425"/>
          </a:xfrm>
          <a:prstGeom prst="rect">
            <a:avLst/>
          </a:prstGeom>
        </p:spPr>
      </p:pic>
      <p:pic>
        <p:nvPicPr>
          <p:cNvPr id="21" name="그래픽 20">
            <a:extLst>
              <a:ext uri="{FF2B5EF4-FFF2-40B4-BE49-F238E27FC236}">
                <a16:creationId xmlns:a16="http://schemas.microsoft.com/office/drawing/2014/main" id="{9AF3CBF6-026E-AE0F-52BA-B0B57F8AA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576208"/>
            <a:ext cx="376089" cy="256425"/>
          </a:xfrm>
          <a:prstGeom prst="rect">
            <a:avLst/>
          </a:prstGeom>
        </p:spPr>
      </p:pic>
      <p:pic>
        <p:nvPicPr>
          <p:cNvPr id="22" name="그래픽 21">
            <a:extLst>
              <a:ext uri="{FF2B5EF4-FFF2-40B4-BE49-F238E27FC236}">
                <a16:creationId xmlns:a16="http://schemas.microsoft.com/office/drawing/2014/main" id="{8C383EFE-54BA-5B63-F866-9C0E6E210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3051671"/>
            <a:ext cx="376089" cy="256425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6C553125-08E0-F0B1-4A1E-DAD898471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149819"/>
            <a:ext cx="376089" cy="256425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D8BF631-81BB-982C-408E-0F7AB4BBA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625282"/>
            <a:ext cx="376089" cy="256425"/>
          </a:xfrm>
          <a:prstGeom prst="rect">
            <a:avLst/>
          </a:prstGeom>
        </p:spPr>
      </p:pic>
      <p:pic>
        <p:nvPicPr>
          <p:cNvPr id="25" name="그래픽 24">
            <a:extLst>
              <a:ext uri="{FF2B5EF4-FFF2-40B4-BE49-F238E27FC236}">
                <a16:creationId xmlns:a16="http://schemas.microsoft.com/office/drawing/2014/main" id="{60F77D1A-8CC9-F557-7519-839586EFB4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4100745"/>
            <a:ext cx="376089" cy="256425"/>
          </a:xfrm>
          <a:prstGeom prst="rect">
            <a:avLst/>
          </a:prstGeom>
        </p:spPr>
      </p:pic>
      <p:pic>
        <p:nvPicPr>
          <p:cNvPr id="26" name="그래픽 25">
            <a:extLst>
              <a:ext uri="{FF2B5EF4-FFF2-40B4-BE49-F238E27FC236}">
                <a16:creationId xmlns:a16="http://schemas.microsoft.com/office/drawing/2014/main" id="{213FE3C7-F3D9-D3A7-4C7D-B6F35C81A2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19" y="5674354"/>
            <a:ext cx="376089" cy="2564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3CF1D7-1189-098B-9095-2F5430C39090}"/>
              </a:ext>
            </a:extLst>
          </p:cNvPr>
          <p:cNvSpPr txBox="1"/>
          <p:nvPr/>
        </p:nvSpPr>
        <p:spPr>
          <a:xfrm>
            <a:off x="1503637" y="5197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C7B98-3A76-9F2D-CA0F-A9003DC42F14}"/>
              </a:ext>
            </a:extLst>
          </p:cNvPr>
          <p:cNvSpPr txBox="1"/>
          <p:nvPr/>
        </p:nvSpPr>
        <p:spPr>
          <a:xfrm>
            <a:off x="1503636" y="100180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E9CEECE-CB18-C1EC-F049-D6CE8970C79C}"/>
              </a:ext>
            </a:extLst>
          </p:cNvPr>
          <p:cNvSpPr txBox="1"/>
          <p:nvPr/>
        </p:nvSpPr>
        <p:spPr>
          <a:xfrm>
            <a:off x="1503637" y="1456661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503859-E9EE-FEB9-9779-A5F5BBE6B98E}"/>
              </a:ext>
            </a:extLst>
          </p:cNvPr>
          <p:cNvSpPr txBox="1"/>
          <p:nvPr/>
        </p:nvSpPr>
        <p:spPr>
          <a:xfrm>
            <a:off x="1503636" y="193871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AE1DBF-4483-DC9A-BB9E-DD749EDFE3BC}"/>
              </a:ext>
            </a:extLst>
          </p:cNvPr>
          <p:cNvSpPr txBox="1"/>
          <p:nvPr/>
        </p:nvSpPr>
        <p:spPr>
          <a:xfrm>
            <a:off x="1503637" y="24555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4FFF6B-1101-E718-8EC7-1B2F4F06F176}"/>
              </a:ext>
            </a:extLst>
          </p:cNvPr>
          <p:cNvSpPr txBox="1"/>
          <p:nvPr/>
        </p:nvSpPr>
        <p:spPr>
          <a:xfrm>
            <a:off x="1503636" y="293765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E2623C-C55C-A573-46BD-0EE5FD3213B2}"/>
              </a:ext>
            </a:extLst>
          </p:cNvPr>
          <p:cNvSpPr txBox="1"/>
          <p:nvPr/>
        </p:nvSpPr>
        <p:spPr>
          <a:xfrm>
            <a:off x="1503636" y="3369217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0C515D-08DF-1F67-2479-196E7EDF48D3}"/>
              </a:ext>
            </a:extLst>
          </p:cNvPr>
          <p:cNvSpPr txBox="1"/>
          <p:nvPr/>
        </p:nvSpPr>
        <p:spPr>
          <a:xfrm>
            <a:off x="1503635" y="385127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CECE4A-7860-0EEB-7EBF-4D16D374EF6F}"/>
              </a:ext>
            </a:extLst>
          </p:cNvPr>
          <p:cNvSpPr txBox="1"/>
          <p:nvPr/>
        </p:nvSpPr>
        <p:spPr>
          <a:xfrm>
            <a:off x="1503635" y="435044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DDC8EF-6ED6-F923-E247-61F140F67840}"/>
              </a:ext>
            </a:extLst>
          </p:cNvPr>
          <p:cNvSpPr txBox="1"/>
          <p:nvPr/>
        </p:nvSpPr>
        <p:spPr>
          <a:xfrm>
            <a:off x="1503634" y="483249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C1FB16-1A68-1CE2-0F15-FE2A981EED50}"/>
              </a:ext>
            </a:extLst>
          </p:cNvPr>
          <p:cNvSpPr txBox="1"/>
          <p:nvPr/>
        </p:nvSpPr>
        <p:spPr>
          <a:xfrm>
            <a:off x="1503634" y="5317035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EFA6EA-1960-36AF-7D60-639455B9105F}"/>
              </a:ext>
            </a:extLst>
          </p:cNvPr>
          <p:cNvSpPr txBox="1"/>
          <p:nvPr/>
        </p:nvSpPr>
        <p:spPr>
          <a:xfrm>
            <a:off x="1503633" y="579909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2F9177-6D90-26DD-CD38-7A116480739B}"/>
              </a:ext>
            </a:extLst>
          </p:cNvPr>
          <p:cNvSpPr txBox="1"/>
          <p:nvPr/>
        </p:nvSpPr>
        <p:spPr>
          <a:xfrm>
            <a:off x="4361536" y="42898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272ABD-AFE0-7E02-423D-FE9B725007DE}"/>
              </a:ext>
            </a:extLst>
          </p:cNvPr>
          <p:cNvSpPr txBox="1"/>
          <p:nvPr/>
        </p:nvSpPr>
        <p:spPr>
          <a:xfrm>
            <a:off x="4361535" y="95572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B586CF-E85C-3B69-E23D-583E22C7679B}"/>
              </a:ext>
            </a:extLst>
          </p:cNvPr>
          <p:cNvSpPr txBox="1"/>
          <p:nvPr/>
        </p:nvSpPr>
        <p:spPr>
          <a:xfrm>
            <a:off x="4361536" y="148245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6E844A-386F-D4EE-245D-54307715A698}"/>
              </a:ext>
            </a:extLst>
          </p:cNvPr>
          <p:cNvSpPr txBox="1"/>
          <p:nvPr/>
        </p:nvSpPr>
        <p:spPr>
          <a:xfrm>
            <a:off x="4361535" y="200919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8FBE5E-3803-3B8D-CE66-03AC65E1CB4D}"/>
              </a:ext>
            </a:extLst>
          </p:cNvPr>
          <p:cNvSpPr txBox="1"/>
          <p:nvPr/>
        </p:nvSpPr>
        <p:spPr>
          <a:xfrm>
            <a:off x="4361536" y="253593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E075C-0A3D-9381-23B0-FC795A7CA136}"/>
              </a:ext>
            </a:extLst>
          </p:cNvPr>
          <p:cNvSpPr txBox="1"/>
          <p:nvPr/>
        </p:nvSpPr>
        <p:spPr>
          <a:xfrm>
            <a:off x="4361535" y="3062666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E4D10E-08DE-AB7C-3A4B-1B0091B0A9D3}"/>
              </a:ext>
            </a:extLst>
          </p:cNvPr>
          <p:cNvSpPr txBox="1"/>
          <p:nvPr/>
        </p:nvSpPr>
        <p:spPr>
          <a:xfrm>
            <a:off x="4361535" y="3589402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D327A-59D6-69E5-0411-B6C3D5DE66C8}"/>
              </a:ext>
            </a:extLst>
          </p:cNvPr>
          <p:cNvSpPr txBox="1"/>
          <p:nvPr/>
        </p:nvSpPr>
        <p:spPr>
          <a:xfrm>
            <a:off x="4361534" y="4116138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F21592-3275-21AC-2A51-F602CE102D21}"/>
              </a:ext>
            </a:extLst>
          </p:cNvPr>
          <p:cNvSpPr txBox="1"/>
          <p:nvPr/>
        </p:nvSpPr>
        <p:spPr>
          <a:xfrm>
            <a:off x="4361534" y="4642874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E9A5F0-5A41-620D-55EF-75B84C52065B}"/>
              </a:ext>
            </a:extLst>
          </p:cNvPr>
          <p:cNvSpPr txBox="1"/>
          <p:nvPr/>
        </p:nvSpPr>
        <p:spPr>
          <a:xfrm>
            <a:off x="4361533" y="5169610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363ED9-2DF6-57EB-639A-71AE17305850}"/>
              </a:ext>
            </a:extLst>
          </p:cNvPr>
          <p:cNvSpPr txBox="1"/>
          <p:nvPr/>
        </p:nvSpPr>
        <p:spPr>
          <a:xfrm>
            <a:off x="4361533" y="5696349"/>
            <a:ext cx="99257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IP 0.0.0.0 /16</a:t>
            </a:r>
            <a:endParaRPr lang="ko-KR" altLang="en-US" sz="1000" b="1" dirty="0"/>
          </a:p>
        </p:txBody>
      </p:sp>
      <p:pic>
        <p:nvPicPr>
          <p:cNvPr id="53" name="Picture 2" descr="Data server ">
            <a:extLst>
              <a:ext uri="{FF2B5EF4-FFF2-40B4-BE49-F238E27FC236}">
                <a16:creationId xmlns:a16="http://schemas.microsoft.com/office/drawing/2014/main" id="{0962AFE4-7C6E-0FF2-951E-14A50FFEC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3780" y="419768"/>
            <a:ext cx="474489" cy="474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D8DDE5C-2FB0-C362-1085-F0AE90AA69EA}"/>
              </a:ext>
            </a:extLst>
          </p:cNvPr>
          <p:cNvSpPr txBox="1"/>
          <p:nvPr/>
        </p:nvSpPr>
        <p:spPr>
          <a:xfrm>
            <a:off x="7568269" y="422420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DNS_1</a:t>
            </a:r>
            <a:endParaRPr lang="ko-KR" altLang="en-US" sz="10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0BCA7-7115-5DE7-554C-341A6AFA67D7}"/>
              </a:ext>
            </a:extLst>
          </p:cNvPr>
          <p:cNvSpPr txBox="1"/>
          <p:nvPr/>
        </p:nvSpPr>
        <p:spPr>
          <a:xfrm>
            <a:off x="7568269" y="682953"/>
            <a:ext cx="58381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DNS_2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213</Words>
  <Application>Microsoft Office PowerPoint</Application>
  <PresentationFormat>와이드스크린</PresentationFormat>
  <Paragraphs>110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Hyerim Park</cp:lastModifiedBy>
  <cp:revision>52</cp:revision>
  <dcterms:created xsi:type="dcterms:W3CDTF">2025-10-27T08:02:19Z</dcterms:created>
  <dcterms:modified xsi:type="dcterms:W3CDTF">2025-10-28T22:03:34Z</dcterms:modified>
</cp:coreProperties>
</file>