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1E00D0"/>
    <a:srgbClr val="FFA709"/>
    <a:srgbClr val="197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216" y="-2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DE22-9294-4E62-8C58-F023E357A7DB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858DA-C159-400D-B87C-A68344FA6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836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DE22-9294-4E62-8C58-F023E357A7DB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858DA-C159-400D-B87C-A68344FA6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23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DE22-9294-4E62-8C58-F023E357A7DB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858DA-C159-400D-B87C-A68344FA6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8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DE22-9294-4E62-8C58-F023E357A7DB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858DA-C159-400D-B87C-A68344FA6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670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DE22-9294-4E62-8C58-F023E357A7DB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858DA-C159-400D-B87C-A68344FA6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357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DE22-9294-4E62-8C58-F023E357A7DB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858DA-C159-400D-B87C-A68344FA6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87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DE22-9294-4E62-8C58-F023E357A7DB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858DA-C159-400D-B87C-A68344FA6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123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DE22-9294-4E62-8C58-F023E357A7DB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858DA-C159-400D-B87C-A68344FA6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2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DE22-9294-4E62-8C58-F023E357A7DB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858DA-C159-400D-B87C-A68344FA6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114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DE22-9294-4E62-8C58-F023E357A7DB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858DA-C159-400D-B87C-A68344FA6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573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DE22-9294-4E62-8C58-F023E357A7DB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858DA-C159-400D-B87C-A68344FA6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342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DDE22-9294-4E62-8C58-F023E357A7DB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858DA-C159-400D-B87C-A68344FA66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13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C0FEE3BC-CE80-1584-6F99-6CC87E83DD45}"/>
              </a:ext>
            </a:extLst>
          </p:cNvPr>
          <p:cNvSpPr/>
          <p:nvPr/>
        </p:nvSpPr>
        <p:spPr>
          <a:xfrm>
            <a:off x="392345" y="8816743"/>
            <a:ext cx="6096877" cy="2424410"/>
          </a:xfrm>
          <a:prstGeom prst="rect">
            <a:avLst/>
          </a:prstGeom>
          <a:solidFill>
            <a:srgbClr val="7030A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70" name="직선 연결선 1069">
            <a:extLst>
              <a:ext uri="{FF2B5EF4-FFF2-40B4-BE49-F238E27FC236}">
                <a16:creationId xmlns:a16="http://schemas.microsoft.com/office/drawing/2014/main" id="{3B343857-7648-9C0A-2192-6BAE95B2AC40}"/>
              </a:ext>
            </a:extLst>
          </p:cNvPr>
          <p:cNvCxnSpPr>
            <a:cxnSpLocks/>
            <a:stCxn id="50" idx="2"/>
            <a:endCxn id="1074" idx="0"/>
          </p:cNvCxnSpPr>
          <p:nvPr/>
        </p:nvCxnSpPr>
        <p:spPr>
          <a:xfrm>
            <a:off x="1747855" y="4618645"/>
            <a:ext cx="1581449" cy="4742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5" name="직사각형 1064">
            <a:extLst>
              <a:ext uri="{FF2B5EF4-FFF2-40B4-BE49-F238E27FC236}">
                <a16:creationId xmlns:a16="http://schemas.microsoft.com/office/drawing/2014/main" id="{4977BEEF-24F9-E103-19D7-F190DAC82342}"/>
              </a:ext>
            </a:extLst>
          </p:cNvPr>
          <p:cNvSpPr/>
          <p:nvPr/>
        </p:nvSpPr>
        <p:spPr>
          <a:xfrm>
            <a:off x="237034" y="4922728"/>
            <a:ext cx="1469233" cy="2424193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7" name="직사각형 1066">
            <a:extLst>
              <a:ext uri="{FF2B5EF4-FFF2-40B4-BE49-F238E27FC236}">
                <a16:creationId xmlns:a16="http://schemas.microsoft.com/office/drawing/2014/main" id="{C7759715-CA61-A4E7-7F17-868989905342}"/>
              </a:ext>
            </a:extLst>
          </p:cNvPr>
          <p:cNvSpPr/>
          <p:nvPr/>
        </p:nvSpPr>
        <p:spPr>
          <a:xfrm>
            <a:off x="1770281" y="4922511"/>
            <a:ext cx="1469233" cy="2424410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6C5B1E0A-C616-DDAA-DC34-87EA186FDF4B}"/>
              </a:ext>
            </a:extLst>
          </p:cNvPr>
          <p:cNvSpPr/>
          <p:nvPr/>
        </p:nvSpPr>
        <p:spPr>
          <a:xfrm>
            <a:off x="3394072" y="4146653"/>
            <a:ext cx="3095150" cy="3988750"/>
          </a:xfrm>
          <a:prstGeom prst="rect">
            <a:avLst/>
          </a:prstGeom>
          <a:solidFill>
            <a:srgbClr val="FFA70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F2B7DC93-CCBA-6044-AAA1-89FDB7790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692" y="-722333"/>
            <a:ext cx="628650" cy="428625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CB152CB1-C544-D1D0-0576-3DA84A33DC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817" y="-823162"/>
            <a:ext cx="619125" cy="561975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CA736B7-4181-FBE2-E5EE-979A53F71D4A}"/>
              </a:ext>
            </a:extLst>
          </p:cNvPr>
          <p:cNvCxnSpPr>
            <a:cxnSpLocks/>
          </p:cNvCxnSpPr>
          <p:nvPr/>
        </p:nvCxnSpPr>
        <p:spPr>
          <a:xfrm>
            <a:off x="3196132" y="835533"/>
            <a:ext cx="0" cy="1453643"/>
          </a:xfrm>
          <a:prstGeom prst="line">
            <a:avLst/>
          </a:prstGeom>
          <a:ln w="28575">
            <a:solidFill>
              <a:srgbClr val="1E00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CB57434-E763-40EB-854F-A626E37435D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304701" y="1805139"/>
            <a:ext cx="1064072" cy="4840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그래픽 102">
            <a:extLst>
              <a:ext uri="{FF2B5EF4-FFF2-40B4-BE49-F238E27FC236}">
                <a16:creationId xmlns:a16="http://schemas.microsoft.com/office/drawing/2014/main" id="{090D3F6F-5211-EDF7-BC6B-928B36E56E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76488" y="-770775"/>
            <a:ext cx="485775" cy="457200"/>
          </a:xfrm>
          <a:prstGeom prst="rect">
            <a:avLst/>
          </a:prstGeom>
        </p:spPr>
      </p:pic>
      <p:pic>
        <p:nvPicPr>
          <p:cNvPr id="113" name="그래픽 112">
            <a:extLst>
              <a:ext uri="{FF2B5EF4-FFF2-40B4-BE49-F238E27FC236}">
                <a16:creationId xmlns:a16="http://schemas.microsoft.com/office/drawing/2014/main" id="{19567BBD-122A-6984-A3A7-7DA408CDE8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24583" y="-722333"/>
            <a:ext cx="745862" cy="333444"/>
          </a:xfrm>
          <a:prstGeom prst="rect">
            <a:avLst/>
          </a:prstGeom>
        </p:spPr>
      </p:pic>
      <p:sp>
        <p:nvSpPr>
          <p:cNvPr id="215" name="TextBox 214">
            <a:extLst>
              <a:ext uri="{FF2B5EF4-FFF2-40B4-BE49-F238E27FC236}">
                <a16:creationId xmlns:a16="http://schemas.microsoft.com/office/drawing/2014/main" id="{BC0956A4-4B9A-8DF4-8333-716B2BB211AB}"/>
              </a:ext>
            </a:extLst>
          </p:cNvPr>
          <p:cNvSpPr txBox="1"/>
          <p:nvPr/>
        </p:nvSpPr>
        <p:spPr>
          <a:xfrm>
            <a:off x="2576294" y="1286692"/>
            <a:ext cx="607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E00D0"/>
                </a:solidFill>
              </a:rPr>
              <a:t>전용선</a:t>
            </a:r>
            <a:endParaRPr lang="en-US" altLang="ko-KR" sz="1100" b="1" dirty="0">
              <a:solidFill>
                <a:srgbClr val="1E00D0"/>
              </a:solidFill>
            </a:endParaRPr>
          </a:p>
          <a:p>
            <a:pPr algn="ctr"/>
            <a:r>
              <a:rPr lang="en-US" altLang="ko-KR" sz="1100" b="1" dirty="0">
                <a:solidFill>
                  <a:srgbClr val="1E00D0"/>
                </a:solidFill>
              </a:rPr>
              <a:t>VD1</a:t>
            </a:r>
            <a:endParaRPr lang="ko-KR" altLang="en-US" sz="1100" b="1" dirty="0">
              <a:solidFill>
                <a:srgbClr val="1E00D0"/>
              </a:solidFill>
            </a:endParaRPr>
          </a:p>
        </p:txBody>
      </p:sp>
      <p:pic>
        <p:nvPicPr>
          <p:cNvPr id="7" name="그래픽 6">
            <a:extLst>
              <a:ext uri="{FF2B5EF4-FFF2-40B4-BE49-F238E27FC236}">
                <a16:creationId xmlns:a16="http://schemas.microsoft.com/office/drawing/2014/main" id="{16B58665-4EF5-9915-C97B-A36369D0A4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91093" y="1199214"/>
            <a:ext cx="1355360" cy="6059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FF1222-9BC1-63B2-4BDD-1489373A069C}"/>
              </a:ext>
            </a:extLst>
          </p:cNvPr>
          <p:cNvSpPr txBox="1"/>
          <p:nvPr/>
        </p:nvSpPr>
        <p:spPr>
          <a:xfrm>
            <a:off x="4064843" y="1371371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인터넷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2B8F4812-2001-46B0-3172-ADDE5F155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4732" y="573923"/>
            <a:ext cx="499937" cy="340867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E6706E42-2125-4F1E-6828-E20F065DA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4732" y="2289176"/>
            <a:ext cx="499937" cy="3408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0D6F7D1-101B-8FAA-B89C-1D2983E31BF7}"/>
              </a:ext>
            </a:extLst>
          </p:cNvPr>
          <p:cNvSpPr txBox="1"/>
          <p:nvPr/>
        </p:nvSpPr>
        <p:spPr>
          <a:xfrm>
            <a:off x="4282210" y="1805138"/>
            <a:ext cx="7809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/>
              <a:t>일반 회선</a:t>
            </a:r>
            <a:endParaRPr lang="en-US" altLang="ko-KR" sz="1100" dirty="0"/>
          </a:p>
          <a:p>
            <a:pPr algn="ctr"/>
            <a:r>
              <a:rPr lang="en-US" altLang="ko-KR" sz="1100" dirty="0"/>
              <a:t>VD10</a:t>
            </a:r>
            <a:endParaRPr lang="ko-KR" altLang="en-US" sz="11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7BA8A11-819A-2CFB-A799-2A8C85AFD17D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H="1" flipV="1">
            <a:off x="3304701" y="914790"/>
            <a:ext cx="1064072" cy="2844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A7B38BB4-3781-422C-46DD-EC53A357572D}"/>
              </a:ext>
            </a:extLst>
          </p:cNvPr>
          <p:cNvSpPr txBox="1"/>
          <p:nvPr/>
        </p:nvSpPr>
        <p:spPr>
          <a:xfrm>
            <a:off x="2880223" y="236922"/>
            <a:ext cx="8626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해외 지사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4503315-DC31-DB40-3B19-A63D09EB1B86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304700" y="2630043"/>
            <a:ext cx="1" cy="8370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그래픽 35">
            <a:extLst>
              <a:ext uri="{FF2B5EF4-FFF2-40B4-BE49-F238E27FC236}">
                <a16:creationId xmlns:a16="http://schemas.microsoft.com/office/drawing/2014/main" id="{3F049D0C-E988-2DB1-A9BD-9E5646944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1591" y="3464919"/>
            <a:ext cx="499937" cy="340867"/>
          </a:xfrm>
          <a:prstGeom prst="rect">
            <a:avLst/>
          </a:prstGeom>
        </p:spPr>
      </p:pic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5ED9B589-0C49-E07E-B04F-67CA4818E726}"/>
              </a:ext>
            </a:extLst>
          </p:cNvPr>
          <p:cNvCxnSpPr>
            <a:cxnSpLocks/>
            <a:stCxn id="36" idx="2"/>
            <a:endCxn id="45" idx="0"/>
          </p:cNvCxnSpPr>
          <p:nvPr/>
        </p:nvCxnSpPr>
        <p:spPr>
          <a:xfrm>
            <a:off x="3311560" y="3805786"/>
            <a:ext cx="1531445" cy="4719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268EB9B-DB68-CE09-E524-9F5003C98D88}"/>
              </a:ext>
            </a:extLst>
          </p:cNvPr>
          <p:cNvSpPr txBox="1"/>
          <p:nvPr/>
        </p:nvSpPr>
        <p:spPr>
          <a:xfrm>
            <a:off x="2862025" y="2660632"/>
            <a:ext cx="86267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국내 지사</a:t>
            </a:r>
          </a:p>
        </p:txBody>
      </p:sp>
      <p:pic>
        <p:nvPicPr>
          <p:cNvPr id="45" name="그래픽 44">
            <a:extLst>
              <a:ext uri="{FF2B5EF4-FFF2-40B4-BE49-F238E27FC236}">
                <a16:creationId xmlns:a16="http://schemas.microsoft.com/office/drawing/2014/main" id="{C328865B-0A35-D61E-3E02-6B18BF60B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3036" y="4277779"/>
            <a:ext cx="499937" cy="340867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99B3265F-C94D-D0A3-C3B5-126CBAEF7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7886" y="4277778"/>
            <a:ext cx="499937" cy="340867"/>
          </a:xfrm>
          <a:prstGeom prst="rect">
            <a:avLst/>
          </a:prstGeom>
        </p:spPr>
      </p:pic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EFEB7368-7253-9E2E-6355-C5ABABD3304A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 flipH="1">
            <a:off x="1747855" y="3805786"/>
            <a:ext cx="1563705" cy="4719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4" name="그래픽 53">
            <a:extLst>
              <a:ext uri="{FF2B5EF4-FFF2-40B4-BE49-F238E27FC236}">
                <a16:creationId xmlns:a16="http://schemas.microsoft.com/office/drawing/2014/main" id="{ED71BA14-3016-66FE-627B-6C0EDEB87B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09504" y="5622299"/>
            <a:ext cx="272452" cy="256425"/>
          </a:xfrm>
          <a:prstGeom prst="rect">
            <a:avLst/>
          </a:prstGeom>
        </p:spPr>
      </p:pic>
      <p:pic>
        <p:nvPicPr>
          <p:cNvPr id="55" name="그래픽 54">
            <a:extLst>
              <a:ext uri="{FF2B5EF4-FFF2-40B4-BE49-F238E27FC236}">
                <a16:creationId xmlns:a16="http://schemas.microsoft.com/office/drawing/2014/main" id="{CF93F274-9BA3-A762-E586-182EC62ABD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06779" y="5061010"/>
            <a:ext cx="272452" cy="256425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A9BC092E-0FEA-902E-9014-5B68AFC9B7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6206" y="5622299"/>
            <a:ext cx="272452" cy="256425"/>
          </a:xfrm>
          <a:prstGeom prst="rect">
            <a:avLst/>
          </a:prstGeom>
        </p:spPr>
      </p:pic>
      <p:pic>
        <p:nvPicPr>
          <p:cNvPr id="57" name="그래픽 56">
            <a:extLst>
              <a:ext uri="{FF2B5EF4-FFF2-40B4-BE49-F238E27FC236}">
                <a16:creationId xmlns:a16="http://schemas.microsoft.com/office/drawing/2014/main" id="{07D411E2-4FE6-6864-58C0-93A68E2285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00012" y="6192874"/>
            <a:ext cx="272452" cy="256425"/>
          </a:xfrm>
          <a:prstGeom prst="rect">
            <a:avLst/>
          </a:prstGeom>
        </p:spPr>
      </p:pic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4642E07-62ED-BE74-D965-935C114F88EE}"/>
              </a:ext>
            </a:extLst>
          </p:cNvPr>
          <p:cNvCxnSpPr>
            <a:cxnSpLocks/>
            <a:stCxn id="45" idx="2"/>
            <a:endCxn id="55" idx="0"/>
          </p:cNvCxnSpPr>
          <p:nvPr/>
        </p:nvCxnSpPr>
        <p:spPr>
          <a:xfrm>
            <a:off x="4843005" y="4618646"/>
            <a:ext cx="0" cy="4423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AB4184A1-04C2-FE7E-481C-5FCD729384D7}"/>
              </a:ext>
            </a:extLst>
          </p:cNvPr>
          <p:cNvCxnSpPr>
            <a:cxnSpLocks/>
            <a:stCxn id="55" idx="2"/>
            <a:endCxn id="54" idx="0"/>
          </p:cNvCxnSpPr>
          <p:nvPr/>
        </p:nvCxnSpPr>
        <p:spPr>
          <a:xfrm flipH="1">
            <a:off x="4445730" y="5317435"/>
            <a:ext cx="397275" cy="3048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6540B0AA-B20C-CAE5-6E65-DA61538CD694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>
            <a:off x="4843005" y="5317435"/>
            <a:ext cx="379427" cy="3048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CB6617A8-B513-C4F6-4CAF-BA4B4763AC8E}"/>
              </a:ext>
            </a:extLst>
          </p:cNvPr>
          <p:cNvCxnSpPr>
            <a:cxnSpLocks/>
            <a:stCxn id="54" idx="2"/>
            <a:endCxn id="57" idx="0"/>
          </p:cNvCxnSpPr>
          <p:nvPr/>
        </p:nvCxnSpPr>
        <p:spPr>
          <a:xfrm>
            <a:off x="4445730" y="5878724"/>
            <a:ext cx="390508" cy="314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9C5D94D-8262-5946-2102-E69DEC0F3A29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 flipH="1">
            <a:off x="4836238" y="5878724"/>
            <a:ext cx="386194" cy="314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FE75C356-B706-019E-7F9F-7F011225843F}"/>
              </a:ext>
            </a:extLst>
          </p:cNvPr>
          <p:cNvSpPr txBox="1"/>
          <p:nvPr/>
        </p:nvSpPr>
        <p:spPr>
          <a:xfrm>
            <a:off x="5419598" y="5622299"/>
            <a:ext cx="862674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STP</a:t>
            </a:r>
            <a:endParaRPr lang="ko-KR" altLang="en-US" sz="1200" b="1" dirty="0"/>
          </a:p>
        </p:txBody>
      </p:sp>
      <p:pic>
        <p:nvPicPr>
          <p:cNvPr id="1026" name="Picture 2" descr="Data server ">
            <a:extLst>
              <a:ext uri="{FF2B5EF4-FFF2-40B4-BE49-F238E27FC236}">
                <a16:creationId xmlns:a16="http://schemas.microsoft.com/office/drawing/2014/main" id="{7ACD218C-9BE1-FE3A-EED5-41A488B5C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679" y="6859054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FC904BF6-1637-DD75-205C-E04C1BCC4878}"/>
              </a:ext>
            </a:extLst>
          </p:cNvPr>
          <p:cNvCxnSpPr>
            <a:cxnSpLocks/>
            <a:endCxn id="1026" idx="0"/>
          </p:cNvCxnSpPr>
          <p:nvPr/>
        </p:nvCxnSpPr>
        <p:spPr>
          <a:xfrm flipH="1">
            <a:off x="4023754" y="6449299"/>
            <a:ext cx="812484" cy="409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2F60A9F8-D821-3604-8CBB-B6E87104BBA5}"/>
              </a:ext>
            </a:extLst>
          </p:cNvPr>
          <p:cNvSpPr txBox="1"/>
          <p:nvPr/>
        </p:nvSpPr>
        <p:spPr>
          <a:xfrm>
            <a:off x="5471902" y="4055478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accent2"/>
                </a:solidFill>
              </a:rPr>
              <a:t>DMZ</a:t>
            </a:r>
            <a:endParaRPr lang="ko-KR" altLang="en-US" sz="1200" b="1" dirty="0">
              <a:solidFill>
                <a:schemeClr val="accent2"/>
              </a:solidFill>
            </a:endParaRPr>
          </a:p>
        </p:txBody>
      </p:sp>
      <p:pic>
        <p:nvPicPr>
          <p:cNvPr id="138" name="Picture 2" descr="Data server ">
            <a:extLst>
              <a:ext uri="{FF2B5EF4-FFF2-40B4-BE49-F238E27FC236}">
                <a16:creationId xmlns:a16="http://schemas.microsoft.com/office/drawing/2014/main" id="{F49CB779-E99A-5EFA-2BCD-3472A297C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077" y="6859054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013147CA-504C-D4BE-6A16-BE88C7C01B96}"/>
              </a:ext>
            </a:extLst>
          </p:cNvPr>
          <p:cNvCxnSpPr>
            <a:cxnSpLocks/>
            <a:stCxn id="57" idx="2"/>
            <a:endCxn id="138" idx="0"/>
          </p:cNvCxnSpPr>
          <p:nvPr/>
        </p:nvCxnSpPr>
        <p:spPr>
          <a:xfrm flipH="1">
            <a:off x="4671152" y="6449299"/>
            <a:ext cx="165086" cy="409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2" descr="Data server ">
            <a:extLst>
              <a:ext uri="{FF2B5EF4-FFF2-40B4-BE49-F238E27FC236}">
                <a16:creationId xmlns:a16="http://schemas.microsoft.com/office/drawing/2014/main" id="{C65C6894-12CB-767D-7C06-D6412D2FE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579" y="6859053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2FA2E76B-9772-C727-FF0C-0A4231393251}"/>
              </a:ext>
            </a:extLst>
          </p:cNvPr>
          <p:cNvCxnSpPr>
            <a:cxnSpLocks/>
            <a:stCxn id="57" idx="2"/>
            <a:endCxn id="145" idx="0"/>
          </p:cNvCxnSpPr>
          <p:nvPr/>
        </p:nvCxnSpPr>
        <p:spPr>
          <a:xfrm>
            <a:off x="4836238" y="6449299"/>
            <a:ext cx="452416" cy="4097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076E638F-A581-77F2-916E-EE4A57ED8E8E}"/>
              </a:ext>
            </a:extLst>
          </p:cNvPr>
          <p:cNvSpPr txBox="1"/>
          <p:nvPr/>
        </p:nvSpPr>
        <p:spPr>
          <a:xfrm>
            <a:off x="3501228" y="730775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C3EB652-0204-ECEC-B37F-9D6E1930E561}"/>
              </a:ext>
            </a:extLst>
          </p:cNvPr>
          <p:cNvSpPr txBox="1"/>
          <p:nvPr/>
        </p:nvSpPr>
        <p:spPr>
          <a:xfrm>
            <a:off x="4304093" y="7315888"/>
            <a:ext cx="6896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err="1"/>
              <a:t>WEB_en</a:t>
            </a:r>
            <a:endParaRPr lang="en-US" altLang="ko-KR" sz="1100" b="1" dirty="0"/>
          </a:p>
          <a:p>
            <a:pPr algn="ctr"/>
            <a:r>
              <a:rPr lang="en-US" altLang="ko-KR" sz="1100" b="1" dirty="0" err="1"/>
              <a:t>mariaDB</a:t>
            </a:r>
            <a:endParaRPr lang="ko-KR" altLang="en-US" sz="1100" b="1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F623B25-B192-E5E6-649B-A3DB1AEF397E}"/>
              </a:ext>
            </a:extLst>
          </p:cNvPr>
          <p:cNvSpPr txBox="1"/>
          <p:nvPr/>
        </p:nvSpPr>
        <p:spPr>
          <a:xfrm>
            <a:off x="4964686" y="7315888"/>
            <a:ext cx="6896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err="1"/>
              <a:t>WEB_kr</a:t>
            </a:r>
            <a:endParaRPr lang="en-US" altLang="ko-KR" sz="1100" b="1" dirty="0"/>
          </a:p>
          <a:p>
            <a:pPr algn="ctr"/>
            <a:r>
              <a:rPr lang="en-US" altLang="ko-KR" sz="1100" b="1" dirty="0" err="1"/>
              <a:t>mariaDB</a:t>
            </a:r>
            <a:endParaRPr lang="ko-KR" altLang="en-US" sz="1100" b="1" dirty="0"/>
          </a:p>
        </p:txBody>
      </p:sp>
      <p:pic>
        <p:nvPicPr>
          <p:cNvPr id="175" name="그래픽 174">
            <a:extLst>
              <a:ext uri="{FF2B5EF4-FFF2-40B4-BE49-F238E27FC236}">
                <a16:creationId xmlns:a16="http://schemas.microsoft.com/office/drawing/2014/main" id="{8BDA6A63-DCF1-0A10-CA32-96D99332BA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6365" y="5317435"/>
            <a:ext cx="272452" cy="256425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55BA1F36-B2F4-E9A1-EA7C-37133971BF33}"/>
              </a:ext>
            </a:extLst>
          </p:cNvPr>
          <p:cNvCxnSpPr>
            <a:cxnSpLocks/>
            <a:stCxn id="57" idx="2"/>
            <a:endCxn id="242" idx="0"/>
          </p:cNvCxnSpPr>
          <p:nvPr/>
        </p:nvCxnSpPr>
        <p:spPr>
          <a:xfrm>
            <a:off x="4836238" y="6449299"/>
            <a:ext cx="1162237" cy="4879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TextBox 1026">
            <a:extLst>
              <a:ext uri="{FF2B5EF4-FFF2-40B4-BE49-F238E27FC236}">
                <a16:creationId xmlns:a16="http://schemas.microsoft.com/office/drawing/2014/main" id="{4BFDEC9B-F7A1-FABF-05DE-D6E0D05DE834}"/>
              </a:ext>
            </a:extLst>
          </p:cNvPr>
          <p:cNvSpPr txBox="1"/>
          <p:nvPr/>
        </p:nvSpPr>
        <p:spPr>
          <a:xfrm>
            <a:off x="5633420" y="7348061"/>
            <a:ext cx="7745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/>
              <a:t>웹서버</a:t>
            </a:r>
            <a:endParaRPr lang="en-US" altLang="ko-KR" sz="1100" b="1" dirty="0"/>
          </a:p>
          <a:p>
            <a:pPr algn="ctr"/>
            <a:r>
              <a:rPr lang="ko-KR" altLang="en-US" sz="1100" b="1" dirty="0"/>
              <a:t>관리자 </a:t>
            </a:r>
            <a:r>
              <a:rPr lang="en-US" altLang="ko-KR" sz="1100" b="1" dirty="0"/>
              <a:t>pc</a:t>
            </a:r>
          </a:p>
        </p:txBody>
      </p:sp>
      <p:cxnSp>
        <p:nvCxnSpPr>
          <p:cNvPr id="1030" name="직선 연결선 1029">
            <a:extLst>
              <a:ext uri="{FF2B5EF4-FFF2-40B4-BE49-F238E27FC236}">
                <a16:creationId xmlns:a16="http://schemas.microsoft.com/office/drawing/2014/main" id="{9BCA6942-E0A2-AE15-B702-A4CB1803A5B5}"/>
              </a:ext>
            </a:extLst>
          </p:cNvPr>
          <p:cNvCxnSpPr>
            <a:cxnSpLocks/>
            <a:stCxn id="1113" idx="2"/>
            <a:endCxn id="1055" idx="0"/>
          </p:cNvCxnSpPr>
          <p:nvPr/>
        </p:nvCxnSpPr>
        <p:spPr>
          <a:xfrm>
            <a:off x="1728389" y="4959708"/>
            <a:ext cx="599729" cy="350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연결선 1033">
            <a:extLst>
              <a:ext uri="{FF2B5EF4-FFF2-40B4-BE49-F238E27FC236}">
                <a16:creationId xmlns:a16="http://schemas.microsoft.com/office/drawing/2014/main" id="{DBB8B6C6-C926-AE93-6E10-EDAB4C0ADDC6}"/>
              </a:ext>
            </a:extLst>
          </p:cNvPr>
          <p:cNvCxnSpPr>
            <a:cxnSpLocks/>
            <a:stCxn id="1113" idx="2"/>
            <a:endCxn id="175" idx="0"/>
          </p:cNvCxnSpPr>
          <p:nvPr/>
        </p:nvCxnSpPr>
        <p:spPr>
          <a:xfrm flipH="1">
            <a:off x="1032591" y="4959708"/>
            <a:ext cx="695798" cy="3577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3" name="Picture 16" descr="Computer">
            <a:extLst>
              <a:ext uri="{FF2B5EF4-FFF2-40B4-BE49-F238E27FC236}">
                <a16:creationId xmlns:a16="http://schemas.microsoft.com/office/drawing/2014/main" id="{8CFBF422-37F5-7BCB-DE81-2A150F1D3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01" y="6429398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16" descr="Computer">
            <a:extLst>
              <a:ext uri="{FF2B5EF4-FFF2-40B4-BE49-F238E27FC236}">
                <a16:creationId xmlns:a16="http://schemas.microsoft.com/office/drawing/2014/main" id="{2F95BF96-898F-F625-DEAD-EB83EF666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91" y="6429398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6" name="직선 연결선 1045">
            <a:extLst>
              <a:ext uri="{FF2B5EF4-FFF2-40B4-BE49-F238E27FC236}">
                <a16:creationId xmlns:a16="http://schemas.microsoft.com/office/drawing/2014/main" id="{772B95BD-E54C-FC79-4383-A837D5C9498B}"/>
              </a:ext>
            </a:extLst>
          </p:cNvPr>
          <p:cNvCxnSpPr>
            <a:cxnSpLocks/>
            <a:stCxn id="1043" idx="0"/>
            <a:endCxn id="175" idx="2"/>
          </p:cNvCxnSpPr>
          <p:nvPr/>
        </p:nvCxnSpPr>
        <p:spPr>
          <a:xfrm flipV="1">
            <a:off x="634944" y="5573860"/>
            <a:ext cx="397647" cy="855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직선 연결선 1050">
            <a:extLst>
              <a:ext uri="{FF2B5EF4-FFF2-40B4-BE49-F238E27FC236}">
                <a16:creationId xmlns:a16="http://schemas.microsoft.com/office/drawing/2014/main" id="{9BC1EC82-FE70-38E1-1C92-F4B9EDF4DDD2}"/>
              </a:ext>
            </a:extLst>
          </p:cNvPr>
          <p:cNvCxnSpPr>
            <a:cxnSpLocks/>
            <a:stCxn id="175" idx="2"/>
            <a:endCxn id="1044" idx="0"/>
          </p:cNvCxnSpPr>
          <p:nvPr/>
        </p:nvCxnSpPr>
        <p:spPr>
          <a:xfrm>
            <a:off x="1032591" y="5573860"/>
            <a:ext cx="188743" cy="855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5" name="그래픽 1054">
            <a:extLst>
              <a:ext uri="{FF2B5EF4-FFF2-40B4-BE49-F238E27FC236}">
                <a16:creationId xmlns:a16="http://schemas.microsoft.com/office/drawing/2014/main" id="{5CAB68BB-E8CF-586C-111E-36033D61D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91892" y="5309758"/>
            <a:ext cx="272452" cy="256425"/>
          </a:xfrm>
          <a:prstGeom prst="rect">
            <a:avLst/>
          </a:prstGeom>
        </p:spPr>
      </p:pic>
      <p:pic>
        <p:nvPicPr>
          <p:cNvPr id="1056" name="Picture 16" descr="Computer">
            <a:extLst>
              <a:ext uri="{FF2B5EF4-FFF2-40B4-BE49-F238E27FC236}">
                <a16:creationId xmlns:a16="http://schemas.microsoft.com/office/drawing/2014/main" id="{38461079-187E-A7C3-1366-4C90EAB9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527" y="6437075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16" descr="Computer">
            <a:extLst>
              <a:ext uri="{FF2B5EF4-FFF2-40B4-BE49-F238E27FC236}">
                <a16:creationId xmlns:a16="http://schemas.microsoft.com/office/drawing/2014/main" id="{4D2BBB10-2F4E-ECFA-9D0B-268E2509F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836" y="6429398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8" name="직선 연결선 1057">
            <a:extLst>
              <a:ext uri="{FF2B5EF4-FFF2-40B4-BE49-F238E27FC236}">
                <a16:creationId xmlns:a16="http://schemas.microsoft.com/office/drawing/2014/main" id="{A3AA3E67-DDC7-EF2C-1AAC-586B7E616909}"/>
              </a:ext>
            </a:extLst>
          </p:cNvPr>
          <p:cNvCxnSpPr>
            <a:cxnSpLocks/>
            <a:stCxn id="1056" idx="0"/>
            <a:endCxn id="1055" idx="2"/>
          </p:cNvCxnSpPr>
          <p:nvPr/>
        </p:nvCxnSpPr>
        <p:spPr>
          <a:xfrm flipV="1">
            <a:off x="2090270" y="5566183"/>
            <a:ext cx="237848" cy="870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직선 연결선 1058">
            <a:extLst>
              <a:ext uri="{FF2B5EF4-FFF2-40B4-BE49-F238E27FC236}">
                <a16:creationId xmlns:a16="http://schemas.microsoft.com/office/drawing/2014/main" id="{F625646A-18F6-37EC-FF1D-6477454E6FEF}"/>
              </a:ext>
            </a:extLst>
          </p:cNvPr>
          <p:cNvCxnSpPr>
            <a:cxnSpLocks/>
            <a:stCxn id="1055" idx="2"/>
            <a:endCxn id="1057" idx="0"/>
          </p:cNvCxnSpPr>
          <p:nvPr/>
        </p:nvCxnSpPr>
        <p:spPr>
          <a:xfrm>
            <a:off x="2328118" y="5566183"/>
            <a:ext cx="520461" cy="8632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6" name="TextBox 1065">
            <a:extLst>
              <a:ext uri="{FF2B5EF4-FFF2-40B4-BE49-F238E27FC236}">
                <a16:creationId xmlns:a16="http://schemas.microsoft.com/office/drawing/2014/main" id="{22BC814E-9099-12B8-5582-5185014545D0}"/>
              </a:ext>
            </a:extLst>
          </p:cNvPr>
          <p:cNvSpPr txBox="1"/>
          <p:nvPr/>
        </p:nvSpPr>
        <p:spPr>
          <a:xfrm>
            <a:off x="289295" y="4707066"/>
            <a:ext cx="862674" cy="4308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>
                <a:solidFill>
                  <a:srgbClr val="1E00D0"/>
                </a:solidFill>
              </a:rPr>
              <a:t>해외지사 담당 부서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46D4785C-3864-2164-A5E5-68C97B8C4ACD}"/>
              </a:ext>
            </a:extLst>
          </p:cNvPr>
          <p:cNvSpPr txBox="1"/>
          <p:nvPr/>
        </p:nvSpPr>
        <p:spPr>
          <a:xfrm>
            <a:off x="2281430" y="4784011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74" name="그래픽 1073">
            <a:extLst>
              <a:ext uri="{FF2B5EF4-FFF2-40B4-BE49-F238E27FC236}">
                <a16:creationId xmlns:a16="http://schemas.microsoft.com/office/drawing/2014/main" id="{B63E65A2-0CC0-707C-1813-240D29B96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9335" y="5092889"/>
            <a:ext cx="499937" cy="340867"/>
          </a:xfrm>
          <a:prstGeom prst="rect">
            <a:avLst/>
          </a:prstGeom>
        </p:spPr>
      </p:pic>
      <p:cxnSp>
        <p:nvCxnSpPr>
          <p:cNvPr id="1077" name="직선 연결선 1076">
            <a:extLst>
              <a:ext uri="{FF2B5EF4-FFF2-40B4-BE49-F238E27FC236}">
                <a16:creationId xmlns:a16="http://schemas.microsoft.com/office/drawing/2014/main" id="{2AD51480-8CF9-E9DA-CFF7-575A1F55459F}"/>
              </a:ext>
            </a:extLst>
          </p:cNvPr>
          <p:cNvCxnSpPr>
            <a:cxnSpLocks/>
            <a:stCxn id="1074" idx="0"/>
            <a:endCxn id="45" idx="2"/>
          </p:cNvCxnSpPr>
          <p:nvPr/>
        </p:nvCxnSpPr>
        <p:spPr>
          <a:xfrm flipV="1">
            <a:off x="3329304" y="4618646"/>
            <a:ext cx="1513701" cy="4742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직선 연결선 1080">
            <a:extLst>
              <a:ext uri="{FF2B5EF4-FFF2-40B4-BE49-F238E27FC236}">
                <a16:creationId xmlns:a16="http://schemas.microsoft.com/office/drawing/2014/main" id="{3683649F-E624-E497-82E7-BCAC7307B413}"/>
              </a:ext>
            </a:extLst>
          </p:cNvPr>
          <p:cNvCxnSpPr>
            <a:cxnSpLocks/>
            <a:stCxn id="1074" idx="2"/>
            <a:endCxn id="1084" idx="0"/>
          </p:cNvCxnSpPr>
          <p:nvPr/>
        </p:nvCxnSpPr>
        <p:spPr>
          <a:xfrm flipH="1">
            <a:off x="3329303" y="5433756"/>
            <a:ext cx="1" cy="3215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4" name="그래픽 1083">
            <a:extLst>
              <a:ext uri="{FF2B5EF4-FFF2-40B4-BE49-F238E27FC236}">
                <a16:creationId xmlns:a16="http://schemas.microsoft.com/office/drawing/2014/main" id="{DADED030-24D4-986F-D16A-06DA7359F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9334" y="8649292"/>
            <a:ext cx="499937" cy="340867"/>
          </a:xfrm>
          <a:prstGeom prst="rect">
            <a:avLst/>
          </a:prstGeom>
        </p:spPr>
      </p:pic>
      <p:pic>
        <p:nvPicPr>
          <p:cNvPr id="231" name="Picture 30" descr="Server ">
            <a:extLst>
              <a:ext uri="{FF2B5EF4-FFF2-40B4-BE49-F238E27FC236}">
                <a16:creationId xmlns:a16="http://schemas.microsoft.com/office/drawing/2014/main" id="{C9C62905-6E86-F755-E1FE-C869F3662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139" y="9679254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Picture 30" descr="Server ">
            <a:extLst>
              <a:ext uri="{FF2B5EF4-FFF2-40B4-BE49-F238E27FC236}">
                <a16:creationId xmlns:a16="http://schemas.microsoft.com/office/drawing/2014/main" id="{EE14A800-9377-D677-E425-FC386EFA4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107" y="9679254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" name="TextBox 233">
            <a:extLst>
              <a:ext uri="{FF2B5EF4-FFF2-40B4-BE49-F238E27FC236}">
                <a16:creationId xmlns:a16="http://schemas.microsoft.com/office/drawing/2014/main" id="{E999BC3C-930E-C033-891E-162A55B6958D}"/>
              </a:ext>
            </a:extLst>
          </p:cNvPr>
          <p:cNvSpPr txBox="1"/>
          <p:nvPr/>
        </p:nvSpPr>
        <p:spPr>
          <a:xfrm>
            <a:off x="2604851" y="10348019"/>
            <a:ext cx="120417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RAID 10</a:t>
            </a:r>
          </a:p>
          <a:p>
            <a:pPr algn="ctr"/>
            <a:r>
              <a:rPr lang="ko-KR" altLang="en-US" sz="1100" b="1" dirty="0"/>
              <a:t>고성능 스토리지</a:t>
            </a:r>
            <a:endParaRPr lang="en-US" altLang="ko-KR" sz="1100" b="1" dirty="0"/>
          </a:p>
          <a:p>
            <a:pPr algn="ctr"/>
            <a:r>
              <a:rPr lang="en-US" altLang="ko-KR" sz="1100" b="1" dirty="0"/>
              <a:t>(SSD)</a:t>
            </a:r>
            <a:endParaRPr lang="ko-KR" altLang="en-US" sz="1100" b="1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892C7AF8-9F12-74EF-37A4-D34D3AF951DE}"/>
              </a:ext>
            </a:extLst>
          </p:cNvPr>
          <p:cNvSpPr txBox="1"/>
          <p:nvPr/>
        </p:nvSpPr>
        <p:spPr>
          <a:xfrm>
            <a:off x="5091952" y="10348019"/>
            <a:ext cx="106311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RAID 5</a:t>
            </a:r>
          </a:p>
          <a:p>
            <a:pPr algn="ctr"/>
            <a:r>
              <a:rPr lang="ko-KR" altLang="en-US" sz="1100" b="1" dirty="0"/>
              <a:t>백업 스토리지</a:t>
            </a:r>
            <a:endParaRPr lang="en-US" altLang="ko-KR" sz="1100" b="1" dirty="0"/>
          </a:p>
          <a:p>
            <a:pPr algn="ctr"/>
            <a:r>
              <a:rPr lang="en-US" altLang="ko-KR" sz="1100" b="1" dirty="0"/>
              <a:t>(HDD)</a:t>
            </a:r>
            <a:endParaRPr lang="ko-KR" altLang="en-US" sz="1100" b="1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BCFF14AA-A7F8-3ABA-EB73-435E530D8C69}"/>
              </a:ext>
            </a:extLst>
          </p:cNvPr>
          <p:cNvSpPr txBox="1"/>
          <p:nvPr/>
        </p:nvSpPr>
        <p:spPr>
          <a:xfrm>
            <a:off x="607724" y="5596417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Vlan10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pic>
        <p:nvPicPr>
          <p:cNvPr id="241" name="Picture 16" descr="Computer">
            <a:extLst>
              <a:ext uri="{FF2B5EF4-FFF2-40B4-BE49-F238E27FC236}">
                <a16:creationId xmlns:a16="http://schemas.microsoft.com/office/drawing/2014/main" id="{CF5A13EF-1E83-2091-F62D-80681D149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620" y="9653291"/>
            <a:ext cx="694728" cy="69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Picture 16" descr="Computer">
            <a:extLst>
              <a:ext uri="{FF2B5EF4-FFF2-40B4-BE49-F238E27FC236}">
                <a16:creationId xmlns:a16="http://schemas.microsoft.com/office/drawing/2014/main" id="{342038D2-A472-CA56-5E01-BDD83846D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732" y="6937289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4" name="TextBox 243">
            <a:extLst>
              <a:ext uri="{FF2B5EF4-FFF2-40B4-BE49-F238E27FC236}">
                <a16:creationId xmlns:a16="http://schemas.microsoft.com/office/drawing/2014/main" id="{72EC802D-6547-48AD-C37B-FD776A91FBE2}"/>
              </a:ext>
            </a:extLst>
          </p:cNvPr>
          <p:cNvSpPr txBox="1"/>
          <p:nvPr/>
        </p:nvSpPr>
        <p:spPr>
          <a:xfrm>
            <a:off x="931696" y="10401742"/>
            <a:ext cx="77457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스토리지</a:t>
            </a:r>
            <a:endParaRPr lang="en-US" altLang="ko-KR" sz="1100" b="1" dirty="0"/>
          </a:p>
          <a:p>
            <a:r>
              <a:rPr lang="ko-KR" altLang="en-US" sz="1100" b="1" dirty="0"/>
              <a:t>관리자 </a:t>
            </a:r>
            <a:r>
              <a:rPr lang="en-US" altLang="ko-KR" sz="1100" b="1" dirty="0"/>
              <a:t>pc</a:t>
            </a:r>
          </a:p>
          <a:p>
            <a:r>
              <a:rPr lang="en-US" altLang="ko-KR" sz="1100" b="1" dirty="0" err="1"/>
              <a:t>monitorix</a:t>
            </a:r>
            <a:endParaRPr lang="ko-KR" altLang="en-US" sz="1100" b="1" dirty="0"/>
          </a:p>
        </p:txBody>
      </p:sp>
      <p:pic>
        <p:nvPicPr>
          <p:cNvPr id="245" name="Picture 30" descr="Server ">
            <a:extLst>
              <a:ext uri="{FF2B5EF4-FFF2-40B4-BE49-F238E27FC236}">
                <a16:creationId xmlns:a16="http://schemas.microsoft.com/office/drawing/2014/main" id="{A1ECCB0B-90A8-E9D2-DFC1-6C6310894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0515" y="9679254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" name="TextBox 245">
            <a:extLst>
              <a:ext uri="{FF2B5EF4-FFF2-40B4-BE49-F238E27FC236}">
                <a16:creationId xmlns:a16="http://schemas.microsoft.com/office/drawing/2014/main" id="{AA531035-7700-5BD9-F020-ED173A6C1226}"/>
              </a:ext>
            </a:extLst>
          </p:cNvPr>
          <p:cNvSpPr txBox="1"/>
          <p:nvPr/>
        </p:nvSpPr>
        <p:spPr>
          <a:xfrm>
            <a:off x="3893758" y="10348019"/>
            <a:ext cx="106311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/>
              <a:t>RAID 10</a:t>
            </a:r>
          </a:p>
          <a:p>
            <a:pPr algn="ctr"/>
            <a:r>
              <a:rPr lang="ko-KR" altLang="en-US" sz="1100" b="1" dirty="0"/>
              <a:t>일반 스토리지</a:t>
            </a:r>
            <a:endParaRPr lang="en-US" altLang="ko-KR" sz="1100" b="1" dirty="0"/>
          </a:p>
          <a:p>
            <a:pPr algn="ctr"/>
            <a:r>
              <a:rPr lang="en-US" altLang="ko-KR" sz="1100" b="1" dirty="0"/>
              <a:t>(HDD)</a:t>
            </a:r>
            <a:endParaRPr lang="ko-KR" altLang="en-US" sz="1100" b="1" dirty="0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5904B2F2-707F-DC45-9EDE-228330FD1989}"/>
              </a:ext>
            </a:extLst>
          </p:cNvPr>
          <p:cNvSpPr txBox="1"/>
          <p:nvPr/>
        </p:nvSpPr>
        <p:spPr>
          <a:xfrm>
            <a:off x="653249" y="8583906"/>
            <a:ext cx="862674" cy="4154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>
                <a:solidFill>
                  <a:srgbClr val="1E00D0"/>
                </a:solidFill>
              </a:rPr>
              <a:t>스토리지 서버</a:t>
            </a:r>
          </a:p>
        </p:txBody>
      </p:sp>
      <p:pic>
        <p:nvPicPr>
          <p:cNvPr id="251" name="그래픽 250">
            <a:extLst>
              <a:ext uri="{FF2B5EF4-FFF2-40B4-BE49-F238E27FC236}">
                <a16:creationId xmlns:a16="http://schemas.microsoft.com/office/drawing/2014/main" id="{63F69502-AAC1-5C34-A96A-36CFA2916A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93076" y="9134206"/>
            <a:ext cx="272452" cy="256425"/>
          </a:xfrm>
          <a:prstGeom prst="rect">
            <a:avLst/>
          </a:prstGeom>
        </p:spPr>
      </p:pic>
      <p:cxnSp>
        <p:nvCxnSpPr>
          <p:cNvPr id="253" name="직선 연결선 252">
            <a:extLst>
              <a:ext uri="{FF2B5EF4-FFF2-40B4-BE49-F238E27FC236}">
                <a16:creationId xmlns:a16="http://schemas.microsoft.com/office/drawing/2014/main" id="{4BE23DE2-9968-3750-5F54-FCE07F246764}"/>
              </a:ext>
            </a:extLst>
          </p:cNvPr>
          <p:cNvCxnSpPr>
            <a:cxnSpLocks/>
            <a:stCxn id="1084" idx="2"/>
            <a:endCxn id="251" idx="0"/>
          </p:cNvCxnSpPr>
          <p:nvPr/>
        </p:nvCxnSpPr>
        <p:spPr>
          <a:xfrm flipH="1">
            <a:off x="3329302" y="8990159"/>
            <a:ext cx="1" cy="1440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직선 연결선 1088">
            <a:extLst>
              <a:ext uri="{FF2B5EF4-FFF2-40B4-BE49-F238E27FC236}">
                <a16:creationId xmlns:a16="http://schemas.microsoft.com/office/drawing/2014/main" id="{77996F7C-C04D-6BE9-D331-129B31368B66}"/>
              </a:ext>
            </a:extLst>
          </p:cNvPr>
          <p:cNvCxnSpPr>
            <a:cxnSpLocks/>
            <a:stCxn id="241" idx="0"/>
            <a:endCxn id="251" idx="2"/>
          </p:cNvCxnSpPr>
          <p:nvPr/>
        </p:nvCxnSpPr>
        <p:spPr>
          <a:xfrm flipV="1">
            <a:off x="1359984" y="9390631"/>
            <a:ext cx="1969318" cy="262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직선 연결선 1092">
            <a:extLst>
              <a:ext uri="{FF2B5EF4-FFF2-40B4-BE49-F238E27FC236}">
                <a16:creationId xmlns:a16="http://schemas.microsoft.com/office/drawing/2014/main" id="{A5498EE5-039D-500B-5E1F-53E1FF4835CB}"/>
              </a:ext>
            </a:extLst>
          </p:cNvPr>
          <p:cNvCxnSpPr>
            <a:cxnSpLocks/>
            <a:stCxn id="251" idx="2"/>
            <a:endCxn id="231" idx="0"/>
          </p:cNvCxnSpPr>
          <p:nvPr/>
        </p:nvCxnSpPr>
        <p:spPr>
          <a:xfrm flipH="1">
            <a:off x="3206939" y="9390631"/>
            <a:ext cx="122363" cy="2886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7" name="직선 연결선 1096">
            <a:extLst>
              <a:ext uri="{FF2B5EF4-FFF2-40B4-BE49-F238E27FC236}">
                <a16:creationId xmlns:a16="http://schemas.microsoft.com/office/drawing/2014/main" id="{BFA251FC-8A2D-03CA-BCD7-CEC0ED8F3B8E}"/>
              </a:ext>
            </a:extLst>
          </p:cNvPr>
          <p:cNvCxnSpPr>
            <a:cxnSpLocks/>
            <a:stCxn id="251" idx="2"/>
            <a:endCxn id="245" idx="0"/>
          </p:cNvCxnSpPr>
          <p:nvPr/>
        </p:nvCxnSpPr>
        <p:spPr>
          <a:xfrm>
            <a:off x="3329302" y="9390631"/>
            <a:ext cx="1096013" cy="2886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직선 연결선 1100">
            <a:extLst>
              <a:ext uri="{FF2B5EF4-FFF2-40B4-BE49-F238E27FC236}">
                <a16:creationId xmlns:a16="http://schemas.microsoft.com/office/drawing/2014/main" id="{8CFBFA1B-0324-2DC9-A371-8EC34D0E6C7E}"/>
              </a:ext>
            </a:extLst>
          </p:cNvPr>
          <p:cNvCxnSpPr>
            <a:cxnSpLocks/>
            <a:stCxn id="251" idx="2"/>
            <a:endCxn id="232" idx="0"/>
          </p:cNvCxnSpPr>
          <p:nvPr/>
        </p:nvCxnSpPr>
        <p:spPr>
          <a:xfrm>
            <a:off x="3329302" y="9390631"/>
            <a:ext cx="2276605" cy="2886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4" name="TextBox 1103">
            <a:extLst>
              <a:ext uri="{FF2B5EF4-FFF2-40B4-BE49-F238E27FC236}">
                <a16:creationId xmlns:a16="http://schemas.microsoft.com/office/drawing/2014/main" id="{2F982954-F8A2-CD73-AEB6-3DCF113FA514}"/>
              </a:ext>
            </a:extLst>
          </p:cNvPr>
          <p:cNvSpPr txBox="1"/>
          <p:nvPr/>
        </p:nvSpPr>
        <p:spPr>
          <a:xfrm>
            <a:off x="823888" y="3838123"/>
            <a:ext cx="1806856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PAT</a:t>
            </a:r>
          </a:p>
          <a:p>
            <a:pPr algn="ctr"/>
            <a:r>
              <a:rPr lang="en-US" altLang="ko-KR" sz="1200" b="1" dirty="0"/>
              <a:t>Sub-interface(</a:t>
            </a:r>
            <a:r>
              <a:rPr lang="en-US" altLang="ko-KR" sz="1200" b="1" dirty="0" err="1"/>
              <a:t>interVLAN</a:t>
            </a:r>
            <a:r>
              <a:rPr lang="en-US" altLang="ko-KR" sz="1200" b="1" dirty="0"/>
              <a:t>)</a:t>
            </a:r>
          </a:p>
        </p:txBody>
      </p:sp>
      <p:pic>
        <p:nvPicPr>
          <p:cNvPr id="1113" name="그래픽 1112">
            <a:extLst>
              <a:ext uri="{FF2B5EF4-FFF2-40B4-BE49-F238E27FC236}">
                <a16:creationId xmlns:a16="http://schemas.microsoft.com/office/drawing/2014/main" id="{7F48E311-02B2-B61A-7405-EE8D4C5489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92163" y="4703283"/>
            <a:ext cx="272452" cy="256425"/>
          </a:xfrm>
          <a:prstGeom prst="rect">
            <a:avLst/>
          </a:prstGeom>
        </p:spPr>
      </p:pic>
      <p:sp>
        <p:nvSpPr>
          <p:cNvPr id="1138" name="TextBox 1137">
            <a:extLst>
              <a:ext uri="{FF2B5EF4-FFF2-40B4-BE49-F238E27FC236}">
                <a16:creationId xmlns:a16="http://schemas.microsoft.com/office/drawing/2014/main" id="{14CA8D7C-2EA0-60C9-E289-971C16AE6755}"/>
              </a:ext>
            </a:extLst>
          </p:cNvPr>
          <p:cNvSpPr txBox="1"/>
          <p:nvPr/>
        </p:nvSpPr>
        <p:spPr>
          <a:xfrm>
            <a:off x="1962379" y="5578221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4AAFD342-FC39-7CE5-6E1F-29A0088AC90F}"/>
              </a:ext>
            </a:extLst>
          </p:cNvPr>
          <p:cNvSpPr txBox="1"/>
          <p:nvPr/>
        </p:nvSpPr>
        <p:spPr>
          <a:xfrm>
            <a:off x="1213836" y="4465840"/>
            <a:ext cx="1029105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VTP-server</a:t>
            </a:r>
          </a:p>
        </p:txBody>
      </p:sp>
      <p:grpSp>
        <p:nvGrpSpPr>
          <p:cNvPr id="1158" name="그룹 1157">
            <a:extLst>
              <a:ext uri="{FF2B5EF4-FFF2-40B4-BE49-F238E27FC236}">
                <a16:creationId xmlns:a16="http://schemas.microsoft.com/office/drawing/2014/main" id="{E58BC9F7-5856-CDA5-8240-DE0F5037CBDF}"/>
              </a:ext>
            </a:extLst>
          </p:cNvPr>
          <p:cNvGrpSpPr/>
          <p:nvPr/>
        </p:nvGrpSpPr>
        <p:grpSpPr>
          <a:xfrm>
            <a:off x="4445730" y="10945399"/>
            <a:ext cx="1177778" cy="56508"/>
            <a:chOff x="3206939" y="10945399"/>
            <a:chExt cx="2416569" cy="91314"/>
          </a:xfrm>
        </p:grpSpPr>
        <p:cxnSp>
          <p:nvCxnSpPr>
            <p:cNvPr id="1142" name="직선 연결선 1141">
              <a:extLst>
                <a:ext uri="{FF2B5EF4-FFF2-40B4-BE49-F238E27FC236}">
                  <a16:creationId xmlns:a16="http://schemas.microsoft.com/office/drawing/2014/main" id="{15E3998E-8097-5D0C-0A3E-D179CE1A0977}"/>
                </a:ext>
              </a:extLst>
            </p:cNvPr>
            <p:cNvCxnSpPr>
              <a:cxnSpLocks/>
            </p:cNvCxnSpPr>
            <p:nvPr/>
          </p:nvCxnSpPr>
          <p:spPr>
            <a:xfrm>
              <a:off x="3206939" y="10945399"/>
              <a:ext cx="0" cy="9131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6" name="직선 연결선 1145">
              <a:extLst>
                <a:ext uri="{FF2B5EF4-FFF2-40B4-BE49-F238E27FC236}">
                  <a16:creationId xmlns:a16="http://schemas.microsoft.com/office/drawing/2014/main" id="{65AFE31C-433C-98B0-4BF8-688A31D9372F}"/>
                </a:ext>
              </a:extLst>
            </p:cNvPr>
            <p:cNvCxnSpPr>
              <a:cxnSpLocks/>
            </p:cNvCxnSpPr>
            <p:nvPr/>
          </p:nvCxnSpPr>
          <p:spPr>
            <a:xfrm>
              <a:off x="5623508" y="10945399"/>
              <a:ext cx="0" cy="9131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8" name="직선 연결선 1147">
              <a:extLst>
                <a:ext uri="{FF2B5EF4-FFF2-40B4-BE49-F238E27FC236}">
                  <a16:creationId xmlns:a16="http://schemas.microsoft.com/office/drawing/2014/main" id="{7ECD97DD-D963-B523-666A-409BAA8DF9A0}"/>
                </a:ext>
              </a:extLst>
            </p:cNvPr>
            <p:cNvCxnSpPr>
              <a:cxnSpLocks/>
            </p:cNvCxnSpPr>
            <p:nvPr/>
          </p:nvCxnSpPr>
          <p:spPr>
            <a:xfrm>
              <a:off x="3206939" y="11036616"/>
              <a:ext cx="2416569" cy="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4" name="TextBox 1153">
            <a:extLst>
              <a:ext uri="{FF2B5EF4-FFF2-40B4-BE49-F238E27FC236}">
                <a16:creationId xmlns:a16="http://schemas.microsoft.com/office/drawing/2014/main" id="{107E82A9-6409-6FA2-D326-C21469418A91}"/>
              </a:ext>
            </a:extLst>
          </p:cNvPr>
          <p:cNvSpPr txBox="1"/>
          <p:nvPr/>
        </p:nvSpPr>
        <p:spPr>
          <a:xfrm>
            <a:off x="4684827" y="11076108"/>
            <a:ext cx="755428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NFS</a:t>
            </a: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77C9C28F-3988-1138-9DED-5172CC29A3AC}"/>
              </a:ext>
            </a:extLst>
          </p:cNvPr>
          <p:cNvSpPr txBox="1"/>
          <p:nvPr/>
        </p:nvSpPr>
        <p:spPr>
          <a:xfrm>
            <a:off x="431228" y="6814561"/>
            <a:ext cx="1111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고성능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C84481A3-9432-7687-F9A5-0B459D0CE836}"/>
              </a:ext>
            </a:extLst>
          </p:cNvPr>
          <p:cNvSpPr txBox="1"/>
          <p:nvPr/>
        </p:nvSpPr>
        <p:spPr>
          <a:xfrm>
            <a:off x="1816505" y="6821790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</p:spTree>
    <p:extLst>
      <p:ext uri="{BB962C8B-B14F-4D97-AF65-F5344CB8AC3E}">
        <p14:creationId xmlns:p14="http://schemas.microsoft.com/office/powerpoint/2010/main" val="374652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176</TotalTime>
  <Words>79</Words>
  <Application>Microsoft Office PowerPoint</Application>
  <PresentationFormat>와이드스크린</PresentationFormat>
  <Paragraphs>43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2</cp:revision>
  <dcterms:created xsi:type="dcterms:W3CDTF">2025-10-16T06:02:09Z</dcterms:created>
  <dcterms:modified xsi:type="dcterms:W3CDTF">2025-10-27T05:45:43Z</dcterms:modified>
</cp:coreProperties>
</file>