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DEEBF7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58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6BA0B-F274-8BD4-BCBD-57976A7A8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67BB87-C226-943C-4FCA-8D7663665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9F0168-D6D6-0E72-A3BC-825A7E8F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2BCE4F-B057-3DD7-6C71-B86CB950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9E3303-522A-EA3A-A578-9AF144A4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53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55376-9F22-923B-0931-9B317313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0D70F6-7C4B-3F05-A922-1666E966A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546CC5-B0E6-4111-12D1-D402A09C8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EE3494-3E82-3622-D584-C729CC786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B6F35-2DDC-C5A8-BD13-00CEE0D1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120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41893-40E4-7F87-833E-FE32845E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FB0EE5-BC9A-1D88-EE7D-9D7D88256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5F8C5B-80D6-D8CA-1ECB-A0FC99C6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771EA6-6254-478C-C10F-F6180334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BD4C6D-7330-EBC7-9191-41DE07FE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777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DCF0-78CC-716E-2974-71C8ED84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AD810-B98A-5E2B-DAAC-C0EB8ADC4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B2F895-3061-DD4F-7DAC-F547194E3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85334F-9C92-1AA5-05C3-3B2AAF56E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CC827B-BB5E-5EF2-A875-553B1C8A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7A4B1D-07A2-A348-F656-E616BF1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61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41DEE-96E1-5E75-0317-5642169E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D5EBBF-30B7-60BB-430F-8C89E4DAB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689D4A-8B96-392C-62E9-ED9929DA5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20A7F5-C763-87C7-85A7-08D9D420D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0C4478-B9F4-CC7B-86E6-8BEB0ED32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80468B-4CE9-41F6-81F1-7B218CDA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6C937D-F95C-0C95-F5EF-C0738BF1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FC16A5-6751-1FC6-EAC0-03A86A8C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368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89BDB-1C22-B869-AAF3-F18C6A68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7576F5-5E68-2924-5785-7575D986E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A68619-58F1-D9B0-9363-C093163D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FB9BDB-37C8-01C8-1A37-65261DAF7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88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FDC95E-E779-CEBE-BA47-6EA972C6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139D6E-40E6-5B22-8D42-3E915109E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D28392-534C-9AA3-961D-762117D9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38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ACAC0-D9F6-F641-040A-A384A396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9CDC2-418E-DBF0-9592-E15221688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73A3D6-4E19-1964-CDC9-E0079EA4A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862C83-D04E-B78F-451E-DD39C4482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BCAFF2-5DB8-C94C-3BA6-D9A7AF669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31F32D-6E5B-0E6D-F344-89675163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72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069BE-C1DB-D3B0-FC98-0F6CFA41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BCE316-B503-F3F2-99F9-791E14ED7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30B105-27B6-AB21-E742-B0CCD0750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6704A1-D195-592A-C383-3482ADBF0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1C66C-9241-107E-230F-6DEA4335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8DBC5F-0D3C-DC09-1E4F-72F5E8FB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64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4FEAA-4DA7-2649-B249-07FCE479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30F012-6B12-2F21-1E90-9F2DA4567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71F51D-A04A-D46F-743D-EB32C7BA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142D45-CAAE-D80D-A082-331C0D05F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1939BF-2561-CF81-8326-91CB9537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545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8E5FC4E-700D-69B0-4235-6152EDE9A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AF1012-52A6-CFBC-13EA-535FBD8D5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CE626A-7691-8FEF-685E-E7076ED4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AB7705-E631-2AF0-0B3F-1CD5749F3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468738-A966-5398-5301-D987C874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74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F888B2-0863-0CB6-EDA0-6C8F14D0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521438-9306-685F-8AF5-CB65F63C7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369391-B584-9376-5E1B-CD9C4C339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BF199E-EECE-0E74-7DEB-6D2FF24FA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279A4-E672-C6E7-4F51-1BDEEB620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37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A6A0E03-6443-C1C7-7651-0725138358E3}"/>
              </a:ext>
            </a:extLst>
          </p:cNvPr>
          <p:cNvCxnSpPr>
            <a:cxnSpLocks/>
            <a:stCxn id="256" idx="1"/>
            <a:endCxn id="2" idx="1"/>
          </p:cNvCxnSpPr>
          <p:nvPr/>
        </p:nvCxnSpPr>
        <p:spPr>
          <a:xfrm flipH="1" flipV="1">
            <a:off x="4702773" y="722410"/>
            <a:ext cx="1184220" cy="11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7CA2628-EECC-BE41-425F-06085598841E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>
            <a:off x="9943271" y="2634600"/>
            <a:ext cx="0" cy="12184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ABDFA6-19D9-E12C-B405-2C129242BBF8}"/>
              </a:ext>
            </a:extLst>
          </p:cNvPr>
          <p:cNvSpPr/>
          <p:nvPr/>
        </p:nvSpPr>
        <p:spPr>
          <a:xfrm>
            <a:off x="5805494" y="-646424"/>
            <a:ext cx="1469233" cy="37748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ata server ">
            <a:extLst>
              <a:ext uri="{FF2B5EF4-FFF2-40B4-BE49-F238E27FC236}">
                <a16:creationId xmlns:a16="http://schemas.microsoft.com/office/drawing/2014/main" id="{97C1AC17-DD52-B9CB-E61B-587F7D4C8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68" y="-638525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DE9B85-F5C1-DCA4-86A1-E519D5704C26}"/>
              </a:ext>
            </a:extLst>
          </p:cNvPr>
          <p:cNvSpPr txBox="1"/>
          <p:nvPr/>
        </p:nvSpPr>
        <p:spPr>
          <a:xfrm>
            <a:off x="11101975" y="-5884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/>
              <a:t>DNS_server</a:t>
            </a:r>
            <a:endParaRPr lang="ko-KR" altLang="en-US" sz="1100" b="1" dirty="0"/>
          </a:p>
        </p:txBody>
      </p:sp>
      <p:pic>
        <p:nvPicPr>
          <p:cNvPr id="8" name="Picture 16" descr="Computer">
            <a:extLst>
              <a:ext uri="{FF2B5EF4-FFF2-40B4-BE49-F238E27FC236}">
                <a16:creationId xmlns:a16="http://schemas.microsoft.com/office/drawing/2014/main" id="{6A7EAAFF-E779-EAF2-C00C-2C74CFB70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467" y="-619004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393B08-EB55-A119-C481-C72A75283D44}"/>
              </a:ext>
            </a:extLst>
          </p:cNvPr>
          <p:cNvSpPr txBox="1"/>
          <p:nvPr/>
        </p:nvSpPr>
        <p:spPr>
          <a:xfrm>
            <a:off x="7596185" y="-615514"/>
            <a:ext cx="8626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B050"/>
                </a:solidFill>
              </a:rPr>
              <a:t>일반 부서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01A0295D-576E-35F6-680E-52383CD56A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3397" y="-512647"/>
            <a:ext cx="376089" cy="256425"/>
          </a:xfrm>
          <a:prstGeom prst="rect">
            <a:avLst/>
          </a:prstGeom>
        </p:spPr>
      </p:pic>
      <p:pic>
        <p:nvPicPr>
          <p:cNvPr id="11" name="Picture 30" descr="Server ">
            <a:extLst>
              <a:ext uri="{FF2B5EF4-FFF2-40B4-BE49-F238E27FC236}">
                <a16:creationId xmlns:a16="http://schemas.microsoft.com/office/drawing/2014/main" id="{CEF68412-033B-2A61-F6D0-14C8B4B4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16" y="-646293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83F992-A66E-6485-9030-DEEA5ED37449}"/>
              </a:ext>
            </a:extLst>
          </p:cNvPr>
          <p:cNvSpPr txBox="1"/>
          <p:nvPr/>
        </p:nvSpPr>
        <p:spPr>
          <a:xfrm>
            <a:off x="8621025" y="-707848"/>
            <a:ext cx="862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Vlan20</a:t>
            </a:r>
          </a:p>
          <a:p>
            <a:pPr algn="ctr"/>
            <a:r>
              <a:rPr lang="en-US" altLang="ko-KR" sz="1200" b="1" dirty="0" err="1"/>
              <a:t>dhcp</a:t>
            </a:r>
            <a:endParaRPr lang="en-US" altLang="ko-KR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8C437-74DD-4330-B921-5CCFA2664B66}"/>
              </a:ext>
            </a:extLst>
          </p:cNvPr>
          <p:cNvSpPr txBox="1"/>
          <p:nvPr/>
        </p:nvSpPr>
        <p:spPr>
          <a:xfrm>
            <a:off x="9645865" y="-626004"/>
            <a:ext cx="129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일반</a:t>
            </a:r>
            <a:r>
              <a:rPr lang="en-US" altLang="ko-KR" sz="1000" b="1" dirty="0">
                <a:solidFill>
                  <a:srgbClr val="0000CC"/>
                </a:solidFill>
              </a:rPr>
              <a:t>/</a:t>
            </a:r>
            <a:r>
              <a:rPr lang="ko-KR" altLang="en-US" sz="1000" b="1" dirty="0">
                <a:solidFill>
                  <a:srgbClr val="0000CC"/>
                </a:solidFill>
              </a:rPr>
              <a:t>백업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0D3D8509-FACF-4A2A-118C-8A9A99BFB5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2935" y="-522684"/>
            <a:ext cx="618490" cy="276501"/>
          </a:xfrm>
          <a:prstGeom prst="rect">
            <a:avLst/>
          </a:prstGeom>
        </p:spPr>
      </p:pic>
      <p:pic>
        <p:nvPicPr>
          <p:cNvPr id="71" name="그래픽 70">
            <a:extLst>
              <a:ext uri="{FF2B5EF4-FFF2-40B4-BE49-F238E27FC236}">
                <a16:creationId xmlns:a16="http://schemas.microsoft.com/office/drawing/2014/main" id="{024DCE2E-D8F1-B9B5-9788-3732D21D8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5226" y="2378175"/>
            <a:ext cx="376089" cy="256425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95231824-0A51-0B1B-0A79-0065350EE66A}"/>
              </a:ext>
            </a:extLst>
          </p:cNvPr>
          <p:cNvSpPr txBox="1"/>
          <p:nvPr/>
        </p:nvSpPr>
        <p:spPr>
          <a:xfrm>
            <a:off x="9593085" y="3342611"/>
            <a:ext cx="654899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VTP-server</a:t>
            </a:r>
          </a:p>
        </p:txBody>
      </p:sp>
      <p:pic>
        <p:nvPicPr>
          <p:cNvPr id="75" name="그래픽 74">
            <a:extLst>
              <a:ext uri="{FF2B5EF4-FFF2-40B4-BE49-F238E27FC236}">
                <a16:creationId xmlns:a16="http://schemas.microsoft.com/office/drawing/2014/main" id="{FBB79248-4E2D-7A6B-5719-1CC9109594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0084" y="-516212"/>
            <a:ext cx="220445" cy="207477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A1882DC3-0C57-8A8A-A659-621ABCD838A7}"/>
              </a:ext>
            </a:extLst>
          </p:cNvPr>
          <p:cNvSpPr txBox="1"/>
          <p:nvPr/>
        </p:nvSpPr>
        <p:spPr>
          <a:xfrm>
            <a:off x="6818655" y="3333643"/>
            <a:ext cx="654899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VTP-client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6DB0D67-1621-6B2F-E5C4-140EABA3D0B2}"/>
              </a:ext>
            </a:extLst>
          </p:cNvPr>
          <p:cNvSpPr txBox="1"/>
          <p:nvPr/>
        </p:nvSpPr>
        <p:spPr>
          <a:xfrm>
            <a:off x="8871413" y="5212705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VLAN 20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53CCFCE-FF0E-A6E4-8F0D-7236E9E198D2}"/>
              </a:ext>
            </a:extLst>
          </p:cNvPr>
          <p:cNvSpPr txBox="1"/>
          <p:nvPr/>
        </p:nvSpPr>
        <p:spPr>
          <a:xfrm>
            <a:off x="8200077" y="5212705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VLAN 10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pic>
        <p:nvPicPr>
          <p:cNvPr id="44" name="그래픽 43">
            <a:extLst>
              <a:ext uri="{FF2B5EF4-FFF2-40B4-BE49-F238E27FC236}">
                <a16:creationId xmlns:a16="http://schemas.microsoft.com/office/drawing/2014/main" id="{3BDE070E-92E4-9B32-976A-DDAC8E3BE39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73091" y="3876503"/>
            <a:ext cx="220445" cy="207477"/>
          </a:xfrm>
          <a:prstGeom prst="rect">
            <a:avLst/>
          </a:prstGeom>
        </p:spPr>
      </p:pic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C4BD439E-38E6-F523-B6E7-E9859A8DBCBD}"/>
              </a:ext>
            </a:extLst>
          </p:cNvPr>
          <p:cNvCxnSpPr>
            <a:cxnSpLocks/>
          </p:cNvCxnSpPr>
          <p:nvPr/>
        </p:nvCxnSpPr>
        <p:spPr>
          <a:xfrm flipH="1">
            <a:off x="8668120" y="3965586"/>
            <a:ext cx="1361919" cy="101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16" descr="Computer">
            <a:extLst>
              <a:ext uri="{FF2B5EF4-FFF2-40B4-BE49-F238E27FC236}">
                <a16:creationId xmlns:a16="http://schemas.microsoft.com/office/drawing/2014/main" id="{901FAAB1-7909-4566-6E03-BFF40CDDF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65" y="492339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6" descr="Computer">
            <a:extLst>
              <a:ext uri="{FF2B5EF4-FFF2-40B4-BE49-F238E27FC236}">
                <a16:creationId xmlns:a16="http://schemas.microsoft.com/office/drawing/2014/main" id="{1EB558C3-4616-FE0E-6B82-9F2290A3E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0265" y="492339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B96E2AE5-188B-A2B7-393D-3E5FC6BCB358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>
            <a:off x="8583314" y="4083980"/>
            <a:ext cx="7987" cy="839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2761CBD-3D7C-F478-2F7E-E187A08E73F8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8583314" y="4083980"/>
            <a:ext cx="580987" cy="8394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그래픽 75">
            <a:extLst>
              <a:ext uri="{FF2B5EF4-FFF2-40B4-BE49-F238E27FC236}">
                <a16:creationId xmlns:a16="http://schemas.microsoft.com/office/drawing/2014/main" id="{6E822AA2-CFB5-A0C0-DC63-D705CE81F1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56193" y="3875693"/>
            <a:ext cx="220445" cy="207477"/>
          </a:xfrm>
          <a:prstGeom prst="rect">
            <a:avLst/>
          </a:prstGeom>
        </p:spPr>
      </p:pic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72EA928-1D9C-CCB7-1371-A9B1F271087F}"/>
              </a:ext>
            </a:extLst>
          </p:cNvPr>
          <p:cNvCxnSpPr>
            <a:cxnSpLocks/>
            <a:stCxn id="44" idx="1"/>
            <a:endCxn id="76" idx="3"/>
          </p:cNvCxnSpPr>
          <p:nvPr/>
        </p:nvCxnSpPr>
        <p:spPr>
          <a:xfrm flipH="1" flipV="1">
            <a:off x="7276638" y="3979432"/>
            <a:ext cx="1196453" cy="8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Picture 16" descr="Computer">
            <a:extLst>
              <a:ext uri="{FF2B5EF4-FFF2-40B4-BE49-F238E27FC236}">
                <a16:creationId xmlns:a16="http://schemas.microsoft.com/office/drawing/2014/main" id="{97D381B4-23AF-2503-C724-9B80B697C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5708" y="496761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6" descr="Computer">
            <a:extLst>
              <a:ext uri="{FF2B5EF4-FFF2-40B4-BE49-F238E27FC236}">
                <a16:creationId xmlns:a16="http://schemas.microsoft.com/office/drawing/2014/main" id="{EA8D03FA-6F8A-D420-0EE9-3C55DD2B7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8707" y="502035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BD41240C-94A0-5643-AD73-3408276C02BF}"/>
              </a:ext>
            </a:extLst>
          </p:cNvPr>
          <p:cNvSpPr txBox="1"/>
          <p:nvPr/>
        </p:nvSpPr>
        <p:spPr>
          <a:xfrm>
            <a:off x="6890917" y="5277370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VLAN 20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F5DDDD4-7DD7-CFAB-D957-BD75C2502C85}"/>
              </a:ext>
            </a:extLst>
          </p:cNvPr>
          <p:cNvSpPr txBox="1"/>
          <p:nvPr/>
        </p:nvSpPr>
        <p:spPr>
          <a:xfrm>
            <a:off x="6294294" y="5260905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VLAN 10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pic>
        <p:nvPicPr>
          <p:cNvPr id="98" name="Picture 16" descr="Computer">
            <a:extLst>
              <a:ext uri="{FF2B5EF4-FFF2-40B4-BE49-F238E27FC236}">
                <a16:creationId xmlns:a16="http://schemas.microsoft.com/office/drawing/2014/main" id="{FE391243-758E-56EC-2ED4-271A915B9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2659" y="492782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8BF3A53-4EA8-55AC-73E6-0589121104C4}"/>
              </a:ext>
            </a:extLst>
          </p:cNvPr>
          <p:cNvCxnSpPr>
            <a:cxnSpLocks/>
            <a:stCxn id="98" idx="0"/>
          </p:cNvCxnSpPr>
          <p:nvPr/>
        </p:nvCxnSpPr>
        <p:spPr>
          <a:xfrm flipV="1">
            <a:off x="8076695" y="4046753"/>
            <a:ext cx="500620" cy="8810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2643554A-ABEF-648F-EA55-480ED652CC51}"/>
              </a:ext>
            </a:extLst>
          </p:cNvPr>
          <p:cNvSpPr txBox="1"/>
          <p:nvPr/>
        </p:nvSpPr>
        <p:spPr>
          <a:xfrm>
            <a:off x="7603454" y="5238407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B050"/>
                </a:solidFill>
              </a:rPr>
              <a:t>VLAN 30</a:t>
            </a:r>
            <a:endParaRPr lang="ko-KR" altLang="en-US" sz="1000" b="1" dirty="0">
              <a:solidFill>
                <a:srgbClr val="00B05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273F177-50C6-776E-8726-3A6F58AC1B15}"/>
              </a:ext>
            </a:extLst>
          </p:cNvPr>
          <p:cNvSpPr txBox="1"/>
          <p:nvPr/>
        </p:nvSpPr>
        <p:spPr>
          <a:xfrm>
            <a:off x="8240483" y="3186758"/>
            <a:ext cx="654899" cy="5770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VTP-transparent</a:t>
            </a:r>
          </a:p>
        </p:txBody>
      </p:sp>
      <p:pic>
        <p:nvPicPr>
          <p:cNvPr id="113" name="그래픽 112">
            <a:extLst>
              <a:ext uri="{FF2B5EF4-FFF2-40B4-BE49-F238E27FC236}">
                <a16:creationId xmlns:a16="http://schemas.microsoft.com/office/drawing/2014/main" id="{7BD6B12D-E3AB-E473-6F34-EE97714857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9041" y="1497727"/>
            <a:ext cx="376089" cy="256425"/>
          </a:xfrm>
          <a:prstGeom prst="rect">
            <a:avLst/>
          </a:prstGeom>
        </p:spPr>
      </p:pic>
      <p:pic>
        <p:nvPicPr>
          <p:cNvPr id="114" name="그래픽 113">
            <a:extLst>
              <a:ext uri="{FF2B5EF4-FFF2-40B4-BE49-F238E27FC236}">
                <a16:creationId xmlns:a16="http://schemas.microsoft.com/office/drawing/2014/main" id="{FB4FB836-6416-CA55-693A-A41D16ADF6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3677" y="2378175"/>
            <a:ext cx="376089" cy="256425"/>
          </a:xfrm>
          <a:prstGeom prst="rect">
            <a:avLst/>
          </a:prstGeom>
        </p:spPr>
      </p:pic>
      <p:pic>
        <p:nvPicPr>
          <p:cNvPr id="116" name="그래픽 115">
            <a:extLst>
              <a:ext uri="{FF2B5EF4-FFF2-40B4-BE49-F238E27FC236}">
                <a16:creationId xmlns:a16="http://schemas.microsoft.com/office/drawing/2014/main" id="{28925D98-A8AC-D57D-47BE-7446F1F2148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34046" y="3706213"/>
            <a:ext cx="376089" cy="256425"/>
          </a:xfrm>
          <a:prstGeom prst="rect">
            <a:avLst/>
          </a:prstGeom>
        </p:spPr>
      </p:pic>
      <p:pic>
        <p:nvPicPr>
          <p:cNvPr id="117" name="그래픽 116">
            <a:extLst>
              <a:ext uri="{FF2B5EF4-FFF2-40B4-BE49-F238E27FC236}">
                <a16:creationId xmlns:a16="http://schemas.microsoft.com/office/drawing/2014/main" id="{D5F714A0-B6D5-EA21-2696-C503B2820B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7407" y="3706212"/>
            <a:ext cx="376089" cy="256425"/>
          </a:xfrm>
          <a:prstGeom prst="rect">
            <a:avLst/>
          </a:prstGeom>
        </p:spPr>
      </p:pic>
      <p:pic>
        <p:nvPicPr>
          <p:cNvPr id="118" name="그래픽 117">
            <a:extLst>
              <a:ext uri="{FF2B5EF4-FFF2-40B4-BE49-F238E27FC236}">
                <a16:creationId xmlns:a16="http://schemas.microsoft.com/office/drawing/2014/main" id="{C7B91C95-050E-EDAF-0B68-7B2165C0AB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13679" y="3178151"/>
            <a:ext cx="376089" cy="256425"/>
          </a:xfrm>
          <a:prstGeom prst="rect">
            <a:avLst/>
          </a:prstGeom>
        </p:spPr>
      </p:pic>
      <p:pic>
        <p:nvPicPr>
          <p:cNvPr id="119" name="그래픽 118">
            <a:extLst>
              <a:ext uri="{FF2B5EF4-FFF2-40B4-BE49-F238E27FC236}">
                <a16:creationId xmlns:a16="http://schemas.microsoft.com/office/drawing/2014/main" id="{4111A750-C787-95A0-AA00-EB848A5E4BE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13678" y="4270853"/>
            <a:ext cx="376089" cy="256425"/>
          </a:xfrm>
          <a:prstGeom prst="rect">
            <a:avLst/>
          </a:prstGeom>
        </p:spPr>
      </p:pic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5FD57B3B-05AE-6BFA-E57C-AE240F47F72F}"/>
              </a:ext>
            </a:extLst>
          </p:cNvPr>
          <p:cNvCxnSpPr>
            <a:cxnSpLocks/>
            <a:stCxn id="118" idx="1"/>
            <a:endCxn id="116" idx="0"/>
          </p:cNvCxnSpPr>
          <p:nvPr/>
        </p:nvCxnSpPr>
        <p:spPr>
          <a:xfrm flipH="1">
            <a:off x="2522091" y="3306364"/>
            <a:ext cx="591588" cy="3998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5782217D-A1AC-1A2D-BB81-04B0F4CC8CA0}"/>
              </a:ext>
            </a:extLst>
          </p:cNvPr>
          <p:cNvCxnSpPr>
            <a:cxnSpLocks/>
            <a:stCxn id="119" idx="1"/>
            <a:endCxn id="116" idx="2"/>
          </p:cNvCxnSpPr>
          <p:nvPr/>
        </p:nvCxnSpPr>
        <p:spPr>
          <a:xfrm flipH="1" flipV="1">
            <a:off x="2522091" y="3962638"/>
            <a:ext cx="591587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37B6F898-7623-7FAA-A32F-D236517B008E}"/>
              </a:ext>
            </a:extLst>
          </p:cNvPr>
          <p:cNvCxnSpPr>
            <a:cxnSpLocks/>
            <a:stCxn id="118" idx="3"/>
            <a:endCxn id="117" idx="0"/>
          </p:cNvCxnSpPr>
          <p:nvPr/>
        </p:nvCxnSpPr>
        <p:spPr>
          <a:xfrm>
            <a:off x="3489768" y="3306364"/>
            <a:ext cx="605684" cy="399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8E771C75-7844-A8F8-7FBB-C88E1A3295A6}"/>
              </a:ext>
            </a:extLst>
          </p:cNvPr>
          <p:cNvCxnSpPr>
            <a:cxnSpLocks/>
            <a:stCxn id="117" idx="2"/>
          </p:cNvCxnSpPr>
          <p:nvPr/>
        </p:nvCxnSpPr>
        <p:spPr>
          <a:xfrm flipH="1">
            <a:off x="3503863" y="3962637"/>
            <a:ext cx="591589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그래픽 132">
            <a:extLst>
              <a:ext uri="{FF2B5EF4-FFF2-40B4-BE49-F238E27FC236}">
                <a16:creationId xmlns:a16="http://schemas.microsoft.com/office/drawing/2014/main" id="{0394D150-905A-ADBE-622C-A8ACD389C9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64844" y="5423312"/>
            <a:ext cx="220445" cy="207477"/>
          </a:xfrm>
          <a:prstGeom prst="rect">
            <a:avLst/>
          </a:prstGeom>
        </p:spPr>
      </p:pic>
      <p:pic>
        <p:nvPicPr>
          <p:cNvPr id="134" name="그래픽 133">
            <a:extLst>
              <a:ext uri="{FF2B5EF4-FFF2-40B4-BE49-F238E27FC236}">
                <a16:creationId xmlns:a16="http://schemas.microsoft.com/office/drawing/2014/main" id="{C0F1F9A5-F85F-1092-B29E-FFC1D61F24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99736" y="5425804"/>
            <a:ext cx="246467" cy="231968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0524982D-5DCC-90E5-36C5-A7C3692494C4}"/>
              </a:ext>
            </a:extLst>
          </p:cNvPr>
          <p:cNvCxnSpPr>
            <a:cxnSpLocks/>
            <a:stCxn id="182" idx="2"/>
            <a:endCxn id="133" idx="0"/>
          </p:cNvCxnSpPr>
          <p:nvPr/>
        </p:nvCxnSpPr>
        <p:spPr>
          <a:xfrm>
            <a:off x="2775066" y="5189663"/>
            <a:ext cx="1" cy="233649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DDCDE9AB-59C4-145B-A9FA-8BE3A2798862}"/>
              </a:ext>
            </a:extLst>
          </p:cNvPr>
          <p:cNvCxnSpPr>
            <a:cxnSpLocks/>
            <a:stCxn id="184" idx="2"/>
            <a:endCxn id="134" idx="0"/>
          </p:cNvCxnSpPr>
          <p:nvPr/>
        </p:nvCxnSpPr>
        <p:spPr>
          <a:xfrm>
            <a:off x="3816329" y="5200027"/>
            <a:ext cx="6641" cy="2257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16" descr="Computer">
            <a:extLst>
              <a:ext uri="{FF2B5EF4-FFF2-40B4-BE49-F238E27FC236}">
                <a16:creationId xmlns:a16="http://schemas.microsoft.com/office/drawing/2014/main" id="{DEE273BA-2254-547C-C30D-691295A99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331" y="5982866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Picture 16" descr="Computer">
            <a:extLst>
              <a:ext uri="{FF2B5EF4-FFF2-40B4-BE49-F238E27FC236}">
                <a16:creationId xmlns:a16="http://schemas.microsoft.com/office/drawing/2014/main" id="{E0A2B6D7-4288-7999-6861-FADF60116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485" y="5991664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16" descr="Computer">
            <a:extLst>
              <a:ext uri="{FF2B5EF4-FFF2-40B4-BE49-F238E27FC236}">
                <a16:creationId xmlns:a16="http://schemas.microsoft.com/office/drawing/2014/main" id="{46CA2058-5FD6-C944-6ADB-A3BD6A930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552" y="5991664"/>
            <a:ext cx="254993" cy="254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F84DD6C-878A-1E1B-6054-D2D831BBF153}"/>
              </a:ext>
            </a:extLst>
          </p:cNvPr>
          <p:cNvCxnSpPr>
            <a:cxnSpLocks/>
            <a:stCxn id="134" idx="2"/>
          </p:cNvCxnSpPr>
          <p:nvPr/>
        </p:nvCxnSpPr>
        <p:spPr>
          <a:xfrm>
            <a:off x="3822970" y="5657772"/>
            <a:ext cx="211186" cy="3718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6ED97685-093F-3D30-D99D-E588AE8517D3}"/>
              </a:ext>
            </a:extLst>
          </p:cNvPr>
          <p:cNvCxnSpPr>
            <a:cxnSpLocks/>
            <a:stCxn id="134" idx="2"/>
            <a:endCxn id="147" idx="0"/>
          </p:cNvCxnSpPr>
          <p:nvPr/>
        </p:nvCxnSpPr>
        <p:spPr>
          <a:xfrm flipH="1">
            <a:off x="3683049" y="5657772"/>
            <a:ext cx="139921" cy="3338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57D3F2A0-FA4A-B560-EC4D-3C2AE9CBC14D}"/>
              </a:ext>
            </a:extLst>
          </p:cNvPr>
          <p:cNvCxnSpPr>
            <a:cxnSpLocks/>
            <a:stCxn id="133" idx="2"/>
            <a:endCxn id="145" idx="0"/>
          </p:cNvCxnSpPr>
          <p:nvPr/>
        </p:nvCxnSpPr>
        <p:spPr>
          <a:xfrm flipH="1">
            <a:off x="2512367" y="5630789"/>
            <a:ext cx="262700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A4ACE8A0-03C6-0F38-B995-9BA04E7B1329}"/>
              </a:ext>
            </a:extLst>
          </p:cNvPr>
          <p:cNvCxnSpPr>
            <a:cxnSpLocks/>
          </p:cNvCxnSpPr>
          <p:nvPr/>
        </p:nvCxnSpPr>
        <p:spPr>
          <a:xfrm>
            <a:off x="2762679" y="5630789"/>
            <a:ext cx="174151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489405FB-9D78-E77C-0217-A111B4A3B204}"/>
              </a:ext>
            </a:extLst>
          </p:cNvPr>
          <p:cNvSpPr txBox="1"/>
          <p:nvPr/>
        </p:nvSpPr>
        <p:spPr>
          <a:xfrm>
            <a:off x="2664793" y="4594889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PAT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4B1D44DC-D692-ECC3-3911-EF5C5D9DE473}"/>
              </a:ext>
            </a:extLst>
          </p:cNvPr>
          <p:cNvSpPr txBox="1"/>
          <p:nvPr/>
        </p:nvSpPr>
        <p:spPr>
          <a:xfrm>
            <a:off x="2973364" y="3621894"/>
            <a:ext cx="65489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Summary routing</a:t>
            </a:r>
          </a:p>
          <a:p>
            <a:pPr algn="ctr"/>
            <a:r>
              <a:rPr lang="en-US" altLang="ko-KR" sz="800" b="1" dirty="0"/>
              <a:t>/RB</a:t>
            </a:r>
          </a:p>
        </p:txBody>
      </p:sp>
      <p:pic>
        <p:nvPicPr>
          <p:cNvPr id="182" name="그래픽 181">
            <a:extLst>
              <a:ext uri="{FF2B5EF4-FFF2-40B4-BE49-F238E27FC236}">
                <a16:creationId xmlns:a16="http://schemas.microsoft.com/office/drawing/2014/main" id="{D7FEE64D-088F-1F92-8E99-A0D7E1E942B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43134" y="5009756"/>
            <a:ext cx="263863" cy="179907"/>
          </a:xfrm>
          <a:prstGeom prst="rect">
            <a:avLst/>
          </a:prstGeom>
        </p:spPr>
      </p:pic>
      <p:pic>
        <p:nvPicPr>
          <p:cNvPr id="184" name="그래픽 183">
            <a:extLst>
              <a:ext uri="{FF2B5EF4-FFF2-40B4-BE49-F238E27FC236}">
                <a16:creationId xmlns:a16="http://schemas.microsoft.com/office/drawing/2014/main" id="{64217C9D-4FF7-E8C6-3BF9-808088D1FD4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68823" y="4998883"/>
            <a:ext cx="295011" cy="201144"/>
          </a:xfrm>
          <a:prstGeom prst="rect">
            <a:avLst/>
          </a:prstGeom>
        </p:spPr>
      </p:pic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E3310648-5EEA-F6E8-962B-1EA9808E54CA}"/>
              </a:ext>
            </a:extLst>
          </p:cNvPr>
          <p:cNvCxnSpPr>
            <a:cxnSpLocks/>
            <a:stCxn id="119" idx="2"/>
            <a:endCxn id="182" idx="0"/>
          </p:cNvCxnSpPr>
          <p:nvPr/>
        </p:nvCxnSpPr>
        <p:spPr>
          <a:xfrm flipH="1">
            <a:off x="2775066" y="4527278"/>
            <a:ext cx="526657" cy="482478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39852CA1-F632-156E-B34E-1C456C652349}"/>
              </a:ext>
            </a:extLst>
          </p:cNvPr>
          <p:cNvCxnSpPr>
            <a:cxnSpLocks/>
            <a:stCxn id="119" idx="2"/>
            <a:endCxn id="184" idx="0"/>
          </p:cNvCxnSpPr>
          <p:nvPr/>
        </p:nvCxnSpPr>
        <p:spPr>
          <a:xfrm>
            <a:off x="3301723" y="4527278"/>
            <a:ext cx="514606" cy="47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1" name="Picture 2" descr="Data server ">
            <a:extLst>
              <a:ext uri="{FF2B5EF4-FFF2-40B4-BE49-F238E27FC236}">
                <a16:creationId xmlns:a16="http://schemas.microsoft.com/office/drawing/2014/main" id="{F3C8209A-96C7-7CD1-A4EC-92C29A1DC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543" y="5943121"/>
            <a:ext cx="352077" cy="35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" name="TextBox 203">
            <a:extLst>
              <a:ext uri="{FF2B5EF4-FFF2-40B4-BE49-F238E27FC236}">
                <a16:creationId xmlns:a16="http://schemas.microsoft.com/office/drawing/2014/main" id="{CE3F618C-3CD1-DDFF-1D46-EF3772D658B6}"/>
              </a:ext>
            </a:extLst>
          </p:cNvPr>
          <p:cNvSpPr txBox="1"/>
          <p:nvPr/>
        </p:nvSpPr>
        <p:spPr>
          <a:xfrm>
            <a:off x="2675142" y="6441043"/>
            <a:ext cx="5528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DHCP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pic>
        <p:nvPicPr>
          <p:cNvPr id="206" name="Picture 2" descr="Data server ">
            <a:extLst>
              <a:ext uri="{FF2B5EF4-FFF2-40B4-BE49-F238E27FC236}">
                <a16:creationId xmlns:a16="http://schemas.microsoft.com/office/drawing/2014/main" id="{A2D426EA-34C8-015C-337B-9D62EB22D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989" y="420532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그래픽 206">
            <a:extLst>
              <a:ext uri="{FF2B5EF4-FFF2-40B4-BE49-F238E27FC236}">
                <a16:creationId xmlns:a16="http://schemas.microsoft.com/office/drawing/2014/main" id="{FDC193A5-78FC-5883-1418-D1EB9CC7BF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92551" y="3742190"/>
            <a:ext cx="220445" cy="207477"/>
          </a:xfrm>
          <a:prstGeom prst="rect">
            <a:avLst/>
          </a:prstGeom>
        </p:spPr>
      </p:pic>
      <p:pic>
        <p:nvPicPr>
          <p:cNvPr id="208" name="Picture 2" descr="Data server ">
            <a:extLst>
              <a:ext uri="{FF2B5EF4-FFF2-40B4-BE49-F238E27FC236}">
                <a16:creationId xmlns:a16="http://schemas.microsoft.com/office/drawing/2014/main" id="{B2896F30-5010-2253-33D5-35F2F7FFF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9158" y="352815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Picture 2" descr="Data server ">
            <a:extLst>
              <a:ext uri="{FF2B5EF4-FFF2-40B4-BE49-F238E27FC236}">
                <a16:creationId xmlns:a16="http://schemas.microsoft.com/office/drawing/2014/main" id="{D58D63AF-024B-EAED-3991-2D923222E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830" y="2792529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1" name="TextBox 210">
            <a:extLst>
              <a:ext uri="{FF2B5EF4-FFF2-40B4-BE49-F238E27FC236}">
                <a16:creationId xmlns:a16="http://schemas.microsoft.com/office/drawing/2014/main" id="{830CD18B-9E2B-B8F5-012F-5288ABB08CFD}"/>
              </a:ext>
            </a:extLst>
          </p:cNvPr>
          <p:cNvSpPr txBox="1"/>
          <p:nvPr/>
        </p:nvSpPr>
        <p:spPr>
          <a:xfrm>
            <a:off x="5054281" y="4511491"/>
            <a:ext cx="5421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2"/>
                </a:solidFill>
              </a:rPr>
              <a:t>LAMP</a:t>
            </a:r>
          </a:p>
          <a:p>
            <a:pPr algn="ctr"/>
            <a:r>
              <a:rPr lang="en-US" altLang="ko-KR" sz="1000" b="1" dirty="0">
                <a:solidFill>
                  <a:schemeClr val="accent2"/>
                </a:solidFill>
              </a:rPr>
              <a:t>XRDP</a:t>
            </a:r>
            <a:endParaRPr lang="ko-KR" altLang="en-US" sz="1000" b="1" dirty="0">
              <a:solidFill>
                <a:schemeClr val="accent2"/>
              </a:solidFill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4FFAE41D-1D3F-0BB2-AAAD-F74BE165AD44}"/>
              </a:ext>
            </a:extLst>
          </p:cNvPr>
          <p:cNvSpPr txBox="1"/>
          <p:nvPr/>
        </p:nvSpPr>
        <p:spPr>
          <a:xfrm>
            <a:off x="5054281" y="3777392"/>
            <a:ext cx="5421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LAMP</a:t>
            </a: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VNC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6BC4DF94-88D9-EDAB-14BA-6876B0566835}"/>
              </a:ext>
            </a:extLst>
          </p:cNvPr>
          <p:cNvSpPr txBox="1"/>
          <p:nvPr/>
        </p:nvSpPr>
        <p:spPr>
          <a:xfrm>
            <a:off x="5040160" y="3114246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DNS/VH</a:t>
            </a:r>
          </a:p>
        </p:txBody>
      </p:sp>
      <p:sp>
        <p:nvSpPr>
          <p:cNvPr id="214" name="오른쪽 중괄호 213">
            <a:extLst>
              <a:ext uri="{FF2B5EF4-FFF2-40B4-BE49-F238E27FC236}">
                <a16:creationId xmlns:a16="http://schemas.microsoft.com/office/drawing/2014/main" id="{B7153618-2F97-D895-6D20-F2BFE9541198}"/>
              </a:ext>
            </a:extLst>
          </p:cNvPr>
          <p:cNvSpPr/>
          <p:nvPr/>
        </p:nvSpPr>
        <p:spPr>
          <a:xfrm>
            <a:off x="5572629" y="3584524"/>
            <a:ext cx="314904" cy="73028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5EA339A-4A5C-75BB-5AC5-89B21A12484B}"/>
              </a:ext>
            </a:extLst>
          </p:cNvPr>
          <p:cNvSpPr txBox="1"/>
          <p:nvPr/>
        </p:nvSpPr>
        <p:spPr>
          <a:xfrm>
            <a:off x="5663762" y="3816464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FTP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732E9C27-30A4-D8D5-BBF2-E806807D4A79}"/>
              </a:ext>
            </a:extLst>
          </p:cNvPr>
          <p:cNvCxnSpPr>
            <a:cxnSpLocks/>
            <a:stCxn id="207" idx="3"/>
            <a:endCxn id="208" idx="1"/>
          </p:cNvCxnSpPr>
          <p:nvPr/>
        </p:nvCxnSpPr>
        <p:spPr>
          <a:xfrm flipV="1">
            <a:off x="4812996" y="3685603"/>
            <a:ext cx="366162" cy="160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631A82A9-ADA1-C49F-57DE-CED17AEC595E}"/>
              </a:ext>
            </a:extLst>
          </p:cNvPr>
          <p:cNvCxnSpPr>
            <a:cxnSpLocks/>
            <a:stCxn id="207" idx="3"/>
            <a:endCxn id="206" idx="1"/>
          </p:cNvCxnSpPr>
          <p:nvPr/>
        </p:nvCxnSpPr>
        <p:spPr>
          <a:xfrm>
            <a:off x="4812996" y="3845929"/>
            <a:ext cx="356993" cy="5168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F28C88C6-D9CB-7EBB-4E7E-FC7B467745B7}"/>
              </a:ext>
            </a:extLst>
          </p:cNvPr>
          <p:cNvCxnSpPr>
            <a:cxnSpLocks/>
            <a:stCxn id="207" idx="3"/>
            <a:endCxn id="209" idx="1"/>
          </p:cNvCxnSpPr>
          <p:nvPr/>
        </p:nvCxnSpPr>
        <p:spPr>
          <a:xfrm flipV="1">
            <a:off x="4812996" y="2949981"/>
            <a:ext cx="376834" cy="8959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C4485D54-484C-2638-AF8E-9F474B0A6AF4}"/>
              </a:ext>
            </a:extLst>
          </p:cNvPr>
          <p:cNvCxnSpPr>
            <a:cxnSpLocks/>
            <a:stCxn id="117" idx="3"/>
            <a:endCxn id="207" idx="1"/>
          </p:cNvCxnSpPr>
          <p:nvPr/>
        </p:nvCxnSpPr>
        <p:spPr>
          <a:xfrm>
            <a:off x="4283496" y="3834425"/>
            <a:ext cx="309055" cy="11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33958594-D5C9-5464-9C11-3CEEABE8B0FD}"/>
              </a:ext>
            </a:extLst>
          </p:cNvPr>
          <p:cNvGrpSpPr/>
          <p:nvPr/>
        </p:nvGrpSpPr>
        <p:grpSpPr>
          <a:xfrm>
            <a:off x="282935" y="137655"/>
            <a:ext cx="1071343" cy="526780"/>
            <a:chOff x="287553" y="157018"/>
            <a:chExt cx="1421401" cy="698904"/>
          </a:xfrm>
        </p:grpSpPr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4D43BE07-4B71-720F-8430-9C332AAB778D}"/>
                </a:ext>
              </a:extLst>
            </p:cNvPr>
            <p:cNvSpPr/>
            <p:nvPr/>
          </p:nvSpPr>
          <p:spPr>
            <a:xfrm>
              <a:off x="287553" y="157018"/>
              <a:ext cx="276501" cy="276501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316D0185-E2B6-E29E-6E3B-325D5C3C534B}"/>
                </a:ext>
              </a:extLst>
            </p:cNvPr>
            <p:cNvSpPr txBox="1"/>
            <p:nvPr/>
          </p:nvSpPr>
          <p:spPr>
            <a:xfrm>
              <a:off x="638759" y="205182"/>
              <a:ext cx="1027660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rgbClr val="0000CC"/>
                  </a:solidFill>
                </a:rPr>
                <a:t>Rocky(</a:t>
              </a:r>
              <a:r>
                <a:rPr lang="ko-KR" altLang="en-US" sz="700" b="1" dirty="0">
                  <a:solidFill>
                    <a:srgbClr val="0000CC"/>
                  </a:solidFill>
                </a:rPr>
                <a:t>파란색</a:t>
              </a:r>
              <a:r>
                <a:rPr lang="en-US" altLang="ko-KR" sz="700" b="1" dirty="0">
                  <a:solidFill>
                    <a:srgbClr val="0000CC"/>
                  </a:solidFill>
                </a:rPr>
                <a:t>)</a:t>
              </a:r>
              <a:endParaRPr lang="ko-KR" altLang="en-US" sz="700" b="1" dirty="0">
                <a:solidFill>
                  <a:srgbClr val="0000CC"/>
                </a:solidFill>
              </a:endParaRP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19C157B3-CF60-B784-1A72-9C4FA4EC26E3}"/>
                </a:ext>
              </a:extLst>
            </p:cNvPr>
            <p:cNvSpPr/>
            <p:nvPr/>
          </p:nvSpPr>
          <p:spPr>
            <a:xfrm>
              <a:off x="287553" y="550983"/>
              <a:ext cx="276501" cy="2765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D935B33C-62EB-A995-A40C-C32F5B05977F}"/>
                </a:ext>
              </a:extLst>
            </p:cNvPr>
            <p:cNvSpPr txBox="1"/>
            <p:nvPr/>
          </p:nvSpPr>
          <p:spPr>
            <a:xfrm>
              <a:off x="596223" y="590500"/>
              <a:ext cx="1112731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chemeClr val="accent2"/>
                  </a:solidFill>
                </a:rPr>
                <a:t>Ubuntu(</a:t>
              </a:r>
              <a:r>
                <a:rPr lang="ko-KR" altLang="en-US" sz="700" b="1" dirty="0">
                  <a:solidFill>
                    <a:schemeClr val="accent2"/>
                  </a:solidFill>
                </a:rPr>
                <a:t>주황색</a:t>
              </a:r>
              <a:r>
                <a:rPr lang="en-US" altLang="ko-KR" sz="700" b="1" dirty="0">
                  <a:solidFill>
                    <a:schemeClr val="accent2"/>
                  </a:solidFill>
                </a:rPr>
                <a:t>)</a:t>
              </a:r>
              <a:endParaRPr lang="ko-KR" altLang="en-US" sz="700" b="1" dirty="0">
                <a:solidFill>
                  <a:schemeClr val="accent2"/>
                </a:solidFill>
              </a:endParaRPr>
            </a:p>
          </p:txBody>
        </p:sp>
      </p:grp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2946ACC9-54BF-2DB9-4558-3A07A0E4B6DF}"/>
              </a:ext>
            </a:extLst>
          </p:cNvPr>
          <p:cNvCxnSpPr>
            <a:cxnSpLocks/>
            <a:stCxn id="114" idx="2"/>
            <a:endCxn id="118" idx="0"/>
          </p:cNvCxnSpPr>
          <p:nvPr/>
        </p:nvCxnSpPr>
        <p:spPr>
          <a:xfrm>
            <a:off x="3301722" y="2634600"/>
            <a:ext cx="2" cy="543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4FBEBA28-2428-17C4-36C6-941569A0F9E0}"/>
              </a:ext>
            </a:extLst>
          </p:cNvPr>
          <p:cNvCxnSpPr>
            <a:cxnSpLocks/>
          </p:cNvCxnSpPr>
          <p:nvPr/>
        </p:nvCxnSpPr>
        <p:spPr>
          <a:xfrm flipH="1">
            <a:off x="3489766" y="2587865"/>
            <a:ext cx="6265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extBox 254">
            <a:extLst>
              <a:ext uri="{FF2B5EF4-FFF2-40B4-BE49-F238E27FC236}">
                <a16:creationId xmlns:a16="http://schemas.microsoft.com/office/drawing/2014/main" id="{4DFFE304-1738-9A2F-9095-FC917B851879}"/>
              </a:ext>
            </a:extLst>
          </p:cNvPr>
          <p:cNvSpPr txBox="1"/>
          <p:nvPr/>
        </p:nvSpPr>
        <p:spPr>
          <a:xfrm>
            <a:off x="3539235" y="4569822"/>
            <a:ext cx="5341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CHAP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pic>
        <p:nvPicPr>
          <p:cNvPr id="256" name="그래픽 255">
            <a:extLst>
              <a:ext uri="{FF2B5EF4-FFF2-40B4-BE49-F238E27FC236}">
                <a16:creationId xmlns:a16="http://schemas.microsoft.com/office/drawing/2014/main" id="{54471499-C78F-A20B-CF64-94801D32A8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86993" y="477368"/>
            <a:ext cx="1145734" cy="512210"/>
          </a:xfrm>
          <a:prstGeom prst="rect">
            <a:avLst/>
          </a:prstGeom>
        </p:spPr>
      </p:pic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045D44C4-0104-6E49-3060-3C2BAAFBACAC}"/>
              </a:ext>
            </a:extLst>
          </p:cNvPr>
          <p:cNvCxnSpPr>
            <a:cxnSpLocks/>
            <a:stCxn id="113" idx="0"/>
            <a:endCxn id="256" idx="2"/>
          </p:cNvCxnSpPr>
          <p:nvPr/>
        </p:nvCxnSpPr>
        <p:spPr>
          <a:xfrm flipH="1" flipV="1">
            <a:off x="6459860" y="989578"/>
            <a:ext cx="7226" cy="5081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C33E06E2-BDDE-01F3-41BD-BB7F6D72576C}"/>
              </a:ext>
            </a:extLst>
          </p:cNvPr>
          <p:cNvSpPr txBox="1"/>
          <p:nvPr/>
        </p:nvSpPr>
        <p:spPr>
          <a:xfrm>
            <a:off x="6132409" y="590700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internet</a:t>
            </a:r>
            <a:endParaRPr lang="ko-KR" altLang="en-US" sz="1100" b="1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9FBB6BE6-B379-682E-CAC6-4B9A4A86B769}"/>
              </a:ext>
            </a:extLst>
          </p:cNvPr>
          <p:cNvSpPr txBox="1"/>
          <p:nvPr/>
        </p:nvSpPr>
        <p:spPr>
          <a:xfrm>
            <a:off x="6581736" y="1118109"/>
            <a:ext cx="65489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default routing</a:t>
            </a:r>
          </a:p>
        </p:txBody>
      </p: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A6B65F4E-0A06-836B-3BAF-E09777E73383}"/>
              </a:ext>
            </a:extLst>
          </p:cNvPr>
          <p:cNvCxnSpPr>
            <a:cxnSpLocks/>
            <a:stCxn id="115" idx="1"/>
            <a:endCxn id="114" idx="1"/>
          </p:cNvCxnSpPr>
          <p:nvPr/>
        </p:nvCxnSpPr>
        <p:spPr>
          <a:xfrm>
            <a:off x="2406062" y="2503817"/>
            <a:ext cx="707615" cy="25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B0E04856-6041-FEC9-6951-150471F3E0A5}"/>
              </a:ext>
            </a:extLst>
          </p:cNvPr>
          <p:cNvGrpSpPr/>
          <p:nvPr/>
        </p:nvGrpSpPr>
        <p:grpSpPr>
          <a:xfrm rot="16200000" flipV="1">
            <a:off x="236358" y="1572486"/>
            <a:ext cx="2165526" cy="2173882"/>
            <a:chOff x="1211803" y="409869"/>
            <a:chExt cx="2165526" cy="2173882"/>
          </a:xfrm>
        </p:grpSpPr>
        <p:pic>
          <p:nvPicPr>
            <p:cNvPr id="115" name="그래픽 114">
              <a:extLst>
                <a:ext uri="{FF2B5EF4-FFF2-40B4-BE49-F238E27FC236}">
                  <a16:creationId xmlns:a16="http://schemas.microsoft.com/office/drawing/2014/main" id="{BB224C7F-FE26-62D5-DC4F-BE5A6D2D4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2262132" y="469701"/>
              <a:ext cx="376089" cy="256425"/>
            </a:xfrm>
            <a:prstGeom prst="rect">
              <a:avLst/>
            </a:prstGeom>
          </p:spPr>
        </p:pic>
        <p:pic>
          <p:nvPicPr>
            <p:cNvPr id="299" name="Picture 30" descr="Server ">
              <a:extLst>
                <a:ext uri="{FF2B5EF4-FFF2-40B4-BE49-F238E27FC236}">
                  <a16:creationId xmlns:a16="http://schemas.microsoft.com/office/drawing/2014/main" id="{CE27943F-D69B-9BE1-8883-EC4A96A1B2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587073" y="1392369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0" name="Picture 30" descr="Server ">
              <a:extLst>
                <a:ext uri="{FF2B5EF4-FFF2-40B4-BE49-F238E27FC236}">
                  <a16:creationId xmlns:a16="http://schemas.microsoft.com/office/drawing/2014/main" id="{6A898DC0-43B0-C06A-7095-C9FB28781A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312660" y="1392369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1" name="Picture 30" descr="Server ">
              <a:extLst>
                <a:ext uri="{FF2B5EF4-FFF2-40B4-BE49-F238E27FC236}">
                  <a16:creationId xmlns:a16="http://schemas.microsoft.com/office/drawing/2014/main" id="{E2FD5AA6-EA83-0C41-924A-8A6306048F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3112143" y="1392371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2" name="그래픽 301">
              <a:extLst>
                <a:ext uri="{FF2B5EF4-FFF2-40B4-BE49-F238E27FC236}">
                  <a16:creationId xmlns:a16="http://schemas.microsoft.com/office/drawing/2014/main" id="{FA98DB65-8183-9ACC-6362-99FA68465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5400000">
              <a:off x="2332728" y="970864"/>
              <a:ext cx="220445" cy="207477"/>
            </a:xfrm>
            <a:prstGeom prst="rect">
              <a:avLst/>
            </a:prstGeom>
          </p:spPr>
        </p:pic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5CD37FC3-A5B3-6B98-5EC0-7E5A93B98EDD}"/>
                </a:ext>
              </a:extLst>
            </p:cNvPr>
            <p:cNvCxnSpPr>
              <a:cxnSpLocks/>
              <a:stCxn id="302" idx="1"/>
              <a:endCxn id="115" idx="3"/>
            </p:cNvCxnSpPr>
            <p:nvPr/>
          </p:nvCxnSpPr>
          <p:spPr>
            <a:xfrm rot="16200000">
              <a:off x="2357352" y="871556"/>
              <a:ext cx="178422" cy="72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직선 연결선 305">
              <a:extLst>
                <a:ext uri="{FF2B5EF4-FFF2-40B4-BE49-F238E27FC236}">
                  <a16:creationId xmlns:a16="http://schemas.microsoft.com/office/drawing/2014/main" id="{BC4A7BEF-616B-F566-7CD2-ED2B741C3C8D}"/>
                </a:ext>
              </a:extLst>
            </p:cNvPr>
            <p:cNvCxnSpPr>
              <a:cxnSpLocks/>
              <a:stCxn id="299" idx="0"/>
              <a:endCxn id="302" idx="3"/>
            </p:cNvCxnSpPr>
            <p:nvPr/>
          </p:nvCxnSpPr>
          <p:spPr>
            <a:xfrm rot="16200000">
              <a:off x="1977536" y="1059548"/>
              <a:ext cx="340137" cy="5906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직선 연결선 308">
              <a:extLst>
                <a:ext uri="{FF2B5EF4-FFF2-40B4-BE49-F238E27FC236}">
                  <a16:creationId xmlns:a16="http://schemas.microsoft.com/office/drawing/2014/main" id="{6864F3A8-67A1-5C07-4746-303F034F64E3}"/>
                </a:ext>
              </a:extLst>
            </p:cNvPr>
            <p:cNvCxnSpPr>
              <a:cxnSpLocks/>
              <a:stCxn id="300" idx="1"/>
              <a:endCxn id="302" idx="3"/>
            </p:cNvCxnSpPr>
            <p:nvPr/>
          </p:nvCxnSpPr>
          <p:spPr>
            <a:xfrm rot="16200000" flipV="1">
              <a:off x="2340329" y="1287446"/>
              <a:ext cx="207544" cy="23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직선 연결선 311">
              <a:extLst>
                <a:ext uri="{FF2B5EF4-FFF2-40B4-BE49-F238E27FC236}">
                  <a16:creationId xmlns:a16="http://schemas.microsoft.com/office/drawing/2014/main" id="{67380ED5-4816-0293-A0D3-8C4747C30785}"/>
                </a:ext>
              </a:extLst>
            </p:cNvPr>
            <p:cNvCxnSpPr>
              <a:cxnSpLocks/>
              <a:stCxn id="301" idx="1"/>
              <a:endCxn id="302" idx="3"/>
            </p:cNvCxnSpPr>
            <p:nvPr/>
          </p:nvCxnSpPr>
          <p:spPr>
            <a:xfrm rot="16200000" flipV="1">
              <a:off x="2740070" y="887705"/>
              <a:ext cx="207546" cy="8017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0A582C6B-720B-2CEB-9167-EA85C64ECF7E}"/>
                </a:ext>
              </a:extLst>
            </p:cNvPr>
            <p:cNvSpPr txBox="1"/>
            <p:nvPr/>
          </p:nvSpPr>
          <p:spPr>
            <a:xfrm rot="5400000">
              <a:off x="982894" y="1324802"/>
              <a:ext cx="8579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0000CC"/>
                  </a:solidFill>
                </a:rPr>
                <a:t>1 - RAID10</a:t>
              </a:r>
            </a:p>
            <a:p>
              <a:pPr algn="ctr"/>
              <a:r>
                <a:rPr lang="en-US" altLang="ko-KR" sz="1000" b="1" dirty="0">
                  <a:solidFill>
                    <a:srgbClr val="0000CC"/>
                  </a:solidFill>
                </a:rPr>
                <a:t>SSD</a:t>
              </a:r>
              <a:endParaRPr lang="ko-KR" altLang="en-US" sz="1000" b="1" dirty="0">
                <a:solidFill>
                  <a:srgbClr val="0000CC"/>
                </a:solidFill>
              </a:endParaRPr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006E96B7-4F7B-8858-0931-87F52626C295}"/>
                </a:ext>
              </a:extLst>
            </p:cNvPr>
            <p:cNvSpPr txBox="1"/>
            <p:nvPr/>
          </p:nvSpPr>
          <p:spPr>
            <a:xfrm rot="5400000">
              <a:off x="1705436" y="1296751"/>
              <a:ext cx="8579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0000CC"/>
                  </a:solidFill>
                </a:rPr>
                <a:t>2 - RAID10</a:t>
              </a:r>
            </a:p>
            <a:p>
              <a:pPr algn="ctr"/>
              <a:r>
                <a:rPr lang="en-US" altLang="ko-KR" sz="1000" b="1" dirty="0">
                  <a:solidFill>
                    <a:srgbClr val="0000CC"/>
                  </a:solidFill>
                </a:rPr>
                <a:t>HDD</a:t>
              </a:r>
              <a:endParaRPr lang="ko-KR" altLang="en-US" sz="1000" b="1" dirty="0">
                <a:solidFill>
                  <a:srgbClr val="0000CC"/>
                </a:solidFill>
              </a:endParaRPr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E4A00C46-0F58-D130-A3DE-A27BF68866D4}"/>
                </a:ext>
              </a:extLst>
            </p:cNvPr>
            <p:cNvSpPr txBox="1"/>
            <p:nvPr/>
          </p:nvSpPr>
          <p:spPr>
            <a:xfrm rot="5400000">
              <a:off x="2565111" y="1313080"/>
              <a:ext cx="7841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ED7D31"/>
                  </a:solidFill>
                </a:rPr>
                <a:t>2 - RAID5</a:t>
              </a:r>
            </a:p>
            <a:p>
              <a:pPr algn="ctr"/>
              <a:r>
                <a:rPr lang="en-US" altLang="ko-KR" sz="1000" b="1" dirty="0">
                  <a:solidFill>
                    <a:srgbClr val="ED7D31"/>
                  </a:solidFill>
                </a:rPr>
                <a:t>HDD</a:t>
              </a:r>
              <a:endParaRPr lang="ko-KR" altLang="en-US" sz="1000" b="1" dirty="0">
                <a:solidFill>
                  <a:srgbClr val="ED7D31"/>
                </a:solidFill>
              </a:endParaRPr>
            </a:p>
          </p:txBody>
        </p:sp>
        <p:sp>
          <p:nvSpPr>
            <p:cNvPr id="318" name="오른쪽 중괄호 317">
              <a:extLst>
                <a:ext uri="{FF2B5EF4-FFF2-40B4-BE49-F238E27FC236}">
                  <a16:creationId xmlns:a16="http://schemas.microsoft.com/office/drawing/2014/main" id="{A28D83D0-C7D1-D393-8FA0-8BC2DCF8303E}"/>
                </a:ext>
              </a:extLst>
            </p:cNvPr>
            <p:cNvSpPr/>
            <p:nvPr/>
          </p:nvSpPr>
          <p:spPr>
            <a:xfrm rot="5400000">
              <a:off x="2686582" y="1530541"/>
              <a:ext cx="256425" cy="786011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42EA9F83-04AF-732F-BCB4-95F9D129FF41}"/>
                </a:ext>
              </a:extLst>
            </p:cNvPr>
            <p:cNvSpPr txBox="1"/>
            <p:nvPr/>
          </p:nvSpPr>
          <p:spPr>
            <a:xfrm rot="5400000">
              <a:off x="2420786" y="2062591"/>
              <a:ext cx="7960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NFS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21" name="직선 연결선 320">
              <a:extLst>
                <a:ext uri="{FF2B5EF4-FFF2-40B4-BE49-F238E27FC236}">
                  <a16:creationId xmlns:a16="http://schemas.microsoft.com/office/drawing/2014/main" id="{FC741115-A395-6905-9AA7-1CC0C344622E}"/>
                </a:ext>
              </a:extLst>
            </p:cNvPr>
            <p:cNvCxnSpPr>
              <a:stCxn id="301" idx="0"/>
              <a:endCxn id="301" idx="3"/>
            </p:cNvCxnSpPr>
            <p:nvPr/>
          </p:nvCxnSpPr>
          <p:spPr>
            <a:xfrm rot="16200000" flipH="1" flipV="1">
              <a:off x="3244736" y="1524964"/>
              <a:ext cx="132593" cy="1325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5" name="TextBox 324">
            <a:extLst>
              <a:ext uri="{FF2B5EF4-FFF2-40B4-BE49-F238E27FC236}">
                <a16:creationId xmlns:a16="http://schemas.microsoft.com/office/drawing/2014/main" id="{C6B6C7D7-7D6C-6349-FC89-E6247E9D3A4C}"/>
              </a:ext>
            </a:extLst>
          </p:cNvPr>
          <p:cNvSpPr txBox="1"/>
          <p:nvPr/>
        </p:nvSpPr>
        <p:spPr>
          <a:xfrm>
            <a:off x="1719214" y="1519022"/>
            <a:ext cx="569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Disk quota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C9CE05FF-A6CF-DCEB-B199-F66E8C6BAB0A}"/>
              </a:ext>
            </a:extLst>
          </p:cNvPr>
          <p:cNvSpPr txBox="1"/>
          <p:nvPr/>
        </p:nvSpPr>
        <p:spPr>
          <a:xfrm>
            <a:off x="4124576" y="544080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ESXI</a:t>
            </a:r>
          </a:p>
          <a:p>
            <a:pPr algn="ctr"/>
            <a:r>
              <a:rPr lang="en-US" altLang="ko-KR" sz="800" b="1" dirty="0"/>
              <a:t>ISCSI</a:t>
            </a:r>
          </a:p>
        </p:txBody>
      </p:sp>
      <p:sp>
        <p:nvSpPr>
          <p:cNvPr id="351" name="오른쪽 중괄호 350">
            <a:extLst>
              <a:ext uri="{FF2B5EF4-FFF2-40B4-BE49-F238E27FC236}">
                <a16:creationId xmlns:a16="http://schemas.microsoft.com/office/drawing/2014/main" id="{CD885811-D854-64A8-5D47-EF7A1A2035D9}"/>
              </a:ext>
            </a:extLst>
          </p:cNvPr>
          <p:cNvSpPr/>
          <p:nvPr/>
        </p:nvSpPr>
        <p:spPr>
          <a:xfrm>
            <a:off x="5699489" y="2938492"/>
            <a:ext cx="314904" cy="1506838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26A5FD6A-D4A7-8FCC-C037-6C3D5D4E2DA7}"/>
              </a:ext>
            </a:extLst>
          </p:cNvPr>
          <p:cNvSpPr txBox="1"/>
          <p:nvPr/>
        </p:nvSpPr>
        <p:spPr>
          <a:xfrm flipH="1">
            <a:off x="5846730" y="3553541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B0F0"/>
                </a:solidFill>
              </a:rPr>
              <a:t>SMB2</a:t>
            </a:r>
            <a:endParaRPr lang="ko-KR" altLang="en-US" sz="1000" b="1" dirty="0">
              <a:solidFill>
                <a:srgbClr val="00B0F0"/>
              </a:solidFill>
            </a:endParaRPr>
          </a:p>
        </p:txBody>
      </p:sp>
      <p:pic>
        <p:nvPicPr>
          <p:cNvPr id="2" name="Picture 30" descr="Server ">
            <a:extLst>
              <a:ext uri="{FF2B5EF4-FFF2-40B4-BE49-F238E27FC236}">
                <a16:creationId xmlns:a16="http://schemas.microsoft.com/office/drawing/2014/main" id="{B5E0C2D7-02A6-67EB-BB5A-0F6BC0F6F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773" y="589817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5349D2A-633D-0D5D-0329-5A0DBDCE4A34}"/>
              </a:ext>
            </a:extLst>
          </p:cNvPr>
          <p:cNvGrpSpPr/>
          <p:nvPr/>
        </p:nvGrpSpPr>
        <p:grpSpPr>
          <a:xfrm>
            <a:off x="9297024" y="794256"/>
            <a:ext cx="1322700" cy="1287654"/>
            <a:chOff x="9208684" y="362548"/>
            <a:chExt cx="1322700" cy="1287654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307508E-946E-3CA3-38C5-3AC02ADF9F4A}"/>
                </a:ext>
              </a:extLst>
            </p:cNvPr>
            <p:cNvSpPr txBox="1"/>
            <p:nvPr/>
          </p:nvSpPr>
          <p:spPr>
            <a:xfrm>
              <a:off x="9541708" y="854528"/>
              <a:ext cx="654899" cy="2539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 dirty="0"/>
                <a:t>PVST+</a:t>
              </a:r>
            </a:p>
          </p:txBody>
        </p:sp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7BC6AED2-E342-9B8A-8439-D30E7C769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764510" y="362548"/>
              <a:ext cx="220445" cy="207477"/>
            </a:xfrm>
            <a:prstGeom prst="rect">
              <a:avLst/>
            </a:prstGeom>
          </p:spPr>
        </p:pic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53412014-169B-4FE8-2085-62A7CBEAF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08684" y="903399"/>
              <a:ext cx="220445" cy="207477"/>
            </a:xfrm>
            <a:prstGeom prst="rect">
              <a:avLst/>
            </a:prstGeom>
          </p:spPr>
        </p:pic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914D1B09-B245-315D-2B62-EA51FDCF6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740835" y="1442725"/>
              <a:ext cx="220445" cy="207477"/>
            </a:xfrm>
            <a:prstGeom prst="rect">
              <a:avLst/>
            </a:prstGeom>
          </p:spPr>
        </p:pic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21178BF4-F706-BAA5-2304-1C4395502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310939" y="877748"/>
              <a:ext cx="220445" cy="207477"/>
            </a:xfrm>
            <a:prstGeom prst="rect">
              <a:avLst/>
            </a:prstGeom>
          </p:spPr>
        </p:pic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2B8A9544-43D0-CC43-0782-364A879DE523}"/>
                </a:ext>
              </a:extLst>
            </p:cNvPr>
            <p:cNvCxnSpPr>
              <a:cxnSpLocks/>
              <a:stCxn id="59" idx="1"/>
              <a:endCxn id="61" idx="0"/>
            </p:cNvCxnSpPr>
            <p:nvPr/>
          </p:nvCxnSpPr>
          <p:spPr>
            <a:xfrm flipH="1">
              <a:off x="9318907" y="466287"/>
              <a:ext cx="445603" cy="437112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2908571-93B6-04EE-9E7A-6D180D73D6BB}"/>
                </a:ext>
              </a:extLst>
            </p:cNvPr>
            <p:cNvCxnSpPr>
              <a:cxnSpLocks/>
              <a:stCxn id="61" idx="2"/>
              <a:endCxn id="62" idx="1"/>
            </p:cNvCxnSpPr>
            <p:nvPr/>
          </p:nvCxnSpPr>
          <p:spPr>
            <a:xfrm>
              <a:off x="9318907" y="1110876"/>
              <a:ext cx="421928" cy="435587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138DE691-7619-FC4D-3404-A43CF2E77CE6}"/>
                </a:ext>
              </a:extLst>
            </p:cNvPr>
            <p:cNvCxnSpPr>
              <a:cxnSpLocks/>
              <a:stCxn id="59" idx="3"/>
              <a:endCxn id="64" idx="0"/>
            </p:cNvCxnSpPr>
            <p:nvPr/>
          </p:nvCxnSpPr>
          <p:spPr>
            <a:xfrm>
              <a:off x="9984955" y="466287"/>
              <a:ext cx="436207" cy="411460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6348333F-C76C-FF61-30E7-B90EBE1550EC}"/>
                </a:ext>
              </a:extLst>
            </p:cNvPr>
            <p:cNvCxnSpPr>
              <a:cxnSpLocks/>
              <a:stCxn id="64" idx="2"/>
              <a:endCxn id="62" idx="3"/>
            </p:cNvCxnSpPr>
            <p:nvPr/>
          </p:nvCxnSpPr>
          <p:spPr>
            <a:xfrm flipH="1">
              <a:off x="9961280" y="1085225"/>
              <a:ext cx="459882" cy="461239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그래픽 77">
            <a:extLst>
              <a:ext uri="{FF2B5EF4-FFF2-40B4-BE49-F238E27FC236}">
                <a16:creationId xmlns:a16="http://schemas.microsoft.com/office/drawing/2014/main" id="{1F82B55E-0A5B-2ADB-1BC7-F40C6128800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33048" y="3853033"/>
            <a:ext cx="220445" cy="207477"/>
          </a:xfrm>
          <a:prstGeom prst="rect">
            <a:avLst/>
          </a:prstGeom>
        </p:spPr>
      </p:pic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56B3BF27-3C9C-7198-4878-85C22BF2D4BC}"/>
              </a:ext>
            </a:extLst>
          </p:cNvPr>
          <p:cNvCxnSpPr>
            <a:cxnSpLocks/>
            <a:stCxn id="62" idx="2"/>
            <a:endCxn id="71" idx="0"/>
          </p:cNvCxnSpPr>
          <p:nvPr/>
        </p:nvCxnSpPr>
        <p:spPr>
          <a:xfrm>
            <a:off x="9939398" y="2081910"/>
            <a:ext cx="3873" cy="296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6" descr="Computer">
            <a:extLst>
              <a:ext uri="{FF2B5EF4-FFF2-40B4-BE49-F238E27FC236}">
                <a16:creationId xmlns:a16="http://schemas.microsoft.com/office/drawing/2014/main" id="{274C2C7F-8CD4-479E-7E07-42A95D83A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7963" y="133424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16" descr="Computer">
            <a:extLst>
              <a:ext uri="{FF2B5EF4-FFF2-40B4-BE49-F238E27FC236}">
                <a16:creationId xmlns:a16="http://schemas.microsoft.com/office/drawing/2014/main" id="{21DB5775-4D65-A9F4-E577-0A48B9184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3160" y="39147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16" descr="Computer">
            <a:extLst>
              <a:ext uri="{FF2B5EF4-FFF2-40B4-BE49-F238E27FC236}">
                <a16:creationId xmlns:a16="http://schemas.microsoft.com/office/drawing/2014/main" id="{0867B526-2E5D-8BD6-B6D9-201CF20A2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5345" y="104085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16" descr="Computer">
            <a:extLst>
              <a:ext uri="{FF2B5EF4-FFF2-40B4-BE49-F238E27FC236}">
                <a16:creationId xmlns:a16="http://schemas.microsoft.com/office/drawing/2014/main" id="{DD80D4E0-AD92-F975-6795-F260E1E65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7939" y="157818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51A27166-A340-BA91-D7D3-DF16AB562B89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10642543" y="1430979"/>
            <a:ext cx="345396" cy="2612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EBBBD37-3AA8-BD43-E82E-02C22AF29526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10619724" y="1154888"/>
            <a:ext cx="375621" cy="258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0508A2F5-A624-19BD-EB8B-3F96B3BCC2F8}"/>
              </a:ext>
            </a:extLst>
          </p:cNvPr>
          <p:cNvCxnSpPr>
            <a:cxnSpLocks/>
            <a:stCxn id="59" idx="0"/>
            <a:endCxn id="122" idx="2"/>
          </p:cNvCxnSpPr>
          <p:nvPr/>
        </p:nvCxnSpPr>
        <p:spPr>
          <a:xfrm flipV="1">
            <a:off x="9963073" y="619545"/>
            <a:ext cx="4123" cy="174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6E433618-0F90-4377-9D21-AA3B65E99E25}"/>
              </a:ext>
            </a:extLst>
          </p:cNvPr>
          <p:cNvCxnSpPr>
            <a:cxnSpLocks/>
            <a:stCxn id="61" idx="1"/>
            <a:endCxn id="120" idx="3"/>
          </p:cNvCxnSpPr>
          <p:nvPr/>
        </p:nvCxnSpPr>
        <p:spPr>
          <a:xfrm flipH="1">
            <a:off x="8946034" y="1438846"/>
            <a:ext cx="350990" cy="9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BEAA1D61-5224-D310-C81E-4DBE6425248E}"/>
              </a:ext>
            </a:extLst>
          </p:cNvPr>
          <p:cNvSpPr txBox="1"/>
          <p:nvPr/>
        </p:nvSpPr>
        <p:spPr>
          <a:xfrm>
            <a:off x="8464712" y="1609073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VLAN 10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B28D856-EF69-6AD2-C865-09CDDF2482CC}"/>
              </a:ext>
            </a:extLst>
          </p:cNvPr>
          <p:cNvSpPr txBox="1"/>
          <p:nvPr/>
        </p:nvSpPr>
        <p:spPr>
          <a:xfrm>
            <a:off x="10131315" y="374012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VLAN 20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7B388D1-F81B-8860-72A8-2190384FEA5A}"/>
              </a:ext>
            </a:extLst>
          </p:cNvPr>
          <p:cNvSpPr txBox="1"/>
          <p:nvPr/>
        </p:nvSpPr>
        <p:spPr>
          <a:xfrm>
            <a:off x="11247848" y="1017025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VLAN 10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F88889F-7AAA-BFAD-089F-25978E9CC94B}"/>
              </a:ext>
            </a:extLst>
          </p:cNvPr>
          <p:cNvSpPr txBox="1"/>
          <p:nvPr/>
        </p:nvSpPr>
        <p:spPr>
          <a:xfrm>
            <a:off x="11247848" y="1578682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VLAN 20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76C125DD-BC09-A2B2-33BC-E6A516BC3027}"/>
              </a:ext>
            </a:extLst>
          </p:cNvPr>
          <p:cNvCxnSpPr>
            <a:cxnSpLocks/>
            <a:stCxn id="113" idx="2"/>
            <a:endCxn id="114" idx="3"/>
          </p:cNvCxnSpPr>
          <p:nvPr/>
        </p:nvCxnSpPr>
        <p:spPr>
          <a:xfrm flipH="1">
            <a:off x="3489766" y="1754152"/>
            <a:ext cx="2977320" cy="7522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8C6370FB-C82D-ADEB-F183-24FEFB46F1AD}"/>
              </a:ext>
            </a:extLst>
          </p:cNvPr>
          <p:cNvCxnSpPr>
            <a:cxnSpLocks/>
            <a:stCxn id="71" idx="1"/>
            <a:endCxn id="113" idx="2"/>
          </p:cNvCxnSpPr>
          <p:nvPr/>
        </p:nvCxnSpPr>
        <p:spPr>
          <a:xfrm flipH="1" flipV="1">
            <a:off x="6467086" y="1754152"/>
            <a:ext cx="3288140" cy="7522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2" name="Picture 2" descr="Data server ">
            <a:extLst>
              <a:ext uri="{FF2B5EF4-FFF2-40B4-BE49-F238E27FC236}">
                <a16:creationId xmlns:a16="http://schemas.microsoft.com/office/drawing/2014/main" id="{D89FDE9B-B6B0-4BC0-DCF7-0FE57DE99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96968" y="1316233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그래픽 242">
            <a:extLst>
              <a:ext uri="{FF2B5EF4-FFF2-40B4-BE49-F238E27FC236}">
                <a16:creationId xmlns:a16="http://schemas.microsoft.com/office/drawing/2014/main" id="{F916863C-FA83-317A-E5F0-E32FFF18A4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3880032" y="1020392"/>
            <a:ext cx="220445" cy="207477"/>
          </a:xfrm>
          <a:prstGeom prst="rect">
            <a:avLst/>
          </a:prstGeom>
        </p:spPr>
      </p:pic>
      <p:pic>
        <p:nvPicPr>
          <p:cNvPr id="244" name="Picture 2" descr="Data server ">
            <a:extLst>
              <a:ext uri="{FF2B5EF4-FFF2-40B4-BE49-F238E27FC236}">
                <a16:creationId xmlns:a16="http://schemas.microsoft.com/office/drawing/2014/main" id="{2EB66C4B-9FDF-16FC-5B81-AB4591D76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235194" y="390138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6" name="TextBox 245">
            <a:extLst>
              <a:ext uri="{FF2B5EF4-FFF2-40B4-BE49-F238E27FC236}">
                <a16:creationId xmlns:a16="http://schemas.microsoft.com/office/drawing/2014/main" id="{AABAAA95-6689-743F-CE73-DCEE7DB76B2F}"/>
              </a:ext>
            </a:extLst>
          </p:cNvPr>
          <p:cNvSpPr txBox="1"/>
          <p:nvPr/>
        </p:nvSpPr>
        <p:spPr>
          <a:xfrm flipH="1">
            <a:off x="2710135" y="1644195"/>
            <a:ext cx="1357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ED7D31"/>
                </a:solidFill>
              </a:rPr>
              <a:t>JUPYTER</a:t>
            </a:r>
          </a:p>
          <a:p>
            <a:pPr algn="ctr"/>
            <a:r>
              <a:rPr lang="en-US" altLang="ko-KR" sz="1000" b="1" dirty="0">
                <a:solidFill>
                  <a:srgbClr val="ED7D31"/>
                </a:solidFill>
              </a:rPr>
              <a:t>Network manager</a:t>
            </a:r>
            <a:endParaRPr lang="ko-KR" altLang="en-US" sz="1000" b="1" dirty="0">
              <a:solidFill>
                <a:srgbClr val="ED7D31"/>
              </a:solidFill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099498D5-B48E-B05C-98F4-DFCA2F24FE94}"/>
              </a:ext>
            </a:extLst>
          </p:cNvPr>
          <p:cNvSpPr txBox="1"/>
          <p:nvPr/>
        </p:nvSpPr>
        <p:spPr>
          <a:xfrm flipH="1">
            <a:off x="2833480" y="678916"/>
            <a:ext cx="11336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JUPYTER</a:t>
            </a: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server manager</a:t>
            </a:r>
          </a:p>
          <a:p>
            <a:pPr algn="ctr"/>
            <a:r>
              <a:rPr lang="en-US" altLang="ko-KR" sz="1000" b="1" dirty="0" err="1">
                <a:solidFill>
                  <a:srgbClr val="0000CC"/>
                </a:solidFill>
              </a:rPr>
              <a:t>Monitorix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C19DEBC3-3E7D-80D0-8AD1-7816B2C4FB3E}"/>
              </a:ext>
            </a:extLst>
          </p:cNvPr>
          <p:cNvCxnSpPr>
            <a:cxnSpLocks/>
            <a:stCxn id="243" idx="3"/>
            <a:endCxn id="244" idx="1"/>
          </p:cNvCxnSpPr>
          <p:nvPr/>
        </p:nvCxnSpPr>
        <p:spPr>
          <a:xfrm flipH="1" flipV="1">
            <a:off x="3550098" y="547590"/>
            <a:ext cx="329934" cy="5765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C6FE7F34-FF45-291F-5485-C7EC39089254}"/>
              </a:ext>
            </a:extLst>
          </p:cNvPr>
          <p:cNvCxnSpPr>
            <a:cxnSpLocks/>
            <a:stCxn id="243" idx="3"/>
            <a:endCxn id="242" idx="1"/>
          </p:cNvCxnSpPr>
          <p:nvPr/>
        </p:nvCxnSpPr>
        <p:spPr>
          <a:xfrm flipH="1">
            <a:off x="3511872" y="1124131"/>
            <a:ext cx="368160" cy="3495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오른쪽 중괄호 252">
            <a:extLst>
              <a:ext uri="{FF2B5EF4-FFF2-40B4-BE49-F238E27FC236}">
                <a16:creationId xmlns:a16="http://schemas.microsoft.com/office/drawing/2014/main" id="{0E42F611-7FEA-F608-EB55-4E871EEE4B92}"/>
              </a:ext>
            </a:extLst>
          </p:cNvPr>
          <p:cNvSpPr/>
          <p:nvPr/>
        </p:nvSpPr>
        <p:spPr>
          <a:xfrm flipH="1">
            <a:off x="2794174" y="532036"/>
            <a:ext cx="314904" cy="941649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43B8B15-5557-D531-6568-D1056196164B}"/>
              </a:ext>
            </a:extLst>
          </p:cNvPr>
          <p:cNvSpPr txBox="1"/>
          <p:nvPr/>
        </p:nvSpPr>
        <p:spPr>
          <a:xfrm>
            <a:off x="2204573" y="905531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B0F0"/>
                </a:solidFill>
              </a:rPr>
              <a:t>SMB1</a:t>
            </a:r>
            <a:endParaRPr lang="ko-KR" altLang="en-US" sz="1000" b="1" dirty="0">
              <a:solidFill>
                <a:srgbClr val="00B0F0"/>
              </a:solidFill>
            </a:endParaRPr>
          </a:p>
        </p:txBody>
      </p: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8D6A7991-5C43-BCDA-8412-F5F8A8C915A5}"/>
              </a:ext>
            </a:extLst>
          </p:cNvPr>
          <p:cNvCxnSpPr>
            <a:cxnSpLocks/>
            <a:stCxn id="243" idx="1"/>
            <a:endCxn id="262" idx="1"/>
          </p:cNvCxnSpPr>
          <p:nvPr/>
        </p:nvCxnSpPr>
        <p:spPr>
          <a:xfrm flipV="1">
            <a:off x="4100477" y="1111836"/>
            <a:ext cx="1418518" cy="122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2" name="그래픽 261">
            <a:extLst>
              <a:ext uri="{FF2B5EF4-FFF2-40B4-BE49-F238E27FC236}">
                <a16:creationId xmlns:a16="http://schemas.microsoft.com/office/drawing/2014/main" id="{9F97A796-E74B-69F0-7DD4-8C8E8B35F6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18995" y="983623"/>
            <a:ext cx="376089" cy="256425"/>
          </a:xfrm>
          <a:prstGeom prst="rect">
            <a:avLst/>
          </a:prstGeom>
        </p:spPr>
      </p:pic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2D1F1D1C-3689-2934-84A2-86162C5013C9}"/>
              </a:ext>
            </a:extLst>
          </p:cNvPr>
          <p:cNvCxnSpPr>
            <a:cxnSpLocks/>
            <a:stCxn id="262" idx="3"/>
            <a:endCxn id="256" idx="1"/>
          </p:cNvCxnSpPr>
          <p:nvPr/>
        </p:nvCxnSpPr>
        <p:spPr>
          <a:xfrm flipH="1" flipV="1">
            <a:off x="5886993" y="733473"/>
            <a:ext cx="8091" cy="378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>
            <a:extLst>
              <a:ext uri="{FF2B5EF4-FFF2-40B4-BE49-F238E27FC236}">
                <a16:creationId xmlns:a16="http://schemas.microsoft.com/office/drawing/2014/main" id="{DDAC1187-936E-DB69-ABC6-19B0391CC3AD}"/>
              </a:ext>
            </a:extLst>
          </p:cNvPr>
          <p:cNvCxnSpPr>
            <a:cxnSpLocks/>
            <a:stCxn id="301" idx="1"/>
            <a:endCxn id="325" idx="1"/>
          </p:cNvCxnSpPr>
          <p:nvPr/>
        </p:nvCxnSpPr>
        <p:spPr>
          <a:xfrm>
            <a:off x="1423560" y="1709257"/>
            <a:ext cx="295654" cy="98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B95C866-AC45-EFCB-25E3-2E5B94A96B51}"/>
              </a:ext>
            </a:extLst>
          </p:cNvPr>
          <p:cNvSpPr txBox="1"/>
          <p:nvPr/>
        </p:nvSpPr>
        <p:spPr>
          <a:xfrm>
            <a:off x="6094770" y="2290943"/>
            <a:ext cx="768137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Frame-relay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F985E3-18E1-16DD-4518-D8F9428A28D1}"/>
              </a:ext>
            </a:extLst>
          </p:cNvPr>
          <p:cNvSpPr txBox="1"/>
          <p:nvPr/>
        </p:nvSpPr>
        <p:spPr>
          <a:xfrm>
            <a:off x="10218137" y="5214571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VLAN 20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pic>
        <p:nvPicPr>
          <p:cNvPr id="21" name="Picture 16" descr="Computer">
            <a:extLst>
              <a:ext uri="{FF2B5EF4-FFF2-40B4-BE49-F238E27FC236}">
                <a16:creationId xmlns:a16="http://schemas.microsoft.com/office/drawing/2014/main" id="{A07EC7C8-E11F-6E23-7217-1C9779E43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4294" y="489572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Computer">
            <a:extLst>
              <a:ext uri="{FF2B5EF4-FFF2-40B4-BE49-F238E27FC236}">
                <a16:creationId xmlns:a16="http://schemas.microsoft.com/office/drawing/2014/main" id="{D6F3DFC1-CA95-3F44-09BB-374BB0AC8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7294" y="4895720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8A50815-D34A-1DB7-234F-F7A3AB6C8701}"/>
              </a:ext>
            </a:extLst>
          </p:cNvPr>
          <p:cNvSpPr txBox="1"/>
          <p:nvPr/>
        </p:nvSpPr>
        <p:spPr>
          <a:xfrm>
            <a:off x="9559698" y="5212705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VLAN 10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04751ED-468F-552F-2838-9CE9065E3FB0}"/>
              </a:ext>
            </a:extLst>
          </p:cNvPr>
          <p:cNvCxnSpPr>
            <a:cxnSpLocks/>
            <a:stCxn id="78" idx="2"/>
            <a:endCxn id="21" idx="0"/>
          </p:cNvCxnSpPr>
          <p:nvPr/>
        </p:nvCxnSpPr>
        <p:spPr>
          <a:xfrm flipH="1">
            <a:off x="9918330" y="4060510"/>
            <a:ext cx="24941" cy="8352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2FD43D4-9C43-1BB7-250E-4269706DD2AD}"/>
              </a:ext>
            </a:extLst>
          </p:cNvPr>
          <p:cNvCxnSpPr>
            <a:cxnSpLocks/>
            <a:stCxn id="78" idx="2"/>
            <a:endCxn id="22" idx="0"/>
          </p:cNvCxnSpPr>
          <p:nvPr/>
        </p:nvCxnSpPr>
        <p:spPr>
          <a:xfrm>
            <a:off x="9943271" y="4060510"/>
            <a:ext cx="548059" cy="8352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DBCD7E-A0C2-9026-EE17-32FDAC738E52}"/>
              </a:ext>
            </a:extLst>
          </p:cNvPr>
          <p:cNvSpPr txBox="1"/>
          <p:nvPr/>
        </p:nvSpPr>
        <p:spPr>
          <a:xfrm>
            <a:off x="7147027" y="97178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err="1"/>
              <a:t>외부망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172.16.0.0 /16</a:t>
            </a:r>
            <a:endParaRPr lang="ko-KR" altLang="en-US" sz="1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2B53C7-78D5-91AE-A88C-4202E242C3D1}"/>
              </a:ext>
            </a:extLst>
          </p:cNvPr>
          <p:cNvSpPr txBox="1"/>
          <p:nvPr/>
        </p:nvSpPr>
        <p:spPr>
          <a:xfrm>
            <a:off x="7220764" y="454925"/>
            <a:ext cx="10663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err="1"/>
              <a:t>내부망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10.1.0.0 /16</a:t>
            </a:r>
            <a:endParaRPr lang="ko-KR" altLang="en-US" sz="1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1C7F47-9E99-4DC3-4AB2-F6D0255B21DD}"/>
              </a:ext>
            </a:extLst>
          </p:cNvPr>
          <p:cNvSpPr txBox="1"/>
          <p:nvPr/>
        </p:nvSpPr>
        <p:spPr>
          <a:xfrm>
            <a:off x="6215280" y="179337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645A1F-F6CF-DFE3-CC2F-86A6462DBDB4}"/>
              </a:ext>
            </a:extLst>
          </p:cNvPr>
          <p:cNvSpPr txBox="1"/>
          <p:nvPr/>
        </p:nvSpPr>
        <p:spPr>
          <a:xfrm>
            <a:off x="2786589" y="232495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18F7F3-F88F-C9FD-E558-4DEB3387BD64}"/>
              </a:ext>
            </a:extLst>
          </p:cNvPr>
          <p:cNvSpPr txBox="1"/>
          <p:nvPr/>
        </p:nvSpPr>
        <p:spPr>
          <a:xfrm>
            <a:off x="9322951" y="221858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7A1EE6-99A1-CC83-23CC-76F38D64A10C}"/>
              </a:ext>
            </a:extLst>
          </p:cNvPr>
          <p:cNvSpPr txBox="1"/>
          <p:nvPr/>
        </p:nvSpPr>
        <p:spPr>
          <a:xfrm>
            <a:off x="5468160" y="108520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D7A2F6-34A0-7B9B-8337-760A351D64C0}"/>
              </a:ext>
            </a:extLst>
          </p:cNvPr>
          <p:cNvSpPr txBox="1"/>
          <p:nvPr/>
        </p:nvSpPr>
        <p:spPr>
          <a:xfrm>
            <a:off x="6215280" y="159941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EF9AEA-07C5-86BB-93C9-105E26533C80}"/>
              </a:ext>
            </a:extLst>
          </p:cNvPr>
          <p:cNvSpPr txBox="1"/>
          <p:nvPr/>
        </p:nvSpPr>
        <p:spPr>
          <a:xfrm>
            <a:off x="3050117" y="24607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3951B8-9CA6-BC15-8A39-5D5847207244}"/>
              </a:ext>
            </a:extLst>
          </p:cNvPr>
          <p:cNvSpPr txBox="1"/>
          <p:nvPr/>
        </p:nvSpPr>
        <p:spPr>
          <a:xfrm>
            <a:off x="1960793" y="25063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9DE285-8246-2F0F-0692-9FC6E1657B9A}"/>
              </a:ext>
            </a:extLst>
          </p:cNvPr>
          <p:cNvSpPr txBox="1"/>
          <p:nvPr/>
        </p:nvSpPr>
        <p:spPr>
          <a:xfrm>
            <a:off x="2263239" y="377889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241DED-9D60-9A6A-418C-B7D2D384C1BD}"/>
              </a:ext>
            </a:extLst>
          </p:cNvPr>
          <p:cNvSpPr txBox="1"/>
          <p:nvPr/>
        </p:nvSpPr>
        <p:spPr>
          <a:xfrm>
            <a:off x="3058059" y="324381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06C374-683F-D390-69E9-32A23E85C85E}"/>
              </a:ext>
            </a:extLst>
          </p:cNvPr>
          <p:cNvSpPr txBox="1"/>
          <p:nvPr/>
        </p:nvSpPr>
        <p:spPr>
          <a:xfrm>
            <a:off x="3851163" y="379825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A5B80-E11C-AF89-587C-A511CD473F59}"/>
              </a:ext>
            </a:extLst>
          </p:cNvPr>
          <p:cNvSpPr txBox="1"/>
          <p:nvPr/>
        </p:nvSpPr>
        <p:spPr>
          <a:xfrm>
            <a:off x="3049008" y="437317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8C3A8C-C825-40CA-69E8-C168FC78E89C}"/>
              </a:ext>
            </a:extLst>
          </p:cNvPr>
          <p:cNvSpPr txBox="1"/>
          <p:nvPr/>
        </p:nvSpPr>
        <p:spPr>
          <a:xfrm>
            <a:off x="2521177" y="506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131D63-34D2-C8C7-57DB-B68E3804EB42}"/>
              </a:ext>
            </a:extLst>
          </p:cNvPr>
          <p:cNvSpPr txBox="1"/>
          <p:nvPr/>
        </p:nvSpPr>
        <p:spPr>
          <a:xfrm>
            <a:off x="3639975" y="5090897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AD4995-E2C9-F70E-C8FC-61279B4CEB6F}"/>
              </a:ext>
            </a:extLst>
          </p:cNvPr>
          <p:cNvSpPr txBox="1"/>
          <p:nvPr/>
        </p:nvSpPr>
        <p:spPr>
          <a:xfrm>
            <a:off x="9691465" y="246003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860D61-9E96-59ED-8F9B-A3C38E89A334}"/>
              </a:ext>
            </a:extLst>
          </p:cNvPr>
          <p:cNvSpPr txBox="1"/>
          <p:nvPr/>
        </p:nvSpPr>
        <p:spPr>
          <a:xfrm>
            <a:off x="1488878" y="25349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843E1D-9939-6E38-4BF2-6788B8BB3CC1}"/>
              </a:ext>
            </a:extLst>
          </p:cNvPr>
          <p:cNvSpPr txBox="1"/>
          <p:nvPr/>
        </p:nvSpPr>
        <p:spPr>
          <a:xfrm>
            <a:off x="3857053" y="5456188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C83FC3-E297-9623-F5E1-D1B00685E84D}"/>
              </a:ext>
            </a:extLst>
          </p:cNvPr>
          <p:cNvSpPr txBox="1"/>
          <p:nvPr/>
        </p:nvSpPr>
        <p:spPr>
          <a:xfrm>
            <a:off x="9801688" y="203451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394528-9FDA-8A84-32EC-5F181D43F540}"/>
              </a:ext>
            </a:extLst>
          </p:cNvPr>
          <p:cNvSpPr txBox="1"/>
          <p:nvPr/>
        </p:nvSpPr>
        <p:spPr>
          <a:xfrm>
            <a:off x="3757717" y="119184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A99C2A-3186-A5EE-283D-9FB617E6194B}"/>
              </a:ext>
            </a:extLst>
          </p:cNvPr>
          <p:cNvSpPr txBox="1"/>
          <p:nvPr/>
        </p:nvSpPr>
        <p:spPr>
          <a:xfrm>
            <a:off x="2322433" y="54301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702B6D-53BC-1CC1-BAC4-3BDAF93906EF}"/>
              </a:ext>
            </a:extLst>
          </p:cNvPr>
          <p:cNvSpPr txBox="1"/>
          <p:nvPr/>
        </p:nvSpPr>
        <p:spPr>
          <a:xfrm>
            <a:off x="4455787" y="391446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4B1260-7FB0-0E04-60FB-FBE395742CCA}"/>
              </a:ext>
            </a:extLst>
          </p:cNvPr>
          <p:cNvSpPr txBox="1"/>
          <p:nvPr/>
        </p:nvSpPr>
        <p:spPr>
          <a:xfrm>
            <a:off x="9089476" y="151066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A485F3-5F5A-59EE-B966-E1B72472CA40}"/>
              </a:ext>
            </a:extLst>
          </p:cNvPr>
          <p:cNvSpPr txBox="1"/>
          <p:nvPr/>
        </p:nvSpPr>
        <p:spPr>
          <a:xfrm>
            <a:off x="10292837" y="151821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5CB5D80-F3DB-56C2-03F3-D4213355BC52}"/>
              </a:ext>
            </a:extLst>
          </p:cNvPr>
          <p:cNvSpPr txBox="1"/>
          <p:nvPr/>
        </p:nvSpPr>
        <p:spPr>
          <a:xfrm>
            <a:off x="9879510" y="72241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1D4A97-6D84-58E9-539C-4C04AB073B41}"/>
              </a:ext>
            </a:extLst>
          </p:cNvPr>
          <p:cNvSpPr txBox="1"/>
          <p:nvPr/>
        </p:nvSpPr>
        <p:spPr>
          <a:xfrm>
            <a:off x="8434647" y="403275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7820F7-6B66-9DB0-7311-8CF3541DC0FE}"/>
              </a:ext>
            </a:extLst>
          </p:cNvPr>
          <p:cNvSpPr txBox="1"/>
          <p:nvPr/>
        </p:nvSpPr>
        <p:spPr>
          <a:xfrm>
            <a:off x="6667386" y="395590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3E0595-9E1B-0DBB-D0D5-E5C83A24346C}"/>
              </a:ext>
            </a:extLst>
          </p:cNvPr>
          <p:cNvSpPr txBox="1"/>
          <p:nvPr/>
        </p:nvSpPr>
        <p:spPr>
          <a:xfrm>
            <a:off x="9594263" y="402090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B5D4E36-730A-3A71-1631-3F4BB8BD6F4E}"/>
              </a:ext>
            </a:extLst>
          </p:cNvPr>
          <p:cNvSpPr txBox="1"/>
          <p:nvPr/>
        </p:nvSpPr>
        <p:spPr>
          <a:xfrm>
            <a:off x="5912960" y="1577930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103</a:t>
            </a:r>
            <a:endParaRPr lang="ko-KR" altLang="en-US" sz="800" b="1" dirty="0"/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C7B10D21-3AD2-FF7C-EB23-FAB6DA71BD21}"/>
              </a:ext>
            </a:extLst>
          </p:cNvPr>
          <p:cNvCxnSpPr>
            <a:cxnSpLocks/>
          </p:cNvCxnSpPr>
          <p:nvPr/>
        </p:nvCxnSpPr>
        <p:spPr>
          <a:xfrm>
            <a:off x="2406061" y="2575232"/>
            <a:ext cx="707615" cy="25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1D60232A-F9B6-EC4F-9055-A2501EA0C29B}"/>
              </a:ext>
            </a:extLst>
          </p:cNvPr>
          <p:cNvSpPr txBox="1"/>
          <p:nvPr/>
        </p:nvSpPr>
        <p:spPr>
          <a:xfrm>
            <a:off x="3376458" y="225134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CE7CE35-C527-9DB9-F9A5-A681850CDE06}"/>
              </a:ext>
            </a:extLst>
          </p:cNvPr>
          <p:cNvSpPr txBox="1"/>
          <p:nvPr/>
        </p:nvSpPr>
        <p:spPr>
          <a:xfrm>
            <a:off x="2260561" y="233790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86AAD6B-0C98-DE29-632E-CDAF754103E1}"/>
              </a:ext>
            </a:extLst>
          </p:cNvPr>
          <p:cNvSpPr txBox="1"/>
          <p:nvPr/>
        </p:nvSpPr>
        <p:spPr>
          <a:xfrm>
            <a:off x="2236500" y="256024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FDDE500-C5B4-9096-3D67-F309EA189EE3}"/>
              </a:ext>
            </a:extLst>
          </p:cNvPr>
          <p:cNvSpPr txBox="1"/>
          <p:nvPr/>
        </p:nvSpPr>
        <p:spPr>
          <a:xfrm>
            <a:off x="2780115" y="256277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BD74984-84E8-6017-4408-6178DADE27CA}"/>
              </a:ext>
            </a:extLst>
          </p:cNvPr>
          <p:cNvSpPr txBox="1"/>
          <p:nvPr/>
        </p:nvSpPr>
        <p:spPr>
          <a:xfrm>
            <a:off x="3352051" y="259357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2367516-2E4D-FF7F-4F2E-1D8770706C7B}"/>
              </a:ext>
            </a:extLst>
          </p:cNvPr>
          <p:cNvSpPr txBox="1"/>
          <p:nvPr/>
        </p:nvSpPr>
        <p:spPr>
          <a:xfrm>
            <a:off x="9316747" y="263460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9EA3467-8D5D-CD46-A06B-8E2EA55A6E76}"/>
              </a:ext>
            </a:extLst>
          </p:cNvPr>
          <p:cNvSpPr txBox="1"/>
          <p:nvPr/>
        </p:nvSpPr>
        <p:spPr>
          <a:xfrm>
            <a:off x="2184376" y="2741090"/>
            <a:ext cx="1023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10.1.64.0 /19</a:t>
            </a:r>
            <a:endParaRPr lang="ko-KR" altLang="en-US" sz="8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46C2762-3106-1EAE-692D-00C16690EAD2}"/>
              </a:ext>
            </a:extLst>
          </p:cNvPr>
          <p:cNvSpPr txBox="1"/>
          <p:nvPr/>
        </p:nvSpPr>
        <p:spPr>
          <a:xfrm>
            <a:off x="6001442" y="2059525"/>
            <a:ext cx="10046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10.1.192.0 /19</a:t>
            </a:r>
            <a:endParaRPr lang="ko-KR" altLang="en-US" sz="8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0C4EB99-92FB-18DB-29C5-A9D8CB30C5C7}"/>
              </a:ext>
            </a:extLst>
          </p:cNvPr>
          <p:cNvSpPr txBox="1"/>
          <p:nvPr/>
        </p:nvSpPr>
        <p:spPr>
          <a:xfrm>
            <a:off x="3216039" y="2862846"/>
            <a:ext cx="935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10.1.0.0 /23</a:t>
            </a:r>
            <a:endParaRPr lang="ko-KR" altLang="en-US" sz="800" b="1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4C66C71-869F-6211-B756-E1286451F2CF}"/>
              </a:ext>
            </a:extLst>
          </p:cNvPr>
          <p:cNvSpPr txBox="1"/>
          <p:nvPr/>
        </p:nvSpPr>
        <p:spPr>
          <a:xfrm>
            <a:off x="10674037" y="2567821"/>
            <a:ext cx="1165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L2 </a:t>
            </a:r>
            <a:r>
              <a:rPr lang="ko-KR" altLang="en-US" sz="1000" b="1" dirty="0"/>
              <a:t>계층 대역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10.1.32.0 /19</a:t>
            </a:r>
            <a:endParaRPr lang="ko-KR" altLang="en-US" sz="1000" b="1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98A772B-F1E9-1AC4-B598-D86999EC9944}"/>
              </a:ext>
            </a:extLst>
          </p:cNvPr>
          <p:cNvSpPr txBox="1"/>
          <p:nvPr/>
        </p:nvSpPr>
        <p:spPr>
          <a:xfrm>
            <a:off x="2269664" y="2049890"/>
            <a:ext cx="10076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10.1.96.0 /19</a:t>
            </a:r>
            <a:endParaRPr lang="ko-KR" altLang="en-US" sz="800" b="1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C08614F-2CC5-4B32-7B04-D27301154680}"/>
              </a:ext>
            </a:extLst>
          </p:cNvPr>
          <p:cNvSpPr txBox="1"/>
          <p:nvPr/>
        </p:nvSpPr>
        <p:spPr>
          <a:xfrm>
            <a:off x="1335760" y="2089637"/>
            <a:ext cx="10076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10.1.128.0 /19</a:t>
            </a:r>
            <a:endParaRPr lang="ko-KR" altLang="en-US" sz="800" b="1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0268504-1DEE-C789-CE17-7C20EE18510A}"/>
              </a:ext>
            </a:extLst>
          </p:cNvPr>
          <p:cNvSpPr txBox="1"/>
          <p:nvPr/>
        </p:nvSpPr>
        <p:spPr>
          <a:xfrm>
            <a:off x="5984210" y="2598609"/>
            <a:ext cx="10076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10.1.160.0 /19</a:t>
            </a:r>
            <a:endParaRPr lang="ko-KR" altLang="en-US" sz="800" b="1" dirty="0"/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EFB27132-FE00-0A13-9E57-994D4442E483}"/>
              </a:ext>
            </a:extLst>
          </p:cNvPr>
          <p:cNvCxnSpPr>
            <a:cxnSpLocks/>
            <a:stCxn id="56" idx="3"/>
            <a:endCxn id="82" idx="0"/>
          </p:cNvCxnSpPr>
          <p:nvPr/>
        </p:nvCxnSpPr>
        <p:spPr>
          <a:xfrm>
            <a:off x="7170995" y="4063625"/>
            <a:ext cx="41748" cy="956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A7FB0424-C558-C86D-6F18-94213E963B51}"/>
              </a:ext>
            </a:extLst>
          </p:cNvPr>
          <p:cNvCxnSpPr>
            <a:cxnSpLocks/>
          </p:cNvCxnSpPr>
          <p:nvPr/>
        </p:nvCxnSpPr>
        <p:spPr>
          <a:xfrm flipH="1">
            <a:off x="6680742" y="4057221"/>
            <a:ext cx="498680" cy="9284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05DEA630-4CDD-05B1-9A0D-8FCF4FA8232A}"/>
              </a:ext>
            </a:extLst>
          </p:cNvPr>
          <p:cNvSpPr txBox="1"/>
          <p:nvPr/>
        </p:nvSpPr>
        <p:spPr>
          <a:xfrm>
            <a:off x="2024282" y="3266323"/>
            <a:ext cx="935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10.1.2.0 /23</a:t>
            </a:r>
            <a:endParaRPr lang="ko-KR" altLang="en-US" sz="800" b="1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4365269B-43CE-2CD3-6DB0-7017DCAA5B80}"/>
              </a:ext>
            </a:extLst>
          </p:cNvPr>
          <p:cNvSpPr txBox="1"/>
          <p:nvPr/>
        </p:nvSpPr>
        <p:spPr>
          <a:xfrm>
            <a:off x="1988368" y="4178660"/>
            <a:ext cx="9662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10.1.4.0 /23</a:t>
            </a:r>
            <a:endParaRPr lang="ko-KR" altLang="en-US" sz="800" b="1" dirty="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F613FDC7-1A93-8FFD-6C49-BC6FBBE46F54}"/>
              </a:ext>
            </a:extLst>
          </p:cNvPr>
          <p:cNvSpPr txBox="1"/>
          <p:nvPr/>
        </p:nvSpPr>
        <p:spPr>
          <a:xfrm>
            <a:off x="3643179" y="3259539"/>
            <a:ext cx="935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10.1.8.0 /23</a:t>
            </a:r>
            <a:endParaRPr lang="ko-KR" altLang="en-US" sz="800" b="1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7C7BB6CB-62F4-7574-3C98-AB3DDC74C22A}"/>
              </a:ext>
            </a:extLst>
          </p:cNvPr>
          <p:cNvSpPr txBox="1"/>
          <p:nvPr/>
        </p:nvSpPr>
        <p:spPr>
          <a:xfrm>
            <a:off x="4232245" y="3505534"/>
            <a:ext cx="9656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10.1.10.0 /23</a:t>
            </a:r>
            <a:endParaRPr lang="ko-KR" altLang="en-US" sz="800" b="1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CB176178-2F7A-3CA9-ACB5-89656FAEF936}"/>
              </a:ext>
            </a:extLst>
          </p:cNvPr>
          <p:cNvSpPr txBox="1"/>
          <p:nvPr/>
        </p:nvSpPr>
        <p:spPr>
          <a:xfrm>
            <a:off x="3603235" y="4179241"/>
            <a:ext cx="9944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10.1.6.0 /23</a:t>
            </a:r>
            <a:endParaRPr lang="ko-KR" altLang="en-US" sz="800" b="1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F77BCC1-0F00-A318-5C63-E7ECAB5216AE}"/>
              </a:ext>
            </a:extLst>
          </p:cNvPr>
          <p:cNvSpPr txBox="1"/>
          <p:nvPr/>
        </p:nvSpPr>
        <p:spPr>
          <a:xfrm>
            <a:off x="3799657" y="4735062"/>
            <a:ext cx="10055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10.1.12.0 /23</a:t>
            </a:r>
            <a:endParaRPr lang="ko-KR" altLang="en-US" sz="800" b="1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E0FD6F81-08E4-52DE-EA75-0650B56877C5}"/>
              </a:ext>
            </a:extLst>
          </p:cNvPr>
          <p:cNvSpPr txBox="1"/>
          <p:nvPr/>
        </p:nvSpPr>
        <p:spPr>
          <a:xfrm>
            <a:off x="1827981" y="4704359"/>
            <a:ext cx="9718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10.1.16.0 /23</a:t>
            </a:r>
            <a:endParaRPr lang="ko-KR" altLang="en-US" sz="800" b="1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5C63DF1-269C-40BF-56DC-6D28E8A2996F}"/>
              </a:ext>
            </a:extLst>
          </p:cNvPr>
          <p:cNvSpPr txBox="1"/>
          <p:nvPr/>
        </p:nvSpPr>
        <p:spPr>
          <a:xfrm>
            <a:off x="466052" y="4809701"/>
            <a:ext cx="1098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L3 </a:t>
            </a:r>
            <a:r>
              <a:rPr lang="ko-KR" altLang="en-US" sz="1000" b="1" dirty="0"/>
              <a:t>계층 대역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10.1.0.0 /19</a:t>
            </a:r>
            <a:endParaRPr lang="ko-KR" altLang="en-US" sz="1000" b="1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1AF063D2-858D-8F15-36D8-08DD56196EFA}"/>
              </a:ext>
            </a:extLst>
          </p:cNvPr>
          <p:cNvSpPr txBox="1"/>
          <p:nvPr/>
        </p:nvSpPr>
        <p:spPr>
          <a:xfrm>
            <a:off x="10823771" y="3090500"/>
            <a:ext cx="1007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C00000"/>
                </a:solidFill>
              </a:rPr>
              <a:t>VLAN 10</a:t>
            </a:r>
          </a:p>
          <a:p>
            <a:pPr algn="ctr"/>
            <a:r>
              <a:rPr lang="en-US" altLang="ko-KR" sz="800" b="1" dirty="0">
                <a:solidFill>
                  <a:srgbClr val="C00000"/>
                </a:solidFill>
              </a:rPr>
              <a:t>IP 10.1.32.0 /21</a:t>
            </a:r>
            <a:endParaRPr lang="ko-KR" altLang="en-US" sz="800" b="1" dirty="0">
              <a:solidFill>
                <a:srgbClr val="C00000"/>
              </a:solidFill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B6B56093-FA73-E1FD-B856-18C96F9830B9}"/>
              </a:ext>
            </a:extLst>
          </p:cNvPr>
          <p:cNvSpPr txBox="1"/>
          <p:nvPr/>
        </p:nvSpPr>
        <p:spPr>
          <a:xfrm>
            <a:off x="10823771" y="3838948"/>
            <a:ext cx="1007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VLAN 30</a:t>
            </a:r>
          </a:p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IP 10.1.48.0 /21</a:t>
            </a:r>
            <a:endParaRPr lang="ko-KR" altLang="en-US" sz="800" b="1" dirty="0">
              <a:solidFill>
                <a:srgbClr val="00B050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B5C2AE4-DD99-DC9E-2E57-7D106EDBCA0A}"/>
              </a:ext>
            </a:extLst>
          </p:cNvPr>
          <p:cNvSpPr txBox="1"/>
          <p:nvPr/>
        </p:nvSpPr>
        <p:spPr>
          <a:xfrm>
            <a:off x="1488604" y="5260905"/>
            <a:ext cx="11361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/>
              <a:t>사설 대역</a:t>
            </a:r>
            <a:endParaRPr lang="en-US" altLang="ko-KR" sz="800" b="1" dirty="0"/>
          </a:p>
          <a:p>
            <a:pPr algn="ctr"/>
            <a:r>
              <a:rPr lang="en-US" altLang="ko-KR" sz="800" b="1" dirty="0"/>
              <a:t>IP 128.128.0.0 /16</a:t>
            </a:r>
            <a:endParaRPr lang="ko-KR" altLang="en-US" sz="800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4391F2A-CC40-1CD8-244C-978223C851D4}"/>
              </a:ext>
            </a:extLst>
          </p:cNvPr>
          <p:cNvSpPr txBox="1"/>
          <p:nvPr/>
        </p:nvSpPr>
        <p:spPr>
          <a:xfrm>
            <a:off x="3878956" y="5247831"/>
            <a:ext cx="9718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10.1.14.0 /23</a:t>
            </a:r>
            <a:endParaRPr lang="ko-KR" altLang="en-US" sz="8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8425F2-D029-8CAB-5B24-1D3D9A5BD9CA}"/>
              </a:ext>
            </a:extLst>
          </p:cNvPr>
          <p:cNvSpPr txBox="1"/>
          <p:nvPr/>
        </p:nvSpPr>
        <p:spPr>
          <a:xfrm>
            <a:off x="7848642" y="2953663"/>
            <a:ext cx="14853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도메인 이름</a:t>
            </a:r>
            <a:r>
              <a:rPr lang="en-US" altLang="ko-KR" sz="1000" b="1" dirty="0"/>
              <a:t>: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team1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2C556A-845D-EC5E-DAFB-1D6A91DDD264}"/>
              </a:ext>
            </a:extLst>
          </p:cNvPr>
          <p:cNvSpPr txBox="1"/>
          <p:nvPr/>
        </p:nvSpPr>
        <p:spPr>
          <a:xfrm>
            <a:off x="2227183" y="61903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8022988-59BB-8DE6-FD9A-598760B679DF}"/>
              </a:ext>
            </a:extLst>
          </p:cNvPr>
          <p:cNvSpPr txBox="1"/>
          <p:nvPr/>
        </p:nvSpPr>
        <p:spPr>
          <a:xfrm>
            <a:off x="3431243" y="618714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598E02-AF59-3B86-52B6-88B80932FCC7}"/>
              </a:ext>
            </a:extLst>
          </p:cNvPr>
          <p:cNvSpPr txBox="1"/>
          <p:nvPr/>
        </p:nvSpPr>
        <p:spPr>
          <a:xfrm>
            <a:off x="3810545" y="616282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96A2C51-DFA3-C5D7-9DF2-A32B8BBA0B04}"/>
              </a:ext>
            </a:extLst>
          </p:cNvPr>
          <p:cNvSpPr txBox="1"/>
          <p:nvPr/>
        </p:nvSpPr>
        <p:spPr>
          <a:xfrm>
            <a:off x="6363478" y="516772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354D3CD-38FD-EAD4-B107-B1A748E7B34B}"/>
              </a:ext>
            </a:extLst>
          </p:cNvPr>
          <p:cNvSpPr txBox="1"/>
          <p:nvPr/>
        </p:nvSpPr>
        <p:spPr>
          <a:xfrm>
            <a:off x="6831971" y="515891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010409F-C892-1DD6-C80E-C83137831E1B}"/>
              </a:ext>
            </a:extLst>
          </p:cNvPr>
          <p:cNvSpPr txBox="1"/>
          <p:nvPr/>
        </p:nvSpPr>
        <p:spPr>
          <a:xfrm>
            <a:off x="9483699" y="42540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D749342-1A38-8CF4-B417-BC11C96B55ED}"/>
              </a:ext>
            </a:extLst>
          </p:cNvPr>
          <p:cNvSpPr txBox="1"/>
          <p:nvPr/>
        </p:nvSpPr>
        <p:spPr>
          <a:xfrm>
            <a:off x="10850170" y="175415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780CF3-9A21-DB94-79AF-AD50661A7CD9}"/>
              </a:ext>
            </a:extLst>
          </p:cNvPr>
          <p:cNvSpPr txBox="1"/>
          <p:nvPr/>
        </p:nvSpPr>
        <p:spPr>
          <a:xfrm>
            <a:off x="10850170" y="123519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C285566-BBC8-5C37-AF42-637AEF3B4154}"/>
              </a:ext>
            </a:extLst>
          </p:cNvPr>
          <p:cNvSpPr txBox="1"/>
          <p:nvPr/>
        </p:nvSpPr>
        <p:spPr>
          <a:xfrm>
            <a:off x="7744318" y="510985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028087B-EA86-2678-605C-D08E7DB220FA}"/>
              </a:ext>
            </a:extLst>
          </p:cNvPr>
          <p:cNvSpPr txBox="1"/>
          <p:nvPr/>
        </p:nvSpPr>
        <p:spPr>
          <a:xfrm>
            <a:off x="8309997" y="509747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74F85A8-2FF2-1BF6-862A-38B4ACCEFAD5}"/>
              </a:ext>
            </a:extLst>
          </p:cNvPr>
          <p:cNvSpPr txBox="1"/>
          <p:nvPr/>
        </p:nvSpPr>
        <p:spPr>
          <a:xfrm>
            <a:off x="8892419" y="510498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EEE996F-AD9F-1929-8A76-DE96E2D8CC30}"/>
              </a:ext>
            </a:extLst>
          </p:cNvPr>
          <p:cNvSpPr txBox="1"/>
          <p:nvPr/>
        </p:nvSpPr>
        <p:spPr>
          <a:xfrm>
            <a:off x="9659065" y="510498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4BEBBC1-7FC4-92EA-466A-440D42CDD2E8}"/>
              </a:ext>
            </a:extLst>
          </p:cNvPr>
          <p:cNvSpPr txBox="1"/>
          <p:nvPr/>
        </p:nvSpPr>
        <p:spPr>
          <a:xfrm>
            <a:off x="10223631" y="509945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229828C-EAD3-A9E8-9CFF-7D466BF0D769}"/>
              </a:ext>
            </a:extLst>
          </p:cNvPr>
          <p:cNvSpPr txBox="1"/>
          <p:nvPr/>
        </p:nvSpPr>
        <p:spPr>
          <a:xfrm>
            <a:off x="8560913" y="149103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89C709-3A2E-9AC6-9AFD-B4750D2CC79F}"/>
              </a:ext>
            </a:extLst>
          </p:cNvPr>
          <p:cNvSpPr txBox="1"/>
          <p:nvPr/>
        </p:nvSpPr>
        <p:spPr>
          <a:xfrm>
            <a:off x="10857429" y="3471564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accent1"/>
                </a:solidFill>
              </a:rPr>
              <a:t>VLAN 20</a:t>
            </a:r>
          </a:p>
          <a:p>
            <a:pPr algn="ctr"/>
            <a:r>
              <a:rPr lang="en-US" altLang="ko-KR" sz="800" b="1" dirty="0">
                <a:solidFill>
                  <a:schemeClr val="accent1"/>
                </a:solidFill>
              </a:rPr>
              <a:t>IP 10.1.40.0 /21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6A54AB-2E8C-D8F2-CA00-C240FFBB439F}"/>
              </a:ext>
            </a:extLst>
          </p:cNvPr>
          <p:cNvSpPr txBox="1"/>
          <p:nvPr/>
        </p:nvSpPr>
        <p:spPr>
          <a:xfrm>
            <a:off x="9155799" y="2131990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201</a:t>
            </a:r>
            <a:endParaRPr lang="ko-KR" altLang="en-US" sz="8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38AEEC-9799-84A2-5A10-D2BE14D51275}"/>
              </a:ext>
            </a:extLst>
          </p:cNvPr>
          <p:cNvSpPr txBox="1"/>
          <p:nvPr/>
        </p:nvSpPr>
        <p:spPr>
          <a:xfrm>
            <a:off x="6608974" y="1599412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102</a:t>
            </a:r>
            <a:endParaRPr lang="ko-KR" altLang="en-US" sz="800" b="1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92FFB1E-CB96-86AC-D73F-08C54832C3E7}"/>
              </a:ext>
            </a:extLst>
          </p:cNvPr>
          <p:cNvSpPr txBox="1"/>
          <p:nvPr/>
        </p:nvSpPr>
        <p:spPr>
          <a:xfrm>
            <a:off x="9153188" y="2634600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203</a:t>
            </a:r>
            <a:endParaRPr lang="ko-KR" altLang="en-US" sz="800" b="1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07F84C0-37E1-8D34-4278-F1442C466DBB}"/>
              </a:ext>
            </a:extLst>
          </p:cNvPr>
          <p:cNvSpPr txBox="1"/>
          <p:nvPr/>
        </p:nvSpPr>
        <p:spPr>
          <a:xfrm>
            <a:off x="3686597" y="2587380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302</a:t>
            </a:r>
            <a:endParaRPr lang="ko-KR" altLang="en-US" sz="800" b="1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7A9DA42-E51A-DB63-2C93-4F22C4A7BF76}"/>
              </a:ext>
            </a:extLst>
          </p:cNvPr>
          <p:cNvSpPr txBox="1"/>
          <p:nvPr/>
        </p:nvSpPr>
        <p:spPr>
          <a:xfrm>
            <a:off x="3698326" y="2175229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301</a:t>
            </a:r>
            <a:endParaRPr lang="ko-KR" altLang="en-US" sz="800" b="1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71FF3736-C941-7550-84C8-C97B4342CF67}"/>
              </a:ext>
            </a:extLst>
          </p:cNvPr>
          <p:cNvSpPr txBox="1"/>
          <p:nvPr/>
        </p:nvSpPr>
        <p:spPr>
          <a:xfrm>
            <a:off x="3012863" y="2213523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314</a:t>
            </a:r>
            <a:endParaRPr lang="ko-KR" altLang="en-US" sz="800" b="1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7758408-23C9-E740-587B-369207C37181}"/>
              </a:ext>
            </a:extLst>
          </p:cNvPr>
          <p:cNvSpPr txBox="1"/>
          <p:nvPr/>
        </p:nvSpPr>
        <p:spPr>
          <a:xfrm>
            <a:off x="2199768" y="2195055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413</a:t>
            </a:r>
            <a:endParaRPr lang="ko-KR" altLang="en-US" sz="8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DFBC01B-E381-9D0B-B9CF-A01922765220}"/>
              </a:ext>
            </a:extLst>
          </p:cNvPr>
          <p:cNvSpPr txBox="1"/>
          <p:nvPr/>
        </p:nvSpPr>
        <p:spPr>
          <a:xfrm>
            <a:off x="3008085" y="2596843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304</a:t>
            </a:r>
            <a:endParaRPr lang="ko-KR" altLang="en-US" sz="800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7B87C4C-5967-78EF-A081-DC11160A4E2E}"/>
              </a:ext>
            </a:extLst>
          </p:cNvPr>
          <p:cNvSpPr txBox="1"/>
          <p:nvPr/>
        </p:nvSpPr>
        <p:spPr>
          <a:xfrm>
            <a:off x="2159107" y="2606317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403</a:t>
            </a:r>
            <a:endParaRPr lang="ko-KR" altLang="en-US" sz="8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D841724-63BB-6CFC-FDB6-F0853AC9A4CC}"/>
              </a:ext>
            </a:extLst>
          </p:cNvPr>
          <p:cNvSpPr txBox="1"/>
          <p:nvPr/>
        </p:nvSpPr>
        <p:spPr>
          <a:xfrm>
            <a:off x="3331970" y="147881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3730BD2-F931-B683-ABD0-2D22D5F091A8}"/>
              </a:ext>
            </a:extLst>
          </p:cNvPr>
          <p:cNvSpPr txBox="1"/>
          <p:nvPr/>
        </p:nvSpPr>
        <p:spPr>
          <a:xfrm>
            <a:off x="3376458" y="35021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6502AFF1-6BA0-376A-0C9A-C1F2D4089D90}"/>
              </a:ext>
            </a:extLst>
          </p:cNvPr>
          <p:cNvSpPr txBox="1"/>
          <p:nvPr/>
        </p:nvSpPr>
        <p:spPr>
          <a:xfrm>
            <a:off x="2671334" y="624147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A360BBE-DD88-89AF-B87C-F4BBBE88D0A1}"/>
              </a:ext>
            </a:extLst>
          </p:cNvPr>
          <p:cNvSpPr txBox="1"/>
          <p:nvPr/>
        </p:nvSpPr>
        <p:spPr>
          <a:xfrm>
            <a:off x="5333404" y="436651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FDD2855-1A63-940A-4945-9DFD7A6B8964}"/>
              </a:ext>
            </a:extLst>
          </p:cNvPr>
          <p:cNvSpPr txBox="1"/>
          <p:nvPr/>
        </p:nvSpPr>
        <p:spPr>
          <a:xfrm>
            <a:off x="5323294" y="35988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76925DE-2840-DCEF-8A06-A143A4002FAE}"/>
              </a:ext>
            </a:extLst>
          </p:cNvPr>
          <p:cNvSpPr txBox="1"/>
          <p:nvPr/>
        </p:nvSpPr>
        <p:spPr>
          <a:xfrm>
            <a:off x="5360700" y="287690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764591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래픽 3">
            <a:extLst>
              <a:ext uri="{FF2B5EF4-FFF2-40B4-BE49-F238E27FC236}">
                <a16:creationId xmlns:a16="http://schemas.microsoft.com/office/drawing/2014/main" id="{721FF19D-B703-8D16-3C6B-13B8963C2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543043"/>
            <a:ext cx="220445" cy="207477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E69161C-9444-6D1D-476F-F0968037A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1021182"/>
            <a:ext cx="220445" cy="207477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75D4648F-1BE5-E8C2-0754-C0A7BD062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1977460"/>
            <a:ext cx="220445" cy="207477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35E3DAF8-40E3-3F92-5ED9-934E9D0FB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2933738"/>
            <a:ext cx="220445" cy="207477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998A5A4F-0CD5-B33E-CD6A-27FF43553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2455599"/>
            <a:ext cx="220445" cy="207477"/>
          </a:xfrm>
          <a:prstGeom prst="rect">
            <a:avLst/>
          </a:prstGeom>
        </p:spPr>
      </p:pic>
      <p:pic>
        <p:nvPicPr>
          <p:cNvPr id="9" name="그래픽 8">
            <a:extLst>
              <a:ext uri="{FF2B5EF4-FFF2-40B4-BE49-F238E27FC236}">
                <a16:creationId xmlns:a16="http://schemas.microsoft.com/office/drawing/2014/main" id="{168941E0-0D36-3049-CDC1-6CA19B9DF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1499321"/>
            <a:ext cx="220445" cy="207477"/>
          </a:xfrm>
          <a:prstGeom prst="rect">
            <a:avLst/>
          </a:prstGeom>
        </p:spPr>
      </p:pic>
      <p:pic>
        <p:nvPicPr>
          <p:cNvPr id="10" name="그래픽 9">
            <a:extLst>
              <a:ext uri="{FF2B5EF4-FFF2-40B4-BE49-F238E27FC236}">
                <a16:creationId xmlns:a16="http://schemas.microsoft.com/office/drawing/2014/main" id="{C75D74D0-99ED-21E2-2A56-A6BD54E5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3411877"/>
            <a:ext cx="220445" cy="207477"/>
          </a:xfrm>
          <a:prstGeom prst="rect">
            <a:avLst/>
          </a:prstGeom>
        </p:spPr>
      </p:pic>
      <p:pic>
        <p:nvPicPr>
          <p:cNvPr id="11" name="그래픽 10">
            <a:extLst>
              <a:ext uri="{FF2B5EF4-FFF2-40B4-BE49-F238E27FC236}">
                <a16:creationId xmlns:a16="http://schemas.microsoft.com/office/drawing/2014/main" id="{C2840B6C-326E-B7C9-F41A-97578B83D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4846294"/>
            <a:ext cx="220445" cy="207477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6081121B-EA0B-9A49-B65E-898E20E09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5802567"/>
            <a:ext cx="220445" cy="207477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E3E1AFEE-2A18-02D9-9CB1-9923BB06C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5324433"/>
            <a:ext cx="220445" cy="207477"/>
          </a:xfrm>
          <a:prstGeom prst="rect">
            <a:avLst/>
          </a:prstGeom>
        </p:spPr>
      </p:pic>
      <p:pic>
        <p:nvPicPr>
          <p:cNvPr id="14" name="그래픽 13">
            <a:extLst>
              <a:ext uri="{FF2B5EF4-FFF2-40B4-BE49-F238E27FC236}">
                <a16:creationId xmlns:a16="http://schemas.microsoft.com/office/drawing/2014/main" id="{C3F864CF-E1AB-4514-D49F-2B9C2B07E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3890016"/>
            <a:ext cx="220445" cy="207477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3F720CDD-AB8E-7ACD-6137-CC2B9BCA2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4368155"/>
            <a:ext cx="220445" cy="207477"/>
          </a:xfrm>
          <a:prstGeom prst="rect">
            <a:avLst/>
          </a:prstGeom>
        </p:spPr>
      </p:pic>
      <p:pic>
        <p:nvPicPr>
          <p:cNvPr id="16" name="그래픽 15">
            <a:extLst>
              <a:ext uri="{FF2B5EF4-FFF2-40B4-BE49-F238E27FC236}">
                <a16:creationId xmlns:a16="http://schemas.microsoft.com/office/drawing/2014/main" id="{EF84CD08-8A2C-11E9-9447-D4E4D955B6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428986"/>
            <a:ext cx="376089" cy="256425"/>
          </a:xfrm>
          <a:prstGeom prst="rect">
            <a:avLst/>
          </a:prstGeom>
        </p:spPr>
      </p:pic>
      <p:pic>
        <p:nvPicPr>
          <p:cNvPr id="17" name="그래픽 16">
            <a:extLst>
              <a:ext uri="{FF2B5EF4-FFF2-40B4-BE49-F238E27FC236}">
                <a16:creationId xmlns:a16="http://schemas.microsoft.com/office/drawing/2014/main" id="{7BE29D17-E03A-1998-6D08-C7E1CF6EFA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953523"/>
            <a:ext cx="376089" cy="256425"/>
          </a:xfrm>
          <a:prstGeom prst="rect">
            <a:avLst/>
          </a:prstGeom>
        </p:spPr>
      </p:pic>
      <p:pic>
        <p:nvPicPr>
          <p:cNvPr id="18" name="그래픽 17">
            <a:extLst>
              <a:ext uri="{FF2B5EF4-FFF2-40B4-BE49-F238E27FC236}">
                <a16:creationId xmlns:a16="http://schemas.microsoft.com/office/drawing/2014/main" id="{0F664FEA-3D8A-B5ED-F1AC-EBA75C2CA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1478060"/>
            <a:ext cx="376089" cy="256425"/>
          </a:xfrm>
          <a:prstGeom prst="rect">
            <a:avLst/>
          </a:prstGeom>
        </p:spPr>
      </p:pic>
      <p:pic>
        <p:nvPicPr>
          <p:cNvPr id="19" name="그래픽 18">
            <a:extLst>
              <a:ext uri="{FF2B5EF4-FFF2-40B4-BE49-F238E27FC236}">
                <a16:creationId xmlns:a16="http://schemas.microsoft.com/office/drawing/2014/main" id="{7562B7E1-237F-7ACE-AD51-15E22D4353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2002597"/>
            <a:ext cx="376089" cy="256425"/>
          </a:xfrm>
          <a:prstGeom prst="rect">
            <a:avLst/>
          </a:prstGeom>
        </p:spPr>
      </p:pic>
      <p:pic>
        <p:nvPicPr>
          <p:cNvPr id="20" name="그래픽 19">
            <a:extLst>
              <a:ext uri="{FF2B5EF4-FFF2-40B4-BE49-F238E27FC236}">
                <a16:creationId xmlns:a16="http://schemas.microsoft.com/office/drawing/2014/main" id="{35887862-BB42-9646-FD35-6AFF32504D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2527134"/>
            <a:ext cx="376089" cy="256425"/>
          </a:xfrm>
          <a:prstGeom prst="rect">
            <a:avLst/>
          </a:prstGeom>
        </p:spPr>
      </p:pic>
      <p:pic>
        <p:nvPicPr>
          <p:cNvPr id="21" name="그래픽 20">
            <a:extLst>
              <a:ext uri="{FF2B5EF4-FFF2-40B4-BE49-F238E27FC236}">
                <a16:creationId xmlns:a16="http://schemas.microsoft.com/office/drawing/2014/main" id="{9AF3CBF6-026E-AE0F-52BA-B0B57F8AAC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3576208"/>
            <a:ext cx="376089" cy="256425"/>
          </a:xfrm>
          <a:prstGeom prst="rect">
            <a:avLst/>
          </a:prstGeom>
        </p:spPr>
      </p:pic>
      <p:pic>
        <p:nvPicPr>
          <p:cNvPr id="22" name="그래픽 21">
            <a:extLst>
              <a:ext uri="{FF2B5EF4-FFF2-40B4-BE49-F238E27FC236}">
                <a16:creationId xmlns:a16="http://schemas.microsoft.com/office/drawing/2014/main" id="{8C383EFE-54BA-5B63-F866-9C0E6E2102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3051671"/>
            <a:ext cx="376089" cy="256425"/>
          </a:xfrm>
          <a:prstGeom prst="rect">
            <a:avLst/>
          </a:prstGeom>
        </p:spPr>
      </p:pic>
      <p:pic>
        <p:nvPicPr>
          <p:cNvPr id="23" name="그래픽 22">
            <a:extLst>
              <a:ext uri="{FF2B5EF4-FFF2-40B4-BE49-F238E27FC236}">
                <a16:creationId xmlns:a16="http://schemas.microsoft.com/office/drawing/2014/main" id="{6C553125-08E0-F0B1-4A1E-DAD898471A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5149819"/>
            <a:ext cx="376089" cy="256425"/>
          </a:xfrm>
          <a:prstGeom prst="rect">
            <a:avLst/>
          </a:prstGeom>
        </p:spPr>
      </p:pic>
      <p:pic>
        <p:nvPicPr>
          <p:cNvPr id="24" name="그래픽 23">
            <a:extLst>
              <a:ext uri="{FF2B5EF4-FFF2-40B4-BE49-F238E27FC236}">
                <a16:creationId xmlns:a16="http://schemas.microsoft.com/office/drawing/2014/main" id="{2D8BF631-81BB-982C-408E-0F7AB4BBA8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4625282"/>
            <a:ext cx="376089" cy="256425"/>
          </a:xfrm>
          <a:prstGeom prst="rect">
            <a:avLst/>
          </a:prstGeom>
        </p:spPr>
      </p:pic>
      <p:pic>
        <p:nvPicPr>
          <p:cNvPr id="25" name="그래픽 24">
            <a:extLst>
              <a:ext uri="{FF2B5EF4-FFF2-40B4-BE49-F238E27FC236}">
                <a16:creationId xmlns:a16="http://schemas.microsoft.com/office/drawing/2014/main" id="{60F77D1A-8CC9-F557-7519-839586EFB4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4100745"/>
            <a:ext cx="376089" cy="256425"/>
          </a:xfrm>
          <a:prstGeom prst="rect">
            <a:avLst/>
          </a:prstGeom>
        </p:spPr>
      </p:pic>
      <p:pic>
        <p:nvPicPr>
          <p:cNvPr id="26" name="그래픽 25">
            <a:extLst>
              <a:ext uri="{FF2B5EF4-FFF2-40B4-BE49-F238E27FC236}">
                <a16:creationId xmlns:a16="http://schemas.microsoft.com/office/drawing/2014/main" id="{213FE3C7-F3D9-D3A7-4C7D-B6F35C81A2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5674354"/>
            <a:ext cx="376089" cy="25642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C3CF1D7-1189-098B-9095-2F5430C39090}"/>
              </a:ext>
            </a:extLst>
          </p:cNvPr>
          <p:cNvSpPr txBox="1"/>
          <p:nvPr/>
        </p:nvSpPr>
        <p:spPr>
          <a:xfrm>
            <a:off x="1503637" y="51975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7C7B98-3A76-9F2D-CA0F-A9003DC42F14}"/>
              </a:ext>
            </a:extLst>
          </p:cNvPr>
          <p:cNvSpPr txBox="1"/>
          <p:nvPr/>
        </p:nvSpPr>
        <p:spPr>
          <a:xfrm>
            <a:off x="1503636" y="100180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9CEECE-CB18-C1EC-F049-D6CE8970C79C}"/>
              </a:ext>
            </a:extLst>
          </p:cNvPr>
          <p:cNvSpPr txBox="1"/>
          <p:nvPr/>
        </p:nvSpPr>
        <p:spPr>
          <a:xfrm>
            <a:off x="1503637" y="1456661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503859-E9EE-FEB9-9779-A5F5BBE6B98E}"/>
              </a:ext>
            </a:extLst>
          </p:cNvPr>
          <p:cNvSpPr txBox="1"/>
          <p:nvPr/>
        </p:nvSpPr>
        <p:spPr>
          <a:xfrm>
            <a:off x="1503636" y="1938716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AE1DBF-4483-DC9A-BB9E-DD749EDFE3BC}"/>
              </a:ext>
            </a:extLst>
          </p:cNvPr>
          <p:cNvSpPr txBox="1"/>
          <p:nvPr/>
        </p:nvSpPr>
        <p:spPr>
          <a:xfrm>
            <a:off x="1503637" y="245559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4FFF6B-1101-E718-8EC7-1B2F4F06F176}"/>
              </a:ext>
            </a:extLst>
          </p:cNvPr>
          <p:cNvSpPr txBox="1"/>
          <p:nvPr/>
        </p:nvSpPr>
        <p:spPr>
          <a:xfrm>
            <a:off x="1503636" y="293765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E2623C-C55C-A573-46BD-0EE5FD3213B2}"/>
              </a:ext>
            </a:extLst>
          </p:cNvPr>
          <p:cNvSpPr txBox="1"/>
          <p:nvPr/>
        </p:nvSpPr>
        <p:spPr>
          <a:xfrm>
            <a:off x="1503636" y="3369217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0C515D-08DF-1F67-2479-196E7EDF48D3}"/>
              </a:ext>
            </a:extLst>
          </p:cNvPr>
          <p:cNvSpPr txBox="1"/>
          <p:nvPr/>
        </p:nvSpPr>
        <p:spPr>
          <a:xfrm>
            <a:off x="1503635" y="3851272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CECE4A-7860-0EEB-7EBF-4D16D374EF6F}"/>
              </a:ext>
            </a:extLst>
          </p:cNvPr>
          <p:cNvSpPr txBox="1"/>
          <p:nvPr/>
        </p:nvSpPr>
        <p:spPr>
          <a:xfrm>
            <a:off x="1503635" y="435044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DDC8EF-6ED6-F923-E247-61F140F67840}"/>
              </a:ext>
            </a:extLst>
          </p:cNvPr>
          <p:cNvSpPr txBox="1"/>
          <p:nvPr/>
        </p:nvSpPr>
        <p:spPr>
          <a:xfrm>
            <a:off x="1503634" y="483249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C1FB16-1A68-1CE2-0F15-FE2A981EED50}"/>
              </a:ext>
            </a:extLst>
          </p:cNvPr>
          <p:cNvSpPr txBox="1"/>
          <p:nvPr/>
        </p:nvSpPr>
        <p:spPr>
          <a:xfrm>
            <a:off x="1503634" y="5317035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EFA6EA-1960-36AF-7D60-639455B9105F}"/>
              </a:ext>
            </a:extLst>
          </p:cNvPr>
          <p:cNvSpPr txBox="1"/>
          <p:nvPr/>
        </p:nvSpPr>
        <p:spPr>
          <a:xfrm>
            <a:off x="1503633" y="5799090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2F9177-6D90-26DD-CD38-7A116480739B}"/>
              </a:ext>
            </a:extLst>
          </p:cNvPr>
          <p:cNvSpPr txBox="1"/>
          <p:nvPr/>
        </p:nvSpPr>
        <p:spPr>
          <a:xfrm>
            <a:off x="4361536" y="428986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272ABD-AFE0-7E02-423D-FE9B725007DE}"/>
              </a:ext>
            </a:extLst>
          </p:cNvPr>
          <p:cNvSpPr txBox="1"/>
          <p:nvPr/>
        </p:nvSpPr>
        <p:spPr>
          <a:xfrm>
            <a:off x="4361535" y="955722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B586CF-E85C-3B69-E23D-583E22C7679B}"/>
              </a:ext>
            </a:extLst>
          </p:cNvPr>
          <p:cNvSpPr txBox="1"/>
          <p:nvPr/>
        </p:nvSpPr>
        <p:spPr>
          <a:xfrm>
            <a:off x="4361536" y="1482458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6E844A-386F-D4EE-245D-54307715A698}"/>
              </a:ext>
            </a:extLst>
          </p:cNvPr>
          <p:cNvSpPr txBox="1"/>
          <p:nvPr/>
        </p:nvSpPr>
        <p:spPr>
          <a:xfrm>
            <a:off x="4361535" y="200919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8FBE5E-3803-3B8D-CE66-03AC65E1CB4D}"/>
              </a:ext>
            </a:extLst>
          </p:cNvPr>
          <p:cNvSpPr txBox="1"/>
          <p:nvPr/>
        </p:nvSpPr>
        <p:spPr>
          <a:xfrm>
            <a:off x="4361536" y="2535930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CE075C-0A3D-9381-23B0-FC795A7CA136}"/>
              </a:ext>
            </a:extLst>
          </p:cNvPr>
          <p:cNvSpPr txBox="1"/>
          <p:nvPr/>
        </p:nvSpPr>
        <p:spPr>
          <a:xfrm>
            <a:off x="4361535" y="3062666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E4D10E-08DE-AB7C-3A4B-1B0091B0A9D3}"/>
              </a:ext>
            </a:extLst>
          </p:cNvPr>
          <p:cNvSpPr txBox="1"/>
          <p:nvPr/>
        </p:nvSpPr>
        <p:spPr>
          <a:xfrm>
            <a:off x="4361535" y="3589402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2D327A-59D6-69E5-0411-B6C3D5DE66C8}"/>
              </a:ext>
            </a:extLst>
          </p:cNvPr>
          <p:cNvSpPr txBox="1"/>
          <p:nvPr/>
        </p:nvSpPr>
        <p:spPr>
          <a:xfrm>
            <a:off x="4361534" y="4116138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F21592-3275-21AC-2A51-F602CE102D21}"/>
              </a:ext>
            </a:extLst>
          </p:cNvPr>
          <p:cNvSpPr txBox="1"/>
          <p:nvPr/>
        </p:nvSpPr>
        <p:spPr>
          <a:xfrm>
            <a:off x="4361534" y="464287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2E9A5F0-5A41-620D-55EF-75B84C52065B}"/>
              </a:ext>
            </a:extLst>
          </p:cNvPr>
          <p:cNvSpPr txBox="1"/>
          <p:nvPr/>
        </p:nvSpPr>
        <p:spPr>
          <a:xfrm>
            <a:off x="4361533" y="5169610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363ED9-2DF6-57EB-639A-71AE17305850}"/>
              </a:ext>
            </a:extLst>
          </p:cNvPr>
          <p:cNvSpPr txBox="1"/>
          <p:nvPr/>
        </p:nvSpPr>
        <p:spPr>
          <a:xfrm>
            <a:off x="4361533" y="569634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pic>
        <p:nvPicPr>
          <p:cNvPr id="53" name="Picture 2" descr="Data server ">
            <a:extLst>
              <a:ext uri="{FF2B5EF4-FFF2-40B4-BE49-F238E27FC236}">
                <a16:creationId xmlns:a16="http://schemas.microsoft.com/office/drawing/2014/main" id="{0962AFE4-7C6E-0FF2-951E-14A50FFEC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3780" y="419768"/>
            <a:ext cx="474489" cy="474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BD8DDE5C-2FB0-C362-1085-F0AE90AA69EA}"/>
              </a:ext>
            </a:extLst>
          </p:cNvPr>
          <p:cNvSpPr txBox="1"/>
          <p:nvPr/>
        </p:nvSpPr>
        <p:spPr>
          <a:xfrm>
            <a:off x="7568269" y="422420"/>
            <a:ext cx="5838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DNS_1</a:t>
            </a:r>
            <a:endParaRPr lang="ko-KR" altLang="en-US" sz="10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2A0BCA7-7115-5DE7-554C-341A6AFA67D7}"/>
              </a:ext>
            </a:extLst>
          </p:cNvPr>
          <p:cNvSpPr txBox="1"/>
          <p:nvPr/>
        </p:nvSpPr>
        <p:spPr>
          <a:xfrm>
            <a:off x="7568269" y="682953"/>
            <a:ext cx="5838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DNS_2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207305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361</Words>
  <Application>Microsoft Office PowerPoint</Application>
  <PresentationFormat>와이드스크린</PresentationFormat>
  <Paragraphs>172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33</cp:revision>
  <dcterms:created xsi:type="dcterms:W3CDTF">2025-10-27T08:02:19Z</dcterms:created>
  <dcterms:modified xsi:type="dcterms:W3CDTF">2025-10-28T03:27:56Z</dcterms:modified>
</cp:coreProperties>
</file>