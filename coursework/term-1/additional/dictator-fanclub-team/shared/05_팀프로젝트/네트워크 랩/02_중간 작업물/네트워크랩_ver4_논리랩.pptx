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 flipV="1">
            <a:off x="4702773" y="722410"/>
            <a:ext cx="1184220" cy="11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9943271" y="2634600"/>
            <a:ext cx="0" cy="12184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55226" y="2378175"/>
            <a:ext cx="376089" cy="25642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5231824-0A51-0B1B-0A79-0065350EE66A}"/>
              </a:ext>
            </a:extLst>
          </p:cNvPr>
          <p:cNvSpPr txBox="1"/>
          <p:nvPr/>
        </p:nvSpPr>
        <p:spPr>
          <a:xfrm>
            <a:off x="9593085" y="3342611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1882DC3-0C57-8A8A-A659-621ABCD838A7}"/>
              </a:ext>
            </a:extLst>
          </p:cNvPr>
          <p:cNvSpPr txBox="1"/>
          <p:nvPr/>
        </p:nvSpPr>
        <p:spPr>
          <a:xfrm>
            <a:off x="8493431" y="3360973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877084" y="5163289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8200356" y="5160460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91574" y="3863171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3"/>
            <a:endCxn id="44" idx="1"/>
          </p:cNvCxnSpPr>
          <p:nvPr/>
        </p:nvCxnSpPr>
        <p:spPr>
          <a:xfrm flipH="1">
            <a:off x="8691574" y="3956772"/>
            <a:ext cx="1361919" cy="101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65" y="492339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265" y="492339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8591301" y="4070648"/>
            <a:ext cx="210496" cy="852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801797" y="4070648"/>
            <a:ext cx="362504" cy="852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88518" y="3956772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0"/>
          </p:cNvCxnSpPr>
          <p:nvPr/>
        </p:nvCxnSpPr>
        <p:spPr>
          <a:xfrm flipH="1" flipV="1">
            <a:off x="7298741" y="3956772"/>
            <a:ext cx="1392833" cy="10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414" y="497213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247" y="497213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A447AF5-962D-D063-EEA5-44A3C17265FF}"/>
              </a:ext>
            </a:extLst>
          </p:cNvPr>
          <p:cNvCxnSpPr>
            <a:cxnSpLocks/>
            <a:stCxn id="76" idx="2"/>
            <a:endCxn id="81" idx="0"/>
          </p:cNvCxnSpPr>
          <p:nvPr/>
        </p:nvCxnSpPr>
        <p:spPr>
          <a:xfrm flipH="1">
            <a:off x="6811450" y="4164249"/>
            <a:ext cx="487291" cy="8078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0EF6B19B-63E7-AC67-1623-E51EC55DA149}"/>
              </a:ext>
            </a:extLst>
          </p:cNvPr>
          <p:cNvCxnSpPr>
            <a:cxnSpLocks/>
            <a:stCxn id="89" idx="0"/>
            <a:endCxn id="82" idx="0"/>
          </p:cNvCxnSpPr>
          <p:nvPr/>
        </p:nvCxnSpPr>
        <p:spPr>
          <a:xfrm>
            <a:off x="7286905" y="4202043"/>
            <a:ext cx="378" cy="770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926447" y="5241236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6294294" y="5260905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924" y="497212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89" idx="0"/>
            <a:endCxn id="98" idx="0"/>
          </p:cNvCxnSpPr>
          <p:nvPr/>
        </p:nvCxnSpPr>
        <p:spPr>
          <a:xfrm>
            <a:off x="7286905" y="4202043"/>
            <a:ext cx="581055" cy="7700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603454" y="5238407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50"/>
                </a:solidFill>
              </a:rPr>
              <a:t>VLAN 30</a:t>
            </a:r>
            <a:endParaRPr lang="ko-KR" altLang="en-US" sz="10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73F177-50C6-776E-8726-3A6F58AC1B15}"/>
              </a:ext>
            </a:extLst>
          </p:cNvPr>
          <p:cNvSpPr txBox="1"/>
          <p:nvPr/>
        </p:nvSpPr>
        <p:spPr>
          <a:xfrm>
            <a:off x="6959455" y="4202043"/>
            <a:ext cx="654899" cy="577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9041" y="1497727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303" y="5263076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11750" y="5256771"/>
            <a:ext cx="220445" cy="207477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939525" y="5029427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712768" y="5009756"/>
            <a:ext cx="9205" cy="24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790" y="5822630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41" y="5822630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565" y="5822630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  <a:endCxn id="201" idx="0"/>
          </p:cNvCxnSpPr>
          <p:nvPr/>
        </p:nvCxnSpPr>
        <p:spPr>
          <a:xfrm>
            <a:off x="3721973" y="5464248"/>
            <a:ext cx="245151" cy="3149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581601" y="5464248"/>
            <a:ext cx="140372" cy="358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676826" y="5470553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  <a:stCxn id="133" idx="2"/>
            <a:endCxn id="146" idx="0"/>
          </p:cNvCxnSpPr>
          <p:nvPr/>
        </p:nvCxnSpPr>
        <p:spPr>
          <a:xfrm>
            <a:off x="2939526" y="5470553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89405FB-9D78-E77C-0217-A111B4A3B204}"/>
              </a:ext>
            </a:extLst>
          </p:cNvPr>
          <p:cNvSpPr txBox="1"/>
          <p:nvPr/>
        </p:nvSpPr>
        <p:spPr>
          <a:xfrm>
            <a:off x="2643134" y="4614667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B1D44DC-D692-ECC3-3911-EF5C5D9DE473}"/>
              </a:ext>
            </a:extLst>
          </p:cNvPr>
          <p:cNvSpPr txBox="1"/>
          <p:nvPr/>
        </p:nvSpPr>
        <p:spPr>
          <a:xfrm>
            <a:off x="2973364" y="3621894"/>
            <a:ext cx="65489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Summary routing</a:t>
            </a:r>
          </a:p>
          <a:p>
            <a:pPr algn="ctr"/>
            <a:r>
              <a:rPr lang="en-US" altLang="ko-KR" sz="800" b="1" dirty="0"/>
              <a:t>/RB</a:t>
            </a:r>
          </a:p>
        </p:txBody>
      </p: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07593" y="4849520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80836" y="4829849"/>
            <a:ext cx="263863" cy="179907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939525" y="4527278"/>
            <a:ext cx="362198" cy="322242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411045" cy="30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672" y="577921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" name="TextBox 203">
            <a:extLst>
              <a:ext uri="{FF2B5EF4-FFF2-40B4-BE49-F238E27FC236}">
                <a16:creationId xmlns:a16="http://schemas.microsoft.com/office/drawing/2014/main" id="{CE3F618C-3CD1-DDFF-1D46-EF3772D658B6}"/>
              </a:ext>
            </a:extLst>
          </p:cNvPr>
          <p:cNvSpPr txBox="1"/>
          <p:nvPr/>
        </p:nvSpPr>
        <p:spPr>
          <a:xfrm>
            <a:off x="3696857" y="6087816"/>
            <a:ext cx="540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DHCP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830CD18B-9E2B-B8F5-012F-5288ABB08CFD}"/>
              </a:ext>
            </a:extLst>
          </p:cNvPr>
          <p:cNvSpPr txBox="1"/>
          <p:nvPr/>
        </p:nvSpPr>
        <p:spPr>
          <a:xfrm>
            <a:off x="5054281" y="4511491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XRDP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4FFAE41D-1D3F-0BB2-AAAD-F74BE165AD44}"/>
              </a:ext>
            </a:extLst>
          </p:cNvPr>
          <p:cNvSpPr txBox="1"/>
          <p:nvPr/>
        </p:nvSpPr>
        <p:spPr>
          <a:xfrm>
            <a:off x="5054281" y="3777392"/>
            <a:ext cx="542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LAMP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VNC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BC4DF94-88D9-EDAB-14BA-6876B0566835}"/>
              </a:ext>
            </a:extLst>
          </p:cNvPr>
          <p:cNvSpPr txBox="1"/>
          <p:nvPr/>
        </p:nvSpPr>
        <p:spPr>
          <a:xfrm>
            <a:off x="4958658" y="3049011"/>
            <a:ext cx="785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DNS/VH</a:t>
            </a:r>
          </a:p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14" name="오른쪽 중괄호 213">
            <a:extLst>
              <a:ext uri="{FF2B5EF4-FFF2-40B4-BE49-F238E27FC236}">
                <a16:creationId xmlns:a16="http://schemas.microsoft.com/office/drawing/2014/main" id="{B7153618-2F97-D895-6D20-F2BFE9541198}"/>
              </a:ext>
            </a:extLst>
          </p:cNvPr>
          <p:cNvSpPr/>
          <p:nvPr/>
        </p:nvSpPr>
        <p:spPr>
          <a:xfrm>
            <a:off x="5572629" y="3584524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5EA339A-4A5C-75BB-5AC5-89B21A12484B}"/>
              </a:ext>
            </a:extLst>
          </p:cNvPr>
          <p:cNvSpPr txBox="1"/>
          <p:nvPr/>
        </p:nvSpPr>
        <p:spPr>
          <a:xfrm>
            <a:off x="5663762" y="3816464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4FBEBA28-2428-17C4-36C6-941569A0F9E0}"/>
              </a:ext>
            </a:extLst>
          </p:cNvPr>
          <p:cNvCxnSpPr>
            <a:cxnSpLocks/>
          </p:cNvCxnSpPr>
          <p:nvPr/>
        </p:nvCxnSpPr>
        <p:spPr>
          <a:xfrm flipH="1">
            <a:off x="3489766" y="2587865"/>
            <a:ext cx="626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4DFFE304-1738-9A2F-9095-FC917B851879}"/>
              </a:ext>
            </a:extLst>
          </p:cNvPr>
          <p:cNvSpPr txBox="1"/>
          <p:nvPr/>
        </p:nvSpPr>
        <p:spPr>
          <a:xfrm>
            <a:off x="3554969" y="4578042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6993" y="477368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459860" y="989578"/>
            <a:ext cx="7226" cy="508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6132409" y="590700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6581736" y="1118109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236358" y="1572486"/>
            <a:ext cx="2165526" cy="2173882"/>
            <a:chOff x="1211803" y="409869"/>
            <a:chExt cx="2165526" cy="2173882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299" name="Picture 30" descr="Server ">
              <a:extLst>
                <a:ext uri="{FF2B5EF4-FFF2-40B4-BE49-F238E27FC236}">
                  <a16:creationId xmlns:a16="http://schemas.microsoft.com/office/drawing/2014/main" id="{CE27943F-D69B-9BE1-8883-EC4A96A1B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587073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2660" y="13923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E2FD5AA6-EA83-0C41-924A-8A6306048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112143" y="1392371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BC4A7BEF-616B-F566-7CD2-ED2B741C3C8D}"/>
                </a:ext>
              </a:extLst>
            </p:cNvPr>
            <p:cNvCxnSpPr>
              <a:cxnSpLocks/>
              <a:stCxn id="299" idx="0"/>
              <a:endCxn id="302" idx="3"/>
            </p:cNvCxnSpPr>
            <p:nvPr/>
          </p:nvCxnSpPr>
          <p:spPr>
            <a:xfrm rot="16200000">
              <a:off x="1977536" y="1059548"/>
              <a:ext cx="340137" cy="5906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340329" y="1287446"/>
              <a:ext cx="207544" cy="23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67380ED5-4816-0293-A0D3-8C4747C30785}"/>
                </a:ext>
              </a:extLst>
            </p:cNvPr>
            <p:cNvCxnSpPr>
              <a:cxnSpLocks/>
              <a:stCxn id="301" idx="1"/>
              <a:endCxn id="302" idx="3"/>
            </p:cNvCxnSpPr>
            <p:nvPr/>
          </p:nvCxnSpPr>
          <p:spPr>
            <a:xfrm rot="16200000" flipV="1">
              <a:off x="2740070" y="887705"/>
              <a:ext cx="207546" cy="8017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" name="TextBox 314">
              <a:extLst>
                <a:ext uri="{FF2B5EF4-FFF2-40B4-BE49-F238E27FC236}">
                  <a16:creationId xmlns:a16="http://schemas.microsoft.com/office/drawing/2014/main" id="{0A582C6B-720B-2CEB-9167-EA85C64ECF7E}"/>
                </a:ext>
              </a:extLst>
            </p:cNvPr>
            <p:cNvSpPr txBox="1"/>
            <p:nvPr/>
          </p:nvSpPr>
          <p:spPr>
            <a:xfrm rot="5400000">
              <a:off x="982894" y="1324802"/>
              <a:ext cx="8579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1 - RAID10</a:t>
              </a:r>
            </a:p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SSD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006E96B7-4F7B-8858-0931-87F52626C295}"/>
                </a:ext>
              </a:extLst>
            </p:cNvPr>
            <p:cNvSpPr txBox="1"/>
            <p:nvPr/>
          </p:nvSpPr>
          <p:spPr>
            <a:xfrm rot="5400000">
              <a:off x="1705436" y="1296751"/>
              <a:ext cx="8579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2 - RAID10</a:t>
              </a:r>
            </a:p>
            <a:p>
              <a:pPr algn="ctr"/>
              <a:r>
                <a:rPr lang="en-US" altLang="ko-KR" sz="1000" b="1" dirty="0">
                  <a:solidFill>
                    <a:srgbClr val="0000CC"/>
                  </a:solidFill>
                </a:rPr>
                <a:t>HDD</a:t>
              </a:r>
              <a:endParaRPr lang="ko-KR" altLang="en-US" sz="1000" b="1" dirty="0">
                <a:solidFill>
                  <a:srgbClr val="0000CC"/>
                </a:solidFill>
              </a:endParaRPr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E4A00C46-0F58-D130-A3DE-A27BF68866D4}"/>
                </a:ext>
              </a:extLst>
            </p:cNvPr>
            <p:cNvSpPr txBox="1"/>
            <p:nvPr/>
          </p:nvSpPr>
          <p:spPr>
            <a:xfrm rot="5400000">
              <a:off x="2565111" y="1313080"/>
              <a:ext cx="7841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ED7D31"/>
                  </a:solidFill>
                </a:rPr>
                <a:t>2 - RAID5</a:t>
              </a:r>
            </a:p>
            <a:p>
              <a:pPr algn="ctr"/>
              <a:r>
                <a:rPr lang="en-US" altLang="ko-KR" sz="1000" b="1" dirty="0">
                  <a:solidFill>
                    <a:srgbClr val="ED7D31"/>
                  </a:solidFill>
                </a:rPr>
                <a:t>HDD</a:t>
              </a:r>
              <a:endParaRPr lang="ko-KR" altLang="en-US" sz="1000" b="1" dirty="0">
                <a:solidFill>
                  <a:srgbClr val="ED7D31"/>
                </a:solidFill>
              </a:endParaRPr>
            </a:p>
          </p:txBody>
        </p:sp>
        <p:sp>
          <p:nvSpPr>
            <p:cNvPr id="318" name="오른쪽 중괄호 317">
              <a:extLst>
                <a:ext uri="{FF2B5EF4-FFF2-40B4-BE49-F238E27FC236}">
                  <a16:creationId xmlns:a16="http://schemas.microsoft.com/office/drawing/2014/main" id="{A28D83D0-C7D1-D393-8FA0-8BC2DCF8303E}"/>
                </a:ext>
              </a:extLst>
            </p:cNvPr>
            <p:cNvSpPr/>
            <p:nvPr/>
          </p:nvSpPr>
          <p:spPr>
            <a:xfrm rot="5400000">
              <a:off x="2686582" y="1530541"/>
              <a:ext cx="256425" cy="786011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42EA9F83-04AF-732F-BCB4-95F9D129FF41}"/>
                </a:ext>
              </a:extLst>
            </p:cNvPr>
            <p:cNvSpPr txBox="1"/>
            <p:nvPr/>
          </p:nvSpPr>
          <p:spPr>
            <a:xfrm rot="5400000">
              <a:off x="2420786" y="2062591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FF0000"/>
                  </a:solidFill>
                </a:rPr>
                <a:t>NFS</a:t>
              </a:r>
              <a:endParaRPr lang="ko-KR" altLang="en-US" sz="1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FC741115-A395-6905-9AA7-1CC0C344622E}"/>
                </a:ext>
              </a:extLst>
            </p:cNvPr>
            <p:cNvCxnSpPr>
              <a:stCxn id="301" idx="0"/>
              <a:endCxn id="301" idx="3"/>
            </p:cNvCxnSpPr>
            <p:nvPr/>
          </p:nvCxnSpPr>
          <p:spPr>
            <a:xfrm rot="16200000" flipH="1" flipV="1">
              <a:off x="3244736" y="1524964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1719214" y="1519022"/>
            <a:ext cx="56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4124576" y="544080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351" name="오른쪽 중괄호 350">
            <a:extLst>
              <a:ext uri="{FF2B5EF4-FFF2-40B4-BE49-F238E27FC236}">
                <a16:creationId xmlns:a16="http://schemas.microsoft.com/office/drawing/2014/main" id="{CD885811-D854-64A8-5D47-EF7A1A2035D9}"/>
              </a:ext>
            </a:extLst>
          </p:cNvPr>
          <p:cNvSpPr/>
          <p:nvPr/>
        </p:nvSpPr>
        <p:spPr>
          <a:xfrm>
            <a:off x="5699489" y="2938492"/>
            <a:ext cx="314904" cy="1506838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26A5FD6A-D4A7-8FCC-C037-6C3D5D4E2DA7}"/>
              </a:ext>
            </a:extLst>
          </p:cNvPr>
          <p:cNvSpPr txBox="1"/>
          <p:nvPr/>
        </p:nvSpPr>
        <p:spPr>
          <a:xfrm flipH="1">
            <a:off x="5846730" y="355354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SMB2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773" y="58981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9297024" y="794256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07508E-946E-3CA3-38C5-3AC02ADF9F4A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53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33048" y="3853033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939398" y="2081910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7963" y="133424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160" y="39147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5345" y="10408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1921" y="1579395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0626525" y="1432192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10619724" y="1154888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963073" y="619545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946034" y="1438846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8457808" y="1553243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10131315" y="374012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1247848" y="1017025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1247848" y="1578682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754152"/>
            <a:ext cx="2977320" cy="7522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  <a:stCxn id="71" idx="1"/>
            <a:endCxn id="113" idx="2"/>
          </p:cNvCxnSpPr>
          <p:nvPr/>
        </p:nvCxnSpPr>
        <p:spPr>
          <a:xfrm flipH="1" flipV="1">
            <a:off x="6467086" y="1754152"/>
            <a:ext cx="3288140" cy="7522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96968" y="131623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3880032" y="1020392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35194" y="390138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2710135" y="1644195"/>
            <a:ext cx="1357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Network manager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2833480" y="678916"/>
            <a:ext cx="1133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server manager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550098" y="547590"/>
            <a:ext cx="329934" cy="576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511872" y="1124131"/>
            <a:ext cx="368160" cy="349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오른쪽 중괄호 252">
            <a:extLst>
              <a:ext uri="{FF2B5EF4-FFF2-40B4-BE49-F238E27FC236}">
                <a16:creationId xmlns:a16="http://schemas.microsoft.com/office/drawing/2014/main" id="{0E42F611-7FEA-F608-EB55-4E871EEE4B92}"/>
              </a:ext>
            </a:extLst>
          </p:cNvPr>
          <p:cNvSpPr/>
          <p:nvPr/>
        </p:nvSpPr>
        <p:spPr>
          <a:xfrm flipH="1">
            <a:off x="2794174" y="532036"/>
            <a:ext cx="314904" cy="941649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F43B8B15-5557-D531-6568-D1056196164B}"/>
              </a:ext>
            </a:extLst>
          </p:cNvPr>
          <p:cNvSpPr txBox="1"/>
          <p:nvPr/>
        </p:nvSpPr>
        <p:spPr>
          <a:xfrm>
            <a:off x="2204573" y="90553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B0F0"/>
                </a:solidFill>
              </a:rPr>
              <a:t>SMB1</a:t>
            </a:r>
            <a:endParaRPr lang="ko-KR" altLang="en-US" sz="1000" b="1" dirty="0">
              <a:solidFill>
                <a:srgbClr val="00B0F0"/>
              </a:solidFill>
            </a:endParaRPr>
          </a:p>
        </p:txBody>
      </p: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100477" y="1111836"/>
            <a:ext cx="1418518" cy="122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8995" y="983623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886993" y="733473"/>
            <a:ext cx="8091" cy="378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직선 연결선 289">
            <a:extLst>
              <a:ext uri="{FF2B5EF4-FFF2-40B4-BE49-F238E27FC236}">
                <a16:creationId xmlns:a16="http://schemas.microsoft.com/office/drawing/2014/main" id="{DDAC1187-936E-DB69-ABC6-19B0391CC3AD}"/>
              </a:ext>
            </a:extLst>
          </p:cNvPr>
          <p:cNvCxnSpPr>
            <a:cxnSpLocks/>
            <a:stCxn id="301" idx="1"/>
            <a:endCxn id="325" idx="1"/>
          </p:cNvCxnSpPr>
          <p:nvPr/>
        </p:nvCxnSpPr>
        <p:spPr>
          <a:xfrm>
            <a:off x="1423560" y="1709257"/>
            <a:ext cx="295654" cy="98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95C866-AC45-EFCB-25E3-2E5B94A96B51}"/>
              </a:ext>
            </a:extLst>
          </p:cNvPr>
          <p:cNvSpPr txBox="1"/>
          <p:nvPr/>
        </p:nvSpPr>
        <p:spPr>
          <a:xfrm>
            <a:off x="5886993" y="2162731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10204113" y="5135617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VLAN 20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4294" y="489572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294" y="489572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9557955" y="5160102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VLAN 10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9918330" y="4060510"/>
            <a:ext cx="24941" cy="8352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943271" y="4060510"/>
            <a:ext cx="548059" cy="835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93</Words>
  <Application>Microsoft Office PowerPoint</Application>
  <PresentationFormat>와이드스크린</PresentationFormat>
  <Paragraphs>54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5</cp:revision>
  <dcterms:created xsi:type="dcterms:W3CDTF">2025-10-27T08:02:19Z</dcterms:created>
  <dcterms:modified xsi:type="dcterms:W3CDTF">2025-10-27T09:38:56Z</dcterms:modified>
</cp:coreProperties>
</file>