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6270" autoAdjust="0"/>
  </p:normalViewPr>
  <p:slideViewPr>
    <p:cSldViewPr snapToGrid="0">
      <p:cViewPr>
        <p:scale>
          <a:sx n="100" d="100"/>
          <a:sy n="100" d="100"/>
        </p:scale>
        <p:origin x="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86265-ECFC-4753-A74A-224FE6A0805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1D86A-9887-472B-B766-860CC634C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52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1D86A-9887-472B-B766-860CC634CC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077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0101-D4EC-ED98-0D76-B6DF8BFA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BDD47A-A671-72E0-303D-3CD00C1ED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9E770E-A274-5E79-B95B-0D21D6DF0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404656-C213-F194-EBFF-DB0BBE06F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1D86A-9887-472B-B766-860CC634CC4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44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endCxn id="2" idx="1"/>
          </p:cNvCxnSpPr>
          <p:nvPr/>
        </p:nvCxnSpPr>
        <p:spPr>
          <a:xfrm flipH="1">
            <a:off x="4450979" y="673316"/>
            <a:ext cx="739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451435" y="2637875"/>
            <a:ext cx="356" cy="122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3390" y="2381450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9152642" y="33014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6866138" y="33063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498490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414218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4638" y="385491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390694" y="3968740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75" y="491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33" y="491742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284861" y="4062390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284861" y="4062390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3676" y="3848436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121" y="3952175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191" y="494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97" y="492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874224" y="529392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6305579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82" y="492158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721218" y="4078017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963004" y="5311606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7857658" y="3299270"/>
            <a:ext cx="948768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7449" y="1547793"/>
            <a:ext cx="376089" cy="25642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3428410" y="4468742"/>
            <a:ext cx="426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3951301" y="3890834"/>
            <a:ext cx="377445" cy="347630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4328746" y="3890834"/>
            <a:ext cx="398671" cy="319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</p:cNvCxnSpPr>
          <p:nvPr/>
        </p:nvCxnSpPr>
        <p:spPr>
          <a:xfrm>
            <a:off x="2426517" y="3848436"/>
            <a:ext cx="18659" cy="971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4785047" y="446874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235" idx="0"/>
            <a:endCxn id="113" idx="2"/>
          </p:cNvCxnSpPr>
          <p:nvPr/>
        </p:nvCxnSpPr>
        <p:spPr>
          <a:xfrm flipV="1">
            <a:off x="5805493" y="1804218"/>
            <a:ext cx="1" cy="565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6872254" y="5527050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898428" y="540661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540723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822349" y="65351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1568" y="3865001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 flipH="1">
            <a:off x="9451435" y="1941172"/>
            <a:ext cx="13288" cy="44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288" y="119350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5" y="25073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70" y="9001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64" y="143744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67868" y="129024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45049" y="101415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88398" y="47880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71359" y="129810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8027522" y="1538112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557195" y="2799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774141" y="86569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774141" y="14273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235" idx="1"/>
            <a:endCxn id="114" idx="3"/>
          </p:cNvCxnSpPr>
          <p:nvPr/>
        </p:nvCxnSpPr>
        <p:spPr>
          <a:xfrm flipH="1" flipV="1">
            <a:off x="2608501" y="2069385"/>
            <a:ext cx="3026879" cy="443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  <a:stCxn id="71" idx="1"/>
            <a:endCxn id="235" idx="3"/>
          </p:cNvCxnSpPr>
          <p:nvPr/>
        </p:nvCxnSpPr>
        <p:spPr>
          <a:xfrm flipH="1">
            <a:off x="5975605" y="2509663"/>
            <a:ext cx="3287785" cy="2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65883" y="131657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780633" y="980823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50953" y="478810"/>
            <a:ext cx="314904" cy="38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3009953" y="1619733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1532821" y="522113"/>
            <a:ext cx="1133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465857" y="673316"/>
            <a:ext cx="314776" cy="411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159" idx="0"/>
          </p:cNvCxnSpPr>
          <p:nvPr/>
        </p:nvCxnSpPr>
        <p:spPr>
          <a:xfrm flipH="1">
            <a:off x="3493901" y="1084562"/>
            <a:ext cx="286732" cy="31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>
            <a:off x="4001078" y="1084562"/>
            <a:ext cx="786052" cy="11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130" y="968158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</p:cNvCxnSpPr>
          <p:nvPr/>
        </p:nvCxnSpPr>
        <p:spPr>
          <a:xfrm flipH="1" flipV="1">
            <a:off x="5155381" y="686392"/>
            <a:ext cx="1453" cy="44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392569" y="2083388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483699" y="53344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91" y="491148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577" y="491742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972891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235227" y="4072478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451791" y="4072478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4742715" y="11759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553688" y="16704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274FDB3C-75AC-E31F-D287-526114202F7A}"/>
              </a:ext>
            </a:extLst>
          </p:cNvPr>
          <p:cNvGrpSpPr/>
          <p:nvPr/>
        </p:nvGrpSpPr>
        <p:grpSpPr>
          <a:xfrm>
            <a:off x="2151132" y="1941172"/>
            <a:ext cx="503609" cy="256425"/>
            <a:chOff x="2840732" y="2419929"/>
            <a:chExt cx="503609" cy="256425"/>
          </a:xfrm>
        </p:grpSpPr>
        <p:pic>
          <p:nvPicPr>
            <p:cNvPr id="114" name="그래픽 113">
              <a:extLst>
                <a:ext uri="{FF2B5EF4-FFF2-40B4-BE49-F238E27FC236}">
                  <a16:creationId xmlns:a16="http://schemas.microsoft.com/office/drawing/2014/main" id="{FB4FB836-6416-CA55-693A-A41D16ADF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22012" y="2419929"/>
              <a:ext cx="376089" cy="25642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EF9AEA-07C5-86BB-93C9-105E26533C80}"/>
                </a:ext>
              </a:extLst>
            </p:cNvPr>
            <p:cNvSpPr txBox="1"/>
            <p:nvPr/>
          </p:nvSpPr>
          <p:spPr>
            <a:xfrm>
              <a:off x="2840732" y="245127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3</a:t>
              </a:r>
              <a:endParaRPr lang="ko-KR" altLang="en-US" sz="800" b="1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D794D71-8BBC-091C-18FD-9B2DB0BD5AA5}"/>
              </a:ext>
            </a:extLst>
          </p:cNvPr>
          <p:cNvGrpSpPr/>
          <p:nvPr/>
        </p:nvGrpSpPr>
        <p:grpSpPr>
          <a:xfrm>
            <a:off x="4076031" y="3634409"/>
            <a:ext cx="503609" cy="317765"/>
            <a:chOff x="1892237" y="4346875"/>
            <a:chExt cx="503609" cy="317765"/>
          </a:xfrm>
        </p:grpSpPr>
        <p:pic>
          <p:nvPicPr>
            <p:cNvPr id="119" name="그래픽 118">
              <a:extLst>
                <a:ext uri="{FF2B5EF4-FFF2-40B4-BE49-F238E27FC236}">
                  <a16:creationId xmlns:a16="http://schemas.microsoft.com/office/drawing/2014/main" id="{4111A750-C787-95A0-AA00-EB848A5E4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7" y="4346875"/>
              <a:ext cx="376089" cy="2564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1A5B80-E11C-AF89-587C-A511CD473F59}"/>
                </a:ext>
              </a:extLst>
            </p:cNvPr>
            <p:cNvSpPr txBox="1"/>
            <p:nvPr/>
          </p:nvSpPr>
          <p:spPr>
            <a:xfrm>
              <a:off x="1892237" y="444919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8</a:t>
              </a:r>
              <a:endParaRPr lang="ko-KR" altLang="en-US" sz="800" b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9052362" y="18378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58318" y="11522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614801" y="13699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818162" y="1377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404835" y="58167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857930" y="400329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787732" y="398633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9053606" y="40117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7201833" y="4038157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728225" y="4029964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002172" y="2885622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388246" y="5148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926092" y="51305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9009024" y="2846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375495" y="161341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375495" y="10944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467252" y="51479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8027843" y="51448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502220" y="51520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964402" y="5147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508506" y="513556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8085314" y="13947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42096" y="139920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2576" y="4894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C7743773-A020-2E09-9DA5-E58229D0B853}"/>
              </a:ext>
            </a:extLst>
          </p:cNvPr>
          <p:cNvGrpSpPr/>
          <p:nvPr/>
        </p:nvGrpSpPr>
        <p:grpSpPr>
          <a:xfrm>
            <a:off x="1280240" y="4748288"/>
            <a:ext cx="2203307" cy="1685652"/>
            <a:chOff x="2539830" y="5054396"/>
            <a:chExt cx="2203307" cy="1685652"/>
          </a:xfrm>
        </p:grpSpPr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26A5FD6A-D4A7-8FCC-C037-6C3D5D4E2DA7}"/>
                </a:ext>
              </a:extLst>
            </p:cNvPr>
            <p:cNvSpPr txBox="1"/>
            <p:nvPr/>
          </p:nvSpPr>
          <p:spPr>
            <a:xfrm flipH="1">
              <a:off x="3482540" y="6493827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B0F0"/>
                  </a:solidFill>
                </a:rPr>
                <a:t>SMB</a:t>
              </a:r>
              <a:endParaRPr lang="ko-KR" altLang="en-US" sz="1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52EB9E2-32DD-D9E8-C7A0-EDC16D3D5C0E}"/>
                </a:ext>
              </a:extLst>
            </p:cNvPr>
            <p:cNvGrpSpPr/>
            <p:nvPr/>
          </p:nvGrpSpPr>
          <p:grpSpPr>
            <a:xfrm rot="5400000">
              <a:off x="2845298" y="4748928"/>
              <a:ext cx="1592371" cy="2203307"/>
              <a:chOff x="3525260" y="2861409"/>
              <a:chExt cx="1592371" cy="2203307"/>
            </a:xfrm>
          </p:grpSpPr>
          <p:pic>
            <p:nvPicPr>
              <p:cNvPr id="206" name="Picture 2" descr="Data server ">
                <a:extLst>
                  <a:ext uri="{FF2B5EF4-FFF2-40B4-BE49-F238E27FC236}">
                    <a16:creationId xmlns:a16="http://schemas.microsoft.com/office/drawing/2014/main" id="{A2D426EA-34C8-015C-337B-9D62EB22D6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02705" y="4333910"/>
                <a:ext cx="314904" cy="314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" name="그래픽 206">
                <a:extLst>
                  <a:ext uri="{FF2B5EF4-FFF2-40B4-BE49-F238E27FC236}">
                    <a16:creationId xmlns:a16="http://schemas.microsoft.com/office/drawing/2014/main" id="{FDC193A5-78FC-5883-1418-D1EB9CC7B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525260" y="3804104"/>
                <a:ext cx="220445" cy="207477"/>
              </a:xfrm>
              <a:prstGeom prst="rect">
                <a:avLst/>
              </a:prstGeom>
            </p:spPr>
          </p:pic>
          <p:pic>
            <p:nvPicPr>
              <p:cNvPr id="208" name="Picture 2" descr="Data server ">
                <a:extLst>
                  <a:ext uri="{FF2B5EF4-FFF2-40B4-BE49-F238E27FC236}">
                    <a16:creationId xmlns:a16="http://schemas.microsoft.com/office/drawing/2014/main" id="{B2896F30-5010-2253-33D5-35F2F7FFF9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11871" y="3628165"/>
                <a:ext cx="314904" cy="314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9" name="Picture 2" descr="Data server ">
                <a:extLst>
                  <a:ext uri="{FF2B5EF4-FFF2-40B4-BE49-F238E27FC236}">
                    <a16:creationId xmlns:a16="http://schemas.microsoft.com/office/drawing/2014/main" id="{D58D63AF-024B-EAED-3991-2D923222ED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03493" y="2921118"/>
                <a:ext cx="314904" cy="314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830CD18B-9E2B-B8F5-012F-5288ABB08CFD}"/>
                  </a:ext>
                </a:extLst>
              </p:cNvPr>
              <p:cNvSpPr txBox="1"/>
              <p:nvPr/>
            </p:nvSpPr>
            <p:spPr>
              <a:xfrm rot="16041514">
                <a:off x="3986990" y="4593594"/>
                <a:ext cx="5421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accent2"/>
                    </a:solidFill>
                  </a:rPr>
                  <a:t>LAMP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accent2"/>
                    </a:solidFill>
                  </a:rPr>
                  <a:t>XRDP</a:t>
                </a:r>
                <a:endParaRPr lang="ko-KR" altLang="en-US" sz="10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4FFAE41D-1D3F-0BB2-AAAD-F74BE165AD44}"/>
                  </a:ext>
                </a:extLst>
              </p:cNvPr>
              <p:cNvSpPr txBox="1"/>
              <p:nvPr/>
            </p:nvSpPr>
            <p:spPr>
              <a:xfrm rot="16200000">
                <a:off x="3986991" y="3839306"/>
                <a:ext cx="5421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LAMP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VNC</a:t>
                </a:r>
                <a:endParaRPr lang="ko-KR" altLang="en-US" sz="10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6BC4DF94-88D9-EDAB-14BA-6876B0566835}"/>
                  </a:ext>
                </a:extLst>
              </p:cNvPr>
              <p:cNvSpPr txBox="1"/>
              <p:nvPr/>
            </p:nvSpPr>
            <p:spPr>
              <a:xfrm rot="16200000">
                <a:off x="4009602" y="3145788"/>
                <a:ext cx="511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DNS/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VH</a:t>
                </a:r>
              </a:p>
            </p:txBody>
          </p:sp>
          <p:sp>
            <p:nvSpPr>
              <p:cNvPr id="214" name="오른쪽 중괄호 213">
                <a:extLst>
                  <a:ext uri="{FF2B5EF4-FFF2-40B4-BE49-F238E27FC236}">
                    <a16:creationId xmlns:a16="http://schemas.microsoft.com/office/drawing/2014/main" id="{B7153618-2F97-D895-6D20-F2BFE9541198}"/>
                  </a:ext>
                </a:extLst>
              </p:cNvPr>
              <p:cNvSpPr/>
              <p:nvPr/>
            </p:nvSpPr>
            <p:spPr>
              <a:xfrm>
                <a:off x="4505338" y="3646438"/>
                <a:ext cx="314904" cy="730286"/>
              </a:xfrm>
              <a:prstGeom prst="righ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5EA339A-4A5C-75BB-5AC5-89B21A12484B}"/>
                  </a:ext>
                </a:extLst>
              </p:cNvPr>
              <p:cNvSpPr txBox="1"/>
              <p:nvPr/>
            </p:nvSpPr>
            <p:spPr>
              <a:xfrm rot="16200000">
                <a:off x="4596472" y="3878378"/>
                <a:ext cx="7960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</a:rPr>
                  <a:t>FTP</a:t>
                </a:r>
                <a:endParaRPr lang="ko-KR" altLang="en-US" sz="10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732E9C27-30A4-D8D5-BBF2-E806807D4A79}"/>
                  </a:ext>
                </a:extLst>
              </p:cNvPr>
              <p:cNvCxnSpPr>
                <a:cxnSpLocks/>
                <a:stCxn id="207" idx="3"/>
                <a:endCxn id="208" idx="1"/>
              </p:cNvCxnSpPr>
              <p:nvPr/>
            </p:nvCxnSpPr>
            <p:spPr>
              <a:xfrm rot="16200000" flipH="1">
                <a:off x="3989901" y="3663647"/>
                <a:ext cx="35226" cy="5236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631A82A9-ADA1-C49F-57DE-CED17AEC595E}"/>
                  </a:ext>
                </a:extLst>
              </p:cNvPr>
              <p:cNvCxnSpPr>
                <a:cxnSpLocks/>
                <a:stCxn id="207" idx="3"/>
                <a:endCxn id="206" idx="1"/>
              </p:cNvCxnSpPr>
              <p:nvPr/>
            </p:nvCxnSpPr>
            <p:spPr>
              <a:xfrm rot="16200000" flipH="1">
                <a:off x="3632446" y="4021102"/>
                <a:ext cx="740971" cy="5144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>
                <a:extLst>
                  <a:ext uri="{FF2B5EF4-FFF2-40B4-BE49-F238E27FC236}">
                    <a16:creationId xmlns:a16="http://schemas.microsoft.com/office/drawing/2014/main" id="{F28C88C6-D9CB-7EBB-4E7E-FC7B467745B7}"/>
                  </a:ext>
                </a:extLst>
              </p:cNvPr>
              <p:cNvCxnSpPr>
                <a:cxnSpLocks/>
                <a:stCxn id="207" idx="3"/>
                <a:endCxn id="209" idx="1"/>
              </p:cNvCxnSpPr>
              <p:nvPr/>
            </p:nvCxnSpPr>
            <p:spPr>
              <a:xfrm rot="16200000">
                <a:off x="3667414" y="3314313"/>
                <a:ext cx="671821" cy="515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1" name="오른쪽 중괄호 350">
                <a:extLst>
                  <a:ext uri="{FF2B5EF4-FFF2-40B4-BE49-F238E27FC236}">
                    <a16:creationId xmlns:a16="http://schemas.microsoft.com/office/drawing/2014/main" id="{CD885811-D854-64A8-5D47-EF7A1A2035D9}"/>
                  </a:ext>
                </a:extLst>
              </p:cNvPr>
              <p:cNvSpPr/>
              <p:nvPr/>
            </p:nvSpPr>
            <p:spPr>
              <a:xfrm>
                <a:off x="4632198" y="3126201"/>
                <a:ext cx="314904" cy="1381043"/>
              </a:xfrm>
              <a:prstGeom prst="rightBrace">
                <a:avLst/>
              </a:prstGeom>
              <a:ln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6702B6D-53BC-1CC1-BAC4-3BDAF93906EF}"/>
                  </a:ext>
                </a:extLst>
              </p:cNvPr>
              <p:cNvSpPr txBox="1"/>
              <p:nvPr/>
            </p:nvSpPr>
            <p:spPr>
              <a:xfrm rot="16200000">
                <a:off x="3388496" y="3976380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5</a:t>
                </a:r>
                <a:endParaRPr lang="ko-KR" altLang="en-US" sz="800" b="1" dirty="0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BA360BBE-DD88-89AF-B87C-F4BBBE88D0A1}"/>
                  </a:ext>
                </a:extLst>
              </p:cNvPr>
              <p:cNvSpPr txBox="1"/>
              <p:nvPr/>
            </p:nvSpPr>
            <p:spPr>
              <a:xfrm rot="16200000">
                <a:off x="4266114" y="4428431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4</a:t>
                </a:r>
                <a:endParaRPr lang="ko-KR" altLang="en-US" sz="800" b="1" dirty="0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2FDD2855-1A63-940A-4945-9DFD7A6B8964}"/>
                  </a:ext>
                </a:extLst>
              </p:cNvPr>
              <p:cNvSpPr txBox="1"/>
              <p:nvPr/>
            </p:nvSpPr>
            <p:spPr>
              <a:xfrm rot="16200000">
                <a:off x="4256006" y="366073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5</a:t>
                </a:r>
                <a:endParaRPr lang="ko-KR" altLang="en-US" sz="800" b="1" dirty="0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76925DE-2840-DCEF-8A06-A143A4002FAE}"/>
                  </a:ext>
                </a:extLst>
              </p:cNvPr>
              <p:cNvSpPr txBox="1"/>
              <p:nvPr/>
            </p:nvSpPr>
            <p:spPr>
              <a:xfrm rot="16200000">
                <a:off x="4274365" y="3005492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6</a:t>
                </a:r>
                <a:endParaRPr lang="ko-KR" altLang="en-US" sz="800" b="1" dirty="0"/>
              </a:p>
            </p:txBody>
          </p:sp>
        </p:grpSp>
      </p:grp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  <a:endCxn id="71" idx="3"/>
          </p:cNvCxnSpPr>
          <p:nvPr/>
        </p:nvCxnSpPr>
        <p:spPr>
          <a:xfrm flipH="1" flipV="1">
            <a:off x="9639479" y="2509663"/>
            <a:ext cx="753432" cy="21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92911" y="2427123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392" y="336596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065" y="33509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9209" y="3362725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888" y="336087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4583" y="2411452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10113428" y="2634600"/>
            <a:ext cx="389706" cy="731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503134" y="2634600"/>
            <a:ext cx="182967" cy="716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 flipV="1">
            <a:off x="10613356" y="2515191"/>
            <a:ext cx="701227" cy="15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263245" y="2618929"/>
            <a:ext cx="161561" cy="743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424806" y="2618929"/>
            <a:ext cx="323118" cy="741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86EDAF6-3559-A72C-293B-1AC3B39DC955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834234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401747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991913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447684" y="3532073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D98A665-F19A-4FFB-F59E-F9E9FE86D236}"/>
              </a:ext>
            </a:extLst>
          </p:cNvPr>
          <p:cNvSpPr txBox="1"/>
          <p:nvPr/>
        </p:nvSpPr>
        <p:spPr>
          <a:xfrm>
            <a:off x="9804471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0C32B4E-14B9-C103-14D3-C58C06AA90B7}"/>
              </a:ext>
            </a:extLst>
          </p:cNvPr>
          <p:cNvSpPr txBox="1"/>
          <p:nvPr/>
        </p:nvSpPr>
        <p:spPr>
          <a:xfrm>
            <a:off x="10919874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8229405-FC05-1813-6202-0171E93FA761}"/>
              </a:ext>
            </a:extLst>
          </p:cNvPr>
          <p:cNvSpPr txBox="1"/>
          <p:nvPr/>
        </p:nvSpPr>
        <p:spPr>
          <a:xfrm>
            <a:off x="10325438" y="3662934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C228417-7F38-344F-370F-F4866F9BDE69}"/>
              </a:ext>
            </a:extLst>
          </p:cNvPr>
          <p:cNvSpPr txBox="1"/>
          <p:nvPr/>
        </p:nvSpPr>
        <p:spPr>
          <a:xfrm>
            <a:off x="11397561" y="3672774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FB7DAF1-0868-0782-51FD-F7929C9FA0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71" y="-566286"/>
            <a:ext cx="340225" cy="286221"/>
          </a:xfrm>
          <a:prstGeom prst="rect">
            <a:avLst/>
          </a:prstGeom>
        </p:spPr>
      </p:pic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DC7533B-8A79-98F6-C64D-8397D4F8144E}"/>
              </a:ext>
            </a:extLst>
          </p:cNvPr>
          <p:cNvCxnSpPr>
            <a:cxnSpLocks/>
            <a:stCxn id="235" idx="2"/>
            <a:endCxn id="115" idx="0"/>
          </p:cNvCxnSpPr>
          <p:nvPr/>
        </p:nvCxnSpPr>
        <p:spPr>
          <a:xfrm flipH="1">
            <a:off x="5791635" y="2655567"/>
            <a:ext cx="13858" cy="978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789977F3-0DDE-27B5-225D-997075A5D499}"/>
              </a:ext>
            </a:extLst>
          </p:cNvPr>
          <p:cNvSpPr txBox="1"/>
          <p:nvPr/>
        </p:nvSpPr>
        <p:spPr>
          <a:xfrm>
            <a:off x="9199629" y="2520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AD5FCB2C-347C-12CE-B39B-EE42CDE52240}"/>
              </a:ext>
            </a:extLst>
          </p:cNvPr>
          <p:cNvSpPr txBox="1"/>
          <p:nvPr/>
        </p:nvSpPr>
        <p:spPr>
          <a:xfrm>
            <a:off x="5449528" y="26346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6BE993C-95D0-0CA2-BAD3-D0F64BED5158}"/>
              </a:ext>
            </a:extLst>
          </p:cNvPr>
          <p:cNvSpPr txBox="1"/>
          <p:nvPr/>
        </p:nvSpPr>
        <p:spPr>
          <a:xfrm>
            <a:off x="5392569" y="446480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FAF5662-8D36-6841-3EAE-DC5D9262461E}"/>
              </a:ext>
            </a:extLst>
          </p:cNvPr>
          <p:cNvCxnSpPr>
            <a:cxnSpLocks/>
            <a:stCxn id="113" idx="0"/>
            <a:endCxn id="261" idx="2"/>
          </p:cNvCxnSpPr>
          <p:nvPr/>
        </p:nvCxnSpPr>
        <p:spPr>
          <a:xfrm flipH="1" flipV="1">
            <a:off x="5805493" y="804121"/>
            <a:ext cx="1" cy="743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5495908" y="1147864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5210" y="417211"/>
            <a:ext cx="1340565" cy="51221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447863" y="542511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6837094-3429-2033-C4A3-9D8A65674715}"/>
              </a:ext>
            </a:extLst>
          </p:cNvPr>
          <p:cNvSpPr txBox="1"/>
          <p:nvPr/>
        </p:nvSpPr>
        <p:spPr>
          <a:xfrm>
            <a:off x="3898428" y="116059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 xen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101" name="Picture 30" descr="Server ">
            <a:extLst>
              <a:ext uri="{FF2B5EF4-FFF2-40B4-BE49-F238E27FC236}">
                <a16:creationId xmlns:a16="http://schemas.microsoft.com/office/drawing/2014/main" id="{F037CE59-A8E2-109B-0F68-34BBC9FC9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116121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30E54723-8FD2-5358-BB8F-CE5DCA75BBCF}"/>
              </a:ext>
            </a:extLst>
          </p:cNvPr>
          <p:cNvCxnSpPr>
            <a:cxnSpLocks/>
            <a:stCxn id="101" idx="3"/>
            <a:endCxn id="256" idx="1"/>
          </p:cNvCxnSpPr>
          <p:nvPr/>
        </p:nvCxnSpPr>
        <p:spPr>
          <a:xfrm>
            <a:off x="4716165" y="248714"/>
            <a:ext cx="419045" cy="42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B29355BB-018B-3EEB-2518-0EBFA25974E1}"/>
              </a:ext>
            </a:extLst>
          </p:cNvPr>
          <p:cNvGrpSpPr/>
          <p:nvPr/>
        </p:nvGrpSpPr>
        <p:grpSpPr>
          <a:xfrm>
            <a:off x="3450882" y="4210339"/>
            <a:ext cx="1781140" cy="2152094"/>
            <a:chOff x="151286" y="4131176"/>
            <a:chExt cx="1781140" cy="2152094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0524982D-5DCC-90E5-36C5-A7C3692494C4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>
              <a:off x="651705" y="4339208"/>
              <a:ext cx="22303" cy="545541"/>
            </a:xfrm>
            <a:prstGeom prst="line">
              <a:avLst/>
            </a:prstGeom>
            <a:ln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DDCDE9AB-59C4-145B-A9FA-8BE3A2798862}"/>
                </a:ext>
              </a:extLst>
            </p:cNvPr>
            <p:cNvCxnSpPr>
              <a:cxnSpLocks/>
              <a:stCxn id="184" idx="2"/>
              <a:endCxn id="134" idx="0"/>
            </p:cNvCxnSpPr>
            <p:nvPr/>
          </p:nvCxnSpPr>
          <p:spPr>
            <a:xfrm>
              <a:off x="1427821" y="4332320"/>
              <a:ext cx="13421" cy="417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C2E3579-63FC-326F-F316-71B194E1C324}"/>
                </a:ext>
              </a:extLst>
            </p:cNvPr>
            <p:cNvGrpSpPr/>
            <p:nvPr/>
          </p:nvGrpSpPr>
          <p:grpSpPr>
            <a:xfrm>
              <a:off x="397816" y="4159301"/>
              <a:ext cx="503609" cy="272131"/>
              <a:chOff x="1364406" y="5085778"/>
              <a:chExt cx="503609" cy="272131"/>
            </a:xfrm>
          </p:grpSpPr>
          <p:pic>
            <p:nvPicPr>
              <p:cNvPr id="182" name="그래픽 181">
                <a:extLst>
                  <a:ext uri="{FF2B5EF4-FFF2-40B4-BE49-F238E27FC236}">
                    <a16:creationId xmlns:a16="http://schemas.microsoft.com/office/drawing/2014/main" id="{D7FEE64D-088F-1F92-8E99-A0D7E1E942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486363" y="5085778"/>
                <a:ext cx="263863" cy="179907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48C3A8C-C825-40CA-69E8-C168FC78E89C}"/>
                  </a:ext>
                </a:extLst>
              </p:cNvPr>
              <p:cNvSpPr txBox="1"/>
              <p:nvPr/>
            </p:nvSpPr>
            <p:spPr>
              <a:xfrm>
                <a:off x="1364406" y="514246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9</a:t>
                </a:r>
                <a:endParaRPr lang="ko-KR" altLang="en-US" sz="800" b="1" dirty="0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82F976B-53C2-0DFF-11DB-F7AEB7E03A05}"/>
                </a:ext>
              </a:extLst>
            </p:cNvPr>
            <p:cNvGrpSpPr/>
            <p:nvPr/>
          </p:nvGrpSpPr>
          <p:grpSpPr>
            <a:xfrm>
              <a:off x="1251467" y="4131176"/>
              <a:ext cx="323859" cy="307458"/>
              <a:chOff x="2483204" y="5074905"/>
              <a:chExt cx="323859" cy="307458"/>
            </a:xfrm>
          </p:grpSpPr>
          <p:pic>
            <p:nvPicPr>
              <p:cNvPr id="184" name="그래픽 183">
                <a:extLst>
                  <a:ext uri="{FF2B5EF4-FFF2-40B4-BE49-F238E27FC236}">
                    <a16:creationId xmlns:a16="http://schemas.microsoft.com/office/drawing/2014/main" id="{64217C9D-4FF7-E8C6-3BF9-808088D1F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512052" y="5074905"/>
                <a:ext cx="295011" cy="20114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D131D63-34D2-C8C7-57DB-B68E3804EB42}"/>
                  </a:ext>
                </a:extLst>
              </p:cNvPr>
              <p:cNvSpPr txBox="1"/>
              <p:nvPr/>
            </p:nvSpPr>
            <p:spPr>
              <a:xfrm>
                <a:off x="2483204" y="5166919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10</a:t>
                </a:r>
                <a:endParaRPr lang="ko-KR" altLang="en-US" sz="800" b="1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FF48B2B-54C3-817C-09AB-735A2856EE7F}"/>
                </a:ext>
              </a:extLst>
            </p:cNvPr>
            <p:cNvGrpSpPr/>
            <p:nvPr/>
          </p:nvGrpSpPr>
          <p:grpSpPr>
            <a:xfrm>
              <a:off x="1049515" y="4750318"/>
              <a:ext cx="882911" cy="952467"/>
              <a:chOff x="2274472" y="5501826"/>
              <a:chExt cx="882911" cy="952467"/>
            </a:xfrm>
          </p:grpSpPr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C0F1F9A5-F85F-1092-B29E-FFC1D61F2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542965" y="5501826"/>
                <a:ext cx="246467" cy="231968"/>
              </a:xfrm>
              <a:prstGeom prst="rect">
                <a:avLst/>
              </a:prstGeom>
            </p:spPr>
          </p:pic>
          <p:pic>
            <p:nvPicPr>
              <p:cNvPr id="146" name="Picture 16" descr="Computer">
                <a:extLst>
                  <a:ext uri="{FF2B5EF4-FFF2-40B4-BE49-F238E27FC236}">
                    <a16:creationId xmlns:a16="http://schemas.microsoft.com/office/drawing/2014/main" id="{E0A2B6D7-4288-7999-6861-FADF601166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714" y="6048636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6" descr="Computer">
                <a:extLst>
                  <a:ext uri="{FF2B5EF4-FFF2-40B4-BE49-F238E27FC236}">
                    <a16:creationId xmlns:a16="http://schemas.microsoft.com/office/drawing/2014/main" id="{46CA2058-5FD6-C944-6ADB-A3BD6A930F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781" y="6039111"/>
                <a:ext cx="254993" cy="254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EF84DD6C-878A-1E1B-6054-D2D831BBF153}"/>
                  </a:ext>
                </a:extLst>
              </p:cNvPr>
              <p:cNvCxnSpPr>
                <a:cxnSpLocks/>
                <a:stCxn id="134" idx="2"/>
              </p:cNvCxnSpPr>
              <p:nvPr/>
            </p:nvCxnSpPr>
            <p:spPr>
              <a:xfrm>
                <a:off x="2666199" y="5733794"/>
                <a:ext cx="211186" cy="3718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6ED97685-093F-3D30-D99D-E588AE8517D3}"/>
                  </a:ext>
                </a:extLst>
              </p:cNvPr>
              <p:cNvCxnSpPr>
                <a:cxnSpLocks/>
                <a:stCxn id="134" idx="2"/>
                <a:endCxn id="147" idx="0"/>
              </p:cNvCxnSpPr>
              <p:nvPr/>
            </p:nvCxnSpPr>
            <p:spPr>
              <a:xfrm flipH="1">
                <a:off x="2526278" y="5733794"/>
                <a:ext cx="139921" cy="3053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2843E1D-9939-6E38-4BF2-6788B8BB3CC1}"/>
                  </a:ext>
                </a:extLst>
              </p:cNvPr>
              <p:cNvSpPr txBox="1"/>
              <p:nvPr/>
            </p:nvSpPr>
            <p:spPr>
              <a:xfrm>
                <a:off x="2700282" y="5532210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4</a:t>
                </a:r>
                <a:endParaRPr lang="ko-KR" altLang="en-US" sz="800" b="1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8022988-59BB-8DE6-FD9A-598760B679DF}"/>
                  </a:ext>
                </a:extLst>
              </p:cNvPr>
              <p:cNvSpPr txBox="1"/>
              <p:nvPr/>
            </p:nvSpPr>
            <p:spPr>
              <a:xfrm>
                <a:off x="2274472" y="6234594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2</a:t>
                </a:r>
                <a:endParaRPr lang="ko-KR" altLang="en-US" sz="800" b="1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6598E02-AF59-3B86-52B6-88B80932FCC7}"/>
                  </a:ext>
                </a:extLst>
              </p:cNvPr>
              <p:cNvSpPr txBox="1"/>
              <p:nvPr/>
            </p:nvSpPr>
            <p:spPr>
              <a:xfrm>
                <a:off x="2653774" y="6238849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AE3E1210-2866-2DE8-1BA5-6029CBC83161}"/>
                </a:ext>
              </a:extLst>
            </p:cNvPr>
            <p:cNvGrpSpPr/>
            <p:nvPr/>
          </p:nvGrpSpPr>
          <p:grpSpPr>
            <a:xfrm>
              <a:off x="151286" y="4699935"/>
              <a:ext cx="1000837" cy="1187752"/>
              <a:chOff x="1070412" y="5499334"/>
              <a:chExt cx="1000837" cy="1187752"/>
            </a:xfrm>
          </p:grpSpPr>
          <p:pic>
            <p:nvPicPr>
              <p:cNvPr id="133" name="그래픽 132">
                <a:extLst>
                  <a:ext uri="{FF2B5EF4-FFF2-40B4-BE49-F238E27FC236}">
                    <a16:creationId xmlns:a16="http://schemas.microsoft.com/office/drawing/2014/main" id="{0394D150-905A-ADBE-622C-A8ACD389C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508073" y="5499334"/>
                <a:ext cx="220445" cy="207477"/>
              </a:xfrm>
              <a:prstGeom prst="rect">
                <a:avLst/>
              </a:prstGeom>
            </p:spPr>
          </p:pic>
          <p:pic>
            <p:nvPicPr>
              <p:cNvPr id="145" name="Picture 16" descr="Computer">
                <a:extLst>
                  <a:ext uri="{FF2B5EF4-FFF2-40B4-BE49-F238E27FC236}">
                    <a16:creationId xmlns:a16="http://schemas.microsoft.com/office/drawing/2014/main" id="{DEE273BA-2254-547C-C30D-691295A991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560" y="6058888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57D3F2A0-FA4A-B560-EC4D-3C2AE9CBC14D}"/>
                  </a:ext>
                </a:extLst>
              </p:cNvPr>
              <p:cNvCxnSpPr>
                <a:cxnSpLocks/>
                <a:stCxn id="133" idx="2"/>
                <a:endCxn id="145" idx="0"/>
              </p:cNvCxnSpPr>
              <p:nvPr/>
            </p:nvCxnSpPr>
            <p:spPr>
              <a:xfrm flipH="1">
                <a:off x="1355596" y="5706811"/>
                <a:ext cx="262700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A4ACE8A0-03C6-0F38-B995-9BA04E7B13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5908" y="5706811"/>
                <a:ext cx="174151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1" name="Picture 2" descr="Data server ">
                <a:extLst>
                  <a:ext uri="{FF2B5EF4-FFF2-40B4-BE49-F238E27FC236}">
                    <a16:creationId xmlns:a16="http://schemas.microsoft.com/office/drawing/2014/main" id="{F3C8209A-96C7-7CD1-A4EC-92C29A1DC7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9247" y="5961993"/>
                <a:ext cx="352077" cy="3520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E3F618C-3CD1-DDFF-1D46-EF3772D658B6}"/>
                  </a:ext>
                </a:extLst>
              </p:cNvPr>
              <p:cNvSpPr txBox="1"/>
              <p:nvPr/>
            </p:nvSpPr>
            <p:spPr>
              <a:xfrm>
                <a:off x="1518371" y="6440865"/>
                <a:ext cx="55287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DHCP</a:t>
                </a:r>
                <a:endParaRPr lang="ko-KR" altLang="en-US" sz="10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A99C2A-3186-A5EE-283D-9FB617E6194B}"/>
                  </a:ext>
                </a:extLst>
              </p:cNvPr>
              <p:cNvSpPr txBox="1"/>
              <p:nvPr/>
            </p:nvSpPr>
            <p:spPr>
              <a:xfrm>
                <a:off x="1165662" y="55061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2C556A-845D-EC5E-DAFB-1D6A91DDD264}"/>
                  </a:ext>
                </a:extLst>
              </p:cNvPr>
              <p:cNvSpPr txBox="1"/>
              <p:nvPr/>
            </p:nvSpPr>
            <p:spPr>
              <a:xfrm>
                <a:off x="1070412" y="626636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</a:t>
                </a:r>
                <a:endParaRPr lang="ko-KR" altLang="en-US" sz="800" b="1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502AFF1-6BA0-376A-0C9A-C1F2D4089D90}"/>
                  </a:ext>
                </a:extLst>
              </p:cNvPr>
              <p:cNvSpPr txBox="1"/>
              <p:nvPr/>
            </p:nvSpPr>
            <p:spPr>
              <a:xfrm>
                <a:off x="1514563" y="62698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  <p:sp>
          <p:nvSpPr>
            <p:cNvPr id="148" name="오른쪽 중괄호 147">
              <a:extLst>
                <a:ext uri="{FF2B5EF4-FFF2-40B4-BE49-F238E27FC236}">
                  <a16:creationId xmlns:a16="http://schemas.microsoft.com/office/drawing/2014/main" id="{434EC72D-A005-2AA1-ED93-BF87D5EDC810}"/>
                </a:ext>
              </a:extLst>
            </p:cNvPr>
            <p:cNvSpPr/>
            <p:nvPr/>
          </p:nvSpPr>
          <p:spPr>
            <a:xfrm rot="5400000">
              <a:off x="771736" y="5742463"/>
              <a:ext cx="165877" cy="382872"/>
            </a:xfrm>
            <a:prstGeom prst="rightBrac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659FBA5-30B9-C48D-B2BD-55E4602E25B1}"/>
                </a:ext>
              </a:extLst>
            </p:cNvPr>
            <p:cNvSpPr txBox="1"/>
            <p:nvPr/>
          </p:nvSpPr>
          <p:spPr>
            <a:xfrm flipH="1">
              <a:off x="484076" y="6037049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B0F0"/>
                  </a:solidFill>
                </a:rPr>
                <a:t>SMB</a:t>
              </a:r>
              <a:endParaRPr lang="ko-KR" altLang="en-US" sz="1000" b="1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0B4E9B44-DC7C-5DB0-DE0E-0B31A628670F}"/>
              </a:ext>
            </a:extLst>
          </p:cNvPr>
          <p:cNvCxnSpPr>
            <a:cxnSpLocks/>
          </p:cNvCxnSpPr>
          <p:nvPr/>
        </p:nvCxnSpPr>
        <p:spPr>
          <a:xfrm flipH="1">
            <a:off x="2514764" y="2543205"/>
            <a:ext cx="3261873" cy="59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80ADD78C-2069-3823-CA47-3C14DC469634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2402937" y="2543205"/>
            <a:ext cx="3373700" cy="600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84F86DDA-3286-5E65-EB5A-F79E319A341F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2436173" y="2555014"/>
            <a:ext cx="3264264" cy="115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A400661F-C151-5DB8-EB0A-F818FA573944}"/>
              </a:ext>
            </a:extLst>
          </p:cNvPr>
          <p:cNvCxnSpPr>
            <a:cxnSpLocks/>
          </p:cNvCxnSpPr>
          <p:nvPr/>
        </p:nvCxnSpPr>
        <p:spPr>
          <a:xfrm flipH="1">
            <a:off x="4450979" y="2543205"/>
            <a:ext cx="1325658" cy="1077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그림 234">
            <a:extLst>
              <a:ext uri="{FF2B5EF4-FFF2-40B4-BE49-F238E27FC236}">
                <a16:creationId xmlns:a16="http://schemas.microsoft.com/office/drawing/2014/main" id="{575FCABA-8E6E-60DC-2DBC-221AC9450A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80" y="2369346"/>
            <a:ext cx="340225" cy="28622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27010A-80CF-89C9-5D55-F59B13EAD046}"/>
              </a:ext>
            </a:extLst>
          </p:cNvPr>
          <p:cNvGrpSpPr/>
          <p:nvPr/>
        </p:nvGrpSpPr>
        <p:grpSpPr>
          <a:xfrm>
            <a:off x="2151132" y="3071232"/>
            <a:ext cx="503609" cy="288122"/>
            <a:chOff x="1106468" y="3782235"/>
            <a:chExt cx="503609" cy="288122"/>
          </a:xfrm>
        </p:grpSpPr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28925D98-A8AC-D57D-47BE-7446F1F21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77275" y="3782235"/>
              <a:ext cx="376089" cy="25642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9DE285-8246-2F0F-0692-9FC6E1657B9A}"/>
                </a:ext>
              </a:extLst>
            </p:cNvPr>
            <p:cNvSpPr txBox="1"/>
            <p:nvPr/>
          </p:nvSpPr>
          <p:spPr>
            <a:xfrm>
              <a:off x="1106468" y="3854913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6</a:t>
              </a:r>
              <a:endParaRPr lang="ko-KR" altLang="en-US" sz="800" b="1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8F033CE-D4FB-4425-AB49-0F2A3317C22D}"/>
              </a:ext>
            </a:extLst>
          </p:cNvPr>
          <p:cNvGrpSpPr/>
          <p:nvPr/>
        </p:nvGrpSpPr>
        <p:grpSpPr>
          <a:xfrm>
            <a:off x="2184368" y="3634409"/>
            <a:ext cx="503609" cy="293376"/>
            <a:chOff x="2707672" y="3782234"/>
            <a:chExt cx="503609" cy="293376"/>
          </a:xfrm>
        </p:grpSpPr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D5F714A0-B6D5-EA21-2696-C503B2820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750636" y="3782234"/>
              <a:ext cx="376089" cy="25642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06C374-683F-D390-69E9-32A23E85C85E}"/>
                </a:ext>
              </a:extLst>
            </p:cNvPr>
            <p:cNvSpPr txBox="1"/>
            <p:nvPr/>
          </p:nvSpPr>
          <p:spPr>
            <a:xfrm>
              <a:off x="2707672" y="386016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7</a:t>
              </a:r>
              <a:endParaRPr lang="ko-KR" altLang="en-US" sz="800" b="1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36AAA46-BB06-F2C8-3B6E-D042D74A546E}"/>
              </a:ext>
            </a:extLst>
          </p:cNvPr>
          <p:cNvGrpSpPr/>
          <p:nvPr/>
        </p:nvGrpSpPr>
        <p:grpSpPr>
          <a:xfrm>
            <a:off x="2151132" y="2493860"/>
            <a:ext cx="503609" cy="281109"/>
            <a:chOff x="1901288" y="3254173"/>
            <a:chExt cx="503609" cy="281109"/>
          </a:xfrm>
        </p:grpSpPr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C7B91C95-050E-EDAF-0B68-7B2165C0A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8" y="3254173"/>
              <a:ext cx="376089" cy="25642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241DED-9D60-9A6A-418C-B7D2D384C1BD}"/>
                </a:ext>
              </a:extLst>
            </p:cNvPr>
            <p:cNvSpPr txBox="1"/>
            <p:nvPr/>
          </p:nvSpPr>
          <p:spPr>
            <a:xfrm>
              <a:off x="1901288" y="3319838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A11342E0-EF65-8926-790F-48A36D791A55}"/>
              </a:ext>
            </a:extLst>
          </p:cNvPr>
          <p:cNvGrpSpPr/>
          <p:nvPr/>
        </p:nvGrpSpPr>
        <p:grpSpPr>
          <a:xfrm>
            <a:off x="5124679" y="3634409"/>
            <a:ext cx="1411574" cy="2449245"/>
            <a:chOff x="5124679" y="3812808"/>
            <a:chExt cx="1411574" cy="2449245"/>
          </a:xfrm>
        </p:grpSpPr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F613E51C-008D-7291-6DC6-ABBCF7A8698C}"/>
                </a:ext>
              </a:extLst>
            </p:cNvPr>
            <p:cNvGrpSpPr/>
            <p:nvPr/>
          </p:nvGrpSpPr>
          <p:grpSpPr>
            <a:xfrm>
              <a:off x="5124679" y="3812808"/>
              <a:ext cx="1411574" cy="2449245"/>
              <a:chOff x="5124679" y="3812808"/>
              <a:chExt cx="1411574" cy="2449245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B0E04856-6041-FEC9-6951-150471F3E0A5}"/>
                  </a:ext>
                </a:extLst>
              </p:cNvPr>
              <p:cNvGrpSpPr/>
              <p:nvPr/>
            </p:nvGrpSpPr>
            <p:grpSpPr>
              <a:xfrm rot="16200000" flipV="1">
                <a:off x="4457930" y="4479557"/>
                <a:ext cx="2301660" cy="968162"/>
                <a:chOff x="827191" y="325067"/>
                <a:chExt cx="2301660" cy="968162"/>
              </a:xfrm>
            </p:grpSpPr>
            <p:pic>
              <p:nvPicPr>
                <p:cNvPr id="115" name="그래픽 114">
                  <a:extLst>
                    <a:ext uri="{FF2B5EF4-FFF2-40B4-BE49-F238E27FC236}">
                      <a16:creationId xmlns:a16="http://schemas.microsoft.com/office/drawing/2014/main" id="{BB224C7F-FE26-62D5-DC4F-BE5A6D2D42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812594" y="498060"/>
                  <a:ext cx="376089" cy="256425"/>
                </a:xfrm>
                <a:prstGeom prst="rect">
                  <a:avLst/>
                </a:prstGeom>
              </p:spPr>
            </p:pic>
            <p:pic>
              <p:nvPicPr>
                <p:cNvPr id="301" name="Picture 30" descr="Server ">
                  <a:extLst>
                    <a:ext uri="{FF2B5EF4-FFF2-40B4-BE49-F238E27FC236}">
                      <a16:creationId xmlns:a16="http://schemas.microsoft.com/office/drawing/2014/main" id="{E2FD5AA6-EA83-0C41-924A-8A6306048F1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>
                  <a:off x="1648415" y="493823"/>
                  <a:ext cx="265186" cy="26518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2" name="그래픽 301">
                  <a:extLst>
                    <a:ext uri="{FF2B5EF4-FFF2-40B4-BE49-F238E27FC236}">
                      <a16:creationId xmlns:a16="http://schemas.microsoft.com/office/drawing/2014/main" id="{FA98DB65-8183-9ACC-6362-99FA68465E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304630" y="522678"/>
                  <a:ext cx="220445" cy="207477"/>
                </a:xfrm>
                <a:prstGeom prst="rect">
                  <a:avLst/>
                </a:prstGeom>
              </p:spPr>
            </p:pic>
            <p:cxnSp>
              <p:nvCxnSpPr>
                <p:cNvPr id="303" name="직선 연결선 302">
                  <a:extLst>
                    <a:ext uri="{FF2B5EF4-FFF2-40B4-BE49-F238E27FC236}">
                      <a16:creationId xmlns:a16="http://schemas.microsoft.com/office/drawing/2014/main" id="{5CD37FC3-A5B3-6B98-5EC0-7E5A93B98EDD}"/>
                    </a:ext>
                  </a:extLst>
                </p:cNvPr>
                <p:cNvCxnSpPr>
                  <a:cxnSpLocks/>
                  <a:stCxn id="302" idx="0"/>
                  <a:endCxn id="115" idx="2"/>
                </p:cNvCxnSpPr>
                <p:nvPr/>
              </p:nvCxnSpPr>
              <p:spPr>
                <a:xfrm rot="16200000">
                  <a:off x="2695437" y="449427"/>
                  <a:ext cx="143" cy="35383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67380ED5-4816-0293-A0D3-8C4747C30785}"/>
                    </a:ext>
                  </a:extLst>
                </p:cNvPr>
                <p:cNvCxnSpPr>
                  <a:cxnSpLocks/>
                  <a:stCxn id="301" idx="0"/>
                  <a:endCxn id="302" idx="2"/>
                </p:cNvCxnSpPr>
                <p:nvPr/>
              </p:nvCxnSpPr>
              <p:spPr>
                <a:xfrm rot="16200000" flipH="1">
                  <a:off x="2112357" y="427659"/>
                  <a:ext cx="1" cy="3975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E4A00C46-0F58-D130-A3DE-A27BF68866D4}"/>
                    </a:ext>
                  </a:extLst>
                </p:cNvPr>
                <p:cNvSpPr txBox="1"/>
                <p:nvPr/>
              </p:nvSpPr>
              <p:spPr>
                <a:xfrm rot="5400000">
                  <a:off x="1100883" y="408904"/>
                  <a:ext cx="56778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000" b="1" dirty="0">
                      <a:solidFill>
                        <a:srgbClr val="ED7D31"/>
                      </a:solidFill>
                    </a:rPr>
                    <a:t>RAID1</a:t>
                  </a:r>
                </a:p>
                <a:p>
                  <a:pPr algn="ctr"/>
                  <a:r>
                    <a:rPr lang="en-US" altLang="ko-KR" sz="1000" b="1" dirty="0">
                      <a:solidFill>
                        <a:srgbClr val="ED7D31"/>
                      </a:solidFill>
                    </a:rPr>
                    <a:t>HDD</a:t>
                  </a:r>
                  <a:endParaRPr lang="ko-KR" altLang="en-US" sz="1000" b="1" dirty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42EA9F83-04AF-732F-BCB4-95F9D129FF41}"/>
                    </a:ext>
                  </a:extLst>
                </p:cNvPr>
                <p:cNvSpPr txBox="1"/>
                <p:nvPr/>
              </p:nvSpPr>
              <p:spPr>
                <a:xfrm rot="5400000">
                  <a:off x="629197" y="695125"/>
                  <a:ext cx="79609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00" b="1" dirty="0">
                      <a:solidFill>
                        <a:srgbClr val="FF0000"/>
                      </a:solidFill>
                    </a:rPr>
                    <a:t>iSCSI – </a:t>
                  </a:r>
                  <a:r>
                    <a:rPr lang="en-US" altLang="ko-KR" sz="1000" b="1" dirty="0" err="1">
                      <a:solidFill>
                        <a:srgbClr val="FF0000"/>
                      </a:solidFill>
                    </a:rPr>
                    <a:t>esxi</a:t>
                  </a:r>
                  <a:r>
                    <a:rPr lang="en-US" altLang="ko-KR" sz="1000" b="1" dirty="0">
                      <a:solidFill>
                        <a:srgbClr val="FF0000"/>
                      </a:solidFill>
                    </a:rPr>
                    <a:t>/xen</a:t>
                  </a:r>
                  <a:endParaRPr lang="ko-KR" altLang="en-US" sz="10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FC741115-A395-6905-9AA7-1CC0C344622E}"/>
                    </a:ext>
                  </a:extLst>
                </p:cNvPr>
                <p:cNvCxnSpPr>
                  <a:stCxn id="301" idx="0"/>
                  <a:endCxn id="301" idx="3"/>
                </p:cNvCxnSpPr>
                <p:nvPr/>
              </p:nvCxnSpPr>
              <p:spPr>
                <a:xfrm rot="16200000" flipH="1" flipV="1">
                  <a:off x="1781008" y="626415"/>
                  <a:ext cx="132593" cy="13259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B71238B-D2CB-6AE5-2589-E95EF285C8C4}"/>
                  </a:ext>
                </a:extLst>
              </p:cNvPr>
              <p:cNvSpPr txBox="1"/>
              <p:nvPr/>
            </p:nvSpPr>
            <p:spPr>
              <a:xfrm rot="10800000" flipV="1">
                <a:off x="5740155" y="5708055"/>
                <a:ext cx="79609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</a:rPr>
                  <a:t>NFS – Network manager</a:t>
                </a:r>
                <a:endParaRPr lang="ko-KR" altLang="en-US" sz="10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A9C0EAD7-C7A5-FCCF-C660-ED9E3E9D4813}"/>
                </a:ext>
              </a:extLst>
            </p:cNvPr>
            <p:cNvSpPr txBox="1"/>
            <p:nvPr/>
          </p:nvSpPr>
          <p:spPr>
            <a:xfrm>
              <a:off x="5613945" y="3880394"/>
              <a:ext cx="368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4</a:t>
              </a:r>
              <a:endParaRPr lang="ko-KR" altLang="en-US" sz="800" b="1" dirty="0"/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A99BE7C0-D412-2BF2-54C0-6FDC7E2283CB}"/>
              </a:ext>
            </a:extLst>
          </p:cNvPr>
          <p:cNvSpPr txBox="1"/>
          <p:nvPr/>
        </p:nvSpPr>
        <p:spPr>
          <a:xfrm>
            <a:off x="5541958" y="52631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8BF531F-2737-D71A-9071-89F042B6D70E}"/>
              </a:ext>
            </a:extLst>
          </p:cNvPr>
          <p:cNvSpPr txBox="1"/>
          <p:nvPr/>
        </p:nvSpPr>
        <p:spPr>
          <a:xfrm>
            <a:off x="4319538" y="3457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C0F2993-6439-578D-C434-B2B400FA439D}"/>
              </a:ext>
            </a:extLst>
          </p:cNvPr>
          <p:cNvSpPr txBox="1"/>
          <p:nvPr/>
        </p:nvSpPr>
        <p:spPr>
          <a:xfrm>
            <a:off x="4319538" y="7552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59556B-6D01-79E9-29E8-CC237D08B07D}"/>
              </a:ext>
            </a:extLst>
          </p:cNvPr>
          <p:cNvSpPr txBox="1"/>
          <p:nvPr/>
        </p:nvSpPr>
        <p:spPr>
          <a:xfrm>
            <a:off x="3245542" y="2717059"/>
            <a:ext cx="174120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Summary routing</a:t>
            </a:r>
          </a:p>
          <a:p>
            <a:pPr algn="ctr"/>
            <a:r>
              <a:rPr lang="en-US" altLang="ko-KR" sz="1000" b="1" dirty="0"/>
              <a:t>/Road Balancing </a:t>
            </a:r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1084-BB7F-24BB-9615-961359D8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3">
            <a:extLst>
              <a:ext uri="{FF2B5EF4-FFF2-40B4-BE49-F238E27FC236}">
                <a16:creationId xmlns:a16="http://schemas.microsoft.com/office/drawing/2014/main" id="{B6C18167-9AD5-474F-D008-2DA0EAC27E4C}"/>
              </a:ext>
            </a:extLst>
          </p:cNvPr>
          <p:cNvSpPr txBox="1"/>
          <p:nvPr/>
        </p:nvSpPr>
        <p:spPr>
          <a:xfrm>
            <a:off x="5541958" y="51107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BBBE0E-8251-3EF5-F5E0-9175ACD912AB}"/>
              </a:ext>
            </a:extLst>
          </p:cNvPr>
          <p:cNvCxnSpPr>
            <a:cxnSpLocks/>
            <a:endCxn id="2" idx="1"/>
          </p:cNvCxnSpPr>
          <p:nvPr/>
        </p:nvCxnSpPr>
        <p:spPr>
          <a:xfrm flipH="1">
            <a:off x="4450979" y="673316"/>
            <a:ext cx="739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FF57AC44-1732-5449-8DB1-B5204EB4E585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451435" y="2637875"/>
            <a:ext cx="356" cy="122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E9E2A0-C80D-8338-AA66-EDFDFF96DC61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399FC293-4A64-D964-59C7-C4CF3C7C1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434B1A-51A5-27EE-274B-B1C94629CF79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82B8E896-2152-DC29-F052-8803BB013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40D4A-96FF-5B74-A392-C2F454CB4B66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2EA8B6B3-86CF-3817-8180-5B70D955D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D799D28E-2150-8DBB-C53B-0BFCEF822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9776D3-C098-4D28-354A-895C3903611D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10623-6018-CDED-0E84-40EF724A1867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F8673BC7-05DD-7584-07DA-A5677F8611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9FC42354-4791-8661-8D62-49F569D4B3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3390" y="2381450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D4FFA73-994E-C34D-40D2-1915A4DEE1F7}"/>
              </a:ext>
            </a:extLst>
          </p:cNvPr>
          <p:cNvSpPr txBox="1"/>
          <p:nvPr/>
        </p:nvSpPr>
        <p:spPr>
          <a:xfrm>
            <a:off x="9152642" y="33014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E79E9CA7-6151-833E-5AC8-AF0E69E624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D4430325-B873-3B66-F578-D6A659131659}"/>
              </a:ext>
            </a:extLst>
          </p:cNvPr>
          <p:cNvSpPr txBox="1"/>
          <p:nvPr/>
        </p:nvSpPr>
        <p:spPr>
          <a:xfrm>
            <a:off x="6866138" y="33063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68FBCA-6F47-A8E9-63A7-D81BFB8B4019}"/>
              </a:ext>
            </a:extLst>
          </p:cNvPr>
          <p:cNvSpPr txBox="1"/>
          <p:nvPr/>
        </p:nvSpPr>
        <p:spPr>
          <a:xfrm>
            <a:off x="8498490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395402-A566-FDD0-DA18-D229610E2CA7}"/>
              </a:ext>
            </a:extLst>
          </p:cNvPr>
          <p:cNvSpPr txBox="1"/>
          <p:nvPr/>
        </p:nvSpPr>
        <p:spPr>
          <a:xfrm>
            <a:off x="7414218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224B820D-8D13-8074-D064-EAC5400DCB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4638" y="385491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EB67087-D496-4D17-CEC8-0ADFF35677D0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390694" y="3968740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F3C6F7E6-225B-DB02-2863-8547F974C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75" y="491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30925DC9-FC72-EB6F-6A99-B37D74417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33" y="491742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12AFB7E-A43B-AA1B-29B1-6CEFB2A67644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284861" y="4062390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781A6A3-CEF9-DDE7-0BB4-D046242EEA46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284861" y="4062390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E5F35047-2C02-0B6D-5F39-C96145E8DC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3676" y="3848436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9D8CEFB-48E8-A574-1B17-D2E952798D94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121" y="3952175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778AD695-A1B2-B9AC-3BB9-C247B1CBF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191" y="494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37031C5A-4960-5ECE-0376-86357ED96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97" y="492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F47C11D7-F410-21FB-0E28-D6023D70CBEE}"/>
              </a:ext>
            </a:extLst>
          </p:cNvPr>
          <p:cNvSpPr txBox="1"/>
          <p:nvPr/>
        </p:nvSpPr>
        <p:spPr>
          <a:xfrm>
            <a:off x="6874224" y="529392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89AC34C-371E-ED8B-4327-8D011F00EBBB}"/>
              </a:ext>
            </a:extLst>
          </p:cNvPr>
          <p:cNvSpPr txBox="1"/>
          <p:nvPr/>
        </p:nvSpPr>
        <p:spPr>
          <a:xfrm>
            <a:off x="6305579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7644611A-D90C-E43C-ED33-5E0805A1B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82" y="492158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F0F5487-3B03-2333-A3F9-966196ABD435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721218" y="4078017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7A3CDDA-A882-2DD4-A692-AB29713904F3}"/>
              </a:ext>
            </a:extLst>
          </p:cNvPr>
          <p:cNvSpPr txBox="1"/>
          <p:nvPr/>
        </p:nvSpPr>
        <p:spPr>
          <a:xfrm>
            <a:off x="7963004" y="5311606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A3991C-EF57-C453-6528-C5414A0A7D34}"/>
              </a:ext>
            </a:extLst>
          </p:cNvPr>
          <p:cNvSpPr txBox="1"/>
          <p:nvPr/>
        </p:nvSpPr>
        <p:spPr>
          <a:xfrm>
            <a:off x="7857658" y="3299270"/>
            <a:ext cx="948768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E5EBFB3D-A6DF-9E8F-968E-94685F4F3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7449" y="1547793"/>
            <a:ext cx="376089" cy="25642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3F63EFBE-4149-E14D-251D-2EBC9FDA8EE3}"/>
              </a:ext>
            </a:extLst>
          </p:cNvPr>
          <p:cNvSpPr txBox="1"/>
          <p:nvPr/>
        </p:nvSpPr>
        <p:spPr>
          <a:xfrm>
            <a:off x="3428410" y="4468742"/>
            <a:ext cx="426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2E6DF860-3CAD-7DF6-89EB-7A0355793DAB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3980665" y="3890834"/>
            <a:ext cx="348081" cy="30758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D63708F3-052F-0F54-4B91-8AED6C70385F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4328746" y="3890834"/>
            <a:ext cx="398671" cy="319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C40EE58-C35C-831C-D92B-A1D7A526CA8E}"/>
              </a:ext>
            </a:extLst>
          </p:cNvPr>
          <p:cNvCxnSpPr>
            <a:cxnSpLocks/>
          </p:cNvCxnSpPr>
          <p:nvPr/>
        </p:nvCxnSpPr>
        <p:spPr>
          <a:xfrm>
            <a:off x="2426517" y="3848436"/>
            <a:ext cx="18659" cy="971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E2BEEB97-A12F-A5A2-A3C6-2768DB106681}"/>
              </a:ext>
            </a:extLst>
          </p:cNvPr>
          <p:cNvSpPr txBox="1"/>
          <p:nvPr/>
        </p:nvSpPr>
        <p:spPr>
          <a:xfrm>
            <a:off x="4785047" y="446874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83D7DFE0-C0C8-7B3D-A817-24D513791C1A}"/>
              </a:ext>
            </a:extLst>
          </p:cNvPr>
          <p:cNvCxnSpPr>
            <a:cxnSpLocks/>
            <a:stCxn id="235" idx="0"/>
            <a:endCxn id="113" idx="2"/>
          </p:cNvCxnSpPr>
          <p:nvPr/>
        </p:nvCxnSpPr>
        <p:spPr>
          <a:xfrm flipV="1">
            <a:off x="5805493" y="1804218"/>
            <a:ext cx="1" cy="565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3A53771E-56FE-ECB0-81C8-59A4C86BA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540723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5440D22-C98A-7764-1591-0A0FCDBF8669}"/>
              </a:ext>
            </a:extLst>
          </p:cNvPr>
          <p:cNvGrpSpPr/>
          <p:nvPr/>
        </p:nvGrpSpPr>
        <p:grpSpPr>
          <a:xfrm>
            <a:off x="8822349" y="65351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3891A5-219B-1749-F491-6DD7775A1B5B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D7C13E6-28EC-4BF2-141E-45B12F4AF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D3353F54-3C29-B837-7668-FCBE09670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CDCC6010-B43B-FC56-111A-7D13C1321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071527B6-C389-3A39-4000-057036B61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85195BDA-4BB7-C900-122B-8FF2752BD7A0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7D978036-824E-43EF-4DB2-CB3E1B371262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41A16A7-D1EA-2C1A-550E-0F070CA3C2BE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7161C1B0-0070-78CA-3525-99E1B83DA429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7D714EAB-1F89-F4F6-8A5F-7A4CD8FF48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1568" y="3865001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38CF4E13-6821-CFDA-E0F1-73A32012E3DE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 flipH="1">
            <a:off x="9451435" y="1941172"/>
            <a:ext cx="13288" cy="44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3E1F8D3E-C180-5BCE-25F6-E41F754D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288" y="119350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83A555F-3EF1-AA11-DD9B-F567EF230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5" y="25073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272B957-8E4A-E92B-5C95-1BDCD451F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70" y="9001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CF634170-09EC-CDAE-233A-B1FFF6DD3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64" y="143744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64D7DBD-BCAB-D65B-7CC6-36942DDE2FB0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67868" y="129024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F909F29-1CE9-693B-BE01-D7B102B4BBB7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45049" y="101415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FB745BB5-3401-CC99-A231-29A5EC7B370A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88398" y="47880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0736205-A1CD-4AB3-75A3-29053379F2F1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71359" y="129810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021244DE-33DC-30BB-44D8-152DCE0AC191}"/>
              </a:ext>
            </a:extLst>
          </p:cNvPr>
          <p:cNvSpPr txBox="1"/>
          <p:nvPr/>
        </p:nvSpPr>
        <p:spPr>
          <a:xfrm>
            <a:off x="8027522" y="1538112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434A2D5-540A-B5A8-F2DB-4F85907AB513}"/>
              </a:ext>
            </a:extLst>
          </p:cNvPr>
          <p:cNvSpPr txBox="1"/>
          <p:nvPr/>
        </p:nvSpPr>
        <p:spPr>
          <a:xfrm>
            <a:off x="9557195" y="2799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2E35E7-8923-A7AB-792E-4E71DBB1FCD2}"/>
              </a:ext>
            </a:extLst>
          </p:cNvPr>
          <p:cNvSpPr txBox="1"/>
          <p:nvPr/>
        </p:nvSpPr>
        <p:spPr>
          <a:xfrm>
            <a:off x="10774141" y="86569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96F64BC-A22C-E69F-F407-7585F14B8314}"/>
              </a:ext>
            </a:extLst>
          </p:cNvPr>
          <p:cNvSpPr txBox="1"/>
          <p:nvPr/>
        </p:nvSpPr>
        <p:spPr>
          <a:xfrm>
            <a:off x="10774141" y="14273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B8A4494C-F2DE-F086-F442-EA27C00E6683}"/>
              </a:ext>
            </a:extLst>
          </p:cNvPr>
          <p:cNvCxnSpPr>
            <a:cxnSpLocks/>
            <a:stCxn id="235" idx="1"/>
            <a:endCxn id="114" idx="3"/>
          </p:cNvCxnSpPr>
          <p:nvPr/>
        </p:nvCxnSpPr>
        <p:spPr>
          <a:xfrm flipH="1" flipV="1">
            <a:off x="2608501" y="2069385"/>
            <a:ext cx="3026879" cy="443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BCC50608-13DF-5DBB-67F2-A09BF5DB99FB}"/>
              </a:ext>
            </a:extLst>
          </p:cNvPr>
          <p:cNvCxnSpPr>
            <a:cxnSpLocks/>
            <a:stCxn id="71" idx="1"/>
            <a:endCxn id="235" idx="3"/>
          </p:cNvCxnSpPr>
          <p:nvPr/>
        </p:nvCxnSpPr>
        <p:spPr>
          <a:xfrm flipH="1">
            <a:off x="5975605" y="2509663"/>
            <a:ext cx="3287785" cy="2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6A8F415-ACAE-4AC8-1AFA-DE5A76323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65883" y="131657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5E698C42-5730-6DC4-F56C-F9B4DA67E3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780633" y="980823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7D1ACE27-80B6-508A-F230-C9F94436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50953" y="478810"/>
            <a:ext cx="314904" cy="38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08B71E16-BD12-3E1C-F175-F3E88FA3DD11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465857" y="673316"/>
            <a:ext cx="314776" cy="411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7AC3EE04-9ACF-A088-A947-73216ACB7539}"/>
              </a:ext>
            </a:extLst>
          </p:cNvPr>
          <p:cNvCxnSpPr>
            <a:cxnSpLocks/>
            <a:stCxn id="243" idx="3"/>
            <a:endCxn id="159" idx="0"/>
          </p:cNvCxnSpPr>
          <p:nvPr/>
        </p:nvCxnSpPr>
        <p:spPr>
          <a:xfrm flipH="1">
            <a:off x="3493901" y="1084562"/>
            <a:ext cx="286732" cy="31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A73CB90F-6808-A6B8-A461-5C93F53CA5DC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>
            <a:off x="4001078" y="1084562"/>
            <a:ext cx="786052" cy="11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23F6E8A7-C405-3215-5318-2B29CDD95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130" y="968158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FC3DB100-73CD-2516-C67B-D2752493E069}"/>
              </a:ext>
            </a:extLst>
          </p:cNvPr>
          <p:cNvCxnSpPr>
            <a:cxnSpLocks/>
          </p:cNvCxnSpPr>
          <p:nvPr/>
        </p:nvCxnSpPr>
        <p:spPr>
          <a:xfrm flipH="1" flipV="1">
            <a:off x="5155381" y="686392"/>
            <a:ext cx="1453" cy="44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05C1CF-3B5F-70E1-6956-68B6D5B56907}"/>
              </a:ext>
            </a:extLst>
          </p:cNvPr>
          <p:cNvSpPr txBox="1"/>
          <p:nvPr/>
        </p:nvSpPr>
        <p:spPr>
          <a:xfrm>
            <a:off x="5392569" y="2083388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E27439-8E84-C3B2-A006-86B8A4F2782E}"/>
              </a:ext>
            </a:extLst>
          </p:cNvPr>
          <p:cNvSpPr txBox="1"/>
          <p:nvPr/>
        </p:nvSpPr>
        <p:spPr>
          <a:xfrm>
            <a:off x="9483699" y="53344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C34039BD-9A21-9981-37C2-25BEF72E9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91" y="491148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7D6F5BC-94F6-EDB3-BDE4-7A106A578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577" y="491742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809A7E-F695-3599-4031-DDD8E9359834}"/>
              </a:ext>
            </a:extLst>
          </p:cNvPr>
          <p:cNvSpPr txBox="1"/>
          <p:nvPr/>
        </p:nvSpPr>
        <p:spPr>
          <a:xfrm>
            <a:off x="8972891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23F9E7D-6EAB-244D-01CA-83D3893A4F88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235227" y="4072478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98E62EA-8A89-A45C-FB1C-5A7B1F6ACEF6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451791" y="4072478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137FD1A-379F-46CA-D764-0811C89F2F3F}"/>
              </a:ext>
            </a:extLst>
          </p:cNvPr>
          <p:cNvSpPr txBox="1"/>
          <p:nvPr/>
        </p:nvSpPr>
        <p:spPr>
          <a:xfrm>
            <a:off x="4742715" y="11759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299C97-FDD0-05C3-63BF-8AE5443770B6}"/>
              </a:ext>
            </a:extLst>
          </p:cNvPr>
          <p:cNvSpPr txBox="1"/>
          <p:nvPr/>
        </p:nvSpPr>
        <p:spPr>
          <a:xfrm>
            <a:off x="5553688" y="16704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5A01C5EB-36D8-CC6A-5F85-BB3D9D73EFC0}"/>
              </a:ext>
            </a:extLst>
          </p:cNvPr>
          <p:cNvGrpSpPr/>
          <p:nvPr/>
        </p:nvGrpSpPr>
        <p:grpSpPr>
          <a:xfrm>
            <a:off x="2151132" y="1941172"/>
            <a:ext cx="503609" cy="256425"/>
            <a:chOff x="2840732" y="2419929"/>
            <a:chExt cx="503609" cy="256425"/>
          </a:xfrm>
        </p:grpSpPr>
        <p:pic>
          <p:nvPicPr>
            <p:cNvPr id="114" name="그래픽 113">
              <a:extLst>
                <a:ext uri="{FF2B5EF4-FFF2-40B4-BE49-F238E27FC236}">
                  <a16:creationId xmlns:a16="http://schemas.microsoft.com/office/drawing/2014/main" id="{25E3DA37-605D-7F02-19AA-8571B1073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22012" y="2419929"/>
              <a:ext cx="376089" cy="25642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AC5C77-156E-4B87-56CD-86FD6AB4BC3B}"/>
                </a:ext>
              </a:extLst>
            </p:cNvPr>
            <p:cNvSpPr txBox="1"/>
            <p:nvPr/>
          </p:nvSpPr>
          <p:spPr>
            <a:xfrm>
              <a:off x="2840732" y="245127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3</a:t>
              </a:r>
              <a:endParaRPr lang="ko-KR" altLang="en-US" sz="800" b="1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E61181A-1FE6-CBCF-115C-2007EA1C4C3D}"/>
              </a:ext>
            </a:extLst>
          </p:cNvPr>
          <p:cNvGrpSpPr/>
          <p:nvPr/>
        </p:nvGrpSpPr>
        <p:grpSpPr>
          <a:xfrm>
            <a:off x="4076031" y="3634409"/>
            <a:ext cx="503609" cy="317765"/>
            <a:chOff x="1892237" y="4346875"/>
            <a:chExt cx="503609" cy="317765"/>
          </a:xfrm>
        </p:grpSpPr>
        <p:pic>
          <p:nvPicPr>
            <p:cNvPr id="119" name="그래픽 118">
              <a:extLst>
                <a:ext uri="{FF2B5EF4-FFF2-40B4-BE49-F238E27FC236}">
                  <a16:creationId xmlns:a16="http://schemas.microsoft.com/office/drawing/2014/main" id="{A19C60FF-3064-4D48-4B7E-67B360F09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7" y="4346875"/>
              <a:ext cx="376089" cy="2564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54E381-A50D-AA81-61D7-962378339A15}"/>
                </a:ext>
              </a:extLst>
            </p:cNvPr>
            <p:cNvSpPr txBox="1"/>
            <p:nvPr/>
          </p:nvSpPr>
          <p:spPr>
            <a:xfrm>
              <a:off x="1892237" y="444919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8</a:t>
              </a:r>
              <a:endParaRPr lang="ko-KR" altLang="en-US" sz="800" b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0F097D4-8063-B447-5CBD-D35C8B448436}"/>
              </a:ext>
            </a:extLst>
          </p:cNvPr>
          <p:cNvSpPr txBox="1"/>
          <p:nvPr/>
        </p:nvSpPr>
        <p:spPr>
          <a:xfrm>
            <a:off x="9052362" y="18378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B2CCA3-97E2-390B-3D58-0CCD31C216BF}"/>
              </a:ext>
            </a:extLst>
          </p:cNvPr>
          <p:cNvSpPr txBox="1"/>
          <p:nvPr/>
        </p:nvSpPr>
        <p:spPr>
          <a:xfrm>
            <a:off x="3658318" y="11522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881C0D-4597-5F13-FEDD-BCFB8271FFFF}"/>
              </a:ext>
            </a:extLst>
          </p:cNvPr>
          <p:cNvSpPr txBox="1"/>
          <p:nvPr/>
        </p:nvSpPr>
        <p:spPr>
          <a:xfrm>
            <a:off x="8614801" y="13699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570FED-2095-BDDB-D1CA-CA3E42229C18}"/>
              </a:ext>
            </a:extLst>
          </p:cNvPr>
          <p:cNvSpPr txBox="1"/>
          <p:nvPr/>
        </p:nvSpPr>
        <p:spPr>
          <a:xfrm>
            <a:off x="9818162" y="1377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E27776-3A2B-BBB3-2103-AB1DDF9792FF}"/>
              </a:ext>
            </a:extLst>
          </p:cNvPr>
          <p:cNvSpPr txBox="1"/>
          <p:nvPr/>
        </p:nvSpPr>
        <p:spPr>
          <a:xfrm>
            <a:off x="9404835" y="58167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97DB58-B4AF-1D0D-A686-EA70463C8C9A}"/>
              </a:ext>
            </a:extLst>
          </p:cNvPr>
          <p:cNvSpPr txBox="1"/>
          <p:nvPr/>
        </p:nvSpPr>
        <p:spPr>
          <a:xfrm>
            <a:off x="7857930" y="400329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50D3E-671C-EF19-718B-FCA53F667281}"/>
              </a:ext>
            </a:extLst>
          </p:cNvPr>
          <p:cNvSpPr txBox="1"/>
          <p:nvPr/>
        </p:nvSpPr>
        <p:spPr>
          <a:xfrm>
            <a:off x="6787732" y="398633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B984A7-B59C-1C5B-362A-5AE62E91F597}"/>
              </a:ext>
            </a:extLst>
          </p:cNvPr>
          <p:cNvSpPr txBox="1"/>
          <p:nvPr/>
        </p:nvSpPr>
        <p:spPr>
          <a:xfrm>
            <a:off x="9053606" y="40117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D48FA729-0B4A-7F14-B65E-54D7564A78D1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7201833" y="4038157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1B5E92FC-A099-2D76-2BFB-86465B32E7DE}"/>
              </a:ext>
            </a:extLst>
          </p:cNvPr>
          <p:cNvCxnSpPr>
            <a:cxnSpLocks/>
          </p:cNvCxnSpPr>
          <p:nvPr/>
        </p:nvCxnSpPr>
        <p:spPr>
          <a:xfrm flipH="1">
            <a:off x="6728225" y="4029964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9D9982-A348-41E2-6C99-DAB012373C48}"/>
              </a:ext>
            </a:extLst>
          </p:cNvPr>
          <p:cNvSpPr txBox="1"/>
          <p:nvPr/>
        </p:nvSpPr>
        <p:spPr>
          <a:xfrm>
            <a:off x="7002172" y="2885622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8D70D6-52B7-1DFD-22C1-4125BCFCDDA1}"/>
              </a:ext>
            </a:extLst>
          </p:cNvPr>
          <p:cNvSpPr txBox="1"/>
          <p:nvPr/>
        </p:nvSpPr>
        <p:spPr>
          <a:xfrm>
            <a:off x="6388246" y="5148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7A26DF-0D6E-FA53-320A-6541900B01E6}"/>
              </a:ext>
            </a:extLst>
          </p:cNvPr>
          <p:cNvSpPr txBox="1"/>
          <p:nvPr/>
        </p:nvSpPr>
        <p:spPr>
          <a:xfrm>
            <a:off x="6926092" y="51305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AE9A4D-E445-0CE0-DDD8-89054B7C29A7}"/>
              </a:ext>
            </a:extLst>
          </p:cNvPr>
          <p:cNvSpPr txBox="1"/>
          <p:nvPr/>
        </p:nvSpPr>
        <p:spPr>
          <a:xfrm>
            <a:off x="9009024" y="2846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D399C6-4A52-C324-C95B-8F3A04ED8189}"/>
              </a:ext>
            </a:extLst>
          </p:cNvPr>
          <p:cNvSpPr txBox="1"/>
          <p:nvPr/>
        </p:nvSpPr>
        <p:spPr>
          <a:xfrm>
            <a:off x="10375495" y="161341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AAFF78F-7542-0845-8F8F-9A4CE30D7F97}"/>
              </a:ext>
            </a:extLst>
          </p:cNvPr>
          <p:cNvSpPr txBox="1"/>
          <p:nvPr/>
        </p:nvSpPr>
        <p:spPr>
          <a:xfrm>
            <a:off x="10375495" y="10944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04E1091-1C96-4CEF-62AE-D685FFD292E7}"/>
              </a:ext>
            </a:extLst>
          </p:cNvPr>
          <p:cNvSpPr txBox="1"/>
          <p:nvPr/>
        </p:nvSpPr>
        <p:spPr>
          <a:xfrm>
            <a:off x="7467252" y="51479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EC80915-DA89-28F1-A2A9-97A533E341BC}"/>
              </a:ext>
            </a:extLst>
          </p:cNvPr>
          <p:cNvSpPr txBox="1"/>
          <p:nvPr/>
        </p:nvSpPr>
        <p:spPr>
          <a:xfrm>
            <a:off x="8027843" y="51448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EB4D880-BD14-B5C4-D52D-9E6CC2ABF188}"/>
              </a:ext>
            </a:extLst>
          </p:cNvPr>
          <p:cNvSpPr txBox="1"/>
          <p:nvPr/>
        </p:nvSpPr>
        <p:spPr>
          <a:xfrm>
            <a:off x="8502220" y="51520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D91B0E1-FBA6-E8FE-FAA5-077B1B7893BC}"/>
              </a:ext>
            </a:extLst>
          </p:cNvPr>
          <p:cNvSpPr txBox="1"/>
          <p:nvPr/>
        </p:nvSpPr>
        <p:spPr>
          <a:xfrm>
            <a:off x="8964402" y="5147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8A1950F-421C-C776-3D98-F571C4152838}"/>
              </a:ext>
            </a:extLst>
          </p:cNvPr>
          <p:cNvSpPr txBox="1"/>
          <p:nvPr/>
        </p:nvSpPr>
        <p:spPr>
          <a:xfrm>
            <a:off x="9508506" y="513556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E38668A-27D0-5C6A-119C-890C37F388A4}"/>
              </a:ext>
            </a:extLst>
          </p:cNvPr>
          <p:cNvSpPr txBox="1"/>
          <p:nvPr/>
        </p:nvSpPr>
        <p:spPr>
          <a:xfrm>
            <a:off x="8085314" y="13947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A45AD7-AB70-91F9-6006-CF186D665EB6}"/>
              </a:ext>
            </a:extLst>
          </p:cNvPr>
          <p:cNvSpPr txBox="1"/>
          <p:nvPr/>
        </p:nvSpPr>
        <p:spPr>
          <a:xfrm>
            <a:off x="3242096" y="139920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5F129EE-5FAE-E01F-633F-80E826A9EDCA}"/>
              </a:ext>
            </a:extLst>
          </p:cNvPr>
          <p:cNvSpPr txBox="1"/>
          <p:nvPr/>
        </p:nvSpPr>
        <p:spPr>
          <a:xfrm>
            <a:off x="3282576" y="4894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242560-EA9B-7E49-3CE1-214E7933484D}"/>
              </a:ext>
            </a:extLst>
          </p:cNvPr>
          <p:cNvGrpSpPr/>
          <p:nvPr/>
        </p:nvGrpSpPr>
        <p:grpSpPr>
          <a:xfrm rot="5400000">
            <a:off x="1875470" y="4429837"/>
            <a:ext cx="1118168" cy="1755090"/>
            <a:chOff x="3525260" y="3032867"/>
            <a:chExt cx="1118168" cy="1755090"/>
          </a:xfrm>
        </p:grpSpPr>
        <p:pic>
          <p:nvPicPr>
            <p:cNvPr id="207" name="그래픽 206">
              <a:extLst>
                <a:ext uri="{FF2B5EF4-FFF2-40B4-BE49-F238E27FC236}">
                  <a16:creationId xmlns:a16="http://schemas.microsoft.com/office/drawing/2014/main" id="{17F611E5-195A-EA91-1752-18F59D0DC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525260" y="3804104"/>
              <a:ext cx="220445" cy="207477"/>
            </a:xfrm>
            <a:prstGeom prst="rect">
              <a:avLst/>
            </a:prstGeom>
          </p:spPr>
        </p:pic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48BD12BD-4DA7-08E5-11D0-76810053390A}"/>
                </a:ext>
              </a:extLst>
            </p:cNvPr>
            <p:cNvCxnSpPr>
              <a:cxnSpLocks/>
              <a:stCxn id="207" idx="3"/>
            </p:cNvCxnSpPr>
            <p:nvPr/>
          </p:nvCxnSpPr>
          <p:spPr>
            <a:xfrm rot="16200000">
              <a:off x="4020832" y="3624654"/>
              <a:ext cx="8062" cy="5583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73504425-A5D0-35B6-DB39-2A9930980BF2}"/>
                </a:ext>
              </a:extLst>
            </p:cNvPr>
            <p:cNvCxnSpPr>
              <a:cxnSpLocks/>
              <a:stCxn id="207" idx="3"/>
            </p:cNvCxnSpPr>
            <p:nvPr/>
          </p:nvCxnSpPr>
          <p:spPr>
            <a:xfrm rot="16200000" flipH="1">
              <a:off x="3708331" y="3945218"/>
              <a:ext cx="512899" cy="438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2C5350C9-91CF-0C48-4F46-D9B70F274ADA}"/>
                </a:ext>
              </a:extLst>
            </p:cNvPr>
            <p:cNvCxnSpPr>
              <a:cxnSpLocks/>
              <a:stCxn id="207" idx="3"/>
            </p:cNvCxnSpPr>
            <p:nvPr/>
          </p:nvCxnSpPr>
          <p:spPr>
            <a:xfrm rot="16200000">
              <a:off x="3708045" y="3329631"/>
              <a:ext cx="615873" cy="5405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03086E-CC4A-36E7-D8BB-2D9F7613EC67}"/>
                </a:ext>
              </a:extLst>
            </p:cNvPr>
            <p:cNvSpPr txBox="1"/>
            <p:nvPr/>
          </p:nvSpPr>
          <p:spPr>
            <a:xfrm rot="16200000">
              <a:off x="3388496" y="3976380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F970FF4-3DDB-8678-9B26-AD11046AB12B}"/>
                </a:ext>
              </a:extLst>
            </p:cNvPr>
            <p:cNvSpPr txBox="1"/>
            <p:nvPr/>
          </p:nvSpPr>
          <p:spPr>
            <a:xfrm rot="16200000">
              <a:off x="4266114" y="4428431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4</a:t>
              </a:r>
              <a:endParaRPr lang="ko-KR" altLang="en-US" sz="800" b="1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CE7005C-870D-FD95-4949-8EB999E86968}"/>
                </a:ext>
              </a:extLst>
            </p:cNvPr>
            <p:cNvSpPr txBox="1"/>
            <p:nvPr/>
          </p:nvSpPr>
          <p:spPr>
            <a:xfrm rot="16200000">
              <a:off x="4256014" y="3736935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4B882FE-D9EF-ED29-2B0C-2CB4F270BC62}"/>
                </a:ext>
              </a:extLst>
            </p:cNvPr>
            <p:cNvSpPr txBox="1"/>
            <p:nvPr/>
          </p:nvSpPr>
          <p:spPr>
            <a:xfrm rot="16200000">
              <a:off x="4283901" y="3176950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6</a:t>
              </a:r>
              <a:endParaRPr lang="ko-KR" altLang="en-US" sz="800" b="1" dirty="0"/>
            </a:p>
          </p:txBody>
        </p:sp>
        <p:pic>
          <p:nvPicPr>
            <p:cNvPr id="208" name="Picture 2" descr="Data server ">
              <a:extLst>
                <a:ext uri="{FF2B5EF4-FFF2-40B4-BE49-F238E27FC236}">
                  <a16:creationId xmlns:a16="http://schemas.microsoft.com/office/drawing/2014/main" id="{0A50865E-AC7B-12BF-5D3A-0B64F863A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111871" y="3704365"/>
              <a:ext cx="314904" cy="314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" name="Picture 2" descr="Data server ">
              <a:extLst>
                <a:ext uri="{FF2B5EF4-FFF2-40B4-BE49-F238E27FC236}">
                  <a16:creationId xmlns:a16="http://schemas.microsoft.com/office/drawing/2014/main" id="{0990B60D-09A5-1A8E-1D3A-73D92CB32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113009" y="3092577"/>
              <a:ext cx="314904" cy="314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" name="Picture 2" descr="Data server ">
              <a:extLst>
                <a:ext uri="{FF2B5EF4-FFF2-40B4-BE49-F238E27FC236}">
                  <a16:creationId xmlns:a16="http://schemas.microsoft.com/office/drawing/2014/main" id="{386A1C12-6FEB-CA9F-8BF4-99D1268F0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102705" y="4333910"/>
              <a:ext cx="314904" cy="314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DDFFC5E7-4B47-CDFA-1B81-E7A6FEE6F7B3}"/>
              </a:ext>
            </a:extLst>
          </p:cNvPr>
          <p:cNvCxnSpPr>
            <a:cxnSpLocks/>
            <a:stCxn id="284" idx="1"/>
            <a:endCxn id="71" idx="3"/>
          </p:cNvCxnSpPr>
          <p:nvPr/>
        </p:nvCxnSpPr>
        <p:spPr>
          <a:xfrm flipH="1" flipV="1">
            <a:off x="9639479" y="2509663"/>
            <a:ext cx="753432" cy="21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9A327539-2EDB-A322-5716-706A0693EE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92911" y="2427123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027643A2-46A2-7B2D-8E56-CBCAEC65B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392" y="336596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A2B5A39F-EA07-04AD-A5B6-99B5A6E89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065" y="33509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378899E0-37A2-9A49-D071-81B700097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9209" y="3362725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F388BA98-4194-4D05-A4EB-0286B693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888" y="336087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218AD3C7-ACE8-3344-A4EA-242B3EC37F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4583" y="2411452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3D7B178-CBF2-028C-6CE9-F699C3C08F24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10113428" y="2634600"/>
            <a:ext cx="389706" cy="731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53709B85-E81C-BCB6-A392-1C22AC0236D2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503134" y="2634600"/>
            <a:ext cx="182967" cy="716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1813C61B-131C-6F7B-9F17-A1A652EF103C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 flipV="1">
            <a:off x="10613356" y="2515191"/>
            <a:ext cx="701227" cy="15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B4F05D16-1382-CD1A-7CBC-1BF1725A3375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263245" y="2618929"/>
            <a:ext cx="161561" cy="743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EB4174FA-FBD6-D216-2160-9D139720F119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424806" y="2618929"/>
            <a:ext cx="323118" cy="741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5E7A3F22-FA0B-8E38-D940-0553E85A7D22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971BA78-E098-BFEE-5F93-9FAFD3FF88D2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DA5571D-02C7-9D25-D932-7FE80CC5A5B5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AC92EBF-4B84-74E1-6420-3F8E7DC9EB3F}"/>
              </a:ext>
            </a:extLst>
          </p:cNvPr>
          <p:cNvSpPr txBox="1"/>
          <p:nvPr/>
        </p:nvSpPr>
        <p:spPr>
          <a:xfrm>
            <a:off x="9834234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D4EFBB2C-8147-0113-0584-79E80B3E706B}"/>
              </a:ext>
            </a:extLst>
          </p:cNvPr>
          <p:cNvSpPr txBox="1"/>
          <p:nvPr/>
        </p:nvSpPr>
        <p:spPr>
          <a:xfrm>
            <a:off x="10401747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7FD96690-86A6-7B28-5362-FB4A2E71CA97}"/>
              </a:ext>
            </a:extLst>
          </p:cNvPr>
          <p:cNvSpPr txBox="1"/>
          <p:nvPr/>
        </p:nvSpPr>
        <p:spPr>
          <a:xfrm>
            <a:off x="10991913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B6E6E809-B809-F433-CEBA-89A6483C4410}"/>
              </a:ext>
            </a:extLst>
          </p:cNvPr>
          <p:cNvSpPr txBox="1"/>
          <p:nvPr/>
        </p:nvSpPr>
        <p:spPr>
          <a:xfrm>
            <a:off x="11447684" y="3532073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9EF2A671-913F-2764-7AB7-83E5A3882BD6}"/>
              </a:ext>
            </a:extLst>
          </p:cNvPr>
          <p:cNvSpPr txBox="1"/>
          <p:nvPr/>
        </p:nvSpPr>
        <p:spPr>
          <a:xfrm>
            <a:off x="9804471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A7678AA-28A4-5005-980C-5C3246150971}"/>
              </a:ext>
            </a:extLst>
          </p:cNvPr>
          <p:cNvSpPr txBox="1"/>
          <p:nvPr/>
        </p:nvSpPr>
        <p:spPr>
          <a:xfrm>
            <a:off x="10919874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0D372D20-9795-CB0F-9B2D-A0C582F7AACA}"/>
              </a:ext>
            </a:extLst>
          </p:cNvPr>
          <p:cNvSpPr txBox="1"/>
          <p:nvPr/>
        </p:nvSpPr>
        <p:spPr>
          <a:xfrm>
            <a:off x="10325438" y="3662934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BD1B0688-7909-F455-C47A-1A10D8DC0052}"/>
              </a:ext>
            </a:extLst>
          </p:cNvPr>
          <p:cNvSpPr txBox="1"/>
          <p:nvPr/>
        </p:nvSpPr>
        <p:spPr>
          <a:xfrm>
            <a:off x="11397561" y="3672774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40282995-884D-63D1-761A-35F3E7879C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71" y="-566286"/>
            <a:ext cx="340225" cy="286221"/>
          </a:xfrm>
          <a:prstGeom prst="rect">
            <a:avLst/>
          </a:prstGeom>
        </p:spPr>
      </p:pic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06E6E5A2-4F6B-7199-66DC-B422E238E270}"/>
              </a:ext>
            </a:extLst>
          </p:cNvPr>
          <p:cNvCxnSpPr>
            <a:cxnSpLocks/>
            <a:stCxn id="235" idx="2"/>
            <a:endCxn id="115" idx="0"/>
          </p:cNvCxnSpPr>
          <p:nvPr/>
        </p:nvCxnSpPr>
        <p:spPr>
          <a:xfrm flipH="1">
            <a:off x="5791635" y="2655567"/>
            <a:ext cx="13858" cy="978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E3150DEE-870E-C858-FE71-28A27B037B13}"/>
              </a:ext>
            </a:extLst>
          </p:cNvPr>
          <p:cNvSpPr txBox="1"/>
          <p:nvPr/>
        </p:nvSpPr>
        <p:spPr>
          <a:xfrm>
            <a:off x="9199629" y="2520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35A9D6BA-C03D-DD8D-A13F-32E882F4C6DA}"/>
              </a:ext>
            </a:extLst>
          </p:cNvPr>
          <p:cNvSpPr txBox="1"/>
          <p:nvPr/>
        </p:nvSpPr>
        <p:spPr>
          <a:xfrm>
            <a:off x="5449528" y="26346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4F254D8-4884-9D4E-0E3D-328AA937F57A}"/>
              </a:ext>
            </a:extLst>
          </p:cNvPr>
          <p:cNvSpPr txBox="1"/>
          <p:nvPr/>
        </p:nvSpPr>
        <p:spPr>
          <a:xfrm>
            <a:off x="5373519" y="423620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D6193A8-2332-56B6-7C38-FBDCC312227A}"/>
              </a:ext>
            </a:extLst>
          </p:cNvPr>
          <p:cNvCxnSpPr>
            <a:cxnSpLocks/>
            <a:stCxn id="113" idx="0"/>
            <a:endCxn id="261" idx="2"/>
          </p:cNvCxnSpPr>
          <p:nvPr/>
        </p:nvCxnSpPr>
        <p:spPr>
          <a:xfrm flipH="1" flipV="1">
            <a:off x="5805493" y="804121"/>
            <a:ext cx="1" cy="743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7096A1D1-4E22-B4A6-35AA-6C49F471951F}"/>
              </a:ext>
            </a:extLst>
          </p:cNvPr>
          <p:cNvSpPr txBox="1"/>
          <p:nvPr/>
        </p:nvSpPr>
        <p:spPr>
          <a:xfrm>
            <a:off x="5495908" y="1147864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6BE2B446-7385-29AE-674E-2622E4771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5210" y="417211"/>
            <a:ext cx="1340565" cy="51221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E5C04123-0EA3-3466-2A14-36F63D3FC5DC}"/>
              </a:ext>
            </a:extLst>
          </p:cNvPr>
          <p:cNvSpPr txBox="1"/>
          <p:nvPr/>
        </p:nvSpPr>
        <p:spPr>
          <a:xfrm>
            <a:off x="5447863" y="542511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pic>
        <p:nvPicPr>
          <p:cNvPr id="101" name="Picture 30" descr="Server ">
            <a:extLst>
              <a:ext uri="{FF2B5EF4-FFF2-40B4-BE49-F238E27FC236}">
                <a16:creationId xmlns:a16="http://schemas.microsoft.com/office/drawing/2014/main" id="{59CA279B-983D-A406-6A43-79BC7D182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116121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256BAFD9-D1F0-D408-8E5A-794661E93B02}"/>
              </a:ext>
            </a:extLst>
          </p:cNvPr>
          <p:cNvCxnSpPr>
            <a:cxnSpLocks/>
            <a:stCxn id="101" idx="3"/>
            <a:endCxn id="256" idx="1"/>
          </p:cNvCxnSpPr>
          <p:nvPr/>
        </p:nvCxnSpPr>
        <p:spPr>
          <a:xfrm>
            <a:off x="4716165" y="248714"/>
            <a:ext cx="419045" cy="42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568B5591-05BB-7FE6-9783-C654A43B02E7}"/>
              </a:ext>
            </a:extLst>
          </p:cNvPr>
          <p:cNvGrpSpPr/>
          <p:nvPr/>
        </p:nvGrpSpPr>
        <p:grpSpPr>
          <a:xfrm>
            <a:off x="3450882" y="4198422"/>
            <a:ext cx="1781140" cy="1583526"/>
            <a:chOff x="151286" y="4119259"/>
            <a:chExt cx="1781140" cy="1583526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F0127683-F4AD-11B8-1C9E-7848E9858519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 flipH="1">
              <a:off x="674008" y="4339208"/>
              <a:ext cx="7061" cy="545541"/>
            </a:xfrm>
            <a:prstGeom prst="line">
              <a:avLst/>
            </a:prstGeom>
            <a:ln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6D50B4E9-F356-E7BA-B355-5D4469D0F227}"/>
                </a:ext>
              </a:extLst>
            </p:cNvPr>
            <p:cNvCxnSpPr>
              <a:cxnSpLocks/>
              <a:stCxn id="184" idx="2"/>
              <a:endCxn id="134" idx="0"/>
            </p:cNvCxnSpPr>
            <p:nvPr/>
          </p:nvCxnSpPr>
          <p:spPr>
            <a:xfrm>
              <a:off x="1427821" y="4332320"/>
              <a:ext cx="13421" cy="417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81F0A51-AF34-6198-0DC9-40D379D51609}"/>
                </a:ext>
              </a:extLst>
            </p:cNvPr>
            <p:cNvGrpSpPr/>
            <p:nvPr/>
          </p:nvGrpSpPr>
          <p:grpSpPr>
            <a:xfrm>
              <a:off x="426391" y="4119259"/>
              <a:ext cx="503609" cy="283598"/>
              <a:chOff x="1392981" y="5045736"/>
              <a:chExt cx="503609" cy="283598"/>
            </a:xfrm>
          </p:grpSpPr>
          <p:pic>
            <p:nvPicPr>
              <p:cNvPr id="182" name="그래픽 181">
                <a:extLst>
                  <a:ext uri="{FF2B5EF4-FFF2-40B4-BE49-F238E27FC236}">
                    <a16:creationId xmlns:a16="http://schemas.microsoft.com/office/drawing/2014/main" id="{B538AE4E-5A4B-ACDE-EC88-D31C574FEA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486363" y="5045736"/>
                <a:ext cx="322591" cy="219949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5E6605-C776-C492-124C-CE78B788981D}"/>
                  </a:ext>
                </a:extLst>
              </p:cNvPr>
              <p:cNvSpPr txBox="1"/>
              <p:nvPr/>
            </p:nvSpPr>
            <p:spPr>
              <a:xfrm>
                <a:off x="1392981" y="5113890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9</a:t>
                </a:r>
                <a:endParaRPr lang="ko-KR" altLang="en-US" sz="800" b="1" dirty="0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17BA5CF-D886-C39A-2C76-168431BFF6BB}"/>
                </a:ext>
              </a:extLst>
            </p:cNvPr>
            <p:cNvGrpSpPr/>
            <p:nvPr/>
          </p:nvGrpSpPr>
          <p:grpSpPr>
            <a:xfrm>
              <a:off x="1251467" y="4131176"/>
              <a:ext cx="323859" cy="259833"/>
              <a:chOff x="2483204" y="5074905"/>
              <a:chExt cx="323859" cy="259833"/>
            </a:xfrm>
          </p:grpSpPr>
          <p:pic>
            <p:nvPicPr>
              <p:cNvPr id="184" name="그래픽 183">
                <a:extLst>
                  <a:ext uri="{FF2B5EF4-FFF2-40B4-BE49-F238E27FC236}">
                    <a16:creationId xmlns:a16="http://schemas.microsoft.com/office/drawing/2014/main" id="{F5C970F5-A3FB-3AF7-B4D0-7CA82FAF35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512052" y="5074905"/>
                <a:ext cx="295011" cy="20114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878CC6-87FD-8424-E77D-7D55B48BF2A8}"/>
                  </a:ext>
                </a:extLst>
              </p:cNvPr>
              <p:cNvSpPr txBox="1"/>
              <p:nvPr/>
            </p:nvSpPr>
            <p:spPr>
              <a:xfrm>
                <a:off x="2483204" y="5119294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10</a:t>
                </a:r>
                <a:endParaRPr lang="ko-KR" altLang="en-US" sz="800" b="1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2141E62-9274-0366-62FD-18CAC4F05948}"/>
                </a:ext>
              </a:extLst>
            </p:cNvPr>
            <p:cNvGrpSpPr/>
            <p:nvPr/>
          </p:nvGrpSpPr>
          <p:grpSpPr>
            <a:xfrm>
              <a:off x="1049515" y="4750318"/>
              <a:ext cx="882911" cy="952467"/>
              <a:chOff x="2274472" y="5501826"/>
              <a:chExt cx="882911" cy="952467"/>
            </a:xfrm>
          </p:grpSpPr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8611A4B0-8CB0-78F5-884A-93942A1BB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542965" y="5501826"/>
                <a:ext cx="246467" cy="231968"/>
              </a:xfrm>
              <a:prstGeom prst="rect">
                <a:avLst/>
              </a:prstGeom>
            </p:spPr>
          </p:pic>
          <p:pic>
            <p:nvPicPr>
              <p:cNvPr id="146" name="Picture 16" descr="Computer">
                <a:extLst>
                  <a:ext uri="{FF2B5EF4-FFF2-40B4-BE49-F238E27FC236}">
                    <a16:creationId xmlns:a16="http://schemas.microsoft.com/office/drawing/2014/main" id="{03774E75-7E0E-3728-7B7A-D1E60FA63F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714" y="6048636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6" descr="Computer">
                <a:extLst>
                  <a:ext uri="{FF2B5EF4-FFF2-40B4-BE49-F238E27FC236}">
                    <a16:creationId xmlns:a16="http://schemas.microsoft.com/office/drawing/2014/main" id="{3E96EAAA-E7C8-76AC-0EEB-BD8A32AED7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781" y="6039111"/>
                <a:ext cx="254993" cy="254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52569AB8-2A90-04F6-7C30-146874D4D0D8}"/>
                  </a:ext>
                </a:extLst>
              </p:cNvPr>
              <p:cNvCxnSpPr>
                <a:cxnSpLocks/>
                <a:stCxn id="134" idx="2"/>
              </p:cNvCxnSpPr>
              <p:nvPr/>
            </p:nvCxnSpPr>
            <p:spPr>
              <a:xfrm>
                <a:off x="2666199" y="5733794"/>
                <a:ext cx="211186" cy="3718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BBDBE707-D758-9DF6-70A0-7BF00394BBB8}"/>
                  </a:ext>
                </a:extLst>
              </p:cNvPr>
              <p:cNvCxnSpPr>
                <a:cxnSpLocks/>
                <a:stCxn id="134" idx="2"/>
                <a:endCxn id="147" idx="0"/>
              </p:cNvCxnSpPr>
              <p:nvPr/>
            </p:nvCxnSpPr>
            <p:spPr>
              <a:xfrm flipH="1">
                <a:off x="2526278" y="5733794"/>
                <a:ext cx="139921" cy="3053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BD996C-C8B3-4D9E-F3D8-0D2DBED102EA}"/>
                  </a:ext>
                </a:extLst>
              </p:cNvPr>
              <p:cNvSpPr txBox="1"/>
              <p:nvPr/>
            </p:nvSpPr>
            <p:spPr>
              <a:xfrm>
                <a:off x="2700282" y="5532210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4</a:t>
                </a:r>
                <a:endParaRPr lang="ko-KR" altLang="en-US" sz="800" b="1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D7B4C62-A0DF-6A83-5E57-5CCC8751A940}"/>
                  </a:ext>
                </a:extLst>
              </p:cNvPr>
              <p:cNvSpPr txBox="1"/>
              <p:nvPr/>
            </p:nvSpPr>
            <p:spPr>
              <a:xfrm>
                <a:off x="2274472" y="6234594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2</a:t>
                </a:r>
                <a:endParaRPr lang="ko-KR" altLang="en-US" sz="800" b="1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22933E0-F030-51B4-48AE-D0C42BE284F9}"/>
                  </a:ext>
                </a:extLst>
              </p:cNvPr>
              <p:cNvSpPr txBox="1"/>
              <p:nvPr/>
            </p:nvSpPr>
            <p:spPr>
              <a:xfrm>
                <a:off x="2653774" y="6238849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DA1265AC-955E-3A1D-BA24-2D5CC074694D}"/>
                </a:ext>
              </a:extLst>
            </p:cNvPr>
            <p:cNvGrpSpPr/>
            <p:nvPr/>
          </p:nvGrpSpPr>
          <p:grpSpPr>
            <a:xfrm>
              <a:off x="151286" y="4699935"/>
              <a:ext cx="947760" cy="985986"/>
              <a:chOff x="1070412" y="5499334"/>
              <a:chExt cx="947760" cy="985986"/>
            </a:xfrm>
          </p:grpSpPr>
          <p:pic>
            <p:nvPicPr>
              <p:cNvPr id="133" name="그래픽 132">
                <a:extLst>
                  <a:ext uri="{FF2B5EF4-FFF2-40B4-BE49-F238E27FC236}">
                    <a16:creationId xmlns:a16="http://schemas.microsoft.com/office/drawing/2014/main" id="{7DF5263A-A577-D1AE-01AB-ECA3BB549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508073" y="5499334"/>
                <a:ext cx="220445" cy="207477"/>
              </a:xfrm>
              <a:prstGeom prst="rect">
                <a:avLst/>
              </a:prstGeom>
            </p:spPr>
          </p:pic>
          <p:pic>
            <p:nvPicPr>
              <p:cNvPr id="145" name="Picture 16" descr="Computer">
                <a:extLst>
                  <a:ext uri="{FF2B5EF4-FFF2-40B4-BE49-F238E27FC236}">
                    <a16:creationId xmlns:a16="http://schemas.microsoft.com/office/drawing/2014/main" id="{BF1C547F-D9B9-B86C-1FCE-96BAE50894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560" y="6058888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A1663425-694D-D89F-CA7E-A6280244E8A3}"/>
                  </a:ext>
                </a:extLst>
              </p:cNvPr>
              <p:cNvCxnSpPr>
                <a:cxnSpLocks/>
                <a:stCxn id="133" idx="2"/>
                <a:endCxn id="145" idx="0"/>
              </p:cNvCxnSpPr>
              <p:nvPr/>
            </p:nvCxnSpPr>
            <p:spPr>
              <a:xfrm flipH="1">
                <a:off x="1355596" y="5706811"/>
                <a:ext cx="262700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8D45973F-14DD-F31E-0A00-1C8259259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5908" y="5706811"/>
                <a:ext cx="174151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1" name="Picture 2" descr="Data server ">
                <a:extLst>
                  <a:ext uri="{FF2B5EF4-FFF2-40B4-BE49-F238E27FC236}">
                    <a16:creationId xmlns:a16="http://schemas.microsoft.com/office/drawing/2014/main" id="{1B8FFDF2-05B2-5F29-D069-950CB5A990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9247" y="5961993"/>
                <a:ext cx="352077" cy="3520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0D04C02-B11E-D906-3719-3836D027B749}"/>
                  </a:ext>
                </a:extLst>
              </p:cNvPr>
              <p:cNvSpPr txBox="1"/>
              <p:nvPr/>
            </p:nvSpPr>
            <p:spPr>
              <a:xfrm>
                <a:off x="1165662" y="55061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E0D6D9-1170-0DA0-DE1D-B7150D4CCD5F}"/>
                  </a:ext>
                </a:extLst>
              </p:cNvPr>
              <p:cNvSpPr txBox="1"/>
              <p:nvPr/>
            </p:nvSpPr>
            <p:spPr>
              <a:xfrm>
                <a:off x="1070412" y="626636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</a:t>
                </a:r>
                <a:endParaRPr lang="ko-KR" altLang="en-US" sz="800" b="1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9776493-6FBC-0A2F-9A88-70FC1D3232D8}"/>
                  </a:ext>
                </a:extLst>
              </p:cNvPr>
              <p:cNvSpPr txBox="1"/>
              <p:nvPr/>
            </p:nvSpPr>
            <p:spPr>
              <a:xfrm>
                <a:off x="1514563" y="62698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</p:grp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C24C089A-56A9-67FC-A9F4-DAD62CDD085E}"/>
              </a:ext>
            </a:extLst>
          </p:cNvPr>
          <p:cNvCxnSpPr>
            <a:cxnSpLocks/>
          </p:cNvCxnSpPr>
          <p:nvPr/>
        </p:nvCxnSpPr>
        <p:spPr>
          <a:xfrm flipH="1">
            <a:off x="2514764" y="2543205"/>
            <a:ext cx="3261873" cy="59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D3C9C1D5-BE42-2A48-7F24-A8500C177309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2402937" y="2543205"/>
            <a:ext cx="3373700" cy="600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291B0058-3CDB-8BF4-4C74-34E602D2DBBD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2436173" y="2555014"/>
            <a:ext cx="3264264" cy="115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94E239D6-F858-808F-201B-BB8CD35EEC80}"/>
              </a:ext>
            </a:extLst>
          </p:cNvPr>
          <p:cNvCxnSpPr>
            <a:cxnSpLocks/>
          </p:cNvCxnSpPr>
          <p:nvPr/>
        </p:nvCxnSpPr>
        <p:spPr>
          <a:xfrm flipH="1">
            <a:off x="4450979" y="2543205"/>
            <a:ext cx="1325658" cy="1077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그림 234">
            <a:extLst>
              <a:ext uri="{FF2B5EF4-FFF2-40B4-BE49-F238E27FC236}">
                <a16:creationId xmlns:a16="http://schemas.microsoft.com/office/drawing/2014/main" id="{E086D3BD-E964-5344-4B70-11E146CAE9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80" y="2369346"/>
            <a:ext cx="340225" cy="28622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4D341A8-89FA-6B68-D6CA-7B2998F3AA0B}"/>
              </a:ext>
            </a:extLst>
          </p:cNvPr>
          <p:cNvGrpSpPr/>
          <p:nvPr/>
        </p:nvGrpSpPr>
        <p:grpSpPr>
          <a:xfrm>
            <a:off x="2151132" y="3071232"/>
            <a:ext cx="503609" cy="288122"/>
            <a:chOff x="1106468" y="3782235"/>
            <a:chExt cx="503609" cy="288122"/>
          </a:xfrm>
        </p:grpSpPr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9C640F09-9FCD-254E-EAB4-F875EA074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77275" y="3782235"/>
              <a:ext cx="376089" cy="25642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D5FE73-5F3B-263C-C76A-2A6787C0E9E3}"/>
                </a:ext>
              </a:extLst>
            </p:cNvPr>
            <p:cNvSpPr txBox="1"/>
            <p:nvPr/>
          </p:nvSpPr>
          <p:spPr>
            <a:xfrm>
              <a:off x="1106468" y="3854913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6</a:t>
              </a:r>
              <a:endParaRPr lang="ko-KR" altLang="en-US" sz="800" b="1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E2E403-5D95-E147-55E3-30B2B4023E4C}"/>
              </a:ext>
            </a:extLst>
          </p:cNvPr>
          <p:cNvGrpSpPr/>
          <p:nvPr/>
        </p:nvGrpSpPr>
        <p:grpSpPr>
          <a:xfrm>
            <a:off x="2184368" y="3634409"/>
            <a:ext cx="503609" cy="293376"/>
            <a:chOff x="2707672" y="3782234"/>
            <a:chExt cx="503609" cy="293376"/>
          </a:xfrm>
        </p:grpSpPr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24C231AB-660E-2237-16DA-485B2DA58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750636" y="3782234"/>
              <a:ext cx="376089" cy="25642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4C988E-E69E-E621-9987-05F7E67FA81A}"/>
                </a:ext>
              </a:extLst>
            </p:cNvPr>
            <p:cNvSpPr txBox="1"/>
            <p:nvPr/>
          </p:nvSpPr>
          <p:spPr>
            <a:xfrm>
              <a:off x="2707672" y="386016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7</a:t>
              </a:r>
              <a:endParaRPr lang="ko-KR" altLang="en-US" sz="800" b="1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DE43245-D0E2-8C1B-2913-33DE3FDC5345}"/>
              </a:ext>
            </a:extLst>
          </p:cNvPr>
          <p:cNvGrpSpPr/>
          <p:nvPr/>
        </p:nvGrpSpPr>
        <p:grpSpPr>
          <a:xfrm>
            <a:off x="2151132" y="2493860"/>
            <a:ext cx="503609" cy="281109"/>
            <a:chOff x="1901288" y="3254173"/>
            <a:chExt cx="503609" cy="281109"/>
          </a:xfrm>
        </p:grpSpPr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1C2970B9-443C-D56D-5FA8-B7216B793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8" y="3254173"/>
              <a:ext cx="376089" cy="25642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C7078F-92CB-C411-C6D9-BF0823EA3C52}"/>
                </a:ext>
              </a:extLst>
            </p:cNvPr>
            <p:cNvSpPr txBox="1"/>
            <p:nvPr/>
          </p:nvSpPr>
          <p:spPr>
            <a:xfrm>
              <a:off x="1901288" y="3319838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F34F2822-8F5D-F57C-D5A5-3E70416785C8}"/>
              </a:ext>
            </a:extLst>
          </p:cNvPr>
          <p:cNvGrpSpPr/>
          <p:nvPr/>
        </p:nvGrpSpPr>
        <p:grpSpPr>
          <a:xfrm>
            <a:off x="5603591" y="3634410"/>
            <a:ext cx="379300" cy="1480436"/>
            <a:chOff x="5603591" y="3812809"/>
            <a:chExt cx="379300" cy="1480436"/>
          </a:xfrm>
        </p:grpSpPr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6ED79567-8829-DBBE-72BB-80EA97218A59}"/>
                </a:ext>
              </a:extLst>
            </p:cNvPr>
            <p:cNvGrpSpPr/>
            <p:nvPr/>
          </p:nvGrpSpPr>
          <p:grpSpPr>
            <a:xfrm rot="16200000" flipV="1">
              <a:off x="5051418" y="4364982"/>
              <a:ext cx="1480436" cy="376089"/>
              <a:chOff x="1648415" y="438228"/>
              <a:chExt cx="1480436" cy="376089"/>
            </a:xfrm>
          </p:grpSpPr>
          <p:pic>
            <p:nvPicPr>
              <p:cNvPr id="115" name="그래픽 114">
                <a:extLst>
                  <a:ext uri="{FF2B5EF4-FFF2-40B4-BE49-F238E27FC236}">
                    <a16:creationId xmlns:a16="http://schemas.microsoft.com/office/drawing/2014/main" id="{C1C0201D-B192-FD7E-80C3-BEBE8748A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2812594" y="498060"/>
                <a:ext cx="376089" cy="256425"/>
              </a:xfrm>
              <a:prstGeom prst="rect">
                <a:avLst/>
              </a:prstGeom>
            </p:spPr>
          </p:pic>
          <p:pic>
            <p:nvPicPr>
              <p:cNvPr id="301" name="Picture 30" descr="Server ">
                <a:extLst>
                  <a:ext uri="{FF2B5EF4-FFF2-40B4-BE49-F238E27FC236}">
                    <a16:creationId xmlns:a16="http://schemas.microsoft.com/office/drawing/2014/main" id="{3E9BC1D2-7B78-3CB4-4BA2-1499B8DDC2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1648415" y="493823"/>
                <a:ext cx="265186" cy="2651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2" name="그래픽 301">
                <a:extLst>
                  <a:ext uri="{FF2B5EF4-FFF2-40B4-BE49-F238E27FC236}">
                    <a16:creationId xmlns:a16="http://schemas.microsoft.com/office/drawing/2014/main" id="{068DE430-A650-DE21-6CAF-651DEC5C9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 rot="5400000">
                <a:off x="2304630" y="522678"/>
                <a:ext cx="220445" cy="207477"/>
              </a:xfrm>
              <a:prstGeom prst="rect">
                <a:avLst/>
              </a:prstGeom>
            </p:spPr>
          </p:pic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3C968AF7-9316-1CDE-ABB7-2C1EFF4075E9}"/>
                  </a:ext>
                </a:extLst>
              </p:cNvPr>
              <p:cNvCxnSpPr>
                <a:cxnSpLocks/>
                <a:stCxn id="302" idx="0"/>
                <a:endCxn id="115" idx="2"/>
              </p:cNvCxnSpPr>
              <p:nvPr/>
            </p:nvCxnSpPr>
            <p:spPr>
              <a:xfrm rot="16200000">
                <a:off x="2695437" y="449427"/>
                <a:ext cx="143" cy="3538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>
                <a:extLst>
                  <a:ext uri="{FF2B5EF4-FFF2-40B4-BE49-F238E27FC236}">
                    <a16:creationId xmlns:a16="http://schemas.microsoft.com/office/drawing/2014/main" id="{8173064B-E8D4-9E4F-C01A-2C9FA96279B4}"/>
                  </a:ext>
                </a:extLst>
              </p:cNvPr>
              <p:cNvCxnSpPr>
                <a:cxnSpLocks/>
                <a:stCxn id="301" idx="0"/>
                <a:endCxn id="302" idx="2"/>
              </p:cNvCxnSpPr>
              <p:nvPr/>
            </p:nvCxnSpPr>
            <p:spPr>
              <a:xfrm rot="16200000" flipH="1">
                <a:off x="2112357" y="427659"/>
                <a:ext cx="1" cy="3975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직선 연결선 320">
                <a:extLst>
                  <a:ext uri="{FF2B5EF4-FFF2-40B4-BE49-F238E27FC236}">
                    <a16:creationId xmlns:a16="http://schemas.microsoft.com/office/drawing/2014/main" id="{3F78749B-9B51-9206-FAC8-E66108173343}"/>
                  </a:ext>
                </a:extLst>
              </p:cNvPr>
              <p:cNvCxnSpPr>
                <a:stCxn id="301" idx="0"/>
                <a:endCxn id="301" idx="3"/>
              </p:cNvCxnSpPr>
              <p:nvPr/>
            </p:nvCxnSpPr>
            <p:spPr>
              <a:xfrm rot="16200000" flipH="1" flipV="1">
                <a:off x="1781008" y="626415"/>
                <a:ext cx="132593" cy="1325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730A017-B6A8-6688-3EC3-C941174B61B6}"/>
                </a:ext>
              </a:extLst>
            </p:cNvPr>
            <p:cNvSpPr txBox="1"/>
            <p:nvPr/>
          </p:nvSpPr>
          <p:spPr>
            <a:xfrm>
              <a:off x="5613945" y="3880394"/>
              <a:ext cx="368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4</a:t>
              </a:r>
              <a:endParaRPr lang="ko-KR" altLang="en-US" sz="800" b="1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B8441040-2310-37A5-A13F-D2ED0C82FE6D}"/>
              </a:ext>
            </a:extLst>
          </p:cNvPr>
          <p:cNvSpPr txBox="1"/>
          <p:nvPr/>
        </p:nvSpPr>
        <p:spPr>
          <a:xfrm>
            <a:off x="4319538" y="3457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ED42D41-9D59-2318-CC08-4322A9F7B3A7}"/>
              </a:ext>
            </a:extLst>
          </p:cNvPr>
          <p:cNvSpPr txBox="1"/>
          <p:nvPr/>
        </p:nvSpPr>
        <p:spPr>
          <a:xfrm>
            <a:off x="4319538" y="7552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63DA0CE-5555-3DD2-C121-F7BEAD6A2F5E}"/>
              </a:ext>
            </a:extLst>
          </p:cNvPr>
          <p:cNvSpPr txBox="1"/>
          <p:nvPr/>
        </p:nvSpPr>
        <p:spPr>
          <a:xfrm>
            <a:off x="3245542" y="2717059"/>
            <a:ext cx="174120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Summary routing</a:t>
            </a:r>
          </a:p>
          <a:p>
            <a:pPr algn="ctr"/>
            <a:r>
              <a:rPr lang="en-US" altLang="ko-KR" sz="1000" b="1" dirty="0"/>
              <a:t>/Road Balancing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B81A2B-940A-282A-F86D-1971B250784E}"/>
              </a:ext>
            </a:extLst>
          </p:cNvPr>
          <p:cNvSpPr txBox="1"/>
          <p:nvPr/>
        </p:nvSpPr>
        <p:spPr>
          <a:xfrm>
            <a:off x="0" y="18337"/>
            <a:ext cx="1107996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보고서용</a:t>
            </a:r>
          </a:p>
        </p:txBody>
      </p:sp>
    </p:spTree>
    <p:extLst>
      <p:ext uri="{BB962C8B-B14F-4D97-AF65-F5344CB8AC3E}">
        <p14:creationId xmlns:p14="http://schemas.microsoft.com/office/powerpoint/2010/main" val="881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21FF19D-B703-8D16-3C6B-13B8963C2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43043"/>
            <a:ext cx="220445" cy="20747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E69161C-9444-6D1D-476F-F0968037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021182"/>
            <a:ext cx="220445" cy="207477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5D4648F-1BE5-E8C2-0754-C0A7BD06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977460"/>
            <a:ext cx="220445" cy="207477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5E3DAF8-40E3-3F92-5ED9-934E9D0F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933738"/>
            <a:ext cx="220445" cy="20747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98A5A4F-0CD5-B33E-CD6A-27FF435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455599"/>
            <a:ext cx="220445" cy="20747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68941E0-0D36-3049-CDC1-6CA19B9D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499321"/>
            <a:ext cx="220445" cy="207477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C75D74D0-99ED-21E2-2A56-A6BD54E5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411877"/>
            <a:ext cx="220445" cy="20747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C2840B6C-326E-B7C9-F41A-97578B83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846294"/>
            <a:ext cx="220445" cy="207477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081121B-EA0B-9A49-B65E-898E20E0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802567"/>
            <a:ext cx="220445" cy="207477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E3E1AFEE-2A18-02D9-9CB1-9923BB06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324433"/>
            <a:ext cx="220445" cy="207477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C3F864CF-E1AB-4514-D49F-2B9C2B0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890016"/>
            <a:ext cx="220445" cy="20747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F720CDD-AB8E-7ACD-6137-CC2B9BCA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368155"/>
            <a:ext cx="220445" cy="207477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F84CD08-8A2C-11E9-9447-D4E4D955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28986"/>
            <a:ext cx="376089" cy="25642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7BE29D17-E03A-1998-6D08-C7E1CF6EF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953523"/>
            <a:ext cx="376089" cy="256425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0F664FEA-3D8A-B5ED-F1AC-EBA75C2C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1478060"/>
            <a:ext cx="376089" cy="2564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562B7E1-237F-7ACE-AD51-15E22D435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002597"/>
            <a:ext cx="376089" cy="256425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35887862-BB42-9646-FD35-6AFF3250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527134"/>
            <a:ext cx="376089" cy="25642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AF3CBF6-026E-AE0F-52BA-B0B57F8AA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576208"/>
            <a:ext cx="376089" cy="256425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8C383EFE-54BA-5B63-F866-9C0E6E210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051671"/>
            <a:ext cx="376089" cy="2564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6C553125-08E0-F0B1-4A1E-DAD89847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149819"/>
            <a:ext cx="376089" cy="256425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D8BF631-81BB-982C-408E-0F7AB4BBA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625282"/>
            <a:ext cx="376089" cy="25642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60F77D1A-8CC9-F557-7519-839586EFB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100745"/>
            <a:ext cx="376089" cy="25642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213FE3C7-F3D9-D3A7-4C7D-B6F35C81A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674354"/>
            <a:ext cx="376089" cy="2564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3CF1D7-1189-098B-9095-2F5430C39090}"/>
              </a:ext>
            </a:extLst>
          </p:cNvPr>
          <p:cNvSpPr txBox="1"/>
          <p:nvPr/>
        </p:nvSpPr>
        <p:spPr>
          <a:xfrm>
            <a:off x="1503637" y="5197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C7B98-3A76-9F2D-CA0F-A9003DC42F14}"/>
              </a:ext>
            </a:extLst>
          </p:cNvPr>
          <p:cNvSpPr txBox="1"/>
          <p:nvPr/>
        </p:nvSpPr>
        <p:spPr>
          <a:xfrm>
            <a:off x="1503636" y="100180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CEECE-CB18-C1EC-F049-D6CE8970C79C}"/>
              </a:ext>
            </a:extLst>
          </p:cNvPr>
          <p:cNvSpPr txBox="1"/>
          <p:nvPr/>
        </p:nvSpPr>
        <p:spPr>
          <a:xfrm>
            <a:off x="1503637" y="145666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03859-E9EE-FEB9-9779-A5F5BBE6B98E}"/>
              </a:ext>
            </a:extLst>
          </p:cNvPr>
          <p:cNvSpPr txBox="1"/>
          <p:nvPr/>
        </p:nvSpPr>
        <p:spPr>
          <a:xfrm>
            <a:off x="1503636" y="193871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E1DBF-4483-DC9A-BB9E-DD749EDFE3BC}"/>
              </a:ext>
            </a:extLst>
          </p:cNvPr>
          <p:cNvSpPr txBox="1"/>
          <p:nvPr/>
        </p:nvSpPr>
        <p:spPr>
          <a:xfrm>
            <a:off x="1503637" y="24555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FF6B-1101-E718-8EC7-1B2F4F06F176}"/>
              </a:ext>
            </a:extLst>
          </p:cNvPr>
          <p:cNvSpPr txBox="1"/>
          <p:nvPr/>
        </p:nvSpPr>
        <p:spPr>
          <a:xfrm>
            <a:off x="1503636" y="29376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2623C-C55C-A573-46BD-0EE5FD3213B2}"/>
              </a:ext>
            </a:extLst>
          </p:cNvPr>
          <p:cNvSpPr txBox="1"/>
          <p:nvPr/>
        </p:nvSpPr>
        <p:spPr>
          <a:xfrm>
            <a:off x="1503636" y="3369217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C515D-08DF-1F67-2479-196E7EDF48D3}"/>
              </a:ext>
            </a:extLst>
          </p:cNvPr>
          <p:cNvSpPr txBox="1"/>
          <p:nvPr/>
        </p:nvSpPr>
        <p:spPr>
          <a:xfrm>
            <a:off x="1503635" y="385127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ECE4A-7860-0EEB-7EBF-4D16D374EF6F}"/>
              </a:ext>
            </a:extLst>
          </p:cNvPr>
          <p:cNvSpPr txBox="1"/>
          <p:nvPr/>
        </p:nvSpPr>
        <p:spPr>
          <a:xfrm>
            <a:off x="1503635" y="435044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C8EF-6ED6-F923-E247-61F140F67840}"/>
              </a:ext>
            </a:extLst>
          </p:cNvPr>
          <p:cNvSpPr txBox="1"/>
          <p:nvPr/>
        </p:nvSpPr>
        <p:spPr>
          <a:xfrm>
            <a:off x="1503634" y="48324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1FB16-1A68-1CE2-0F15-FE2A981EED50}"/>
              </a:ext>
            </a:extLst>
          </p:cNvPr>
          <p:cNvSpPr txBox="1"/>
          <p:nvPr/>
        </p:nvSpPr>
        <p:spPr>
          <a:xfrm>
            <a:off x="1503634" y="5317035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FA6EA-1960-36AF-7D60-639455B9105F}"/>
              </a:ext>
            </a:extLst>
          </p:cNvPr>
          <p:cNvSpPr txBox="1"/>
          <p:nvPr/>
        </p:nvSpPr>
        <p:spPr>
          <a:xfrm>
            <a:off x="1503633" y="579909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F9177-6D90-26DD-CD38-7A116480739B}"/>
              </a:ext>
            </a:extLst>
          </p:cNvPr>
          <p:cNvSpPr txBox="1"/>
          <p:nvPr/>
        </p:nvSpPr>
        <p:spPr>
          <a:xfrm>
            <a:off x="4361536" y="42898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72ABD-AFE0-7E02-423D-FE9B725007DE}"/>
              </a:ext>
            </a:extLst>
          </p:cNvPr>
          <p:cNvSpPr txBox="1"/>
          <p:nvPr/>
        </p:nvSpPr>
        <p:spPr>
          <a:xfrm>
            <a:off x="4361535" y="95572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586CF-E85C-3B69-E23D-583E22C7679B}"/>
              </a:ext>
            </a:extLst>
          </p:cNvPr>
          <p:cNvSpPr txBox="1"/>
          <p:nvPr/>
        </p:nvSpPr>
        <p:spPr>
          <a:xfrm>
            <a:off x="4361536" y="148245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6E844A-386F-D4EE-245D-54307715A698}"/>
              </a:ext>
            </a:extLst>
          </p:cNvPr>
          <p:cNvSpPr txBox="1"/>
          <p:nvPr/>
        </p:nvSpPr>
        <p:spPr>
          <a:xfrm>
            <a:off x="4361535" y="200919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FBE5E-3803-3B8D-CE66-03AC65E1CB4D}"/>
              </a:ext>
            </a:extLst>
          </p:cNvPr>
          <p:cNvSpPr txBox="1"/>
          <p:nvPr/>
        </p:nvSpPr>
        <p:spPr>
          <a:xfrm>
            <a:off x="4361536" y="253593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E075C-0A3D-9381-23B0-FC795A7CA136}"/>
              </a:ext>
            </a:extLst>
          </p:cNvPr>
          <p:cNvSpPr txBox="1"/>
          <p:nvPr/>
        </p:nvSpPr>
        <p:spPr>
          <a:xfrm>
            <a:off x="4361535" y="306266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4D10E-08DE-AB7C-3A4B-1B0091B0A9D3}"/>
              </a:ext>
            </a:extLst>
          </p:cNvPr>
          <p:cNvSpPr txBox="1"/>
          <p:nvPr/>
        </p:nvSpPr>
        <p:spPr>
          <a:xfrm>
            <a:off x="4361535" y="358940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D327A-59D6-69E5-0411-B6C3D5DE66C8}"/>
              </a:ext>
            </a:extLst>
          </p:cNvPr>
          <p:cNvSpPr txBox="1"/>
          <p:nvPr/>
        </p:nvSpPr>
        <p:spPr>
          <a:xfrm>
            <a:off x="4361534" y="411613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21592-3275-21AC-2A51-F602CE102D21}"/>
              </a:ext>
            </a:extLst>
          </p:cNvPr>
          <p:cNvSpPr txBox="1"/>
          <p:nvPr/>
        </p:nvSpPr>
        <p:spPr>
          <a:xfrm>
            <a:off x="4361534" y="464287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9A5F0-5A41-620D-55EF-75B84C52065B}"/>
              </a:ext>
            </a:extLst>
          </p:cNvPr>
          <p:cNvSpPr txBox="1"/>
          <p:nvPr/>
        </p:nvSpPr>
        <p:spPr>
          <a:xfrm>
            <a:off x="4361533" y="516961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363ED9-2DF6-57EB-639A-71AE17305850}"/>
              </a:ext>
            </a:extLst>
          </p:cNvPr>
          <p:cNvSpPr txBox="1"/>
          <p:nvPr/>
        </p:nvSpPr>
        <p:spPr>
          <a:xfrm>
            <a:off x="4361533" y="569634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80" y="4197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7568269" y="4224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7568269" y="6829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381</Words>
  <Application>Microsoft Office PowerPoint</Application>
  <PresentationFormat>와이드스크린</PresentationFormat>
  <Paragraphs>228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Hyerim Park</cp:lastModifiedBy>
  <cp:revision>53</cp:revision>
  <dcterms:created xsi:type="dcterms:W3CDTF">2025-10-27T08:02:19Z</dcterms:created>
  <dcterms:modified xsi:type="dcterms:W3CDTF">2025-10-30T21:29:03Z</dcterms:modified>
</cp:coreProperties>
</file>