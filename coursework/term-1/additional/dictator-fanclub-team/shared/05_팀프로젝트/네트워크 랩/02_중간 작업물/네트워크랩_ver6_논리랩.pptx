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585" autoAdjust="0"/>
    <p:restoredTop sz="94660"/>
  </p:normalViewPr>
  <p:slideViewPr>
    <p:cSldViewPr snapToGrid="0">
      <p:cViewPr>
        <p:scale>
          <a:sx n="100" d="100"/>
          <a:sy n="100" d="100"/>
        </p:scale>
        <p:origin x="7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5231824-0A51-0B1B-0A79-0065350EE66A}"/>
              </a:ext>
            </a:extLst>
          </p:cNvPr>
          <p:cNvSpPr txBox="1"/>
          <p:nvPr/>
        </p:nvSpPr>
        <p:spPr>
          <a:xfrm>
            <a:off x="8420692" y="3315309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1882DC3-0C57-8A8A-A659-621ABCD838A7}"/>
              </a:ext>
            </a:extLst>
          </p:cNvPr>
          <p:cNvSpPr txBox="1"/>
          <p:nvPr/>
        </p:nvSpPr>
        <p:spPr>
          <a:xfrm>
            <a:off x="6522761" y="3327555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7439457" y="3224584"/>
            <a:ext cx="654899" cy="577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2664793" y="4594889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1D44DC-D692-ECC3-3911-EF5C5D9DE473}"/>
              </a:ext>
            </a:extLst>
          </p:cNvPr>
          <p:cNvSpPr txBox="1"/>
          <p:nvPr/>
        </p:nvSpPr>
        <p:spPr>
          <a:xfrm>
            <a:off x="2973364" y="3621894"/>
            <a:ext cx="65489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Summary routing</a:t>
            </a:r>
          </a:p>
          <a:p>
            <a:pPr algn="ctr"/>
            <a:r>
              <a:rPr lang="en-US" altLang="ko-KR" sz="800" b="1" dirty="0"/>
              <a:t>/RB</a:t>
            </a: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2675142" y="6441043"/>
            <a:ext cx="5528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DHCP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5054281" y="4511491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XRDP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5054281" y="3777392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VNC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5040160" y="311424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DNS/VH</a:t>
            </a: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572629" y="3584524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663762" y="3816464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3539235" y="4569822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6284962" y="1168175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236358" y="1572486"/>
            <a:ext cx="2165526" cy="2173882"/>
            <a:chOff x="1211803" y="409869"/>
            <a:chExt cx="2165526" cy="2173882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CE27943F-D69B-9BE1-8883-EC4A96A1B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BC4A7BEF-616B-F566-7CD2-ED2B741C3C8D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582C6B-720B-2CEB-9167-EA85C64ECF7E}"/>
                </a:ext>
              </a:extLst>
            </p:cNvPr>
            <p:cNvSpPr txBox="1"/>
            <p:nvPr/>
          </p:nvSpPr>
          <p:spPr>
            <a:xfrm rot="5400000">
              <a:off x="982894" y="1324802"/>
              <a:ext cx="8579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1 - RAID10</a:t>
              </a:r>
            </a:p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SSD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006E96B7-4F7B-8858-0931-87F52626C295}"/>
                </a:ext>
              </a:extLst>
            </p:cNvPr>
            <p:cNvSpPr txBox="1"/>
            <p:nvPr/>
          </p:nvSpPr>
          <p:spPr>
            <a:xfrm rot="5400000">
              <a:off x="1705436" y="1296751"/>
              <a:ext cx="8579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2 - RAID10</a:t>
              </a:r>
            </a:p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HDD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4A00C46-0F58-D130-A3DE-A27BF68866D4}"/>
                </a:ext>
              </a:extLst>
            </p:cNvPr>
            <p:cNvSpPr txBox="1"/>
            <p:nvPr/>
          </p:nvSpPr>
          <p:spPr>
            <a:xfrm rot="5400000">
              <a:off x="2565111" y="1313080"/>
              <a:ext cx="784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2 - RAID5</a:t>
              </a:r>
            </a:p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HDD</a:t>
              </a:r>
              <a:endParaRPr lang="ko-KR" altLang="en-US" sz="1000" b="1" dirty="0">
                <a:solidFill>
                  <a:srgbClr val="ED7D31"/>
                </a:solidFill>
              </a:endParaRPr>
            </a:p>
          </p:txBody>
        </p:sp>
        <p:sp>
          <p:nvSpPr>
            <p:cNvPr id="318" name="오른쪽 중괄호 317">
              <a:extLst>
                <a:ext uri="{FF2B5EF4-FFF2-40B4-BE49-F238E27FC236}">
                  <a16:creationId xmlns:a16="http://schemas.microsoft.com/office/drawing/2014/main" id="{A28D83D0-C7D1-D393-8FA0-8BC2DCF8303E}"/>
                </a:ext>
              </a:extLst>
            </p:cNvPr>
            <p:cNvSpPr/>
            <p:nvPr/>
          </p:nvSpPr>
          <p:spPr>
            <a:xfrm rot="5400000">
              <a:off x="2686582" y="1530541"/>
              <a:ext cx="256425" cy="786011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2EA9F83-04AF-732F-BCB4-95F9D129FF41}"/>
                </a:ext>
              </a:extLst>
            </p:cNvPr>
            <p:cNvSpPr txBox="1"/>
            <p:nvPr/>
          </p:nvSpPr>
          <p:spPr>
            <a:xfrm rot="5400000">
              <a:off x="2420786" y="2062591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NFS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1719214" y="1519022"/>
            <a:ext cx="5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3907407" y="59905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5699489" y="2938492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5846730" y="355354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2482" y="28699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2710135" y="1644195"/>
            <a:ext cx="135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2658011" y="600814"/>
            <a:ext cx="1133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server manager</a:t>
            </a:r>
          </a:p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</p:cNvCxnSpPr>
          <p:nvPr/>
        </p:nvCxnSpPr>
        <p:spPr>
          <a:xfrm flipH="1" flipV="1">
            <a:off x="3459678" y="566413"/>
            <a:ext cx="329934" cy="576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</p:cNvCxnSpPr>
          <p:nvPr/>
        </p:nvCxnSpPr>
        <p:spPr>
          <a:xfrm flipH="1">
            <a:off x="3421452" y="1142954"/>
            <a:ext cx="368160" cy="349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DDAC1187-936E-DB69-ABC6-19B0391CC3AD}"/>
              </a:ext>
            </a:extLst>
          </p:cNvPr>
          <p:cNvCxnSpPr>
            <a:cxnSpLocks/>
            <a:stCxn id="301" idx="1"/>
            <a:endCxn id="325" idx="1"/>
          </p:cNvCxnSpPr>
          <p:nvPr/>
        </p:nvCxnSpPr>
        <p:spPr>
          <a:xfrm>
            <a:off x="1423560" y="1709257"/>
            <a:ext cx="295654" cy="98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5799226" y="2304661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6686562" y="113551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6760299" y="471298"/>
            <a:ext cx="1066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16039" y="2862846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10.1.0.0 /23</a:t>
            </a:r>
            <a:endParaRPr lang="ko-KR" altLang="en-US" sz="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4C66C71-869F-6211-B756-E1286451F2CF}"/>
              </a:ext>
            </a:extLst>
          </p:cNvPr>
          <p:cNvSpPr txBox="1"/>
          <p:nvPr/>
        </p:nvSpPr>
        <p:spPr>
          <a:xfrm>
            <a:off x="5972875" y="5804467"/>
            <a:ext cx="1165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L2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10.1.32.0 /19</a:t>
            </a:r>
            <a:endParaRPr lang="ko-KR" altLang="en-US" sz="10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659283" y="2036158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2024282" y="3266323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3643179" y="3259539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5" y="3505534"/>
            <a:ext cx="9656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B176178-2F7A-3CA9-ACB5-89656FAEF93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FD6F81-08E4-52DE-EA75-0650B56877C5}"/>
              </a:ext>
            </a:extLst>
          </p:cNvPr>
          <p:cNvSpPr txBox="1"/>
          <p:nvPr/>
        </p:nvSpPr>
        <p:spPr>
          <a:xfrm>
            <a:off x="1827981" y="4704359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10.1.16.0 /23</a:t>
            </a:r>
            <a:endParaRPr lang="ko-KR" altLang="en-US" sz="800" b="1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5C63DF1-269C-40BF-56DC-6D28E8A2996F}"/>
              </a:ext>
            </a:extLst>
          </p:cNvPr>
          <p:cNvSpPr txBox="1"/>
          <p:nvPr/>
        </p:nvSpPr>
        <p:spPr>
          <a:xfrm>
            <a:off x="466052" y="4809701"/>
            <a:ext cx="1098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L3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10.1.0.0 /19</a:t>
            </a:r>
            <a:endParaRPr lang="ko-KR" altLang="en-US" sz="10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10.1.32.0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10.1.40.0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488604" y="5260905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128.128.0.0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8956" y="5247831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10.1.14.0 /23</a:t>
            </a:r>
            <a:endParaRPr lang="ko-KR" altLang="en-US" sz="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8425F2-D029-8CAB-5B24-1D3D9A5BD9CA}"/>
              </a:ext>
            </a:extLst>
          </p:cNvPr>
          <p:cNvSpPr txBox="1"/>
          <p:nvPr/>
        </p:nvSpPr>
        <p:spPr>
          <a:xfrm>
            <a:off x="7002172" y="2885622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7031046" y="5881181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IP 10.1.36.0 /22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4778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89001" y="31785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8464120-F018-5D6A-441F-F354367CB928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DD14079A-19BD-8FE2-4B78-F6D6D33A70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5D5A4E81-F38B-55AE-182C-36BDB20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E4F60DE7-27DF-428E-60E0-3A4B027CA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60D6D6D0-13A5-9453-279D-D1C44A5B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979B6C54-F2C6-A2A4-49A2-898F6E1F5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A4C6894A-A80E-4DC9-B804-7E742C9ACC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22926" y="2427123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5E56400-D2BB-6EAA-E015-9CFF2C2F84F9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F93724DA-F7A8-8F67-B01D-4B8D99A5FA66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5260EB02-2404-5769-36D9-0D2656805116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819867" cy="10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39F7D68C-3D2E-2C07-7864-5079E972E81D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34600"/>
            <a:ext cx="207718" cy="662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A225E794-61E7-D864-34C2-D4C69AFF6D9A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333149" y="2634600"/>
            <a:ext cx="276961" cy="6603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886EDAF6-3559-A72C-293B-1AC3B39DC955}"/>
              </a:ext>
            </a:extLst>
          </p:cNvPr>
          <p:cNvSpPr txBox="1"/>
          <p:nvPr/>
        </p:nvSpPr>
        <p:spPr>
          <a:xfrm>
            <a:off x="10421497" y="2076443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27FA5568-0447-3F1F-3240-94B38037C376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5773D2-65E7-C926-8551-89DC22C331E0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97B5EE8-EA96-1802-50B7-0BA4DD4EE0FC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9A7FE80-8CE0-90D0-63E9-2A93C03BE90B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EF4B415-2010-02C2-FA1A-FCCB75E436BC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4727478-5973-2BD8-7435-43E0FD99A7D2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ED98A665-F19A-4FFB-F59E-F9E9FE86D236}"/>
              </a:ext>
            </a:extLst>
          </p:cNvPr>
          <p:cNvSpPr txBox="1"/>
          <p:nvPr/>
        </p:nvSpPr>
        <p:spPr>
          <a:xfrm>
            <a:off x="9624064" y="367855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0C32B4E-14B9-C103-14D3-C58C06AA90B7}"/>
              </a:ext>
            </a:extLst>
          </p:cNvPr>
          <p:cNvSpPr txBox="1"/>
          <p:nvPr/>
        </p:nvSpPr>
        <p:spPr>
          <a:xfrm>
            <a:off x="10797806" y="366967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8229405-FC05-1813-6202-0171E93FA761}"/>
              </a:ext>
            </a:extLst>
          </p:cNvPr>
          <p:cNvSpPr txBox="1"/>
          <p:nvPr/>
        </p:nvSpPr>
        <p:spPr>
          <a:xfrm>
            <a:off x="10207967" y="3660638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C228417-7F38-344F-370F-F4866F9BDE69}"/>
              </a:ext>
            </a:extLst>
          </p:cNvPr>
          <p:cNvSpPr txBox="1"/>
          <p:nvPr/>
        </p:nvSpPr>
        <p:spPr>
          <a:xfrm>
            <a:off x="11300752" y="3669670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46CBB44-2DAA-81C8-B815-BF2E25962E6E}"/>
              </a:ext>
            </a:extLst>
          </p:cNvPr>
          <p:cNvSpPr txBox="1"/>
          <p:nvPr/>
        </p:nvSpPr>
        <p:spPr>
          <a:xfrm>
            <a:off x="7916344" y="5543965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10.1.44.0 /22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5A1098C-E358-C721-D4DB-C976FBF308B7}"/>
              </a:ext>
            </a:extLst>
          </p:cNvPr>
          <p:cNvSpPr txBox="1"/>
          <p:nvPr/>
        </p:nvSpPr>
        <p:spPr>
          <a:xfrm>
            <a:off x="7906555" y="587116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10.1.48.0 /22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6742F12B-378A-D5D8-643E-7C5CC102AFBF}"/>
              </a:ext>
            </a:extLst>
          </p:cNvPr>
          <p:cNvSpPr txBox="1"/>
          <p:nvPr/>
        </p:nvSpPr>
        <p:spPr>
          <a:xfrm>
            <a:off x="8767518" y="5541788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</a:p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IP 10.1.52.0 /22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0CB7240E-4E15-039C-D792-F3226FA110F2}"/>
              </a:ext>
            </a:extLst>
          </p:cNvPr>
          <p:cNvSpPr txBox="1"/>
          <p:nvPr/>
        </p:nvSpPr>
        <p:spPr>
          <a:xfrm>
            <a:off x="8762775" y="5873772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</a:p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IP 10.1.56.0 /22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21FF19D-B703-8D16-3C6B-13B8963C2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43043"/>
            <a:ext cx="220445" cy="20747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E69161C-9444-6D1D-476F-F0968037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021182"/>
            <a:ext cx="220445" cy="207477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5D4648F-1BE5-E8C2-0754-C0A7BD06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977460"/>
            <a:ext cx="220445" cy="207477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35E3DAF8-40E3-3F92-5ED9-934E9D0F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933738"/>
            <a:ext cx="220445" cy="20747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998A5A4F-0CD5-B33E-CD6A-27FF43553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455599"/>
            <a:ext cx="220445" cy="207477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68941E0-0D36-3049-CDC1-6CA19B9D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499321"/>
            <a:ext cx="220445" cy="207477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C75D74D0-99ED-21E2-2A56-A6BD54E5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411877"/>
            <a:ext cx="220445" cy="207477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C2840B6C-326E-B7C9-F41A-97578B83D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846294"/>
            <a:ext cx="220445" cy="207477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081121B-EA0B-9A49-B65E-898E20E09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802567"/>
            <a:ext cx="220445" cy="207477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E3E1AFEE-2A18-02D9-9CB1-9923BB06C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324433"/>
            <a:ext cx="220445" cy="207477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C3F864CF-E1AB-4514-D49F-2B9C2B07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890016"/>
            <a:ext cx="220445" cy="207477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F720CDD-AB8E-7ACD-6137-CC2B9BCA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368155"/>
            <a:ext cx="220445" cy="207477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F84CD08-8A2C-11E9-9447-D4E4D955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28986"/>
            <a:ext cx="376089" cy="256425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7BE29D17-E03A-1998-6D08-C7E1CF6EF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953523"/>
            <a:ext cx="376089" cy="256425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0F664FEA-3D8A-B5ED-F1AC-EBA75C2CA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1478060"/>
            <a:ext cx="376089" cy="256425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7562B7E1-237F-7ACE-AD51-15E22D435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002597"/>
            <a:ext cx="376089" cy="256425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35887862-BB42-9646-FD35-6AFF3250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527134"/>
            <a:ext cx="376089" cy="25642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9AF3CBF6-026E-AE0F-52BA-B0B57F8AA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576208"/>
            <a:ext cx="376089" cy="256425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8C383EFE-54BA-5B63-F866-9C0E6E210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051671"/>
            <a:ext cx="376089" cy="25642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6C553125-08E0-F0B1-4A1E-DAD89847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149819"/>
            <a:ext cx="376089" cy="256425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D8BF631-81BB-982C-408E-0F7AB4BBA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625282"/>
            <a:ext cx="376089" cy="256425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60F77D1A-8CC9-F557-7519-839586EFB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100745"/>
            <a:ext cx="376089" cy="256425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213FE3C7-F3D9-D3A7-4C7D-B6F35C81A2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674354"/>
            <a:ext cx="376089" cy="2564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3CF1D7-1189-098B-9095-2F5430C39090}"/>
              </a:ext>
            </a:extLst>
          </p:cNvPr>
          <p:cNvSpPr txBox="1"/>
          <p:nvPr/>
        </p:nvSpPr>
        <p:spPr>
          <a:xfrm>
            <a:off x="1503637" y="5197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C7B98-3A76-9F2D-CA0F-A9003DC42F14}"/>
              </a:ext>
            </a:extLst>
          </p:cNvPr>
          <p:cNvSpPr txBox="1"/>
          <p:nvPr/>
        </p:nvSpPr>
        <p:spPr>
          <a:xfrm>
            <a:off x="1503636" y="100180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9CEECE-CB18-C1EC-F049-D6CE8970C79C}"/>
              </a:ext>
            </a:extLst>
          </p:cNvPr>
          <p:cNvSpPr txBox="1"/>
          <p:nvPr/>
        </p:nvSpPr>
        <p:spPr>
          <a:xfrm>
            <a:off x="1503637" y="1456661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503859-E9EE-FEB9-9779-A5F5BBE6B98E}"/>
              </a:ext>
            </a:extLst>
          </p:cNvPr>
          <p:cNvSpPr txBox="1"/>
          <p:nvPr/>
        </p:nvSpPr>
        <p:spPr>
          <a:xfrm>
            <a:off x="1503636" y="193871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E1DBF-4483-DC9A-BB9E-DD749EDFE3BC}"/>
              </a:ext>
            </a:extLst>
          </p:cNvPr>
          <p:cNvSpPr txBox="1"/>
          <p:nvPr/>
        </p:nvSpPr>
        <p:spPr>
          <a:xfrm>
            <a:off x="1503637" y="24555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FF6B-1101-E718-8EC7-1B2F4F06F176}"/>
              </a:ext>
            </a:extLst>
          </p:cNvPr>
          <p:cNvSpPr txBox="1"/>
          <p:nvPr/>
        </p:nvSpPr>
        <p:spPr>
          <a:xfrm>
            <a:off x="1503636" y="29376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2623C-C55C-A573-46BD-0EE5FD3213B2}"/>
              </a:ext>
            </a:extLst>
          </p:cNvPr>
          <p:cNvSpPr txBox="1"/>
          <p:nvPr/>
        </p:nvSpPr>
        <p:spPr>
          <a:xfrm>
            <a:off x="1503636" y="3369217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C515D-08DF-1F67-2479-196E7EDF48D3}"/>
              </a:ext>
            </a:extLst>
          </p:cNvPr>
          <p:cNvSpPr txBox="1"/>
          <p:nvPr/>
        </p:nvSpPr>
        <p:spPr>
          <a:xfrm>
            <a:off x="1503635" y="385127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CECE4A-7860-0EEB-7EBF-4D16D374EF6F}"/>
              </a:ext>
            </a:extLst>
          </p:cNvPr>
          <p:cNvSpPr txBox="1"/>
          <p:nvPr/>
        </p:nvSpPr>
        <p:spPr>
          <a:xfrm>
            <a:off x="1503635" y="435044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C8EF-6ED6-F923-E247-61F140F67840}"/>
              </a:ext>
            </a:extLst>
          </p:cNvPr>
          <p:cNvSpPr txBox="1"/>
          <p:nvPr/>
        </p:nvSpPr>
        <p:spPr>
          <a:xfrm>
            <a:off x="1503634" y="48324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C1FB16-1A68-1CE2-0F15-FE2A981EED50}"/>
              </a:ext>
            </a:extLst>
          </p:cNvPr>
          <p:cNvSpPr txBox="1"/>
          <p:nvPr/>
        </p:nvSpPr>
        <p:spPr>
          <a:xfrm>
            <a:off x="1503634" y="5317035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EFA6EA-1960-36AF-7D60-639455B9105F}"/>
              </a:ext>
            </a:extLst>
          </p:cNvPr>
          <p:cNvSpPr txBox="1"/>
          <p:nvPr/>
        </p:nvSpPr>
        <p:spPr>
          <a:xfrm>
            <a:off x="1503633" y="579909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F9177-6D90-26DD-CD38-7A116480739B}"/>
              </a:ext>
            </a:extLst>
          </p:cNvPr>
          <p:cNvSpPr txBox="1"/>
          <p:nvPr/>
        </p:nvSpPr>
        <p:spPr>
          <a:xfrm>
            <a:off x="4361536" y="42898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272ABD-AFE0-7E02-423D-FE9B725007DE}"/>
              </a:ext>
            </a:extLst>
          </p:cNvPr>
          <p:cNvSpPr txBox="1"/>
          <p:nvPr/>
        </p:nvSpPr>
        <p:spPr>
          <a:xfrm>
            <a:off x="4361535" y="95572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586CF-E85C-3B69-E23D-583E22C7679B}"/>
              </a:ext>
            </a:extLst>
          </p:cNvPr>
          <p:cNvSpPr txBox="1"/>
          <p:nvPr/>
        </p:nvSpPr>
        <p:spPr>
          <a:xfrm>
            <a:off x="4361536" y="148245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6E844A-386F-D4EE-245D-54307715A698}"/>
              </a:ext>
            </a:extLst>
          </p:cNvPr>
          <p:cNvSpPr txBox="1"/>
          <p:nvPr/>
        </p:nvSpPr>
        <p:spPr>
          <a:xfrm>
            <a:off x="4361535" y="200919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FBE5E-3803-3B8D-CE66-03AC65E1CB4D}"/>
              </a:ext>
            </a:extLst>
          </p:cNvPr>
          <p:cNvSpPr txBox="1"/>
          <p:nvPr/>
        </p:nvSpPr>
        <p:spPr>
          <a:xfrm>
            <a:off x="4361536" y="253593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E075C-0A3D-9381-23B0-FC795A7CA136}"/>
              </a:ext>
            </a:extLst>
          </p:cNvPr>
          <p:cNvSpPr txBox="1"/>
          <p:nvPr/>
        </p:nvSpPr>
        <p:spPr>
          <a:xfrm>
            <a:off x="4361535" y="306266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4D10E-08DE-AB7C-3A4B-1B0091B0A9D3}"/>
              </a:ext>
            </a:extLst>
          </p:cNvPr>
          <p:cNvSpPr txBox="1"/>
          <p:nvPr/>
        </p:nvSpPr>
        <p:spPr>
          <a:xfrm>
            <a:off x="4361535" y="358940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D327A-59D6-69E5-0411-B6C3D5DE66C8}"/>
              </a:ext>
            </a:extLst>
          </p:cNvPr>
          <p:cNvSpPr txBox="1"/>
          <p:nvPr/>
        </p:nvSpPr>
        <p:spPr>
          <a:xfrm>
            <a:off x="4361534" y="411613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F21592-3275-21AC-2A51-F602CE102D21}"/>
              </a:ext>
            </a:extLst>
          </p:cNvPr>
          <p:cNvSpPr txBox="1"/>
          <p:nvPr/>
        </p:nvSpPr>
        <p:spPr>
          <a:xfrm>
            <a:off x="4361534" y="464287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E9A5F0-5A41-620D-55EF-75B84C52065B}"/>
              </a:ext>
            </a:extLst>
          </p:cNvPr>
          <p:cNvSpPr txBox="1"/>
          <p:nvPr/>
        </p:nvSpPr>
        <p:spPr>
          <a:xfrm>
            <a:off x="4361533" y="516961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363ED9-2DF6-57EB-639A-71AE17305850}"/>
              </a:ext>
            </a:extLst>
          </p:cNvPr>
          <p:cNvSpPr txBox="1"/>
          <p:nvPr/>
        </p:nvSpPr>
        <p:spPr>
          <a:xfrm>
            <a:off x="4361533" y="569634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pic>
        <p:nvPicPr>
          <p:cNvPr id="53" name="Picture 2" descr="Data server ">
            <a:extLst>
              <a:ext uri="{FF2B5EF4-FFF2-40B4-BE49-F238E27FC236}">
                <a16:creationId xmlns:a16="http://schemas.microsoft.com/office/drawing/2014/main" id="{0962AFE4-7C6E-0FF2-951E-14A50F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80" y="419768"/>
            <a:ext cx="474489" cy="4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DDE5C-2FB0-C362-1085-F0AE90AA69EA}"/>
              </a:ext>
            </a:extLst>
          </p:cNvPr>
          <p:cNvSpPr txBox="1"/>
          <p:nvPr/>
        </p:nvSpPr>
        <p:spPr>
          <a:xfrm>
            <a:off x="7568269" y="422420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DNS_1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0BCA7-7115-5DE7-554C-341A6AFA67D7}"/>
              </a:ext>
            </a:extLst>
          </p:cNvPr>
          <p:cNvSpPr txBox="1"/>
          <p:nvPr/>
        </p:nvSpPr>
        <p:spPr>
          <a:xfrm>
            <a:off x="7568269" y="682953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384</Words>
  <Application>Microsoft Office PowerPoint</Application>
  <PresentationFormat>와이드스크린</PresentationFormat>
  <Paragraphs>180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39</cp:revision>
  <dcterms:created xsi:type="dcterms:W3CDTF">2025-10-27T08:02:19Z</dcterms:created>
  <dcterms:modified xsi:type="dcterms:W3CDTF">2025-10-28T08:04:11Z</dcterms:modified>
</cp:coreProperties>
</file>