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64" r:id="rId2"/>
    <p:sldId id="263" r:id="rId3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88" autoAdjust="0"/>
    <p:restoredTop sz="94660"/>
  </p:normalViewPr>
  <p:slideViewPr>
    <p:cSldViewPr snapToGrid="0">
      <p:cViewPr varScale="1">
        <p:scale>
          <a:sx n="55" d="100"/>
          <a:sy n="55" d="100"/>
        </p:scale>
        <p:origin x="1158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55943D-4256-46E2-9D61-A8B214B61E39}" type="datetimeFigureOut">
              <a:rPr lang="ko-KR" altLang="en-US" smtClean="0"/>
              <a:t>2025-11-06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3E0069-DFD6-40F6-A05E-71BAFBBD6C3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939225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55943D-4256-46E2-9D61-A8B214B61E39}" type="datetimeFigureOut">
              <a:rPr lang="ko-KR" altLang="en-US" smtClean="0"/>
              <a:t>2025-11-06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3E0069-DFD6-40F6-A05E-71BAFBBD6C3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969351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55943D-4256-46E2-9D61-A8B214B61E39}" type="datetimeFigureOut">
              <a:rPr lang="ko-KR" altLang="en-US" smtClean="0"/>
              <a:t>2025-11-06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3E0069-DFD6-40F6-A05E-71BAFBBD6C3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367476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55943D-4256-46E2-9D61-A8B214B61E39}" type="datetimeFigureOut">
              <a:rPr lang="ko-KR" altLang="en-US" smtClean="0"/>
              <a:t>2025-11-06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3E0069-DFD6-40F6-A05E-71BAFBBD6C3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553866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55943D-4256-46E2-9D61-A8B214B61E39}" type="datetimeFigureOut">
              <a:rPr lang="ko-KR" altLang="en-US" smtClean="0"/>
              <a:t>2025-11-06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3E0069-DFD6-40F6-A05E-71BAFBBD6C3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593910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55943D-4256-46E2-9D61-A8B214B61E39}" type="datetimeFigureOut">
              <a:rPr lang="ko-KR" altLang="en-US" smtClean="0"/>
              <a:t>2025-11-06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3E0069-DFD6-40F6-A05E-71BAFBBD6C3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101294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55943D-4256-46E2-9D61-A8B214B61E39}" type="datetimeFigureOut">
              <a:rPr lang="ko-KR" altLang="en-US" smtClean="0"/>
              <a:t>2025-11-06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3E0069-DFD6-40F6-A05E-71BAFBBD6C3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69067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55943D-4256-46E2-9D61-A8B214B61E39}" type="datetimeFigureOut">
              <a:rPr lang="ko-KR" altLang="en-US" smtClean="0"/>
              <a:t>2025-11-06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3E0069-DFD6-40F6-A05E-71BAFBBD6C3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751707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55943D-4256-46E2-9D61-A8B214B61E39}" type="datetimeFigureOut">
              <a:rPr lang="ko-KR" altLang="en-US" smtClean="0"/>
              <a:t>2025-11-06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3E0069-DFD6-40F6-A05E-71BAFBBD6C3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004693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55943D-4256-46E2-9D61-A8B214B61E39}" type="datetimeFigureOut">
              <a:rPr lang="ko-KR" altLang="en-US" smtClean="0"/>
              <a:t>2025-11-06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3E0069-DFD6-40F6-A05E-71BAFBBD6C3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926651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55943D-4256-46E2-9D61-A8B214B61E39}" type="datetimeFigureOut">
              <a:rPr lang="ko-KR" altLang="en-US" smtClean="0"/>
              <a:t>2025-11-06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3E0069-DFD6-40F6-A05E-71BAFBBD6C3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550644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55943D-4256-46E2-9D61-A8B214B61E39}" type="datetimeFigureOut">
              <a:rPr lang="ko-KR" altLang="en-US" smtClean="0"/>
              <a:t>2025-11-06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3E0069-DFD6-40F6-A05E-71BAFBBD6C3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118242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685800" rtl="0" eaLnBrk="1" latinLnBrk="1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1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5D11FD-BE21-1E7D-AB2D-8E7068B146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968053FD-E86A-331C-41B7-DCA5C21AF716}"/>
              </a:ext>
            </a:extLst>
          </p:cNvPr>
          <p:cNvSpPr/>
          <p:nvPr/>
        </p:nvSpPr>
        <p:spPr>
          <a:xfrm>
            <a:off x="302250" y="208241"/>
            <a:ext cx="2110203" cy="512367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코드  흐름도 </a:t>
            </a:r>
            <a:r>
              <a:rPr lang="en-US" altLang="ko-KR" sz="1400" dirty="0">
                <a:solidFill>
                  <a:schemeClr val="tx1"/>
                </a:solidFill>
              </a:rPr>
              <a:t>- </a:t>
            </a:r>
            <a:r>
              <a:rPr lang="ko-KR" altLang="en-US" sz="1400" dirty="0">
                <a:solidFill>
                  <a:schemeClr val="tx1"/>
                </a:solidFill>
              </a:rPr>
              <a:t>네트워크</a:t>
            </a:r>
            <a:endParaRPr lang="en-US" altLang="ko-KR" sz="1400" dirty="0">
              <a:solidFill>
                <a:schemeClr val="tx1"/>
              </a:solidFill>
            </a:endParaRPr>
          </a:p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( Sever with Python)</a:t>
            </a:r>
            <a:r>
              <a:rPr lang="ko-KR" altLang="en-US" sz="1400" dirty="0">
                <a:solidFill>
                  <a:schemeClr val="tx1"/>
                </a:solidFill>
              </a:rPr>
              <a:t> </a:t>
            </a:r>
            <a:endParaRPr lang="en-US" altLang="ko-KR" sz="1400" dirty="0">
              <a:solidFill>
                <a:schemeClr val="tx1"/>
              </a:solidFill>
            </a:endParaRP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04808F2F-ADF5-49ED-79AA-6CC1A9EB6B67}"/>
              </a:ext>
            </a:extLst>
          </p:cNvPr>
          <p:cNvSpPr/>
          <p:nvPr/>
        </p:nvSpPr>
        <p:spPr>
          <a:xfrm>
            <a:off x="2789795" y="250709"/>
            <a:ext cx="1172306" cy="747748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① 시작</a:t>
            </a:r>
            <a:endParaRPr lang="en-US" altLang="ko-KR" sz="1400" dirty="0">
              <a:solidFill>
                <a:schemeClr val="tx1"/>
              </a:solidFill>
            </a:endParaRP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AA8B3EF5-5AA7-7C85-3941-2082A29B2C41}"/>
              </a:ext>
            </a:extLst>
          </p:cNvPr>
          <p:cNvSpPr/>
          <p:nvPr/>
        </p:nvSpPr>
        <p:spPr>
          <a:xfrm>
            <a:off x="2243435" y="1219861"/>
            <a:ext cx="2201561" cy="677479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② 전체 네트워크 장비</a:t>
            </a:r>
            <a:endParaRPr lang="en-US" altLang="ko-KR" sz="1400" dirty="0">
              <a:solidFill>
                <a:schemeClr val="tx1"/>
              </a:solidFill>
            </a:endParaRPr>
          </a:p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IP/ </a:t>
            </a:r>
            <a:r>
              <a:rPr lang="ko-KR" altLang="en-US" sz="1400" dirty="0">
                <a:solidFill>
                  <a:schemeClr val="tx1"/>
                </a:solidFill>
              </a:rPr>
              <a:t>도메인 </a:t>
            </a:r>
            <a:r>
              <a:rPr lang="en-US" altLang="ko-KR" sz="1400" dirty="0">
                <a:solidFill>
                  <a:schemeClr val="tx1"/>
                </a:solidFill>
              </a:rPr>
              <a:t>list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A8950C70-4E12-13E4-15F1-A6BA9EF91F6D}"/>
              </a:ext>
            </a:extLst>
          </p:cNvPr>
          <p:cNvSpPr txBox="1"/>
          <p:nvPr/>
        </p:nvSpPr>
        <p:spPr>
          <a:xfrm>
            <a:off x="5077558" y="-570425"/>
            <a:ext cx="1627369" cy="2840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46" dirty="0"/>
              <a:t>①②③④⑤⑥⑦⑧⑨</a:t>
            </a: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7772C958-C930-8648-0CFB-A031B4EA22CD}"/>
              </a:ext>
            </a:extLst>
          </p:cNvPr>
          <p:cNvSpPr/>
          <p:nvPr/>
        </p:nvSpPr>
        <p:spPr>
          <a:xfrm>
            <a:off x="2048044" y="4779202"/>
            <a:ext cx="972499" cy="337379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8" dirty="0">
                <a:solidFill>
                  <a:schemeClr val="tx1"/>
                </a:solidFill>
              </a:rPr>
              <a:t>R</a:t>
            </a: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7F59611E-23A8-2229-D291-FBAF55BE3432}"/>
              </a:ext>
            </a:extLst>
          </p:cNvPr>
          <p:cNvSpPr/>
          <p:nvPr/>
        </p:nvSpPr>
        <p:spPr>
          <a:xfrm>
            <a:off x="3136555" y="4779201"/>
            <a:ext cx="838292" cy="337379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8" dirty="0">
                <a:solidFill>
                  <a:schemeClr val="tx1"/>
                </a:solidFill>
              </a:rPr>
              <a:t>SW</a:t>
            </a:r>
          </a:p>
        </p:txBody>
      </p:sp>
      <p:cxnSp>
        <p:nvCxnSpPr>
          <p:cNvPr id="31" name="직선 화살표 연결선 30">
            <a:extLst>
              <a:ext uri="{FF2B5EF4-FFF2-40B4-BE49-F238E27FC236}">
                <a16:creationId xmlns:a16="http://schemas.microsoft.com/office/drawing/2014/main" id="{742291AF-BF87-4325-FCB4-A5289F42693D}"/>
              </a:ext>
            </a:extLst>
          </p:cNvPr>
          <p:cNvCxnSpPr>
            <a:cxnSpLocks/>
            <a:stCxn id="4" idx="2"/>
          </p:cNvCxnSpPr>
          <p:nvPr/>
        </p:nvCxnSpPr>
        <p:spPr>
          <a:xfrm>
            <a:off x="3375948" y="998457"/>
            <a:ext cx="0" cy="38537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직선 화살표 연결선 34">
            <a:extLst>
              <a:ext uri="{FF2B5EF4-FFF2-40B4-BE49-F238E27FC236}">
                <a16:creationId xmlns:a16="http://schemas.microsoft.com/office/drawing/2014/main" id="{E0399320-DFD1-32EF-7DD4-EE7E1887D64B}"/>
              </a:ext>
            </a:extLst>
          </p:cNvPr>
          <p:cNvCxnSpPr>
            <a:cxnSpLocks/>
          </p:cNvCxnSpPr>
          <p:nvPr/>
        </p:nvCxnSpPr>
        <p:spPr>
          <a:xfrm>
            <a:off x="3373696" y="1897340"/>
            <a:ext cx="0" cy="4902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26605CC4-42BA-2291-E8FF-B09361A8980E}"/>
              </a:ext>
            </a:extLst>
          </p:cNvPr>
          <p:cNvSpPr/>
          <p:nvPr/>
        </p:nvSpPr>
        <p:spPr>
          <a:xfrm>
            <a:off x="1799772" y="4193791"/>
            <a:ext cx="3277786" cy="1251358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sz="1108" dirty="0">
              <a:solidFill>
                <a:schemeClr val="tx1"/>
              </a:solidFill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C7EE1D7-BE71-AD33-B81B-1021F818E280}"/>
              </a:ext>
            </a:extLst>
          </p:cNvPr>
          <p:cNvSpPr txBox="1"/>
          <p:nvPr/>
        </p:nvSpPr>
        <p:spPr>
          <a:xfrm>
            <a:off x="2048044" y="4423930"/>
            <a:ext cx="281679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/>
              <a:t>⑤ </a:t>
            </a:r>
            <a:r>
              <a:rPr lang="ko-KR" altLang="en-US" sz="1400" dirty="0" err="1"/>
              <a:t>모든장비에</a:t>
            </a:r>
            <a:r>
              <a:rPr lang="ko-KR" altLang="en-US" sz="1400" dirty="0"/>
              <a:t> </a:t>
            </a:r>
            <a:r>
              <a:rPr lang="en-US" altLang="ko-KR" sz="1400" dirty="0"/>
              <a:t>④  [ping/ ssh]  </a:t>
            </a:r>
            <a:r>
              <a:rPr lang="ko-KR" altLang="en-US" sz="1400" dirty="0"/>
              <a:t>수행</a:t>
            </a:r>
            <a:endParaRPr lang="en-US" altLang="ko-KR" sz="1400" dirty="0"/>
          </a:p>
          <a:p>
            <a:r>
              <a:rPr lang="ko-KR" altLang="en-US" sz="1400" dirty="0"/>
              <a:t> </a:t>
            </a:r>
            <a:endParaRPr lang="en-US" altLang="ko-KR" sz="1400" dirty="0"/>
          </a:p>
        </p:txBody>
      </p:sp>
      <p:sp>
        <p:nvSpPr>
          <p:cNvPr id="48" name="사각형: 둥근 모서리 47">
            <a:extLst>
              <a:ext uri="{FF2B5EF4-FFF2-40B4-BE49-F238E27FC236}">
                <a16:creationId xmlns:a16="http://schemas.microsoft.com/office/drawing/2014/main" id="{9ABCE0EE-CDAF-2C1F-D09A-687A89BF48F5}"/>
              </a:ext>
            </a:extLst>
          </p:cNvPr>
          <p:cNvSpPr/>
          <p:nvPr/>
        </p:nvSpPr>
        <p:spPr>
          <a:xfrm>
            <a:off x="2559661" y="5668580"/>
            <a:ext cx="1738675" cy="677479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 </a:t>
            </a:r>
            <a:r>
              <a:rPr lang="en-US" altLang="ko-KR" sz="1400" dirty="0">
                <a:solidFill>
                  <a:schemeClr val="tx1"/>
                </a:solidFill>
              </a:rPr>
              <a:t> ⑥</a:t>
            </a:r>
            <a:r>
              <a:rPr lang="ko-KR" altLang="en-US" sz="1400" dirty="0">
                <a:solidFill>
                  <a:schemeClr val="tx1"/>
                </a:solidFill>
              </a:rPr>
              <a:t> 오류</a:t>
            </a:r>
            <a:r>
              <a:rPr lang="en-US" altLang="ko-KR" sz="1400" dirty="0">
                <a:solidFill>
                  <a:schemeClr val="tx1"/>
                </a:solidFill>
              </a:rPr>
              <a:t>/</a:t>
            </a:r>
            <a:r>
              <a:rPr lang="ko-KR" altLang="en-US" sz="1400" dirty="0">
                <a:solidFill>
                  <a:schemeClr val="tx1"/>
                </a:solidFill>
              </a:rPr>
              <a:t>정상 여부 </a:t>
            </a:r>
            <a:r>
              <a:rPr lang="en-US" altLang="ko-KR" sz="1400" dirty="0">
                <a:solidFill>
                  <a:schemeClr val="tx1"/>
                </a:solidFill>
              </a:rPr>
              <a:t>Print</a:t>
            </a:r>
          </a:p>
        </p:txBody>
      </p:sp>
      <p:cxnSp>
        <p:nvCxnSpPr>
          <p:cNvPr id="49" name="직선 화살표 연결선 48">
            <a:extLst>
              <a:ext uri="{FF2B5EF4-FFF2-40B4-BE49-F238E27FC236}">
                <a16:creationId xmlns:a16="http://schemas.microsoft.com/office/drawing/2014/main" id="{87049392-EE61-9F69-0383-BCBC8D794206}"/>
              </a:ext>
            </a:extLst>
          </p:cNvPr>
          <p:cNvCxnSpPr>
            <a:cxnSpLocks/>
          </p:cNvCxnSpPr>
          <p:nvPr/>
        </p:nvCxnSpPr>
        <p:spPr>
          <a:xfrm>
            <a:off x="3373696" y="5300940"/>
            <a:ext cx="0" cy="5029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4CE5D681-707D-590F-C9BC-3BD3FC95194A}"/>
              </a:ext>
            </a:extLst>
          </p:cNvPr>
          <p:cNvSpPr/>
          <p:nvPr/>
        </p:nvSpPr>
        <p:spPr>
          <a:xfrm>
            <a:off x="2243435" y="2234583"/>
            <a:ext cx="2201560" cy="677479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28600" indent="-228600" algn="ctr">
              <a:buAutoNum type="circleNumDbPlain" startAt="3"/>
            </a:pPr>
            <a:r>
              <a:rPr lang="en-US" altLang="ko-KR" sz="1400" dirty="0">
                <a:solidFill>
                  <a:schemeClr val="tx1"/>
                </a:solidFill>
              </a:rPr>
              <a:t>[</a:t>
            </a:r>
            <a:r>
              <a:rPr lang="en-US" altLang="ko-KR" sz="1400" dirty="0" err="1">
                <a:solidFill>
                  <a:schemeClr val="tx1"/>
                </a:solidFill>
              </a:rPr>
              <a:t>Paramiko</a:t>
            </a:r>
            <a:r>
              <a:rPr lang="en-US" altLang="ko-KR" sz="1400" dirty="0">
                <a:solidFill>
                  <a:schemeClr val="tx1"/>
                </a:solidFill>
              </a:rPr>
              <a:t> / </a:t>
            </a:r>
            <a:r>
              <a:rPr lang="en-US" altLang="ko-KR" sz="1400" dirty="0" err="1">
                <a:solidFill>
                  <a:schemeClr val="tx1"/>
                </a:solidFill>
              </a:rPr>
              <a:t>netmiko</a:t>
            </a:r>
            <a:r>
              <a:rPr lang="en-US" altLang="ko-KR" sz="1400" dirty="0">
                <a:solidFill>
                  <a:schemeClr val="tx1"/>
                </a:solidFill>
              </a:rPr>
              <a:t>] 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682C62A6-4F47-099D-CCD3-27D691B76E53}"/>
              </a:ext>
            </a:extLst>
          </p:cNvPr>
          <p:cNvSpPr/>
          <p:nvPr/>
        </p:nvSpPr>
        <p:spPr>
          <a:xfrm>
            <a:off x="2274286" y="3214187"/>
            <a:ext cx="2201560" cy="677479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④  [ping  / ssh] TEST </a:t>
            </a:r>
            <a:r>
              <a:rPr lang="ko-KR" altLang="en-US" sz="1400" dirty="0">
                <a:solidFill>
                  <a:schemeClr val="tx1"/>
                </a:solidFill>
              </a:rPr>
              <a:t>수행</a:t>
            </a:r>
            <a:endParaRPr lang="en-US" altLang="ko-KR" sz="1400" dirty="0">
              <a:solidFill>
                <a:schemeClr val="tx1"/>
              </a:solidFill>
            </a:endParaRPr>
          </a:p>
        </p:txBody>
      </p: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A604125D-1419-2F8B-CA20-6AF2CC88FAA2}"/>
              </a:ext>
            </a:extLst>
          </p:cNvPr>
          <p:cNvCxnSpPr>
            <a:cxnSpLocks/>
          </p:cNvCxnSpPr>
          <p:nvPr/>
        </p:nvCxnSpPr>
        <p:spPr>
          <a:xfrm>
            <a:off x="3344215" y="2912062"/>
            <a:ext cx="0" cy="4902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EFA58524-05AA-E4E3-E54D-0DE11914718E}"/>
              </a:ext>
            </a:extLst>
          </p:cNvPr>
          <p:cNvCxnSpPr>
            <a:cxnSpLocks/>
          </p:cNvCxnSpPr>
          <p:nvPr/>
        </p:nvCxnSpPr>
        <p:spPr>
          <a:xfrm>
            <a:off x="3344215" y="3891666"/>
            <a:ext cx="0" cy="4902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7EED8841-535C-8AA8-6E33-D90038825255}"/>
              </a:ext>
            </a:extLst>
          </p:cNvPr>
          <p:cNvSpPr/>
          <p:nvPr/>
        </p:nvSpPr>
        <p:spPr>
          <a:xfrm>
            <a:off x="4072900" y="4779201"/>
            <a:ext cx="838292" cy="337379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8" dirty="0">
                <a:solidFill>
                  <a:schemeClr val="tx1"/>
                </a:solidFill>
              </a:rPr>
              <a:t>Server</a:t>
            </a: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ECA001E8-AC87-3875-48C9-A9646A0629DF}"/>
              </a:ext>
            </a:extLst>
          </p:cNvPr>
          <p:cNvSpPr/>
          <p:nvPr/>
        </p:nvSpPr>
        <p:spPr>
          <a:xfrm>
            <a:off x="2569327" y="6569490"/>
            <a:ext cx="1738675" cy="677479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 </a:t>
            </a:r>
            <a:r>
              <a:rPr lang="en-US" altLang="ko-KR" sz="1400" dirty="0">
                <a:solidFill>
                  <a:schemeClr val="tx1"/>
                </a:solidFill>
              </a:rPr>
              <a:t> ⑦</a:t>
            </a:r>
            <a:r>
              <a:rPr lang="ko-KR" altLang="en-US" sz="1400" dirty="0">
                <a:solidFill>
                  <a:schemeClr val="tx1"/>
                </a:solidFill>
              </a:rPr>
              <a:t>종료</a:t>
            </a:r>
            <a:endParaRPr lang="en-US" altLang="ko-KR" sz="1400" dirty="0">
              <a:solidFill>
                <a:schemeClr val="tx1"/>
              </a:solidFill>
            </a:endParaRPr>
          </a:p>
        </p:txBody>
      </p:sp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C7D4C556-0F15-A0F8-983B-1A7BAE71ABA0}"/>
              </a:ext>
            </a:extLst>
          </p:cNvPr>
          <p:cNvCxnSpPr>
            <a:cxnSpLocks/>
          </p:cNvCxnSpPr>
          <p:nvPr/>
        </p:nvCxnSpPr>
        <p:spPr>
          <a:xfrm>
            <a:off x="3366438" y="6222594"/>
            <a:ext cx="0" cy="5029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500861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F808C0-9C09-D5C8-3BC1-65DA6B9AB0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21591745-CD7E-7D88-F29F-46983B8800C6}"/>
              </a:ext>
            </a:extLst>
          </p:cNvPr>
          <p:cNvSpPr/>
          <p:nvPr/>
        </p:nvSpPr>
        <p:spPr>
          <a:xfrm>
            <a:off x="302251" y="208241"/>
            <a:ext cx="1983750" cy="512367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코드  흐름도 </a:t>
            </a:r>
            <a:r>
              <a:rPr lang="en-US" altLang="ko-KR" sz="1400" dirty="0">
                <a:solidFill>
                  <a:schemeClr val="tx1"/>
                </a:solidFill>
              </a:rPr>
              <a:t>- </a:t>
            </a:r>
            <a:r>
              <a:rPr lang="ko-KR" altLang="en-US" sz="1400" dirty="0">
                <a:solidFill>
                  <a:schemeClr val="tx1"/>
                </a:solidFill>
              </a:rPr>
              <a:t>서버</a:t>
            </a:r>
            <a:endParaRPr lang="en-US" altLang="ko-KR" sz="1400" dirty="0">
              <a:solidFill>
                <a:schemeClr val="tx1"/>
              </a:solidFill>
            </a:endParaRPr>
          </a:p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( Sever with Python)</a:t>
            </a:r>
            <a:r>
              <a:rPr lang="ko-KR" altLang="en-US" sz="1400" dirty="0">
                <a:solidFill>
                  <a:schemeClr val="tx1"/>
                </a:solidFill>
              </a:rPr>
              <a:t> </a:t>
            </a:r>
            <a:endParaRPr lang="en-US" altLang="ko-KR" sz="1400" dirty="0">
              <a:solidFill>
                <a:schemeClr val="tx1"/>
              </a:solidFill>
            </a:endParaRP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73D94D2A-EB95-75E1-B43A-6C64EB3590A0}"/>
              </a:ext>
            </a:extLst>
          </p:cNvPr>
          <p:cNvSpPr/>
          <p:nvPr/>
        </p:nvSpPr>
        <p:spPr>
          <a:xfrm>
            <a:off x="2789795" y="250709"/>
            <a:ext cx="1172306" cy="747748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46" dirty="0">
                <a:solidFill>
                  <a:schemeClr val="tx1"/>
                </a:solidFill>
              </a:rPr>
              <a:t>① 시작</a:t>
            </a:r>
            <a:endParaRPr lang="en-US" altLang="ko-KR" sz="1246" dirty="0">
              <a:solidFill>
                <a:schemeClr val="tx1"/>
              </a:solidFill>
            </a:endParaRPr>
          </a:p>
          <a:p>
            <a:pPr algn="ctr"/>
            <a:r>
              <a:rPr lang="en-US" altLang="ko-KR" sz="1246" dirty="0" err="1">
                <a:solidFill>
                  <a:schemeClr val="tx1"/>
                </a:solidFill>
              </a:rPr>
              <a:t>Init_ssh</a:t>
            </a:r>
            <a:r>
              <a:rPr lang="en-US" altLang="ko-KR" sz="1246" dirty="0">
                <a:solidFill>
                  <a:schemeClr val="tx1"/>
                </a:solidFill>
              </a:rPr>
              <a:t> + menu</a:t>
            </a:r>
            <a:endParaRPr lang="ko-KR" altLang="en-US" sz="1246" dirty="0">
              <a:solidFill>
                <a:schemeClr val="tx1"/>
              </a:solidFill>
            </a:endParaRP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2189552C-BB98-0598-927D-8484F9546BF4}"/>
              </a:ext>
            </a:extLst>
          </p:cNvPr>
          <p:cNvSpPr/>
          <p:nvPr/>
        </p:nvSpPr>
        <p:spPr>
          <a:xfrm>
            <a:off x="2559662" y="1219861"/>
            <a:ext cx="1738675" cy="677479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8" dirty="0">
                <a:solidFill>
                  <a:schemeClr val="tx1"/>
                </a:solidFill>
              </a:rPr>
              <a:t>② </a:t>
            </a:r>
            <a:r>
              <a:rPr lang="en-US" altLang="ko-KR" sz="1108" dirty="0">
                <a:solidFill>
                  <a:schemeClr val="tx1"/>
                </a:solidFill>
              </a:rPr>
              <a:t> </a:t>
            </a:r>
            <a:r>
              <a:rPr lang="ko-KR" altLang="en-US" sz="1108" dirty="0">
                <a:solidFill>
                  <a:schemeClr val="tx1"/>
                </a:solidFill>
              </a:rPr>
              <a:t>서비스 선택 </a:t>
            </a:r>
            <a:endParaRPr lang="en-US" altLang="ko-KR" sz="1108" dirty="0">
              <a:solidFill>
                <a:schemeClr val="tx1"/>
              </a:solidFill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C4723B83-362A-542A-2431-3CBB1EAFF1ED}"/>
              </a:ext>
            </a:extLst>
          </p:cNvPr>
          <p:cNvSpPr txBox="1"/>
          <p:nvPr/>
        </p:nvSpPr>
        <p:spPr>
          <a:xfrm>
            <a:off x="5077558" y="-570425"/>
            <a:ext cx="1627369" cy="2840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46" dirty="0"/>
              <a:t>①②③④⑤⑥⑦⑧⑨</a:t>
            </a: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1B1D3ECC-A785-5ED8-4091-299C3CFE08EC}"/>
              </a:ext>
            </a:extLst>
          </p:cNvPr>
          <p:cNvSpPr/>
          <p:nvPr/>
        </p:nvSpPr>
        <p:spPr>
          <a:xfrm>
            <a:off x="1819358" y="2678219"/>
            <a:ext cx="972499" cy="337379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8" dirty="0">
                <a:solidFill>
                  <a:schemeClr val="tx1"/>
                </a:solidFill>
              </a:rPr>
              <a:t> </a:t>
            </a:r>
            <a:r>
              <a:rPr lang="en-US" altLang="ko-KR" sz="1108" dirty="0" err="1">
                <a:solidFill>
                  <a:schemeClr val="tx1"/>
                </a:solidFill>
              </a:rPr>
              <a:t>http_in</a:t>
            </a:r>
            <a:r>
              <a:rPr lang="en-US" altLang="ko-KR" sz="1108" dirty="0">
                <a:solidFill>
                  <a:schemeClr val="tx1"/>
                </a:solidFill>
              </a:rPr>
              <a:t>()</a:t>
            </a: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D4E2167A-AEE1-4AA7-83D5-6DB9178F845F}"/>
              </a:ext>
            </a:extLst>
          </p:cNvPr>
          <p:cNvSpPr/>
          <p:nvPr/>
        </p:nvSpPr>
        <p:spPr>
          <a:xfrm>
            <a:off x="1819358" y="3136395"/>
            <a:ext cx="1449957" cy="337379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8" dirty="0" err="1">
                <a:solidFill>
                  <a:schemeClr val="tx1"/>
                </a:solidFill>
              </a:rPr>
              <a:t>mariaDB_php_in</a:t>
            </a:r>
            <a:r>
              <a:rPr lang="en-US" altLang="ko-KR" sz="1108" dirty="0">
                <a:solidFill>
                  <a:schemeClr val="tx1"/>
                </a:solidFill>
              </a:rPr>
              <a:t>()</a:t>
            </a: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ACF69FEC-1441-F4B6-0C91-40D7494FE520}"/>
              </a:ext>
            </a:extLst>
          </p:cNvPr>
          <p:cNvSpPr/>
          <p:nvPr/>
        </p:nvSpPr>
        <p:spPr>
          <a:xfrm>
            <a:off x="2907869" y="2678218"/>
            <a:ext cx="838292" cy="337379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8" dirty="0">
                <a:solidFill>
                  <a:schemeClr val="tx1"/>
                </a:solidFill>
              </a:rPr>
              <a:t> </a:t>
            </a:r>
            <a:r>
              <a:rPr lang="en-US" altLang="ko-KR" sz="1108" dirty="0" err="1">
                <a:solidFill>
                  <a:schemeClr val="tx1"/>
                </a:solidFill>
              </a:rPr>
              <a:t>vnc_in</a:t>
            </a:r>
            <a:r>
              <a:rPr lang="en-US" altLang="ko-KR" sz="1108" dirty="0">
                <a:solidFill>
                  <a:schemeClr val="tx1"/>
                </a:solidFill>
              </a:rPr>
              <a:t>()</a:t>
            </a: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8B2533D7-2CB4-262C-A4E8-718B29FCB7B3}"/>
              </a:ext>
            </a:extLst>
          </p:cNvPr>
          <p:cNvSpPr/>
          <p:nvPr/>
        </p:nvSpPr>
        <p:spPr>
          <a:xfrm>
            <a:off x="3862173" y="2678217"/>
            <a:ext cx="1211143" cy="337379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8" dirty="0" err="1">
                <a:solidFill>
                  <a:schemeClr val="tx1"/>
                </a:solidFill>
              </a:rPr>
              <a:t>monitorix_in</a:t>
            </a:r>
            <a:r>
              <a:rPr lang="en-US" altLang="ko-KR" sz="1108" dirty="0">
                <a:solidFill>
                  <a:schemeClr val="tx1"/>
                </a:solidFill>
              </a:rPr>
              <a:t>()</a:t>
            </a: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21540E76-63BF-71DA-B32A-ECF1567880C5}"/>
              </a:ext>
            </a:extLst>
          </p:cNvPr>
          <p:cNvSpPr/>
          <p:nvPr/>
        </p:nvSpPr>
        <p:spPr>
          <a:xfrm>
            <a:off x="1817913" y="4108170"/>
            <a:ext cx="1240451" cy="337379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8" dirty="0" err="1">
                <a:solidFill>
                  <a:schemeClr val="tx1"/>
                </a:solidFill>
              </a:rPr>
              <a:t>server_nfs_in</a:t>
            </a:r>
            <a:r>
              <a:rPr lang="en-US" altLang="ko-KR" sz="1108" dirty="0">
                <a:solidFill>
                  <a:schemeClr val="tx1"/>
                </a:solidFill>
              </a:rPr>
              <a:t>()</a:t>
            </a:r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556BE0A3-2122-4EED-643B-BEC062ABC670}"/>
              </a:ext>
            </a:extLst>
          </p:cNvPr>
          <p:cNvSpPr/>
          <p:nvPr/>
        </p:nvSpPr>
        <p:spPr>
          <a:xfrm>
            <a:off x="3360996" y="3136395"/>
            <a:ext cx="1333095" cy="337379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8" dirty="0" err="1">
                <a:solidFill>
                  <a:schemeClr val="tx1"/>
                </a:solidFill>
              </a:rPr>
              <a:t>client_smb_in</a:t>
            </a:r>
            <a:r>
              <a:rPr lang="en-US" altLang="ko-KR" sz="1108" dirty="0">
                <a:solidFill>
                  <a:schemeClr val="tx1"/>
                </a:solidFill>
              </a:rPr>
              <a:t>()</a:t>
            </a:r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E60E5DF4-8125-0370-A5CF-961ED5E4B2F5}"/>
              </a:ext>
            </a:extLst>
          </p:cNvPr>
          <p:cNvSpPr/>
          <p:nvPr/>
        </p:nvSpPr>
        <p:spPr>
          <a:xfrm>
            <a:off x="3108405" y="4108169"/>
            <a:ext cx="1333095" cy="337379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8" dirty="0">
                <a:solidFill>
                  <a:schemeClr val="tx1"/>
                </a:solidFill>
              </a:rPr>
              <a:t> </a:t>
            </a:r>
            <a:r>
              <a:rPr lang="en-US" altLang="ko-KR" sz="1108" dirty="0" err="1">
                <a:solidFill>
                  <a:schemeClr val="tx1"/>
                </a:solidFill>
              </a:rPr>
              <a:t>server_smb_in</a:t>
            </a:r>
            <a:r>
              <a:rPr lang="en-US" altLang="ko-KR" sz="1108" dirty="0">
                <a:solidFill>
                  <a:schemeClr val="tx1"/>
                </a:solidFill>
              </a:rPr>
              <a:t>()</a:t>
            </a:r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296CD03B-2A16-02EE-7D31-9446E44AC607}"/>
              </a:ext>
            </a:extLst>
          </p:cNvPr>
          <p:cNvSpPr/>
          <p:nvPr/>
        </p:nvSpPr>
        <p:spPr>
          <a:xfrm>
            <a:off x="1828906" y="4582972"/>
            <a:ext cx="1333095" cy="337379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8" dirty="0">
                <a:solidFill>
                  <a:schemeClr val="tx1"/>
                </a:solidFill>
              </a:rPr>
              <a:t>mk_raid1_in()</a:t>
            </a:r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908D77C0-E2B1-8E2C-38C5-286B94F2963D}"/>
              </a:ext>
            </a:extLst>
          </p:cNvPr>
          <p:cNvSpPr/>
          <p:nvPr/>
        </p:nvSpPr>
        <p:spPr>
          <a:xfrm>
            <a:off x="3231349" y="4582972"/>
            <a:ext cx="1461504" cy="337379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8" dirty="0" err="1">
                <a:solidFill>
                  <a:schemeClr val="tx1"/>
                </a:solidFill>
              </a:rPr>
              <a:t>mk_partition_in</a:t>
            </a:r>
            <a:r>
              <a:rPr lang="en-US" altLang="ko-KR" sz="1108" dirty="0">
                <a:solidFill>
                  <a:schemeClr val="tx1"/>
                </a:solidFill>
              </a:rPr>
              <a:t>()</a:t>
            </a:r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F423BF60-0904-F838-8661-68841EB85C81}"/>
              </a:ext>
            </a:extLst>
          </p:cNvPr>
          <p:cNvSpPr/>
          <p:nvPr/>
        </p:nvSpPr>
        <p:spPr>
          <a:xfrm>
            <a:off x="1846131" y="3633367"/>
            <a:ext cx="879271" cy="337379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8" dirty="0" err="1">
                <a:solidFill>
                  <a:schemeClr val="tx1"/>
                </a:solidFill>
              </a:rPr>
              <a:t>dns_in</a:t>
            </a:r>
            <a:r>
              <a:rPr lang="en-US" altLang="ko-KR" sz="1108" dirty="0">
                <a:solidFill>
                  <a:schemeClr val="tx1"/>
                </a:solidFill>
              </a:rPr>
              <a:t>()</a:t>
            </a:r>
          </a:p>
        </p:txBody>
      </p: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604334F3-E47A-E6D3-A9C9-BD4FEDF3A71D}"/>
              </a:ext>
            </a:extLst>
          </p:cNvPr>
          <p:cNvSpPr/>
          <p:nvPr/>
        </p:nvSpPr>
        <p:spPr>
          <a:xfrm>
            <a:off x="2863388" y="3633366"/>
            <a:ext cx="1003894" cy="337379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8" dirty="0" err="1">
                <a:solidFill>
                  <a:schemeClr val="tx1"/>
                </a:solidFill>
              </a:rPr>
              <a:t>xrdp_in</a:t>
            </a:r>
            <a:r>
              <a:rPr lang="en-US" altLang="ko-KR" sz="1108" dirty="0">
                <a:solidFill>
                  <a:schemeClr val="tx1"/>
                </a:solidFill>
              </a:rPr>
              <a:t>()</a:t>
            </a:r>
          </a:p>
        </p:txBody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AEC32DD0-6BC4-A874-F7E9-5C6FD592B16C}"/>
              </a:ext>
            </a:extLst>
          </p:cNvPr>
          <p:cNvSpPr/>
          <p:nvPr/>
        </p:nvSpPr>
        <p:spPr>
          <a:xfrm>
            <a:off x="4027543" y="3633366"/>
            <a:ext cx="1003894" cy="337379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8" dirty="0" err="1">
                <a:solidFill>
                  <a:schemeClr val="tx1"/>
                </a:solidFill>
              </a:rPr>
              <a:t>dhcp_in</a:t>
            </a:r>
            <a:r>
              <a:rPr lang="en-US" altLang="ko-KR" sz="1108" dirty="0">
                <a:solidFill>
                  <a:schemeClr val="tx1"/>
                </a:solidFill>
              </a:rPr>
              <a:t>()</a:t>
            </a:r>
          </a:p>
        </p:txBody>
      </p:sp>
      <p:cxnSp>
        <p:nvCxnSpPr>
          <p:cNvPr id="31" name="직선 화살표 연결선 30">
            <a:extLst>
              <a:ext uri="{FF2B5EF4-FFF2-40B4-BE49-F238E27FC236}">
                <a16:creationId xmlns:a16="http://schemas.microsoft.com/office/drawing/2014/main" id="{3236AC73-3C40-45D3-BB22-E400340AC06A}"/>
              </a:ext>
            </a:extLst>
          </p:cNvPr>
          <p:cNvCxnSpPr>
            <a:cxnSpLocks/>
            <a:stCxn id="4" idx="2"/>
          </p:cNvCxnSpPr>
          <p:nvPr/>
        </p:nvCxnSpPr>
        <p:spPr>
          <a:xfrm>
            <a:off x="3375948" y="998457"/>
            <a:ext cx="0" cy="38537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직선 화살표 연결선 34">
            <a:extLst>
              <a:ext uri="{FF2B5EF4-FFF2-40B4-BE49-F238E27FC236}">
                <a16:creationId xmlns:a16="http://schemas.microsoft.com/office/drawing/2014/main" id="{0B735501-ED9B-CE13-E5AA-8A3981C14EF4}"/>
              </a:ext>
            </a:extLst>
          </p:cNvPr>
          <p:cNvCxnSpPr>
            <a:cxnSpLocks/>
          </p:cNvCxnSpPr>
          <p:nvPr/>
        </p:nvCxnSpPr>
        <p:spPr>
          <a:xfrm>
            <a:off x="3373696" y="1897340"/>
            <a:ext cx="0" cy="36449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E011A6C4-92C8-9B4D-E7DF-43C55055CEA0}"/>
              </a:ext>
            </a:extLst>
          </p:cNvPr>
          <p:cNvSpPr/>
          <p:nvPr/>
        </p:nvSpPr>
        <p:spPr>
          <a:xfrm>
            <a:off x="1592618" y="2261836"/>
            <a:ext cx="3804880" cy="3035475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sz="1108" dirty="0">
              <a:solidFill>
                <a:schemeClr val="tx1"/>
              </a:solidFill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5AF45B13-35E7-E1CF-2D7D-EE71781E31D5}"/>
              </a:ext>
            </a:extLst>
          </p:cNvPr>
          <p:cNvSpPr txBox="1"/>
          <p:nvPr/>
        </p:nvSpPr>
        <p:spPr>
          <a:xfrm>
            <a:off x="1819358" y="2321421"/>
            <a:ext cx="124906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/>
              <a:t>③ </a:t>
            </a:r>
            <a:r>
              <a:rPr lang="en-US" altLang="ko-KR" sz="1200" dirty="0"/>
              <a:t> </a:t>
            </a:r>
            <a:r>
              <a:rPr lang="ko-KR" altLang="en-US" sz="1200" dirty="0"/>
              <a:t>패키지 설치 </a:t>
            </a:r>
            <a:endParaRPr lang="en-US" altLang="ko-KR" sz="1200" dirty="0"/>
          </a:p>
        </p:txBody>
      </p:sp>
      <p:sp>
        <p:nvSpPr>
          <p:cNvPr id="48" name="사각형: 둥근 모서리 47">
            <a:extLst>
              <a:ext uri="{FF2B5EF4-FFF2-40B4-BE49-F238E27FC236}">
                <a16:creationId xmlns:a16="http://schemas.microsoft.com/office/drawing/2014/main" id="{46E3E05A-12D2-F564-1986-FFF7893C66C5}"/>
              </a:ext>
            </a:extLst>
          </p:cNvPr>
          <p:cNvSpPr/>
          <p:nvPr/>
        </p:nvSpPr>
        <p:spPr>
          <a:xfrm>
            <a:off x="2559661" y="5537951"/>
            <a:ext cx="1738675" cy="677479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8" dirty="0">
                <a:solidFill>
                  <a:schemeClr val="tx1"/>
                </a:solidFill>
              </a:rPr>
              <a:t> </a:t>
            </a:r>
            <a:r>
              <a:rPr lang="en-US" altLang="ko-KR" sz="1108" dirty="0">
                <a:solidFill>
                  <a:schemeClr val="tx1"/>
                </a:solidFill>
              </a:rPr>
              <a:t> ④ </a:t>
            </a:r>
            <a:r>
              <a:rPr lang="ko-KR" altLang="en-US" sz="1108" dirty="0">
                <a:solidFill>
                  <a:schemeClr val="tx1"/>
                </a:solidFill>
              </a:rPr>
              <a:t>오류</a:t>
            </a:r>
            <a:r>
              <a:rPr lang="en-US" altLang="ko-KR" sz="1108" dirty="0">
                <a:solidFill>
                  <a:schemeClr val="tx1"/>
                </a:solidFill>
              </a:rPr>
              <a:t>/ </a:t>
            </a:r>
            <a:r>
              <a:rPr lang="ko-KR" altLang="en-US" sz="1108" dirty="0">
                <a:solidFill>
                  <a:schemeClr val="tx1"/>
                </a:solidFill>
              </a:rPr>
              <a:t>성공 결과 </a:t>
            </a:r>
            <a:r>
              <a:rPr lang="en-US" altLang="ko-KR" sz="1108" dirty="0">
                <a:solidFill>
                  <a:schemeClr val="tx1"/>
                </a:solidFill>
              </a:rPr>
              <a:t>log</a:t>
            </a:r>
            <a:r>
              <a:rPr lang="ko-KR" altLang="en-US" sz="1108" dirty="0">
                <a:solidFill>
                  <a:schemeClr val="tx1"/>
                </a:solidFill>
              </a:rPr>
              <a:t> </a:t>
            </a:r>
            <a:r>
              <a:rPr lang="en-US" altLang="ko-KR" sz="1108" dirty="0">
                <a:solidFill>
                  <a:schemeClr val="tx1"/>
                </a:solidFill>
              </a:rPr>
              <a:t>print</a:t>
            </a:r>
          </a:p>
        </p:txBody>
      </p:sp>
      <p:sp>
        <p:nvSpPr>
          <p:cNvPr id="53" name="사각형: 둥근 모서리 52">
            <a:extLst>
              <a:ext uri="{FF2B5EF4-FFF2-40B4-BE49-F238E27FC236}">
                <a16:creationId xmlns:a16="http://schemas.microsoft.com/office/drawing/2014/main" id="{4CC04AD2-27A4-80AE-F5BD-41746BD1AE96}"/>
              </a:ext>
            </a:extLst>
          </p:cNvPr>
          <p:cNvSpPr/>
          <p:nvPr/>
        </p:nvSpPr>
        <p:spPr>
          <a:xfrm>
            <a:off x="2559661" y="6388643"/>
            <a:ext cx="1738675" cy="677479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8" dirty="0">
                <a:solidFill>
                  <a:schemeClr val="tx1"/>
                </a:solidFill>
              </a:rPr>
              <a:t>⑤ 종료</a:t>
            </a:r>
            <a:endParaRPr lang="en-US" altLang="ko-KR" sz="1108" dirty="0">
              <a:solidFill>
                <a:schemeClr val="tx1"/>
              </a:solidFill>
            </a:endParaRPr>
          </a:p>
        </p:txBody>
      </p:sp>
      <p:cxnSp>
        <p:nvCxnSpPr>
          <p:cNvPr id="55" name="직선 화살표 연결선 54">
            <a:extLst>
              <a:ext uri="{FF2B5EF4-FFF2-40B4-BE49-F238E27FC236}">
                <a16:creationId xmlns:a16="http://schemas.microsoft.com/office/drawing/2014/main" id="{603A8CB0-4CCF-C13C-A6F7-C0B7E19916FE}"/>
              </a:ext>
            </a:extLst>
          </p:cNvPr>
          <p:cNvCxnSpPr>
            <a:cxnSpLocks/>
          </p:cNvCxnSpPr>
          <p:nvPr/>
        </p:nvCxnSpPr>
        <p:spPr>
          <a:xfrm>
            <a:off x="3373696" y="6211711"/>
            <a:ext cx="0" cy="3505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직선 화살표 연결선 58">
            <a:extLst>
              <a:ext uri="{FF2B5EF4-FFF2-40B4-BE49-F238E27FC236}">
                <a16:creationId xmlns:a16="http://schemas.microsoft.com/office/drawing/2014/main" id="{D28FF5E3-200E-1923-83BA-474E738EDCB2}"/>
              </a:ext>
            </a:extLst>
          </p:cNvPr>
          <p:cNvCxnSpPr>
            <a:cxnSpLocks/>
          </p:cNvCxnSpPr>
          <p:nvPr/>
        </p:nvCxnSpPr>
        <p:spPr>
          <a:xfrm>
            <a:off x="3360996" y="5297311"/>
            <a:ext cx="0" cy="3505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233296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221</TotalTime>
  <Words>152</Words>
  <Application>Microsoft Office PowerPoint</Application>
  <PresentationFormat>A4 용지(210x297mm)</PresentationFormat>
  <Paragraphs>36</Paragraphs>
  <Slides>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테마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Hyerim Park</dc:creator>
  <cp:lastModifiedBy>TJ</cp:lastModifiedBy>
  <cp:revision>17</cp:revision>
  <dcterms:created xsi:type="dcterms:W3CDTF">2025-10-31T02:17:32Z</dcterms:created>
  <dcterms:modified xsi:type="dcterms:W3CDTF">2025-11-06T08:39:20Z</dcterms:modified>
</cp:coreProperties>
</file>