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5E77"/>
    <a:srgbClr val="C9D2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8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D45BF9-A3A2-1B13-C564-E7757208C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00B282-9680-0D42-D980-97F9D87BB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56F6F3-E7EF-FA88-2A44-C6BCBECB7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59AC-80A2-48A8-A864-51B17451AAA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DBC124-4585-D4DD-A71B-AA807D597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A17F55-3ACB-2283-D947-87DB54745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2BF8C-84E6-425E-9BD9-F0DEB52ECF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055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566225-65E6-C931-375A-B6F36A48E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BC8542-9EC9-2DAF-7BAF-35C45EE12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A02E9-DB4B-275B-1067-CC9A1E009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59AC-80A2-48A8-A864-51B17451AAA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C66FE4-570B-A7AC-F69C-40F012A13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AEA043-F7F4-354F-3C08-1C797AB81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2BF8C-84E6-425E-9BD9-F0DEB52ECF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53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6BB8CE-39FF-3B3D-D4C7-EEC69547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1D20C3-CEDC-FB04-8436-EE605FE7D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0E3BBF-C120-F76B-DE1C-D3B5C2A2E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59AC-80A2-48A8-A864-51B17451AAA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A18927-478B-BA3C-9646-81257AB74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DDB3F5-4A8B-4444-7EEF-1A812E57B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2BF8C-84E6-425E-9BD9-F0DEB52ECF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343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2790E-F944-14AF-9095-9907BDAE7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077DB8-75DE-B6BE-DE4C-4572848F6F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928139-6FBB-C3A5-98D0-C831F1A61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AB8AB7-B398-7AED-975C-60F90436F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59AC-80A2-48A8-A864-51B17451AAA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B6F37A-D040-6A4C-F019-2D1DA1632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CA5466-CF41-55F1-0DDC-6FF0B578C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2BF8C-84E6-425E-9BD9-F0DEB52ECF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308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88F0DD-AA1F-82C4-24D0-478C437AA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C264D0-6347-210D-33CE-FB19E819B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8818A6-9E74-F38A-2FD3-AE7D38402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09DF7A-9C55-DF35-28B4-EACE1DC8B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BC9F787-0D3E-2011-7057-F16D6EF74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6CF1781-BAE8-412D-BB16-B1FC68DF1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59AC-80A2-48A8-A864-51B17451AAA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2A87982-0FEA-93F2-4D88-2C115CC8F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35AA52-3176-A239-5B4B-F03557828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2BF8C-84E6-425E-9BD9-F0DEB52ECF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890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6E2A09-4267-48D6-CC0A-E85E35ABB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E02D36-BA31-945C-5A44-BC2549973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59AC-80A2-48A8-A864-51B17451AAA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5E5AF72-E50E-E96D-65ED-5CB16AD8F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621862-156D-D842-B024-9837B70EF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2BF8C-84E6-425E-9BD9-F0DEB52ECF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579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6C2A41-A711-A38E-9D45-0F24271B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59AC-80A2-48A8-A864-51B17451AAA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B73216-5BFE-2D8F-FFDA-3A471B288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713845-FB19-B657-4CC1-D52217259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2BF8C-84E6-425E-9BD9-F0DEB52ECF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518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51A8B-C2D3-01D7-7077-E4B9E1698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0301A6-73B9-21FC-8175-6A25BD8AD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D2A474-5B1A-7C5E-CC61-7E1DF3AD8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45E705-AB18-8BF7-F720-5EF14B95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59AC-80A2-48A8-A864-51B17451AAA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956D6C-B545-E5B2-4F0F-B94DBFE6D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47C1A9-AB14-2986-2BB9-BBE6677D8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2BF8C-84E6-425E-9BD9-F0DEB52ECF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817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A27C4-081E-E5AA-A8BA-B9A7D7D9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7C23BF-AC19-4D13-2E36-FFCC052CA2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B9265D-25AD-A4A4-EAC5-3ABB43977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518E93-6D48-12C1-C13A-5A2DE32D4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59AC-80A2-48A8-A864-51B17451AAA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2FE137-62E3-3A36-87AA-B5F7D307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895622-D14D-A00E-1343-E8FA05D1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2BF8C-84E6-425E-9BD9-F0DEB52ECF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55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F6BBAA-73CE-26E3-01D9-2A8F111E7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CCF054-D807-1DE2-0CFA-F6728F5DE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697981-F815-4093-DCF7-5F220FB94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59AC-80A2-48A8-A864-51B17451AAA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71DC30-E2C2-3DE3-B167-ADACB323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A74FC3-EBF6-66C7-F81E-565477646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2BF8C-84E6-425E-9BD9-F0DEB52ECF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47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2B2EC4F-E080-3335-77A3-F762632B3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590E0F-A7CE-113E-27D8-2686F9266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8EBBC8-3C64-49F9-C647-4FBBFB78B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59AC-80A2-48A8-A864-51B17451AAA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309513-7473-B8A4-67DB-2E7272CDB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551A80-26B1-82D8-4B10-E05BB12D8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2BF8C-84E6-425E-9BD9-F0DEB52ECF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675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4453619-71DB-80B5-5CD0-3CC7AD75C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CE5B01-1795-BCE4-CFF8-6F13108B0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4ADDF4-CBAB-1859-69EC-CE003B317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3159AC-80A2-48A8-A864-51B17451AAAE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55A656-DCB5-D163-090B-953BE082D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8358B3-33CB-A87E-E16B-549B69BE6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2BF8C-84E6-425E-9BD9-F0DEB52ECF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667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6CE2687E-7DE7-1922-325C-4FA33FA81923}"/>
              </a:ext>
            </a:extLst>
          </p:cNvPr>
          <p:cNvGrpSpPr/>
          <p:nvPr/>
        </p:nvGrpSpPr>
        <p:grpSpPr>
          <a:xfrm>
            <a:off x="439430" y="0"/>
            <a:ext cx="11620955" cy="6858000"/>
            <a:chOff x="439431" y="0"/>
            <a:chExt cx="11620955" cy="68580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BA2E1E2-611B-4FCE-A4E1-10F956D1F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431" y="0"/>
              <a:ext cx="11620955" cy="685800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5723966-AACE-0363-8CA8-BAE0A31F5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431" y="0"/>
              <a:ext cx="4876190" cy="1657143"/>
            </a:xfrm>
            <a:prstGeom prst="rect">
              <a:avLst/>
            </a:prstGeom>
          </p:spPr>
        </p:pic>
      </p:grpSp>
      <p:sp>
        <p:nvSpPr>
          <p:cNvPr id="19" name="순서도: 수행의 시작/종료 18">
            <a:extLst>
              <a:ext uri="{FF2B5EF4-FFF2-40B4-BE49-F238E27FC236}">
                <a16:creationId xmlns:a16="http://schemas.microsoft.com/office/drawing/2014/main" id="{E6EBC0B3-F202-CA75-42F5-0A6DEB8B4F99}"/>
              </a:ext>
            </a:extLst>
          </p:cNvPr>
          <p:cNvSpPr/>
          <p:nvPr/>
        </p:nvSpPr>
        <p:spPr>
          <a:xfrm>
            <a:off x="3340777" y="3637605"/>
            <a:ext cx="1375047" cy="359228"/>
          </a:xfrm>
          <a:prstGeom prst="flowChartTerminator">
            <a:avLst/>
          </a:prstGeom>
          <a:solidFill>
            <a:srgbClr val="C9D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noProof="1">
                <a:solidFill>
                  <a:schemeClr val="tx1"/>
                </a:solidFill>
              </a:rPr>
              <a:t>dhcpMain</a:t>
            </a:r>
            <a:r>
              <a:rPr lang="en-US" altLang="ko-KR" sz="1700" dirty="0">
                <a:solidFill>
                  <a:schemeClr val="tx1"/>
                </a:solidFill>
              </a:rPr>
              <a:t>()</a:t>
            </a:r>
            <a:endParaRPr lang="ko-KR" altLang="en-US" sz="1700" dirty="0">
              <a:solidFill>
                <a:schemeClr val="tx1"/>
              </a:solidFill>
            </a:endParaRPr>
          </a:p>
        </p:txBody>
      </p:sp>
      <p:sp>
        <p:nvSpPr>
          <p:cNvPr id="21" name="순서도: 수행의 시작/종료 20">
            <a:extLst>
              <a:ext uri="{FF2B5EF4-FFF2-40B4-BE49-F238E27FC236}">
                <a16:creationId xmlns:a16="http://schemas.microsoft.com/office/drawing/2014/main" id="{79C1EA8D-289F-887B-B3F8-055592B2BF4D}"/>
              </a:ext>
            </a:extLst>
          </p:cNvPr>
          <p:cNvSpPr/>
          <p:nvPr/>
        </p:nvSpPr>
        <p:spPr>
          <a:xfrm>
            <a:off x="3030535" y="6366444"/>
            <a:ext cx="1689009" cy="403270"/>
          </a:xfrm>
          <a:prstGeom prst="flowChartTerminator">
            <a:avLst/>
          </a:prstGeom>
          <a:solidFill>
            <a:srgbClr val="C9D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noProof="1">
                <a:solidFill>
                  <a:schemeClr val="tx1"/>
                </a:solidFill>
              </a:rPr>
              <a:t>logFilterMain</a:t>
            </a:r>
            <a:r>
              <a:rPr lang="en-US" altLang="ko-KR" sz="1700" dirty="0">
                <a:solidFill>
                  <a:schemeClr val="tx1"/>
                </a:solidFill>
              </a:rPr>
              <a:t>()</a:t>
            </a:r>
            <a:endParaRPr lang="ko-KR" altLang="en-US" sz="1700" dirty="0">
              <a:solidFill>
                <a:schemeClr val="tx1"/>
              </a:solidFill>
            </a:endParaRPr>
          </a:p>
        </p:txBody>
      </p:sp>
      <p:sp>
        <p:nvSpPr>
          <p:cNvPr id="22" name="순서도: 수행의 시작/종료 21">
            <a:extLst>
              <a:ext uri="{FF2B5EF4-FFF2-40B4-BE49-F238E27FC236}">
                <a16:creationId xmlns:a16="http://schemas.microsoft.com/office/drawing/2014/main" id="{E12DCE5D-AF8E-251F-AEF1-8587F54294DD}"/>
              </a:ext>
            </a:extLst>
          </p:cNvPr>
          <p:cNvSpPr/>
          <p:nvPr/>
        </p:nvSpPr>
        <p:spPr>
          <a:xfrm>
            <a:off x="2899044" y="5179197"/>
            <a:ext cx="1973762" cy="602055"/>
          </a:xfrm>
          <a:prstGeom prst="flowChartTerminator">
            <a:avLst/>
          </a:prstGeom>
          <a:solidFill>
            <a:srgbClr val="C9D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noProof="1">
                <a:solidFill>
                  <a:schemeClr val="tx1"/>
                </a:solidFill>
              </a:rPr>
              <a:t>ControlPartitionMount()</a:t>
            </a:r>
            <a:endParaRPr lang="ko-KR" altLang="en-US" sz="1700" dirty="0">
              <a:solidFill>
                <a:schemeClr val="tx1"/>
              </a:solidFill>
            </a:endParaRPr>
          </a:p>
        </p:txBody>
      </p:sp>
      <p:sp>
        <p:nvSpPr>
          <p:cNvPr id="23" name="순서도: 수행의 시작/종료 22">
            <a:extLst>
              <a:ext uri="{FF2B5EF4-FFF2-40B4-BE49-F238E27FC236}">
                <a16:creationId xmlns:a16="http://schemas.microsoft.com/office/drawing/2014/main" id="{6E82F65F-FBE5-DDF4-5777-5A39B39D1D3E}"/>
              </a:ext>
            </a:extLst>
          </p:cNvPr>
          <p:cNvSpPr/>
          <p:nvPr/>
        </p:nvSpPr>
        <p:spPr>
          <a:xfrm>
            <a:off x="3063192" y="4683428"/>
            <a:ext cx="1689010" cy="416584"/>
          </a:xfrm>
          <a:prstGeom prst="flowChartTerminator">
            <a:avLst/>
          </a:prstGeom>
          <a:solidFill>
            <a:srgbClr val="C9D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noProof="1">
                <a:solidFill>
                  <a:schemeClr val="tx1"/>
                </a:solidFill>
              </a:rPr>
              <a:t>Apache_run()</a:t>
            </a:r>
            <a:endParaRPr lang="ko-KR" altLang="en-US" sz="1700" dirty="0">
              <a:solidFill>
                <a:schemeClr val="tx1"/>
              </a:solidFill>
            </a:endParaRPr>
          </a:p>
        </p:txBody>
      </p:sp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67FF76E5-7C92-2E61-EEC6-102D0FB36C5C}"/>
              </a:ext>
            </a:extLst>
          </p:cNvPr>
          <p:cNvSpPr/>
          <p:nvPr/>
        </p:nvSpPr>
        <p:spPr>
          <a:xfrm>
            <a:off x="3183797" y="4147869"/>
            <a:ext cx="1601868" cy="416584"/>
          </a:xfrm>
          <a:prstGeom prst="flowChartTerminator">
            <a:avLst/>
          </a:prstGeom>
          <a:solidFill>
            <a:srgbClr val="C9D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noProof="1">
                <a:solidFill>
                  <a:schemeClr val="tx1"/>
                </a:solidFill>
              </a:rPr>
              <a:t>controlDNS()</a:t>
            </a:r>
            <a:endParaRPr lang="ko-KR" altLang="en-US" sz="1700" dirty="0">
              <a:solidFill>
                <a:schemeClr val="tx1"/>
              </a:solidFill>
            </a:endParaRPr>
          </a:p>
        </p:txBody>
      </p:sp>
      <p:sp>
        <p:nvSpPr>
          <p:cNvPr id="25" name="순서도: 수행의 시작/종료 24">
            <a:extLst>
              <a:ext uri="{FF2B5EF4-FFF2-40B4-BE49-F238E27FC236}">
                <a16:creationId xmlns:a16="http://schemas.microsoft.com/office/drawing/2014/main" id="{602AE9D8-5ED8-B2F5-87DD-50D7430D9BD4}"/>
              </a:ext>
            </a:extLst>
          </p:cNvPr>
          <p:cNvSpPr/>
          <p:nvPr/>
        </p:nvSpPr>
        <p:spPr>
          <a:xfrm>
            <a:off x="1254733" y="6026694"/>
            <a:ext cx="1375047" cy="359228"/>
          </a:xfrm>
          <a:prstGeom prst="flowChartTerminator">
            <a:avLst/>
          </a:prstGeom>
          <a:solidFill>
            <a:srgbClr val="C9D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noProof="1">
                <a:solidFill>
                  <a:schemeClr val="tx1"/>
                </a:solidFill>
              </a:rPr>
              <a:t>iscsiClient</a:t>
            </a:r>
            <a:r>
              <a:rPr lang="en-US" altLang="ko-KR" sz="1700" dirty="0">
                <a:solidFill>
                  <a:schemeClr val="tx1"/>
                </a:solidFill>
              </a:rPr>
              <a:t>()</a:t>
            </a:r>
            <a:endParaRPr lang="ko-KR" altLang="en-US" sz="1700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C34707C-E8A4-CE9E-2085-07AD7A7652C1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4715824" y="3817219"/>
            <a:ext cx="7923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6EF7515-5DAF-759B-8F7E-1C55873713CB}"/>
              </a:ext>
            </a:extLst>
          </p:cNvPr>
          <p:cNvCxnSpPr>
            <a:cxnSpLocks/>
            <a:endCxn id="24" idx="3"/>
          </p:cNvCxnSpPr>
          <p:nvPr/>
        </p:nvCxnSpPr>
        <p:spPr>
          <a:xfrm flipH="1" flipV="1">
            <a:off x="4785665" y="4356161"/>
            <a:ext cx="737112" cy="7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180F167-CD0A-7B11-27D9-9D3B5C05C0B1}"/>
              </a:ext>
            </a:extLst>
          </p:cNvPr>
          <p:cNvCxnSpPr>
            <a:cxnSpLocks/>
          </p:cNvCxnSpPr>
          <p:nvPr/>
        </p:nvCxnSpPr>
        <p:spPr>
          <a:xfrm flipH="1">
            <a:off x="4747161" y="4905789"/>
            <a:ext cx="7923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5D37B23-9B2E-C1FE-5C19-B7D557B0D3FC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4872806" y="5480224"/>
            <a:ext cx="441732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0F92D96-57CC-3E9C-DB47-2602AE776FDE}"/>
              </a:ext>
            </a:extLst>
          </p:cNvPr>
          <p:cNvCxnSpPr>
            <a:cxnSpLocks/>
          </p:cNvCxnSpPr>
          <p:nvPr/>
        </p:nvCxnSpPr>
        <p:spPr>
          <a:xfrm rot="10800000">
            <a:off x="2629782" y="5834243"/>
            <a:ext cx="1811224" cy="17188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F8795D83-177C-5B71-1B5E-364648366E0A}"/>
              </a:ext>
            </a:extLst>
          </p:cNvPr>
          <p:cNvCxnSpPr>
            <a:cxnSpLocks/>
            <a:endCxn id="21" idx="3"/>
          </p:cNvCxnSpPr>
          <p:nvPr/>
        </p:nvCxnSpPr>
        <p:spPr>
          <a:xfrm flipH="1" flipV="1">
            <a:off x="4719544" y="6568079"/>
            <a:ext cx="689795" cy="7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DD823A3-B468-F4D7-49AF-D3135999C5C7}"/>
              </a:ext>
            </a:extLst>
          </p:cNvPr>
          <p:cNvCxnSpPr>
            <a:cxnSpLocks/>
          </p:cNvCxnSpPr>
          <p:nvPr/>
        </p:nvCxnSpPr>
        <p:spPr>
          <a:xfrm>
            <a:off x="6348681" y="6010661"/>
            <a:ext cx="280719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lg" len="med"/>
            <a:tailEnd type="non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D8525018-D612-0B6C-FA07-63EE5420A4DB}"/>
              </a:ext>
            </a:extLst>
          </p:cNvPr>
          <p:cNvCxnSpPr>
            <a:cxnSpLocks/>
          </p:cNvCxnSpPr>
          <p:nvPr/>
        </p:nvCxnSpPr>
        <p:spPr>
          <a:xfrm>
            <a:off x="6348681" y="5460199"/>
            <a:ext cx="280719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lg" len="med"/>
            <a:tailEnd type="non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A154BE6C-30BA-52DE-248B-8B0EA97D6E0F}"/>
              </a:ext>
            </a:extLst>
          </p:cNvPr>
          <p:cNvCxnSpPr>
            <a:cxnSpLocks/>
          </p:cNvCxnSpPr>
          <p:nvPr/>
        </p:nvCxnSpPr>
        <p:spPr>
          <a:xfrm>
            <a:off x="6249908" y="6577044"/>
            <a:ext cx="379492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lg" len="med"/>
            <a:tailEnd type="non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E756B045-3309-DF2E-1327-F418269CD1FA}"/>
              </a:ext>
            </a:extLst>
          </p:cNvPr>
          <p:cNvCxnSpPr>
            <a:cxnSpLocks/>
          </p:cNvCxnSpPr>
          <p:nvPr/>
        </p:nvCxnSpPr>
        <p:spPr>
          <a:xfrm>
            <a:off x="6348681" y="4354327"/>
            <a:ext cx="280719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lg" len="med"/>
            <a:tailEnd type="non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06D8585D-38D4-CE89-52D5-857DCC02094B}"/>
              </a:ext>
            </a:extLst>
          </p:cNvPr>
          <p:cNvCxnSpPr>
            <a:cxnSpLocks/>
          </p:cNvCxnSpPr>
          <p:nvPr/>
        </p:nvCxnSpPr>
        <p:spPr>
          <a:xfrm>
            <a:off x="6629400" y="3429000"/>
            <a:ext cx="0" cy="31462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순서도: 수행의 시작/종료 1">
            <a:extLst>
              <a:ext uri="{FF2B5EF4-FFF2-40B4-BE49-F238E27FC236}">
                <a16:creationId xmlns:a16="http://schemas.microsoft.com/office/drawing/2014/main" id="{328C8A28-AA5A-4DB3-9ADC-9B9F25AB3DF9}"/>
              </a:ext>
            </a:extLst>
          </p:cNvPr>
          <p:cNvSpPr/>
          <p:nvPr/>
        </p:nvSpPr>
        <p:spPr>
          <a:xfrm>
            <a:off x="1198415" y="5646903"/>
            <a:ext cx="1431365" cy="359228"/>
          </a:xfrm>
          <a:prstGeom prst="flowChartTerminator">
            <a:avLst/>
          </a:prstGeom>
          <a:solidFill>
            <a:srgbClr val="C9D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noProof="1">
                <a:solidFill>
                  <a:schemeClr val="tx1"/>
                </a:solidFill>
              </a:rPr>
              <a:t>iscsiServer</a:t>
            </a:r>
            <a:r>
              <a:rPr lang="en-US" altLang="ko-KR" sz="1700" dirty="0">
                <a:solidFill>
                  <a:schemeClr val="tx1"/>
                </a:solidFill>
              </a:rPr>
              <a:t>()</a:t>
            </a:r>
            <a:endParaRPr lang="ko-KR" altLang="en-US" sz="17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E815BAF-3E68-05EF-0611-6B22977B9CD6}"/>
              </a:ext>
            </a:extLst>
          </p:cNvPr>
          <p:cNvSpPr/>
          <p:nvPr/>
        </p:nvSpPr>
        <p:spPr>
          <a:xfrm rot="2660733">
            <a:off x="4515892" y="5915792"/>
            <a:ext cx="193313" cy="203829"/>
          </a:xfrm>
          <a:prstGeom prst="rect">
            <a:avLst/>
          </a:prstGeom>
          <a:solidFill>
            <a:schemeClr val="bg1"/>
          </a:solidFill>
          <a:ln w="19050">
            <a:solidFill>
              <a:srgbClr val="BE5E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E821033-B36F-CD3A-7C6E-F99E2177747F}"/>
              </a:ext>
            </a:extLst>
          </p:cNvPr>
          <p:cNvCxnSpPr>
            <a:cxnSpLocks/>
          </p:cNvCxnSpPr>
          <p:nvPr/>
        </p:nvCxnSpPr>
        <p:spPr>
          <a:xfrm flipH="1">
            <a:off x="4747161" y="6010661"/>
            <a:ext cx="5790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직선 화살표 연결선 33">
            <a:extLst>
              <a:ext uri="{FF2B5EF4-FFF2-40B4-BE49-F238E27FC236}">
                <a16:creationId xmlns:a16="http://schemas.microsoft.com/office/drawing/2014/main" id="{ECBD66EF-A7DB-452F-DCC5-1A44F6C5637A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29785" y="6006130"/>
            <a:ext cx="1811221" cy="2001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47" name="그림 46">
            <a:extLst>
              <a:ext uri="{FF2B5EF4-FFF2-40B4-BE49-F238E27FC236}">
                <a16:creationId xmlns:a16="http://schemas.microsoft.com/office/drawing/2014/main" id="{ECB3408A-1095-3CCE-EEA0-8FA301C05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5552" y="3080235"/>
            <a:ext cx="939342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725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16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7</cp:revision>
  <dcterms:created xsi:type="dcterms:W3CDTF">2025-11-06T08:35:54Z</dcterms:created>
  <dcterms:modified xsi:type="dcterms:W3CDTF">2025-11-07T02:56:08Z</dcterms:modified>
</cp:coreProperties>
</file>