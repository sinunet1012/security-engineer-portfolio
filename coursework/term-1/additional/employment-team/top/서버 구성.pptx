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7A2C"/>
    <a:srgbClr val="EDB61B"/>
    <a:srgbClr val="FA76A5"/>
    <a:srgbClr val="F95992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02" autoAdjust="0"/>
    <p:restoredTop sz="94103" autoAdjust="0"/>
  </p:normalViewPr>
  <p:slideViewPr>
    <p:cSldViewPr snapToGrid="0">
      <p:cViewPr varScale="1">
        <p:scale>
          <a:sx n="105" d="100"/>
          <a:sy n="105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EA24D8-6B39-397A-7B6F-D943BF36AD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E377035-28EF-3C7D-7158-A7B46B61AF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D19DDE-3E48-9B40-E73F-33A7EA734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331C-6D6B-46DE-912D-2E16CBE5CD9D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210C37-EB1A-E471-1B79-4C1B83905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D34AC8-FA3D-6D0C-431B-1C9BB2B98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16DCE-93A5-46FE-91F7-41FCE30F4F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984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EF472-F2EC-DDBA-4A80-B7AE1C623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E195BE-6F54-C481-338D-F5AB00A39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87AE78-BD58-B553-9751-24A910002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331C-6D6B-46DE-912D-2E16CBE5CD9D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777CFF-F7C6-2F5A-3565-069B1A287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A18AC5-1F61-90F6-A41C-8E6A42B3D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16DCE-93A5-46FE-91F7-41FCE30F4F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045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1A0445-8331-638B-18C4-9F0C147DF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FD7655-6023-5214-AC70-DA38F420A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CC27B4-9AD6-3001-9E74-47A9707C4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331C-6D6B-46DE-912D-2E16CBE5CD9D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1639A5-F23C-1D42-BC89-A3A9573E9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2912F2-C4DF-6EE2-422F-4F102CC49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16DCE-93A5-46FE-91F7-41FCE30F4F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608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D54A00-7C61-5F17-D2C6-47F38426A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A5F517-2392-A526-84E2-351EA5FCB0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4EC09AE-B40F-89AC-E98A-6C2BE7680C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C2D89F-4C7D-C4A2-985E-0CF87A6F7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331C-6D6B-46DE-912D-2E16CBE5CD9D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CF75D6-FC8F-6818-F235-0B3C7F357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8614C9-D275-2837-327A-A370A501C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16DCE-93A5-46FE-91F7-41FCE30F4F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271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6D72DF-B917-4A7D-1E8A-E3550FE2A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4271AA-723C-0E79-6B06-0D8E4D4B4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514B54-A57B-E5EF-7F39-B7E5F44E92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E219190-7B4D-7F00-91CE-25D4569B94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7344903-6E81-9B4A-BF81-2584AFA67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7DB66F4-56A9-3E6B-F82E-9BB1DA69E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331C-6D6B-46DE-912D-2E16CBE5CD9D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7DD042F-8AF8-286F-4B95-F1CD139FB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CE84D2F-01FB-6876-3EC3-6D490EDE2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16DCE-93A5-46FE-91F7-41FCE30F4F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738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7B4392-79CC-2345-56FE-F131772DF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3E2602-E6BA-ECD6-175B-02089478A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331C-6D6B-46DE-912D-2E16CBE5CD9D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2892735-380C-FA22-4498-6DB7BECA4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AD5FE6-60AA-2463-580D-C475B1275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16DCE-93A5-46FE-91F7-41FCE30F4F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145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938C7BC-FE08-249F-7945-D089669D3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331C-6D6B-46DE-912D-2E16CBE5CD9D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473D2FD-BA94-0197-019C-964D22D9D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A0F216-D204-4936-B640-0F95A0602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16DCE-93A5-46FE-91F7-41FCE30F4F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427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C363BD-D4AA-F3A7-BA18-158892390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9525EE-8CBA-31CA-25CA-8F7CB2911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DCF93B-4EDC-6D46-45C4-0D94EE9C7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385A64-F341-EA6C-B465-F1C3A027C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331C-6D6B-46DE-912D-2E16CBE5CD9D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865561-4C1F-2AE4-BF15-658E2E7AC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57904A-0AA8-F5F8-7A24-2F30C0551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16DCE-93A5-46FE-91F7-41FCE30F4F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536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EB60BD-744D-A07E-7620-5B580C8C6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C335443-583B-BF91-21C0-18392EA43C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683E84-2DAD-7348-37C7-4F1A26170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AADB44-09FD-585A-E9E6-12086A51F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331C-6D6B-46DE-912D-2E16CBE5CD9D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B10E28-A813-26A2-6BD9-FB0FAD4BE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96ADA7-E54C-9703-7A98-36EB19B33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16DCE-93A5-46FE-91F7-41FCE30F4F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055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EED337-187F-7674-3CCA-E5F792048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0F1912-5331-B016-CCCB-EE5353AF2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7CA154-630E-22DF-7C7E-DD3D97B35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331C-6D6B-46DE-912D-2E16CBE5CD9D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A45B4C-06DE-5D17-C747-C5A0393A4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D58853-DE41-9BB9-2987-DE823DBA7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16DCE-93A5-46FE-91F7-41FCE30F4F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0971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CDDD1C-525C-CD2E-7508-1E83C8775B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FC994D-C25E-7E57-58B4-3DF9AEFF9B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42AEDC-EEA5-0836-E91F-0FED55971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331C-6D6B-46DE-912D-2E16CBE5CD9D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E9177F-F2EA-78E2-AE04-728214E61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2A8CD2-5E69-5A28-0E0D-CEA87AF45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16DCE-93A5-46FE-91F7-41FCE30F4F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4361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61FDD52-6198-6CCC-166F-BBBE3A13D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9ED6A9-D082-0170-B9EA-2DA683DA7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D2BEB0-8DF4-76BF-9839-2DE5A6D3EE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8331C-6D6B-46DE-912D-2E16CBE5CD9D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17413A-F081-A6A4-F052-172A08781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0B7B88-3A83-DEB9-338B-8906B8C14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116DCE-93A5-46FE-91F7-41FCE30F4F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808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타원 22">
            <a:extLst>
              <a:ext uri="{FF2B5EF4-FFF2-40B4-BE49-F238E27FC236}">
                <a16:creationId xmlns:a16="http://schemas.microsoft.com/office/drawing/2014/main" id="{60D3AC47-EB39-F61A-603C-1B117505A617}"/>
              </a:ext>
            </a:extLst>
          </p:cNvPr>
          <p:cNvSpPr/>
          <p:nvPr/>
        </p:nvSpPr>
        <p:spPr>
          <a:xfrm>
            <a:off x="77338" y="2256810"/>
            <a:ext cx="2888714" cy="448563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7748108-3A1B-0C65-6BF0-0BA0FEC29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821" y="2198721"/>
            <a:ext cx="1206179" cy="91061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260E114-3460-1154-A43C-D1D512586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165" y="2701577"/>
            <a:ext cx="1360281" cy="1454846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5F26DE9-AE5B-E01D-80B2-6B5819868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48" y="4532385"/>
            <a:ext cx="1533377" cy="163997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8C42DA7-8C16-626A-6273-4B2D14889B35}"/>
              </a:ext>
            </a:extLst>
          </p:cNvPr>
          <p:cNvSpPr txBox="1"/>
          <p:nvPr/>
        </p:nvSpPr>
        <p:spPr>
          <a:xfrm>
            <a:off x="841554" y="2408027"/>
            <a:ext cx="1533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 센터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C01E19E0-9059-C2FB-EBC7-9E6B909AF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095" y="4887212"/>
            <a:ext cx="1019175" cy="148590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9D17D74A-43E3-6FEF-005D-A80F3D6A86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095" y="164154"/>
            <a:ext cx="1019175" cy="148590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8A750203-C7CB-A9CD-59E3-F04903DA3F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9765" y="2016500"/>
            <a:ext cx="1136801" cy="109283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C3FF955-940A-78C1-9D22-D4EA912D4204}"/>
              </a:ext>
            </a:extLst>
          </p:cNvPr>
          <p:cNvSpPr txBox="1"/>
          <p:nvPr/>
        </p:nvSpPr>
        <p:spPr>
          <a:xfrm>
            <a:off x="7952414" y="3121203"/>
            <a:ext cx="1271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웹 관리 팀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3C372E-B5E3-2DC6-C6CB-03D6E5811498}"/>
              </a:ext>
            </a:extLst>
          </p:cNvPr>
          <p:cNvSpPr txBox="1"/>
          <p:nvPr/>
        </p:nvSpPr>
        <p:spPr>
          <a:xfrm>
            <a:off x="5004056" y="6291474"/>
            <a:ext cx="957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Apache</a:t>
            </a:r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DF1502-BD9D-0DEA-322D-131C8782898F}"/>
              </a:ext>
            </a:extLst>
          </p:cNvPr>
          <p:cNvSpPr txBox="1"/>
          <p:nvPr/>
        </p:nvSpPr>
        <p:spPr>
          <a:xfrm>
            <a:off x="4788773" y="3109337"/>
            <a:ext cx="1408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Data Server</a:t>
            </a:r>
            <a:endParaRPr lang="ko-KR" altLang="en-US" dirty="0"/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D769CD38-76BC-E372-9CAD-4E2BBDB300BD}"/>
              </a:ext>
            </a:extLst>
          </p:cNvPr>
          <p:cNvCxnSpPr>
            <a:endCxn id="25" idx="1"/>
          </p:cNvCxnSpPr>
          <p:nvPr/>
        </p:nvCxnSpPr>
        <p:spPr>
          <a:xfrm>
            <a:off x="2405716" y="5584873"/>
            <a:ext cx="2567379" cy="45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5316827F-747E-4900-626D-0D42C35457D7}"/>
              </a:ext>
            </a:extLst>
          </p:cNvPr>
          <p:cNvCxnSpPr>
            <a:cxnSpLocks/>
            <a:endCxn id="38" idx="1"/>
          </p:cNvCxnSpPr>
          <p:nvPr/>
        </p:nvCxnSpPr>
        <p:spPr>
          <a:xfrm flipV="1">
            <a:off x="2405716" y="3294003"/>
            <a:ext cx="2383057" cy="2290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7D1DF61C-56AA-D13C-8BFA-884837662228}"/>
              </a:ext>
            </a:extLst>
          </p:cNvPr>
          <p:cNvCxnSpPr>
            <a:stCxn id="38" idx="2"/>
            <a:endCxn id="25" idx="0"/>
          </p:cNvCxnSpPr>
          <p:nvPr/>
        </p:nvCxnSpPr>
        <p:spPr>
          <a:xfrm flipH="1">
            <a:off x="5482683" y="3478669"/>
            <a:ext cx="10226" cy="140854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02D5B543-EE32-87E6-FD46-69C06238A4D8}"/>
              </a:ext>
            </a:extLst>
          </p:cNvPr>
          <p:cNvCxnSpPr>
            <a:stCxn id="26" idx="2"/>
            <a:endCxn id="17" idx="0"/>
          </p:cNvCxnSpPr>
          <p:nvPr/>
        </p:nvCxnSpPr>
        <p:spPr>
          <a:xfrm>
            <a:off x="5482683" y="1650054"/>
            <a:ext cx="10228" cy="548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289C0827-3DA7-7AE2-4564-E85C9BF02057}"/>
              </a:ext>
            </a:extLst>
          </p:cNvPr>
          <p:cNvCxnSpPr>
            <a:stCxn id="26" idx="3"/>
          </p:cNvCxnSpPr>
          <p:nvPr/>
        </p:nvCxnSpPr>
        <p:spPr>
          <a:xfrm>
            <a:off x="5992270" y="907104"/>
            <a:ext cx="2027495" cy="1265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87EC64F-EA3C-E3F3-580C-CB5BA3C8F6A4}"/>
              </a:ext>
            </a:extLst>
          </p:cNvPr>
          <p:cNvSpPr txBox="1"/>
          <p:nvPr/>
        </p:nvSpPr>
        <p:spPr>
          <a:xfrm>
            <a:off x="6724358" y="886272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DNS </a:t>
            </a:r>
            <a:r>
              <a:rPr lang="ko-KR" altLang="en-US" dirty="0"/>
              <a:t>요청 및 응답</a:t>
            </a: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E51004EB-4198-612A-9FCF-7F56FEC36A89}"/>
              </a:ext>
            </a:extLst>
          </p:cNvPr>
          <p:cNvCxnSpPr>
            <a:stCxn id="36" idx="2"/>
            <a:endCxn id="25" idx="3"/>
          </p:cNvCxnSpPr>
          <p:nvPr/>
        </p:nvCxnSpPr>
        <p:spPr>
          <a:xfrm flipH="1">
            <a:off x="5992270" y="3490535"/>
            <a:ext cx="2595895" cy="2139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A9C99972-3A6D-C99B-AD4D-B44292B0E5BE}"/>
              </a:ext>
            </a:extLst>
          </p:cNvPr>
          <p:cNvSpPr txBox="1"/>
          <p:nvPr/>
        </p:nvSpPr>
        <p:spPr>
          <a:xfrm>
            <a:off x="7006017" y="4702546"/>
            <a:ext cx="3060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SMB</a:t>
            </a:r>
            <a:r>
              <a:rPr lang="ko-KR" altLang="en-US" dirty="0"/>
              <a:t>를 이용한 웹 자원 관리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576CFB7-E999-0FF7-41D4-8F21CCF1C1FE}"/>
              </a:ext>
            </a:extLst>
          </p:cNvPr>
          <p:cNvSpPr txBox="1"/>
          <p:nvPr/>
        </p:nvSpPr>
        <p:spPr>
          <a:xfrm>
            <a:off x="2721196" y="1616836"/>
            <a:ext cx="2690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NFS</a:t>
            </a:r>
            <a:r>
              <a:rPr lang="ko-KR" altLang="en-US" dirty="0"/>
              <a:t>를 이용한 자원 관리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6143729-35BC-5105-CE9A-B8DC1AA0C314}"/>
              </a:ext>
            </a:extLst>
          </p:cNvPr>
          <p:cNvSpPr txBox="1"/>
          <p:nvPr/>
        </p:nvSpPr>
        <p:spPr>
          <a:xfrm>
            <a:off x="4220766" y="4070106"/>
            <a:ext cx="2544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PHP</a:t>
            </a:r>
            <a:r>
              <a:rPr lang="ko-KR" altLang="en-US" dirty="0"/>
              <a:t>를 이용한 </a:t>
            </a:r>
            <a:r>
              <a:rPr lang="en-US" altLang="ko-KR" dirty="0"/>
              <a:t>DB </a:t>
            </a:r>
            <a:r>
              <a:rPr lang="ko-KR" altLang="en-US" dirty="0"/>
              <a:t>사용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BBCC03-41BB-7E0A-FAF4-F8677550962A}"/>
              </a:ext>
            </a:extLst>
          </p:cNvPr>
          <p:cNvSpPr txBox="1"/>
          <p:nvPr/>
        </p:nvSpPr>
        <p:spPr>
          <a:xfrm>
            <a:off x="3232194" y="3655998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ISCSI</a:t>
            </a:r>
            <a:endParaRPr lang="ko-KR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2F8C062-5BDA-75ED-0F70-2E987384F877}"/>
              </a:ext>
            </a:extLst>
          </p:cNvPr>
          <p:cNvSpPr txBox="1"/>
          <p:nvPr/>
        </p:nvSpPr>
        <p:spPr>
          <a:xfrm>
            <a:off x="3664952" y="5167707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ISCSI</a:t>
            </a:r>
            <a:endParaRPr lang="ko-KR" alt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DAD6A0B-F386-282D-A848-4719586EF8E1}"/>
              </a:ext>
            </a:extLst>
          </p:cNvPr>
          <p:cNvSpPr txBox="1"/>
          <p:nvPr/>
        </p:nvSpPr>
        <p:spPr>
          <a:xfrm>
            <a:off x="4341984" y="-40622"/>
            <a:ext cx="2281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전산팀</a:t>
            </a:r>
            <a:r>
              <a:rPr lang="ko-KR" altLang="en-US" dirty="0"/>
              <a:t> 및 </a:t>
            </a:r>
            <a:r>
              <a:rPr lang="en-US" altLang="ko-KR" dirty="0"/>
              <a:t>DNS </a:t>
            </a:r>
            <a:r>
              <a:rPr lang="ko-KR" altLang="en-US" dirty="0"/>
              <a:t>서버</a:t>
            </a: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C11DF1DD-E31A-5B9C-2E37-3D261FB915CE}"/>
              </a:ext>
            </a:extLst>
          </p:cNvPr>
          <p:cNvCxnSpPr>
            <a:stCxn id="19" idx="2"/>
            <a:endCxn id="22" idx="0"/>
          </p:cNvCxnSpPr>
          <p:nvPr/>
        </p:nvCxnSpPr>
        <p:spPr>
          <a:xfrm flipH="1">
            <a:off x="1524837" y="4156423"/>
            <a:ext cx="13469" cy="3759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354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B5F78-32A1-6EFC-2F91-437B9538C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타원 68">
            <a:extLst>
              <a:ext uri="{FF2B5EF4-FFF2-40B4-BE49-F238E27FC236}">
                <a16:creationId xmlns:a16="http://schemas.microsoft.com/office/drawing/2014/main" id="{EE947522-311E-93FB-F7AF-74A4DE78DC56}"/>
              </a:ext>
            </a:extLst>
          </p:cNvPr>
          <p:cNvSpPr/>
          <p:nvPr/>
        </p:nvSpPr>
        <p:spPr>
          <a:xfrm>
            <a:off x="9378158" y="338302"/>
            <a:ext cx="1161544" cy="1506482"/>
          </a:xfrm>
          <a:prstGeom prst="ellipse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0C1402CE-8C82-F10F-1790-D2020F05C2A8}"/>
              </a:ext>
            </a:extLst>
          </p:cNvPr>
          <p:cNvSpPr/>
          <p:nvPr/>
        </p:nvSpPr>
        <p:spPr>
          <a:xfrm>
            <a:off x="5432213" y="3866"/>
            <a:ext cx="1369674" cy="1833162"/>
          </a:xfrm>
          <a:prstGeom prst="ellipse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068C4BA3-A5DA-3F94-1D10-52BC39C6F21C}"/>
              </a:ext>
            </a:extLst>
          </p:cNvPr>
          <p:cNvSpPr/>
          <p:nvPr/>
        </p:nvSpPr>
        <p:spPr>
          <a:xfrm>
            <a:off x="5439557" y="4949646"/>
            <a:ext cx="1429889" cy="1848987"/>
          </a:xfrm>
          <a:prstGeom prst="ellipse">
            <a:avLst/>
          </a:prstGeom>
          <a:solidFill>
            <a:srgbClr val="7030A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3D306961-9B3C-0BB9-E926-430FDBE21B01}"/>
              </a:ext>
            </a:extLst>
          </p:cNvPr>
          <p:cNvSpPr/>
          <p:nvPr/>
        </p:nvSpPr>
        <p:spPr>
          <a:xfrm>
            <a:off x="5099410" y="2328861"/>
            <a:ext cx="2005834" cy="1663769"/>
          </a:xfrm>
          <a:prstGeom prst="ellipse">
            <a:avLst/>
          </a:prstGeom>
          <a:solidFill>
            <a:srgbClr val="FFFF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0CA2ED02-00E2-5584-418B-57ADBFB47DDC}"/>
              </a:ext>
            </a:extLst>
          </p:cNvPr>
          <p:cNvSpPr/>
          <p:nvPr/>
        </p:nvSpPr>
        <p:spPr>
          <a:xfrm>
            <a:off x="426913" y="1058167"/>
            <a:ext cx="2888714" cy="4485634"/>
          </a:xfrm>
          <a:prstGeom prst="ellipse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F06198D-52D4-DA2D-D71B-2ED62CA7B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057" y="2550973"/>
            <a:ext cx="550466" cy="41557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D6157B5-EB13-B86C-957E-8A89CB04A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702" y="2034377"/>
            <a:ext cx="1360281" cy="130923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FDA7541-F0B5-8452-998A-69DF4125D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374" y="3793062"/>
            <a:ext cx="1355997" cy="136461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0A6E14E-8D1D-E2D4-5A22-03435BDF9BA1}"/>
              </a:ext>
            </a:extLst>
          </p:cNvPr>
          <p:cNvSpPr txBox="1"/>
          <p:nvPr/>
        </p:nvSpPr>
        <p:spPr>
          <a:xfrm>
            <a:off x="919330" y="1716788"/>
            <a:ext cx="1533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데이터 센터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30E5F0B0-87DF-0A75-3C95-5CA14F4AC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8057" y="5425856"/>
            <a:ext cx="653652" cy="95298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E01C295-2175-2EA7-51DD-E671EB71E598}"/>
              </a:ext>
            </a:extLst>
          </p:cNvPr>
          <p:cNvSpPr txBox="1"/>
          <p:nvPr/>
        </p:nvSpPr>
        <p:spPr>
          <a:xfrm>
            <a:off x="5535019" y="1313246"/>
            <a:ext cx="1271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웹 관리 팀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8DEA5F-C50B-9B38-968A-984E8A9C026F}"/>
              </a:ext>
            </a:extLst>
          </p:cNvPr>
          <p:cNvSpPr txBox="1"/>
          <p:nvPr/>
        </p:nvSpPr>
        <p:spPr>
          <a:xfrm>
            <a:off x="5372077" y="6432640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웹 서비스 서버</a:t>
            </a:r>
            <a:endParaRPr lang="en-US" altLang="ko-KR" b="1" dirty="0"/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523EBAAA-EBD8-5A26-46EF-ED56B20E0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2104" y="560004"/>
            <a:ext cx="653652" cy="952988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442DAC8C-38A4-99DB-A0F0-1B75308D0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7091" y="286030"/>
            <a:ext cx="653652" cy="952988"/>
          </a:xfrm>
          <a:prstGeom prst="rect">
            <a:avLst/>
          </a:prstGeom>
        </p:spPr>
      </p:pic>
      <p:sp>
        <p:nvSpPr>
          <p:cNvPr id="70" name="타원 69">
            <a:extLst>
              <a:ext uri="{FF2B5EF4-FFF2-40B4-BE49-F238E27FC236}">
                <a16:creationId xmlns:a16="http://schemas.microsoft.com/office/drawing/2014/main" id="{3DEAD1D3-E2DF-9601-3240-7A292D64820F}"/>
              </a:ext>
            </a:extLst>
          </p:cNvPr>
          <p:cNvSpPr/>
          <p:nvPr/>
        </p:nvSpPr>
        <p:spPr>
          <a:xfrm>
            <a:off x="9904665" y="1949932"/>
            <a:ext cx="1161544" cy="1506482"/>
          </a:xfrm>
          <a:prstGeom prst="ellipse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D7CE272-1EE7-3377-E4E7-6BDAC30932F0}"/>
              </a:ext>
            </a:extLst>
          </p:cNvPr>
          <p:cNvSpPr/>
          <p:nvPr/>
        </p:nvSpPr>
        <p:spPr>
          <a:xfrm>
            <a:off x="9354197" y="3874056"/>
            <a:ext cx="1161544" cy="1506482"/>
          </a:xfrm>
          <a:prstGeom prst="ellipse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F329DAA8-4E60-14BE-91BA-8D3EF76A8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4641" y="2129502"/>
            <a:ext cx="653652" cy="952988"/>
          </a:xfrm>
          <a:prstGeom prst="rect">
            <a:avLst/>
          </a:prstGeom>
        </p:spPr>
      </p:pic>
      <p:pic>
        <p:nvPicPr>
          <p:cNvPr id="74" name="그림 73">
            <a:extLst>
              <a:ext uri="{FF2B5EF4-FFF2-40B4-BE49-F238E27FC236}">
                <a16:creationId xmlns:a16="http://schemas.microsoft.com/office/drawing/2014/main" id="{E2099BBA-91BB-E788-EC11-83745FC605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2104" y="4112734"/>
            <a:ext cx="653652" cy="952988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F62F335F-0C81-3F22-71E3-DC6EFC1FF323}"/>
              </a:ext>
            </a:extLst>
          </p:cNvPr>
          <p:cNvSpPr txBox="1"/>
          <p:nvPr/>
        </p:nvSpPr>
        <p:spPr>
          <a:xfrm>
            <a:off x="9718279" y="1460550"/>
            <a:ext cx="167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log</a:t>
            </a:r>
            <a:endParaRPr lang="en-US" altLang="ko-KR" sz="12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7D7D3FE-F418-8A53-8466-7A770A73E0B3}"/>
              </a:ext>
            </a:extLst>
          </p:cNvPr>
          <p:cNvSpPr txBox="1"/>
          <p:nvPr/>
        </p:nvSpPr>
        <p:spPr>
          <a:xfrm>
            <a:off x="9801509" y="4997818"/>
            <a:ext cx="752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dns</a:t>
            </a:r>
            <a:endParaRPr lang="en-US" altLang="ko-KR" sz="1200" dirty="0"/>
          </a:p>
        </p:txBody>
      </p:sp>
      <p:pic>
        <p:nvPicPr>
          <p:cNvPr id="110" name="그림 109">
            <a:extLst>
              <a:ext uri="{FF2B5EF4-FFF2-40B4-BE49-F238E27FC236}">
                <a16:creationId xmlns:a16="http://schemas.microsoft.com/office/drawing/2014/main" id="{061278CA-F6AE-153C-2593-42A678A5D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665" y="3299426"/>
            <a:ext cx="550466" cy="415579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06CE7456-F023-4A9D-A016-19256886382B}"/>
              </a:ext>
            </a:extLst>
          </p:cNvPr>
          <p:cNvSpPr txBox="1"/>
          <p:nvPr/>
        </p:nvSpPr>
        <p:spPr>
          <a:xfrm>
            <a:off x="5392153" y="2558131"/>
            <a:ext cx="5597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/>
              <a:t> 서버</a:t>
            </a:r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3217C31-4AFC-268E-BAEF-9711FBCB64FF}"/>
              </a:ext>
            </a:extLst>
          </p:cNvPr>
          <p:cNvSpPr txBox="1"/>
          <p:nvPr/>
        </p:nvSpPr>
        <p:spPr>
          <a:xfrm>
            <a:off x="5400218" y="3247369"/>
            <a:ext cx="5148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/>
              <a:t>서버</a:t>
            </a:r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3ECF6AB-534F-77EE-7AC4-6D683E5E6C85}"/>
              </a:ext>
            </a:extLst>
          </p:cNvPr>
          <p:cNvSpPr txBox="1"/>
          <p:nvPr/>
        </p:nvSpPr>
        <p:spPr>
          <a:xfrm>
            <a:off x="5203761" y="3705140"/>
            <a:ext cx="1901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데이터</a:t>
            </a:r>
            <a:r>
              <a:rPr lang="en-US" altLang="ko-KR" b="1" dirty="0"/>
              <a:t>/</a:t>
            </a:r>
            <a:r>
              <a:rPr lang="ko-KR" altLang="en-US" b="1" dirty="0"/>
              <a:t>스토리지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1D3A087-31AB-5519-CCC4-61F1D83204CF}"/>
              </a:ext>
            </a:extLst>
          </p:cNvPr>
          <p:cNvSpPr txBox="1"/>
          <p:nvPr/>
        </p:nvSpPr>
        <p:spPr>
          <a:xfrm>
            <a:off x="761970" y="3850686"/>
            <a:ext cx="11943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Disk B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BA0812E-A34A-D26A-4193-1912BCA43E18}"/>
              </a:ext>
            </a:extLst>
          </p:cNvPr>
          <p:cNvSpPr txBox="1"/>
          <p:nvPr/>
        </p:nvSpPr>
        <p:spPr>
          <a:xfrm>
            <a:off x="746511" y="2064733"/>
            <a:ext cx="7409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Disk</a:t>
            </a:r>
            <a:r>
              <a:rPr lang="ko-KR" altLang="en-US" sz="1000" dirty="0"/>
              <a:t> </a:t>
            </a:r>
            <a:r>
              <a:rPr lang="en-US" altLang="ko-KR" sz="1000" dirty="0"/>
              <a:t>A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2FF403E-568F-9021-562B-6D3BBDAF77D2}"/>
              </a:ext>
            </a:extLst>
          </p:cNvPr>
          <p:cNvSpPr txBox="1"/>
          <p:nvPr/>
        </p:nvSpPr>
        <p:spPr>
          <a:xfrm>
            <a:off x="10230032" y="3054685"/>
            <a:ext cx="167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ftp</a:t>
            </a:r>
            <a:endParaRPr lang="en-US" altLang="ko-KR" sz="1200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AAF31E82-969B-7E86-44E9-A5A1F751B9BA}"/>
              </a:ext>
            </a:extLst>
          </p:cNvPr>
          <p:cNvSpPr txBox="1"/>
          <p:nvPr/>
        </p:nvSpPr>
        <p:spPr>
          <a:xfrm>
            <a:off x="73152" y="118872"/>
            <a:ext cx="3730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서버 구성도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61C755D1-EA5F-7738-0827-D524C3D81CD4}"/>
              </a:ext>
            </a:extLst>
          </p:cNvPr>
          <p:cNvSpPr txBox="1"/>
          <p:nvPr/>
        </p:nvSpPr>
        <p:spPr>
          <a:xfrm>
            <a:off x="10295838" y="535185"/>
            <a:ext cx="191676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운영체제</a:t>
            </a:r>
            <a:r>
              <a:rPr lang="en-US" altLang="ko-KR" sz="1000" dirty="0"/>
              <a:t>: Rocky</a:t>
            </a:r>
          </a:p>
          <a:p>
            <a:r>
              <a:rPr lang="ko-KR" altLang="en-US" sz="1000" dirty="0"/>
              <a:t>도메인</a:t>
            </a:r>
            <a:r>
              <a:rPr lang="en-US" altLang="ko-KR" sz="1000" dirty="0"/>
              <a:t>: log.police.tj(</a:t>
            </a:r>
            <a:r>
              <a:rPr lang="ko-KR" altLang="en-US" sz="1000" dirty="0"/>
              <a:t>내부용</a:t>
            </a:r>
            <a:r>
              <a:rPr lang="en-US" altLang="ko-KR" sz="1000" dirty="0"/>
              <a:t>)</a:t>
            </a:r>
          </a:p>
          <a:p>
            <a:r>
              <a:rPr lang="ko-KR" altLang="en-US" sz="1000" dirty="0" err="1"/>
              <a:t>장치명</a:t>
            </a:r>
            <a:r>
              <a:rPr lang="en-US" altLang="ko-KR" sz="1000" dirty="0"/>
              <a:t>: </a:t>
            </a:r>
            <a:r>
              <a:rPr lang="en-US" altLang="ko-KR" sz="1000" dirty="0" err="1"/>
              <a:t>Log_R</a:t>
            </a:r>
            <a:endParaRPr lang="en-US" altLang="ko-KR" sz="1000" dirty="0"/>
          </a:p>
          <a:p>
            <a:r>
              <a:rPr lang="en-US" altLang="ko-KR" sz="1000" dirty="0"/>
              <a:t>IP: 10.5.96.5/19</a:t>
            </a:r>
          </a:p>
          <a:p>
            <a:r>
              <a:rPr lang="ko-KR" altLang="en-US" sz="1000" dirty="0"/>
              <a:t>연결장치 </a:t>
            </a:r>
            <a:r>
              <a:rPr lang="en-US" altLang="ko-KR" sz="1000" dirty="0"/>
              <a:t>: ESW9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D92DA1EC-8A1C-4656-652E-A661CE8FBB6E}"/>
              </a:ext>
            </a:extLst>
          </p:cNvPr>
          <p:cNvSpPr txBox="1"/>
          <p:nvPr/>
        </p:nvSpPr>
        <p:spPr>
          <a:xfrm>
            <a:off x="6540847" y="240694"/>
            <a:ext cx="23776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운영체제</a:t>
            </a:r>
            <a:r>
              <a:rPr lang="en-US" altLang="ko-KR" sz="1000" dirty="0"/>
              <a:t>: Win10</a:t>
            </a:r>
          </a:p>
          <a:p>
            <a:r>
              <a:rPr lang="ko-KR" altLang="en-US" sz="1000" dirty="0"/>
              <a:t>도메인</a:t>
            </a:r>
            <a:r>
              <a:rPr lang="en-US" altLang="ko-KR" sz="1000" dirty="0"/>
              <a:t>: web.police.tj</a:t>
            </a:r>
          </a:p>
          <a:p>
            <a:r>
              <a:rPr lang="ko-KR" altLang="en-US" sz="1000" dirty="0" err="1"/>
              <a:t>장치명</a:t>
            </a:r>
            <a:r>
              <a:rPr lang="en-US" altLang="ko-KR" sz="1000" dirty="0"/>
              <a:t>: </a:t>
            </a:r>
            <a:r>
              <a:rPr lang="en-US" altLang="ko-KR" sz="1000" dirty="0" err="1"/>
              <a:t>Webmake_W</a:t>
            </a:r>
            <a:endParaRPr lang="en-US" altLang="ko-KR" sz="1000" dirty="0"/>
          </a:p>
          <a:p>
            <a:r>
              <a:rPr lang="en-US" altLang="ko-KR" sz="1000" dirty="0"/>
              <a:t>IP: 10.5.96.4/19</a:t>
            </a:r>
          </a:p>
          <a:p>
            <a:r>
              <a:rPr lang="ko-KR" altLang="en-US" sz="1000" dirty="0"/>
              <a:t>연결장치 </a:t>
            </a:r>
            <a:r>
              <a:rPr lang="en-US" altLang="ko-KR" sz="1000" dirty="0"/>
              <a:t>: ESW7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EF4E8FA3-7B53-C91B-EE61-744B382AD9DC}"/>
              </a:ext>
            </a:extLst>
          </p:cNvPr>
          <p:cNvSpPr txBox="1"/>
          <p:nvPr/>
        </p:nvSpPr>
        <p:spPr>
          <a:xfrm>
            <a:off x="6333595" y="2039022"/>
            <a:ext cx="30607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운영체제</a:t>
            </a:r>
            <a:r>
              <a:rPr lang="en-US" altLang="ko-KR" sz="1000" dirty="0"/>
              <a:t>: Rocky</a:t>
            </a:r>
          </a:p>
          <a:p>
            <a:r>
              <a:rPr lang="ko-KR" altLang="en-US" sz="1000" dirty="0"/>
              <a:t>도메인</a:t>
            </a:r>
            <a:r>
              <a:rPr lang="en-US" altLang="ko-KR" sz="1000" dirty="0"/>
              <a:t>: data.police.tj</a:t>
            </a:r>
          </a:p>
          <a:p>
            <a:r>
              <a:rPr lang="ko-KR" altLang="en-US" sz="1000" dirty="0" err="1"/>
              <a:t>장치명</a:t>
            </a:r>
            <a:r>
              <a:rPr lang="en-US" altLang="ko-KR" sz="1000" dirty="0"/>
              <a:t>: </a:t>
            </a:r>
            <a:r>
              <a:rPr lang="en-US" altLang="ko-KR" sz="1000" dirty="0" err="1"/>
              <a:t>Data_R</a:t>
            </a:r>
            <a:endParaRPr lang="en-US" altLang="ko-KR" sz="1000" dirty="0"/>
          </a:p>
          <a:p>
            <a:r>
              <a:rPr lang="en-US" altLang="ko-KR" sz="1000" dirty="0"/>
              <a:t>IP: 10.5.96.2/19</a:t>
            </a:r>
          </a:p>
          <a:p>
            <a:r>
              <a:rPr lang="ko-KR" altLang="en-US" sz="1000" dirty="0"/>
              <a:t>연결장치 </a:t>
            </a:r>
            <a:r>
              <a:rPr lang="en-US" altLang="ko-KR" sz="1000" dirty="0"/>
              <a:t>: ESW5</a:t>
            </a:r>
          </a:p>
          <a:p>
            <a:endParaRPr lang="en-US" altLang="ko-KR" sz="1000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7BC71359-5184-6407-C337-FE2147853FFE}"/>
              </a:ext>
            </a:extLst>
          </p:cNvPr>
          <p:cNvSpPr txBox="1"/>
          <p:nvPr/>
        </p:nvSpPr>
        <p:spPr>
          <a:xfrm>
            <a:off x="6436064" y="5380538"/>
            <a:ext cx="29420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운영체제</a:t>
            </a:r>
            <a:r>
              <a:rPr lang="en-US" altLang="ko-KR" sz="1000" dirty="0"/>
              <a:t>: Rocky</a:t>
            </a:r>
          </a:p>
          <a:p>
            <a:r>
              <a:rPr lang="ko-KR" altLang="en-US" sz="1000" dirty="0"/>
              <a:t>도메인</a:t>
            </a:r>
            <a:r>
              <a:rPr lang="en-US" altLang="ko-KR" sz="1000" dirty="0"/>
              <a:t>: www.police.tj(</a:t>
            </a:r>
            <a:r>
              <a:rPr lang="ko-KR" altLang="en-US" sz="1000" dirty="0"/>
              <a:t>외부용</a:t>
            </a:r>
            <a:r>
              <a:rPr lang="en-US" altLang="ko-KR" sz="1000" dirty="0"/>
              <a:t>)</a:t>
            </a:r>
          </a:p>
          <a:p>
            <a:r>
              <a:rPr lang="ko-KR" altLang="en-US" sz="1000" dirty="0"/>
              <a:t>          </a:t>
            </a:r>
            <a:r>
              <a:rPr lang="en-US" altLang="ko-KR" sz="1000" dirty="0"/>
              <a:t>www2.police.tj(</a:t>
            </a:r>
            <a:r>
              <a:rPr lang="ko-KR" altLang="en-US" sz="1000" dirty="0"/>
              <a:t>내부용</a:t>
            </a:r>
            <a:r>
              <a:rPr lang="en-US" altLang="ko-KR" sz="1000" dirty="0"/>
              <a:t>)</a:t>
            </a:r>
          </a:p>
          <a:p>
            <a:r>
              <a:rPr lang="ko-KR" altLang="en-US" sz="1000" dirty="0" err="1"/>
              <a:t>장치명</a:t>
            </a:r>
            <a:r>
              <a:rPr lang="en-US" altLang="ko-KR" sz="1000" dirty="0"/>
              <a:t>: </a:t>
            </a:r>
            <a:r>
              <a:rPr lang="en-US" altLang="ko-KR" sz="1000" dirty="0" err="1"/>
              <a:t>Web_R</a:t>
            </a:r>
            <a:endParaRPr lang="en-US" altLang="ko-KR" sz="1000" dirty="0"/>
          </a:p>
          <a:p>
            <a:r>
              <a:rPr lang="en-US" altLang="ko-KR" sz="1000" dirty="0"/>
              <a:t>IP: 10.5.96.10/19</a:t>
            </a:r>
          </a:p>
          <a:p>
            <a:r>
              <a:rPr lang="ko-KR" altLang="en-US" sz="1000" dirty="0"/>
              <a:t>연결장치 </a:t>
            </a:r>
            <a:r>
              <a:rPr lang="en-US" altLang="ko-KR" sz="1000" dirty="0"/>
              <a:t>: ESW 6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BFD3CEF4-1029-F45A-5E3C-45060F43AF8A}"/>
              </a:ext>
            </a:extLst>
          </p:cNvPr>
          <p:cNvSpPr txBox="1"/>
          <p:nvPr/>
        </p:nvSpPr>
        <p:spPr>
          <a:xfrm>
            <a:off x="10285756" y="4217933"/>
            <a:ext cx="180937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운영체제</a:t>
            </a:r>
            <a:r>
              <a:rPr lang="en-US" altLang="ko-KR" sz="1000" dirty="0"/>
              <a:t>: Rocky</a:t>
            </a:r>
          </a:p>
          <a:p>
            <a:r>
              <a:rPr lang="ko-KR" altLang="en-US" sz="1000" dirty="0"/>
              <a:t>도메인</a:t>
            </a:r>
            <a:r>
              <a:rPr lang="en-US" altLang="ko-KR" sz="1000" dirty="0"/>
              <a:t>: dns.police.tj(</a:t>
            </a:r>
            <a:r>
              <a:rPr lang="ko-KR" altLang="en-US" sz="1000" dirty="0"/>
              <a:t>내부용</a:t>
            </a:r>
            <a:r>
              <a:rPr lang="en-US" altLang="ko-KR" sz="1000" dirty="0"/>
              <a:t>)</a:t>
            </a:r>
          </a:p>
          <a:p>
            <a:r>
              <a:rPr lang="ko-KR" altLang="en-US" sz="1000" dirty="0" err="1"/>
              <a:t>장치명</a:t>
            </a:r>
            <a:r>
              <a:rPr lang="en-US" altLang="ko-KR" sz="1000" dirty="0"/>
              <a:t>: </a:t>
            </a:r>
            <a:r>
              <a:rPr lang="en-US" altLang="ko-KR" sz="1000" dirty="0" err="1"/>
              <a:t>Dns_R</a:t>
            </a:r>
            <a:endParaRPr lang="en-US" altLang="ko-KR" sz="1000" dirty="0"/>
          </a:p>
          <a:p>
            <a:r>
              <a:rPr lang="en-US" altLang="ko-KR" sz="1000" dirty="0"/>
              <a:t>IP: 10.5.96.7/19</a:t>
            </a:r>
          </a:p>
          <a:p>
            <a:r>
              <a:rPr lang="ko-KR" altLang="en-US" sz="1000" dirty="0"/>
              <a:t>연결장치 </a:t>
            </a:r>
            <a:r>
              <a:rPr lang="en-US" altLang="ko-KR" sz="1000" dirty="0"/>
              <a:t>: ESW8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A0EFDDF5-1A7C-9C63-C29C-8C3C88F5961F}"/>
              </a:ext>
            </a:extLst>
          </p:cNvPr>
          <p:cNvSpPr txBox="1"/>
          <p:nvPr/>
        </p:nvSpPr>
        <p:spPr>
          <a:xfrm>
            <a:off x="9057912" y="3200062"/>
            <a:ext cx="218358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운영체제</a:t>
            </a:r>
            <a:r>
              <a:rPr lang="en-US" altLang="ko-KR" sz="1000" dirty="0"/>
              <a:t>: Rocky</a:t>
            </a:r>
          </a:p>
          <a:p>
            <a:r>
              <a:rPr lang="ko-KR" altLang="en-US" sz="1000" dirty="0"/>
              <a:t>도메인</a:t>
            </a:r>
            <a:r>
              <a:rPr lang="en-US" altLang="ko-KR" sz="1000" dirty="0"/>
              <a:t>: ftp.police.tj(</a:t>
            </a:r>
            <a:r>
              <a:rPr lang="ko-KR" altLang="en-US" sz="1000" dirty="0"/>
              <a:t>내부용</a:t>
            </a:r>
            <a:r>
              <a:rPr lang="en-US" altLang="ko-KR" sz="1000" dirty="0"/>
              <a:t>)</a:t>
            </a:r>
          </a:p>
          <a:p>
            <a:r>
              <a:rPr lang="ko-KR" altLang="en-US" sz="1000" dirty="0" err="1"/>
              <a:t>장치명</a:t>
            </a:r>
            <a:r>
              <a:rPr lang="en-US" altLang="ko-KR" sz="1000" dirty="0"/>
              <a:t>: </a:t>
            </a:r>
            <a:r>
              <a:rPr lang="en-US" altLang="ko-KR" sz="1000" dirty="0" err="1"/>
              <a:t>Ftp_R</a:t>
            </a:r>
            <a:endParaRPr lang="en-US" altLang="ko-KR" sz="1000" dirty="0"/>
          </a:p>
          <a:p>
            <a:r>
              <a:rPr lang="en-US" altLang="ko-KR" sz="1000" dirty="0"/>
              <a:t>IP: 10.5.96.6/19</a:t>
            </a:r>
          </a:p>
          <a:p>
            <a:r>
              <a:rPr lang="ko-KR" altLang="en-US" sz="1000" dirty="0"/>
              <a:t>연결장치 </a:t>
            </a:r>
            <a:r>
              <a:rPr lang="en-US" altLang="ko-KR" sz="1000" dirty="0"/>
              <a:t>: ESW12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2F401E00-31E6-001A-E5F6-9DA61652B9AD}"/>
              </a:ext>
            </a:extLst>
          </p:cNvPr>
          <p:cNvSpPr txBox="1"/>
          <p:nvPr/>
        </p:nvSpPr>
        <p:spPr>
          <a:xfrm>
            <a:off x="2562428" y="2671934"/>
            <a:ext cx="268335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운영체제</a:t>
            </a:r>
            <a:r>
              <a:rPr lang="en-US" altLang="ko-KR" sz="1000" dirty="0"/>
              <a:t>: Ubuntu</a:t>
            </a:r>
          </a:p>
          <a:p>
            <a:r>
              <a:rPr lang="ko-KR" altLang="en-US" sz="1000" dirty="0"/>
              <a:t>도메인</a:t>
            </a:r>
            <a:r>
              <a:rPr lang="en-US" altLang="ko-KR" sz="1000" dirty="0"/>
              <a:t>: disk1.police.tj</a:t>
            </a:r>
          </a:p>
          <a:p>
            <a:r>
              <a:rPr lang="ko-KR" altLang="en-US" sz="1000" dirty="0" err="1"/>
              <a:t>장치명</a:t>
            </a:r>
            <a:r>
              <a:rPr lang="en-US" altLang="ko-KR" sz="1000" dirty="0"/>
              <a:t>: Disk1_U</a:t>
            </a:r>
          </a:p>
          <a:p>
            <a:r>
              <a:rPr lang="en-US" altLang="ko-KR" sz="1000" dirty="0"/>
              <a:t>IP: 10.5.16.2/20</a:t>
            </a:r>
            <a:endParaRPr lang="ko-KR" altLang="en-US" sz="1000" dirty="0"/>
          </a:p>
          <a:p>
            <a:r>
              <a:rPr lang="ko-KR" altLang="en-US" sz="1000" dirty="0"/>
              <a:t>연결장치 </a:t>
            </a:r>
            <a:r>
              <a:rPr lang="en-US" altLang="ko-KR" sz="1000" dirty="0"/>
              <a:t>: ESW1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5648198-7A0B-41A6-1EBA-73D350895EA2}"/>
              </a:ext>
            </a:extLst>
          </p:cNvPr>
          <p:cNvSpPr txBox="1"/>
          <p:nvPr/>
        </p:nvSpPr>
        <p:spPr>
          <a:xfrm>
            <a:off x="2591983" y="4456930"/>
            <a:ext cx="268335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운영체제</a:t>
            </a:r>
            <a:r>
              <a:rPr lang="en-US" altLang="ko-KR" sz="1000" dirty="0"/>
              <a:t>: Ubuntu</a:t>
            </a:r>
          </a:p>
          <a:p>
            <a:r>
              <a:rPr lang="ko-KR" altLang="en-US" sz="1000" dirty="0"/>
              <a:t>도메인</a:t>
            </a:r>
            <a:r>
              <a:rPr lang="en-US" altLang="ko-KR" sz="1000" dirty="0"/>
              <a:t>: disk2.police.tj</a:t>
            </a:r>
          </a:p>
          <a:p>
            <a:r>
              <a:rPr lang="ko-KR" altLang="en-US" sz="1000" dirty="0" err="1"/>
              <a:t>장치명</a:t>
            </a:r>
            <a:r>
              <a:rPr lang="en-US" altLang="ko-KR" sz="1000" dirty="0"/>
              <a:t>: Disk2_U</a:t>
            </a:r>
          </a:p>
          <a:p>
            <a:r>
              <a:rPr lang="en-US" altLang="ko-KR" sz="1000" dirty="0"/>
              <a:t>IP: 10.5.48.2/20</a:t>
            </a:r>
          </a:p>
          <a:p>
            <a:r>
              <a:rPr lang="ko-KR" altLang="en-US" sz="1000" dirty="0"/>
              <a:t>연결장치 </a:t>
            </a:r>
            <a:r>
              <a:rPr lang="en-US" altLang="ko-KR" sz="1000" dirty="0"/>
              <a:t>: ESW2</a:t>
            </a:r>
            <a:endParaRPr lang="ko-KR" altLang="en-US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AB4669-E67D-26AA-3711-FEE623A4FA28}"/>
              </a:ext>
            </a:extLst>
          </p:cNvPr>
          <p:cNvSpPr txBox="1"/>
          <p:nvPr/>
        </p:nvSpPr>
        <p:spPr>
          <a:xfrm>
            <a:off x="6324818" y="2991958"/>
            <a:ext cx="401796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운영체제</a:t>
            </a:r>
            <a:r>
              <a:rPr lang="en-US" altLang="ko-KR" sz="1000" dirty="0"/>
              <a:t>: Rocky</a:t>
            </a:r>
          </a:p>
          <a:p>
            <a:r>
              <a:rPr lang="ko-KR" altLang="en-US" sz="1000" dirty="0"/>
              <a:t>도메인</a:t>
            </a:r>
            <a:r>
              <a:rPr lang="en-US" altLang="ko-KR" sz="1000" dirty="0"/>
              <a:t>: data2.police.tj</a:t>
            </a:r>
          </a:p>
          <a:p>
            <a:r>
              <a:rPr lang="ko-KR" altLang="en-US" sz="1000" dirty="0" err="1"/>
              <a:t>장치명</a:t>
            </a:r>
            <a:r>
              <a:rPr lang="en-US" altLang="ko-KR" sz="1000" dirty="0"/>
              <a:t>: Data2_R</a:t>
            </a:r>
          </a:p>
          <a:p>
            <a:r>
              <a:rPr lang="en-US" altLang="ko-KR" sz="1000" dirty="0"/>
              <a:t>IP: 10.5.96.3/19</a:t>
            </a:r>
          </a:p>
          <a:p>
            <a:r>
              <a:rPr lang="ko-KR" altLang="en-US" sz="1000" dirty="0"/>
              <a:t>연결장치 </a:t>
            </a:r>
            <a:r>
              <a:rPr lang="en-US" altLang="ko-KR" sz="1000" dirty="0"/>
              <a:t>: ESW13</a:t>
            </a:r>
          </a:p>
        </p:txBody>
      </p:sp>
    </p:spTree>
    <p:extLst>
      <p:ext uri="{BB962C8B-B14F-4D97-AF65-F5344CB8AC3E}">
        <p14:creationId xmlns:p14="http://schemas.microsoft.com/office/powerpoint/2010/main" val="2307311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1E593-5C1D-2F2E-0299-B2DA91A4A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D0E87025-285F-D862-0044-F33545D58D2C}"/>
              </a:ext>
            </a:extLst>
          </p:cNvPr>
          <p:cNvCxnSpPr>
            <a:cxnSpLocks/>
            <a:endCxn id="78" idx="7"/>
          </p:cNvCxnSpPr>
          <p:nvPr/>
        </p:nvCxnSpPr>
        <p:spPr>
          <a:xfrm>
            <a:off x="6554135" y="3613557"/>
            <a:ext cx="38350" cy="1666234"/>
          </a:xfrm>
          <a:prstGeom prst="straightConnector1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31734990-37A6-822B-27E2-3A4B718C8956}"/>
              </a:ext>
            </a:extLst>
          </p:cNvPr>
          <p:cNvCxnSpPr>
            <a:cxnSpLocks/>
            <a:stCxn id="78" idx="1"/>
          </p:cNvCxnSpPr>
          <p:nvPr/>
        </p:nvCxnSpPr>
        <p:spPr>
          <a:xfrm flipV="1">
            <a:off x="5581400" y="3619204"/>
            <a:ext cx="42512" cy="1660587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9116CC5D-1CF1-CF5B-446F-69D56AA91B26}"/>
              </a:ext>
            </a:extLst>
          </p:cNvPr>
          <p:cNvCxnSpPr>
            <a:cxnSpLocks/>
          </p:cNvCxnSpPr>
          <p:nvPr/>
        </p:nvCxnSpPr>
        <p:spPr>
          <a:xfrm flipV="1">
            <a:off x="2322859" y="2773002"/>
            <a:ext cx="3516971" cy="2110529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82B8275E-0938-F040-7334-36DA1EBF26EC}"/>
              </a:ext>
            </a:extLst>
          </p:cNvPr>
          <p:cNvCxnSpPr>
            <a:cxnSpLocks/>
          </p:cNvCxnSpPr>
          <p:nvPr/>
        </p:nvCxnSpPr>
        <p:spPr>
          <a:xfrm>
            <a:off x="2570857" y="2622674"/>
            <a:ext cx="3259808" cy="132817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82DF179E-518B-12E2-37D8-7528427FAAA8}"/>
              </a:ext>
            </a:extLst>
          </p:cNvPr>
          <p:cNvCxnSpPr>
            <a:cxnSpLocks/>
            <a:stCxn id="77" idx="4"/>
            <a:endCxn id="75" idx="0"/>
          </p:cNvCxnSpPr>
          <p:nvPr/>
        </p:nvCxnSpPr>
        <p:spPr>
          <a:xfrm flipH="1">
            <a:off x="6102327" y="1837028"/>
            <a:ext cx="14723" cy="491833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671F0502-9E54-94B2-FA9E-6BC3E30E9ACF}"/>
              </a:ext>
            </a:extLst>
          </p:cNvPr>
          <p:cNvCxnSpPr>
            <a:cxnSpLocks/>
            <a:stCxn id="69" idx="2"/>
            <a:endCxn id="17" idx="3"/>
          </p:cNvCxnSpPr>
          <p:nvPr/>
        </p:nvCxnSpPr>
        <p:spPr>
          <a:xfrm flipH="1">
            <a:off x="6398523" y="1091543"/>
            <a:ext cx="2979635" cy="166722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3A45605A-0A14-9033-CCE5-9EA3BFDD4E26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6398523" y="2703173"/>
            <a:ext cx="3560407" cy="5559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5F8FE6C0-D151-0994-1C42-4FCC00FB5C69}"/>
              </a:ext>
            </a:extLst>
          </p:cNvPr>
          <p:cNvCxnSpPr>
            <a:cxnSpLocks/>
            <a:stCxn id="71" idx="2"/>
          </p:cNvCxnSpPr>
          <p:nvPr/>
        </p:nvCxnSpPr>
        <p:spPr>
          <a:xfrm flipH="1" flipV="1">
            <a:off x="6415156" y="2730968"/>
            <a:ext cx="3091749" cy="1896329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타원 68">
            <a:extLst>
              <a:ext uri="{FF2B5EF4-FFF2-40B4-BE49-F238E27FC236}">
                <a16:creationId xmlns:a16="http://schemas.microsoft.com/office/drawing/2014/main" id="{0DA3FBEB-7782-1C8A-3930-DABBFEEB07F2}"/>
              </a:ext>
            </a:extLst>
          </p:cNvPr>
          <p:cNvSpPr/>
          <p:nvPr/>
        </p:nvSpPr>
        <p:spPr>
          <a:xfrm>
            <a:off x="9378158" y="338302"/>
            <a:ext cx="1161544" cy="1506482"/>
          </a:xfrm>
          <a:prstGeom prst="ellipse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D8D28928-71B2-6583-0ACC-FE12F6580513}"/>
              </a:ext>
            </a:extLst>
          </p:cNvPr>
          <p:cNvSpPr/>
          <p:nvPr/>
        </p:nvSpPr>
        <p:spPr>
          <a:xfrm>
            <a:off x="5432213" y="3866"/>
            <a:ext cx="1369674" cy="1833162"/>
          </a:xfrm>
          <a:prstGeom prst="ellipse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C3E49738-3D52-90A3-7301-EC3DF113A26A}"/>
              </a:ext>
            </a:extLst>
          </p:cNvPr>
          <p:cNvSpPr/>
          <p:nvPr/>
        </p:nvSpPr>
        <p:spPr>
          <a:xfrm>
            <a:off x="5371998" y="5009013"/>
            <a:ext cx="1429889" cy="1848987"/>
          </a:xfrm>
          <a:prstGeom prst="ellipse">
            <a:avLst/>
          </a:prstGeom>
          <a:solidFill>
            <a:srgbClr val="7030A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C35B489A-6735-E329-5D70-43B5DC3E8C50}"/>
              </a:ext>
            </a:extLst>
          </p:cNvPr>
          <p:cNvSpPr/>
          <p:nvPr/>
        </p:nvSpPr>
        <p:spPr>
          <a:xfrm>
            <a:off x="5099410" y="2328861"/>
            <a:ext cx="2005834" cy="1663769"/>
          </a:xfrm>
          <a:prstGeom prst="ellipse">
            <a:avLst/>
          </a:prstGeom>
          <a:solidFill>
            <a:srgbClr val="FFFF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570234E-57DF-4440-885C-8DB7045149F0}"/>
              </a:ext>
            </a:extLst>
          </p:cNvPr>
          <p:cNvSpPr/>
          <p:nvPr/>
        </p:nvSpPr>
        <p:spPr>
          <a:xfrm>
            <a:off x="426913" y="1058167"/>
            <a:ext cx="2888714" cy="4485634"/>
          </a:xfrm>
          <a:prstGeom prst="ellipse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76F4AA5-6365-588A-1258-2CC08D2ED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057" y="2550973"/>
            <a:ext cx="550466" cy="41557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B836BFD-3BC2-0664-2833-9999FFDD5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702" y="2034377"/>
            <a:ext cx="1360281" cy="130923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4BBE735F-062E-CEEB-5796-87B589EBB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374" y="3793062"/>
            <a:ext cx="1355997" cy="136461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B325FBF-8766-FAEE-DB55-531DE26C766F}"/>
              </a:ext>
            </a:extLst>
          </p:cNvPr>
          <p:cNvSpPr txBox="1"/>
          <p:nvPr/>
        </p:nvSpPr>
        <p:spPr>
          <a:xfrm>
            <a:off x="919330" y="1716788"/>
            <a:ext cx="1533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데이터 센터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C46581C8-F92D-267B-F212-F160FF8E9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3765" y="5431947"/>
            <a:ext cx="653652" cy="95298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852464E-CC7B-D626-74B3-577E24F8DAF4}"/>
              </a:ext>
            </a:extLst>
          </p:cNvPr>
          <p:cNvSpPr txBox="1"/>
          <p:nvPr/>
        </p:nvSpPr>
        <p:spPr>
          <a:xfrm>
            <a:off x="5535019" y="1313246"/>
            <a:ext cx="1271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웹 관리 팀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178E44-07A4-690E-C505-60896AA485DE}"/>
              </a:ext>
            </a:extLst>
          </p:cNvPr>
          <p:cNvSpPr txBox="1"/>
          <p:nvPr/>
        </p:nvSpPr>
        <p:spPr>
          <a:xfrm>
            <a:off x="5220358" y="6468138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웹 서비스 서버</a:t>
            </a:r>
            <a:endParaRPr lang="en-US" altLang="ko-KR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A1B1F60-1118-8FD9-1914-18A0C629AA72}"/>
              </a:ext>
            </a:extLst>
          </p:cNvPr>
          <p:cNvSpPr txBox="1"/>
          <p:nvPr/>
        </p:nvSpPr>
        <p:spPr>
          <a:xfrm rot="21161859">
            <a:off x="5206355" y="1962837"/>
            <a:ext cx="15431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SMB</a:t>
            </a:r>
            <a:r>
              <a:rPr lang="ko-KR" altLang="en-US" sz="1000" dirty="0"/>
              <a:t>를 이용한 </a:t>
            </a:r>
            <a:endParaRPr lang="en-US" altLang="ko-KR" sz="1000" dirty="0"/>
          </a:p>
          <a:p>
            <a:r>
              <a:rPr lang="ko-KR" altLang="en-US" sz="1000" dirty="0"/>
              <a:t>웹 자원 수정 </a:t>
            </a:r>
            <a:r>
              <a:rPr lang="en-US" altLang="ko-KR" sz="1000" dirty="0"/>
              <a:t>/ </a:t>
            </a:r>
            <a:r>
              <a:rPr lang="ko-KR" altLang="en-US" sz="1000" dirty="0"/>
              <a:t>업로드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E27553D-E524-F7D2-AEA5-DF174E7EB1F1}"/>
              </a:ext>
            </a:extLst>
          </p:cNvPr>
          <p:cNvSpPr txBox="1"/>
          <p:nvPr/>
        </p:nvSpPr>
        <p:spPr>
          <a:xfrm rot="723586">
            <a:off x="3480672" y="2656986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ISCSI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B789CC-32A0-903E-1316-7716EA6C6BD5}"/>
              </a:ext>
            </a:extLst>
          </p:cNvPr>
          <p:cNvSpPr txBox="1"/>
          <p:nvPr/>
        </p:nvSpPr>
        <p:spPr>
          <a:xfrm>
            <a:off x="6652886" y="5400609"/>
            <a:ext cx="29907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∙</a:t>
            </a:r>
            <a:r>
              <a:rPr lang="en-US" altLang="ko-KR" sz="1000" dirty="0"/>
              <a:t>Apache(</a:t>
            </a:r>
            <a:r>
              <a:rPr lang="en-US" altLang="ko-KR" sz="1000" dirty="0" err="1"/>
              <a:t>php</a:t>
            </a:r>
            <a:r>
              <a:rPr lang="en-US" altLang="ko-KR" sz="1000" dirty="0"/>
              <a:t>)</a:t>
            </a:r>
          </a:p>
          <a:p>
            <a:r>
              <a:rPr lang="ko-KR" altLang="en-US" sz="1000" dirty="0"/>
              <a:t>∙</a:t>
            </a:r>
            <a:r>
              <a:rPr lang="en-US" altLang="ko-KR" sz="1000" dirty="0"/>
              <a:t>Virtual Hosting</a:t>
            </a:r>
          </a:p>
          <a:p>
            <a:r>
              <a:rPr lang="en-US" altLang="ko-KR" sz="1000" dirty="0"/>
              <a:t>  1) </a:t>
            </a:r>
            <a:r>
              <a:rPr lang="ko-KR" altLang="en-US" sz="1000" dirty="0"/>
              <a:t>공인 접근</a:t>
            </a:r>
            <a:endParaRPr lang="en-US" altLang="ko-KR" sz="1000" dirty="0"/>
          </a:p>
          <a:p>
            <a:r>
              <a:rPr lang="en-US" altLang="ko-KR" sz="1000" dirty="0"/>
              <a:t>  2) </a:t>
            </a:r>
            <a:r>
              <a:rPr lang="ko-KR" altLang="en-US" sz="1000" dirty="0" err="1"/>
              <a:t>내부망</a:t>
            </a:r>
            <a:r>
              <a:rPr lang="ko-KR" altLang="en-US" sz="1000" dirty="0"/>
              <a:t> 전용 </a:t>
            </a:r>
            <a:r>
              <a:rPr lang="en-US" altLang="ko-KR" sz="1000" dirty="0"/>
              <a:t>/ IP</a:t>
            </a:r>
            <a:r>
              <a:rPr lang="ko-KR" altLang="en-US" sz="1000" dirty="0"/>
              <a:t>접근제어</a:t>
            </a:r>
            <a:endParaRPr lang="en-US" altLang="ko-KR" sz="1000" dirty="0"/>
          </a:p>
          <a:p>
            <a:r>
              <a:rPr lang="ko-KR" altLang="en-US" sz="1000" dirty="0"/>
              <a:t>∙</a:t>
            </a:r>
            <a:r>
              <a:rPr lang="en-US" altLang="ko-KR" sz="1000" dirty="0" err="1"/>
              <a:t>Monitorix</a:t>
            </a:r>
            <a:endParaRPr lang="en-US" altLang="ko-KR" sz="1000" dirty="0"/>
          </a:p>
          <a:p>
            <a:r>
              <a:rPr lang="ko-KR" altLang="en-US" sz="1000" dirty="0"/>
              <a:t>∙</a:t>
            </a:r>
            <a:r>
              <a:rPr lang="en-US" altLang="ko-KR" sz="1000" dirty="0"/>
              <a:t>mount about Web</a:t>
            </a:r>
            <a:endParaRPr lang="ko-KR" altLang="en-US" sz="1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6849AF5-43E2-5D5B-29C8-6BA36A51BA77}"/>
              </a:ext>
            </a:extLst>
          </p:cNvPr>
          <p:cNvSpPr txBox="1"/>
          <p:nvPr/>
        </p:nvSpPr>
        <p:spPr>
          <a:xfrm>
            <a:off x="6330718" y="2871366"/>
            <a:ext cx="2457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∙</a:t>
            </a:r>
            <a:r>
              <a:rPr lang="en-US" altLang="ko-KR" sz="1000" dirty="0"/>
              <a:t>Disk A,B Raid1</a:t>
            </a:r>
          </a:p>
          <a:p>
            <a:r>
              <a:rPr lang="ko-KR" altLang="en-US" sz="1000" dirty="0"/>
              <a:t>∙</a:t>
            </a:r>
            <a:r>
              <a:rPr lang="en-US" altLang="ko-KR" sz="1000" dirty="0"/>
              <a:t>DB</a:t>
            </a:r>
          </a:p>
          <a:p>
            <a:r>
              <a:rPr lang="ko-KR" altLang="en-US" sz="1000" dirty="0"/>
              <a:t>∙</a:t>
            </a:r>
            <a:r>
              <a:rPr lang="en-US" altLang="ko-KR" sz="1000" dirty="0"/>
              <a:t>Quota(</a:t>
            </a:r>
            <a:r>
              <a:rPr lang="ko-KR" altLang="en-US" sz="1000" dirty="0"/>
              <a:t>웹 관리 팀원 별 용량 할당</a:t>
            </a:r>
            <a:r>
              <a:rPr lang="en-US" altLang="ko-KR" sz="1000" dirty="0"/>
              <a:t>)</a:t>
            </a:r>
          </a:p>
          <a:p>
            <a:r>
              <a:rPr lang="ko-KR" altLang="en-US" sz="1000" dirty="0"/>
              <a:t>로그 및 설정파일 데이터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4D4810E-B1A7-2610-8BD1-E54A5F53DC35}"/>
              </a:ext>
            </a:extLst>
          </p:cNvPr>
          <p:cNvSpPr txBox="1"/>
          <p:nvPr/>
        </p:nvSpPr>
        <p:spPr>
          <a:xfrm>
            <a:off x="1150860" y="3324831"/>
            <a:ext cx="11943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10.5.16.0/20</a:t>
            </a:r>
            <a:endParaRPr lang="ko-KR" altLang="en-US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D143F60-3A0A-26B4-B075-BEAC75F9760F}"/>
              </a:ext>
            </a:extLst>
          </p:cNvPr>
          <p:cNvSpPr txBox="1"/>
          <p:nvPr/>
        </p:nvSpPr>
        <p:spPr>
          <a:xfrm>
            <a:off x="1168035" y="5177498"/>
            <a:ext cx="9808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10.5.48.0/20</a:t>
            </a:r>
            <a:endParaRPr lang="ko-KR" altLang="en-US" sz="1000" dirty="0"/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6B34BBB0-FB09-B851-4BB7-E0256C9EBC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2104" y="560004"/>
            <a:ext cx="653652" cy="952988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E975CF95-69D9-1009-305F-E4B3DD7C5C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7091" y="286030"/>
            <a:ext cx="653652" cy="952988"/>
          </a:xfrm>
          <a:prstGeom prst="rect">
            <a:avLst/>
          </a:prstGeom>
        </p:spPr>
      </p:pic>
      <p:sp>
        <p:nvSpPr>
          <p:cNvPr id="70" name="타원 69">
            <a:extLst>
              <a:ext uri="{FF2B5EF4-FFF2-40B4-BE49-F238E27FC236}">
                <a16:creationId xmlns:a16="http://schemas.microsoft.com/office/drawing/2014/main" id="{BD8F41F9-1BF2-CD6A-6AEA-6ED3AD23E464}"/>
              </a:ext>
            </a:extLst>
          </p:cNvPr>
          <p:cNvSpPr/>
          <p:nvPr/>
        </p:nvSpPr>
        <p:spPr>
          <a:xfrm>
            <a:off x="9904665" y="1949932"/>
            <a:ext cx="1161544" cy="1506482"/>
          </a:xfrm>
          <a:prstGeom prst="ellipse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0BA54C3C-F9C2-D3C3-3190-94140BD70BD1}"/>
              </a:ext>
            </a:extLst>
          </p:cNvPr>
          <p:cNvSpPr/>
          <p:nvPr/>
        </p:nvSpPr>
        <p:spPr>
          <a:xfrm>
            <a:off x="9506905" y="3874056"/>
            <a:ext cx="1161544" cy="1506482"/>
          </a:xfrm>
          <a:prstGeom prst="ellipse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624A7A8A-67A0-D5A8-50FD-7C1914FE30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4641" y="2129502"/>
            <a:ext cx="653652" cy="952988"/>
          </a:xfrm>
          <a:prstGeom prst="rect">
            <a:avLst/>
          </a:prstGeom>
        </p:spPr>
      </p:pic>
      <p:pic>
        <p:nvPicPr>
          <p:cNvPr id="74" name="그림 73">
            <a:extLst>
              <a:ext uri="{FF2B5EF4-FFF2-40B4-BE49-F238E27FC236}">
                <a16:creationId xmlns:a16="http://schemas.microsoft.com/office/drawing/2014/main" id="{76DA27F8-5228-AE2E-7987-8B57F8F581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7394" y="4104499"/>
            <a:ext cx="653652" cy="952988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E351B38E-CB49-8B34-0905-9155F5EBCF25}"/>
              </a:ext>
            </a:extLst>
          </p:cNvPr>
          <p:cNvSpPr txBox="1"/>
          <p:nvPr/>
        </p:nvSpPr>
        <p:spPr>
          <a:xfrm>
            <a:off x="9718279" y="1460550"/>
            <a:ext cx="167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log</a:t>
            </a:r>
            <a:endParaRPr lang="en-US" altLang="ko-KR" sz="12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8504E82-0594-6D6A-1F6D-1D7BB70F865D}"/>
              </a:ext>
            </a:extLst>
          </p:cNvPr>
          <p:cNvSpPr txBox="1"/>
          <p:nvPr/>
        </p:nvSpPr>
        <p:spPr>
          <a:xfrm>
            <a:off x="9801509" y="4997818"/>
            <a:ext cx="752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dns</a:t>
            </a:r>
            <a:endParaRPr lang="en-US" altLang="ko-KR" sz="12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1E152A8-7972-EF8A-8C42-E618F6350978}"/>
              </a:ext>
            </a:extLst>
          </p:cNvPr>
          <p:cNvSpPr txBox="1"/>
          <p:nvPr/>
        </p:nvSpPr>
        <p:spPr>
          <a:xfrm rot="19874767">
            <a:off x="3484934" y="4039662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ISCSI</a:t>
            </a:r>
            <a:endParaRPr lang="ko-KR" altLang="en-US" dirty="0"/>
          </a:p>
        </p:txBody>
      </p:sp>
      <p:pic>
        <p:nvPicPr>
          <p:cNvPr id="110" name="그림 109">
            <a:extLst>
              <a:ext uri="{FF2B5EF4-FFF2-40B4-BE49-F238E27FC236}">
                <a16:creationId xmlns:a16="http://schemas.microsoft.com/office/drawing/2014/main" id="{ABF8871C-869B-E0DE-22AB-7E434BD82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665" y="3299426"/>
            <a:ext cx="550466" cy="415579"/>
          </a:xfrm>
          <a:prstGeom prst="rect">
            <a:avLst/>
          </a:prstGeom>
        </p:spPr>
      </p:pic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92B4C809-AE9F-9E7F-D222-D20D0FCC6B3F}"/>
              </a:ext>
            </a:extLst>
          </p:cNvPr>
          <p:cNvCxnSpPr>
            <a:cxnSpLocks/>
          </p:cNvCxnSpPr>
          <p:nvPr/>
        </p:nvCxnSpPr>
        <p:spPr>
          <a:xfrm>
            <a:off x="6123290" y="2953844"/>
            <a:ext cx="0" cy="370987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0E5567D0-EDCA-B7ED-1176-7A2255AEAD5E}"/>
              </a:ext>
            </a:extLst>
          </p:cNvPr>
          <p:cNvSpPr txBox="1"/>
          <p:nvPr/>
        </p:nvSpPr>
        <p:spPr>
          <a:xfrm>
            <a:off x="5172392" y="2853116"/>
            <a:ext cx="1123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err="1"/>
              <a:t>nfs</a:t>
            </a:r>
            <a:r>
              <a:rPr lang="en-US" altLang="ko-KR" sz="1000" dirty="0"/>
              <a:t>  </a:t>
            </a:r>
          </a:p>
          <a:p>
            <a:r>
              <a:rPr lang="en-US" altLang="ko-KR" sz="1000" dirty="0"/>
              <a:t>(1, 2</a:t>
            </a:r>
            <a:r>
              <a:rPr lang="ko-KR" altLang="en-US" sz="1000" dirty="0"/>
              <a:t>동기화</a:t>
            </a:r>
            <a:r>
              <a:rPr lang="en-US" altLang="ko-KR" sz="1000" dirty="0"/>
              <a:t>) </a:t>
            </a:r>
            <a:endParaRPr lang="ko-KR" altLang="en-US" sz="10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D59DE7C-D23B-7112-928A-C538755F630B}"/>
              </a:ext>
            </a:extLst>
          </p:cNvPr>
          <p:cNvSpPr txBox="1"/>
          <p:nvPr/>
        </p:nvSpPr>
        <p:spPr>
          <a:xfrm>
            <a:off x="5392153" y="2558131"/>
            <a:ext cx="5597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/>
              <a:t> 서버</a:t>
            </a:r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06B26CF-8B1F-DDC3-2ADB-0C2371904E9B}"/>
              </a:ext>
            </a:extLst>
          </p:cNvPr>
          <p:cNvSpPr txBox="1"/>
          <p:nvPr/>
        </p:nvSpPr>
        <p:spPr>
          <a:xfrm>
            <a:off x="5400218" y="3247369"/>
            <a:ext cx="5148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/>
              <a:t>서버</a:t>
            </a:r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200AA40-7A7D-0932-9316-1DDBA4825B78}"/>
              </a:ext>
            </a:extLst>
          </p:cNvPr>
          <p:cNvSpPr txBox="1"/>
          <p:nvPr/>
        </p:nvSpPr>
        <p:spPr>
          <a:xfrm>
            <a:off x="5203761" y="3623298"/>
            <a:ext cx="1901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데이터</a:t>
            </a:r>
            <a:r>
              <a:rPr lang="en-US" altLang="ko-KR" b="1" dirty="0"/>
              <a:t>/</a:t>
            </a:r>
            <a:r>
              <a:rPr lang="ko-KR" altLang="en-US" b="1" dirty="0"/>
              <a:t>스토리지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58D5B57-D0BB-9B6A-3127-0C1356FBC9D9}"/>
              </a:ext>
            </a:extLst>
          </p:cNvPr>
          <p:cNvSpPr txBox="1"/>
          <p:nvPr/>
        </p:nvSpPr>
        <p:spPr>
          <a:xfrm rot="1954230">
            <a:off x="8030430" y="4052934"/>
            <a:ext cx="18598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∙</a:t>
            </a:r>
            <a:r>
              <a:rPr lang="en-US" altLang="ko-KR" sz="1000" dirty="0"/>
              <a:t>mount </a:t>
            </a:r>
            <a:r>
              <a:rPr lang="en-US" altLang="ko-KR" sz="1000" dirty="0" err="1"/>
              <a:t>dns</a:t>
            </a:r>
            <a:endParaRPr lang="ko-KR" altLang="en-US" sz="10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4492E6A-593E-27B2-BBAE-18782740246C}"/>
              </a:ext>
            </a:extLst>
          </p:cNvPr>
          <p:cNvSpPr txBox="1"/>
          <p:nvPr/>
        </p:nvSpPr>
        <p:spPr>
          <a:xfrm>
            <a:off x="8172517" y="2452226"/>
            <a:ext cx="24578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∙</a:t>
            </a:r>
            <a:r>
              <a:rPr lang="en-US" altLang="ko-KR" sz="1000" dirty="0"/>
              <a:t>mount ftp</a:t>
            </a:r>
            <a:endParaRPr lang="ko-KR" altLang="en-US" sz="10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4C75AC7-CDEB-A84E-B76E-2356705329A8}"/>
              </a:ext>
            </a:extLst>
          </p:cNvPr>
          <p:cNvSpPr txBox="1"/>
          <p:nvPr/>
        </p:nvSpPr>
        <p:spPr>
          <a:xfrm rot="19867614">
            <a:off x="7813456" y="1018465"/>
            <a:ext cx="24578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∙</a:t>
            </a:r>
            <a:r>
              <a:rPr lang="en-US" altLang="ko-KR" sz="1000" dirty="0"/>
              <a:t>mount log</a:t>
            </a:r>
            <a:endParaRPr lang="ko-KR" altLang="en-US" sz="1000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65C434D-EB14-B878-D09A-5BE1191F03AF}"/>
              </a:ext>
            </a:extLst>
          </p:cNvPr>
          <p:cNvSpPr txBox="1"/>
          <p:nvPr/>
        </p:nvSpPr>
        <p:spPr>
          <a:xfrm>
            <a:off x="761970" y="3850686"/>
            <a:ext cx="11943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Disk B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9EA5B25-FA52-DB4B-8807-B9C1686226A0}"/>
              </a:ext>
            </a:extLst>
          </p:cNvPr>
          <p:cNvSpPr txBox="1"/>
          <p:nvPr/>
        </p:nvSpPr>
        <p:spPr>
          <a:xfrm>
            <a:off x="746511" y="2064733"/>
            <a:ext cx="7409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Disk</a:t>
            </a:r>
            <a:r>
              <a:rPr lang="ko-KR" altLang="en-US" sz="1000" dirty="0"/>
              <a:t> </a:t>
            </a:r>
            <a:r>
              <a:rPr lang="en-US" altLang="ko-KR" sz="1000" dirty="0"/>
              <a:t>A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FD284EDE-D952-82CD-8D0A-87F999BC7756}"/>
              </a:ext>
            </a:extLst>
          </p:cNvPr>
          <p:cNvSpPr txBox="1"/>
          <p:nvPr/>
        </p:nvSpPr>
        <p:spPr>
          <a:xfrm>
            <a:off x="10230032" y="3054685"/>
            <a:ext cx="167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ftp</a:t>
            </a:r>
            <a:endParaRPr lang="en-US" altLang="ko-KR" sz="1200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424013CD-0991-7359-3A07-DEC3C4675A66}"/>
              </a:ext>
            </a:extLst>
          </p:cNvPr>
          <p:cNvSpPr txBox="1"/>
          <p:nvPr/>
        </p:nvSpPr>
        <p:spPr>
          <a:xfrm>
            <a:off x="3460577" y="5185726"/>
            <a:ext cx="9455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R / police1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2A1B98-3449-17EB-B2C1-2E89A5C0EE41}"/>
              </a:ext>
            </a:extLst>
          </p:cNvPr>
          <p:cNvSpPr txBox="1"/>
          <p:nvPr/>
        </p:nvSpPr>
        <p:spPr>
          <a:xfrm>
            <a:off x="73152" y="118872"/>
            <a:ext cx="3730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서비스 구성도</a:t>
            </a:r>
          </a:p>
        </p:txBody>
      </p:sp>
    </p:spTree>
    <p:extLst>
      <p:ext uri="{BB962C8B-B14F-4D97-AF65-F5344CB8AC3E}">
        <p14:creationId xmlns:p14="http://schemas.microsoft.com/office/powerpoint/2010/main" val="3087814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43490-D677-3EF2-3782-4F3E9D074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타원 74">
            <a:extLst>
              <a:ext uri="{FF2B5EF4-FFF2-40B4-BE49-F238E27FC236}">
                <a16:creationId xmlns:a16="http://schemas.microsoft.com/office/drawing/2014/main" id="{1F191D94-F682-AA40-925E-C867BA8BF87F}"/>
              </a:ext>
            </a:extLst>
          </p:cNvPr>
          <p:cNvSpPr/>
          <p:nvPr/>
        </p:nvSpPr>
        <p:spPr>
          <a:xfrm>
            <a:off x="4506137" y="2058424"/>
            <a:ext cx="3036659" cy="3281071"/>
          </a:xfrm>
          <a:prstGeom prst="ellipse">
            <a:avLst/>
          </a:prstGeom>
          <a:solidFill>
            <a:srgbClr val="FFFF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1927AAF7-E3DF-11F3-49EA-28FBF367453B}"/>
              </a:ext>
            </a:extLst>
          </p:cNvPr>
          <p:cNvCxnSpPr>
            <a:cxnSpLocks/>
            <a:stCxn id="78" idx="6"/>
            <a:endCxn id="215" idx="1"/>
          </p:cNvCxnSpPr>
          <p:nvPr/>
        </p:nvCxnSpPr>
        <p:spPr>
          <a:xfrm flipV="1">
            <a:off x="2796400" y="2992115"/>
            <a:ext cx="2751680" cy="488829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B3512EC-B4C8-A65C-8DA0-1F2C786EB66C}"/>
              </a:ext>
            </a:extLst>
          </p:cNvPr>
          <p:cNvCxnSpPr>
            <a:cxnSpLocks/>
            <a:stCxn id="23" idx="6"/>
            <a:endCxn id="215" idx="0"/>
          </p:cNvCxnSpPr>
          <p:nvPr/>
        </p:nvCxnSpPr>
        <p:spPr>
          <a:xfrm>
            <a:off x="2885516" y="1455932"/>
            <a:ext cx="3113707" cy="1371576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11160D6D-811B-2DF1-8F74-D25F9EA40244}"/>
              </a:ext>
            </a:extLst>
          </p:cNvPr>
          <p:cNvCxnSpPr>
            <a:cxnSpLocks/>
            <a:endCxn id="216" idx="3"/>
          </p:cNvCxnSpPr>
          <p:nvPr/>
        </p:nvCxnSpPr>
        <p:spPr>
          <a:xfrm flipH="1">
            <a:off x="6499564" y="1469428"/>
            <a:ext cx="3159426" cy="2645554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A6E28106-79F0-3282-B911-51B90396F229}"/>
              </a:ext>
            </a:extLst>
          </p:cNvPr>
          <p:cNvCxnSpPr>
            <a:cxnSpLocks/>
            <a:stCxn id="70" idx="2"/>
            <a:endCxn id="216" idx="3"/>
          </p:cNvCxnSpPr>
          <p:nvPr/>
        </p:nvCxnSpPr>
        <p:spPr>
          <a:xfrm flipH="1">
            <a:off x="6499564" y="3008581"/>
            <a:ext cx="2792980" cy="1106401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D8B2CFC4-6E63-6ECA-5C0A-50C87A15F11A}"/>
              </a:ext>
            </a:extLst>
          </p:cNvPr>
          <p:cNvCxnSpPr>
            <a:cxnSpLocks/>
            <a:stCxn id="71" idx="2"/>
            <a:endCxn id="216" idx="3"/>
          </p:cNvCxnSpPr>
          <p:nvPr/>
        </p:nvCxnSpPr>
        <p:spPr>
          <a:xfrm flipH="1" flipV="1">
            <a:off x="6499564" y="4114982"/>
            <a:ext cx="2821201" cy="478293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타원 68">
            <a:extLst>
              <a:ext uri="{FF2B5EF4-FFF2-40B4-BE49-F238E27FC236}">
                <a16:creationId xmlns:a16="http://schemas.microsoft.com/office/drawing/2014/main" id="{41166CAB-A4A9-C8B1-F6D8-AADE1BA6E473}"/>
              </a:ext>
            </a:extLst>
          </p:cNvPr>
          <p:cNvSpPr/>
          <p:nvPr/>
        </p:nvSpPr>
        <p:spPr>
          <a:xfrm>
            <a:off x="9289314" y="650636"/>
            <a:ext cx="1161544" cy="1506482"/>
          </a:xfrm>
          <a:prstGeom prst="ellipse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C7B86DE0-D347-A746-D0FF-685AFB33F22C}"/>
              </a:ext>
            </a:extLst>
          </p:cNvPr>
          <p:cNvSpPr/>
          <p:nvPr/>
        </p:nvSpPr>
        <p:spPr>
          <a:xfrm>
            <a:off x="1711201" y="2797515"/>
            <a:ext cx="1085199" cy="1366858"/>
          </a:xfrm>
          <a:prstGeom prst="ellipse">
            <a:avLst/>
          </a:prstGeom>
          <a:solidFill>
            <a:srgbClr val="7030A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7E778617-5B6B-DBA0-3140-FB525454D9F1}"/>
              </a:ext>
            </a:extLst>
          </p:cNvPr>
          <p:cNvSpPr/>
          <p:nvPr/>
        </p:nvSpPr>
        <p:spPr>
          <a:xfrm>
            <a:off x="1775687" y="4827926"/>
            <a:ext cx="1109830" cy="1366858"/>
          </a:xfrm>
          <a:prstGeom prst="ellipse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04583C1-49B9-9CB4-5803-38996A4B5E3A}"/>
              </a:ext>
            </a:extLst>
          </p:cNvPr>
          <p:cNvSpPr/>
          <p:nvPr/>
        </p:nvSpPr>
        <p:spPr>
          <a:xfrm>
            <a:off x="1747063" y="887822"/>
            <a:ext cx="1138453" cy="1136220"/>
          </a:xfrm>
          <a:prstGeom prst="ellipse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80456084-D970-EEEF-0BCC-867913DEC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811" y="1175854"/>
            <a:ext cx="746521" cy="71850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CB8B42A-7F6D-79C7-2520-C4512EA980DA}"/>
              </a:ext>
            </a:extLst>
          </p:cNvPr>
          <p:cNvSpPr txBox="1"/>
          <p:nvPr/>
        </p:nvSpPr>
        <p:spPr>
          <a:xfrm>
            <a:off x="1641846" y="881019"/>
            <a:ext cx="1533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데이터 센터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1906E8A8-911B-AC1A-CD22-6F70C4428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585" y="2965492"/>
            <a:ext cx="653652" cy="95298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8532D72B-E355-22FA-24AD-3B91024595A2}"/>
              </a:ext>
            </a:extLst>
          </p:cNvPr>
          <p:cNvSpPr txBox="1"/>
          <p:nvPr/>
        </p:nvSpPr>
        <p:spPr>
          <a:xfrm>
            <a:off x="1746961" y="4789246"/>
            <a:ext cx="1271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웹 관리 팀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B5B9D8A-05CA-AB56-E6B8-6A2481D22DA3}"/>
              </a:ext>
            </a:extLst>
          </p:cNvPr>
          <p:cNvSpPr txBox="1"/>
          <p:nvPr/>
        </p:nvSpPr>
        <p:spPr>
          <a:xfrm>
            <a:off x="1396524" y="2458176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웹 서비스 서버</a:t>
            </a:r>
            <a:endParaRPr lang="en-US" altLang="ko-KR" b="1" dirty="0"/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59A69A20-77F0-3AB8-2A27-A2BA7AB4B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3260" y="889229"/>
            <a:ext cx="653652" cy="952988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919225A2-B66D-84F3-ED7D-9EC313F87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848" y="5088027"/>
            <a:ext cx="653652" cy="952988"/>
          </a:xfrm>
          <a:prstGeom prst="rect">
            <a:avLst/>
          </a:prstGeom>
        </p:spPr>
      </p:pic>
      <p:sp>
        <p:nvSpPr>
          <p:cNvPr id="70" name="타원 69">
            <a:extLst>
              <a:ext uri="{FF2B5EF4-FFF2-40B4-BE49-F238E27FC236}">
                <a16:creationId xmlns:a16="http://schemas.microsoft.com/office/drawing/2014/main" id="{D8FDCF67-8CD4-F356-14D7-5D28A96924B5}"/>
              </a:ext>
            </a:extLst>
          </p:cNvPr>
          <p:cNvSpPr/>
          <p:nvPr/>
        </p:nvSpPr>
        <p:spPr>
          <a:xfrm>
            <a:off x="9292544" y="2255340"/>
            <a:ext cx="1161544" cy="1506482"/>
          </a:xfrm>
          <a:prstGeom prst="ellipse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3F83ECAA-4957-FB25-D019-5E90132C11DA}"/>
              </a:ext>
            </a:extLst>
          </p:cNvPr>
          <p:cNvSpPr/>
          <p:nvPr/>
        </p:nvSpPr>
        <p:spPr>
          <a:xfrm>
            <a:off x="9320765" y="3840034"/>
            <a:ext cx="1161544" cy="1506482"/>
          </a:xfrm>
          <a:prstGeom prst="ellipse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20182E3E-266C-B263-6937-B0622EE74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9117" y="2442845"/>
            <a:ext cx="653652" cy="952988"/>
          </a:xfrm>
          <a:prstGeom prst="rect">
            <a:avLst/>
          </a:prstGeom>
        </p:spPr>
      </p:pic>
      <p:pic>
        <p:nvPicPr>
          <p:cNvPr id="74" name="그림 73">
            <a:extLst>
              <a:ext uri="{FF2B5EF4-FFF2-40B4-BE49-F238E27FC236}">
                <a16:creationId xmlns:a16="http://schemas.microsoft.com/office/drawing/2014/main" id="{49FD3B59-AFE8-4550-CE6E-03713FFB2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7338" y="4019528"/>
            <a:ext cx="653652" cy="952988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F8D3568B-58D2-7E7B-0590-CFE5CE385102}"/>
              </a:ext>
            </a:extLst>
          </p:cNvPr>
          <p:cNvSpPr txBox="1"/>
          <p:nvPr/>
        </p:nvSpPr>
        <p:spPr>
          <a:xfrm>
            <a:off x="9600413" y="1797492"/>
            <a:ext cx="167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log</a:t>
            </a:r>
            <a:endParaRPr lang="en-US" altLang="ko-KR" sz="12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1EBEC09-160B-7FB3-0213-49B21E79EA54}"/>
              </a:ext>
            </a:extLst>
          </p:cNvPr>
          <p:cNvSpPr txBox="1"/>
          <p:nvPr/>
        </p:nvSpPr>
        <p:spPr>
          <a:xfrm>
            <a:off x="9646133" y="4928755"/>
            <a:ext cx="752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dns</a:t>
            </a:r>
            <a:endParaRPr lang="en-US" altLang="ko-KR" sz="12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BB23C28-6023-C4F8-F405-73CD04D1CFEB}"/>
              </a:ext>
            </a:extLst>
          </p:cNvPr>
          <p:cNvSpPr txBox="1"/>
          <p:nvPr/>
        </p:nvSpPr>
        <p:spPr>
          <a:xfrm rot="1436303">
            <a:off x="3648761" y="1605280"/>
            <a:ext cx="728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ISCSI</a:t>
            </a:r>
            <a:endParaRPr lang="ko-KR" altLang="en-US" dirty="0"/>
          </a:p>
        </p:txBody>
      </p: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42B9A26D-36DB-2FD4-D98E-60AE51A0D7E1}"/>
              </a:ext>
            </a:extLst>
          </p:cNvPr>
          <p:cNvCxnSpPr>
            <a:cxnSpLocks/>
            <a:stCxn id="215" idx="3"/>
          </p:cNvCxnSpPr>
          <p:nvPr/>
        </p:nvCxnSpPr>
        <p:spPr>
          <a:xfrm flipV="1">
            <a:off x="6450366" y="2081288"/>
            <a:ext cx="1050227" cy="91082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9AC02F58-CF29-B444-68A1-80917A582D7E}"/>
              </a:ext>
            </a:extLst>
          </p:cNvPr>
          <p:cNvSpPr txBox="1"/>
          <p:nvPr/>
        </p:nvSpPr>
        <p:spPr>
          <a:xfrm>
            <a:off x="4774314" y="2040294"/>
            <a:ext cx="2444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데이터</a:t>
            </a:r>
            <a:r>
              <a:rPr lang="en-US" altLang="ko-KR" b="1" dirty="0"/>
              <a:t>/</a:t>
            </a:r>
            <a:r>
              <a:rPr lang="ko-KR" altLang="en-US" b="1" dirty="0"/>
              <a:t>스토리지 서버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65A05DF9-075C-D965-0270-065CB58F0E14}"/>
              </a:ext>
            </a:extLst>
          </p:cNvPr>
          <p:cNvSpPr txBox="1"/>
          <p:nvPr/>
        </p:nvSpPr>
        <p:spPr>
          <a:xfrm>
            <a:off x="9622439" y="3301381"/>
            <a:ext cx="167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ftp</a:t>
            </a:r>
            <a:endParaRPr lang="en-US" altLang="ko-KR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E15499-5CD3-773E-4E12-78BC10344A6C}"/>
              </a:ext>
            </a:extLst>
          </p:cNvPr>
          <p:cNvSpPr txBox="1"/>
          <p:nvPr/>
        </p:nvSpPr>
        <p:spPr>
          <a:xfrm>
            <a:off x="-43039" y="18479"/>
            <a:ext cx="3730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서비스 구성도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BD6F68D-25A1-B72B-9216-1E75E9E48917}"/>
              </a:ext>
            </a:extLst>
          </p:cNvPr>
          <p:cNvCxnSpPr>
            <a:cxnSpLocks/>
            <a:stCxn id="216" idx="3"/>
          </p:cNvCxnSpPr>
          <p:nvPr/>
        </p:nvCxnSpPr>
        <p:spPr>
          <a:xfrm flipV="1">
            <a:off x="6499564" y="2284265"/>
            <a:ext cx="1220500" cy="183071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3D99402C-8F8A-D4A8-6074-3D635D3DD6E6}"/>
              </a:ext>
            </a:extLst>
          </p:cNvPr>
          <p:cNvSpPr txBox="1"/>
          <p:nvPr/>
        </p:nvSpPr>
        <p:spPr>
          <a:xfrm>
            <a:off x="7296207" y="1637300"/>
            <a:ext cx="965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/>
              <a:t>백업 서버</a:t>
            </a:r>
            <a:endParaRPr lang="en-US" altLang="ko-KR" sz="1400" b="1" dirty="0"/>
          </a:p>
        </p:txBody>
      </p:sp>
      <p:pic>
        <p:nvPicPr>
          <p:cNvPr id="149" name="그림 148">
            <a:extLst>
              <a:ext uri="{FF2B5EF4-FFF2-40B4-BE49-F238E27FC236}">
                <a16:creationId xmlns:a16="http://schemas.microsoft.com/office/drawing/2014/main" id="{34A8197A-0496-0A9F-9956-AE5E40DD76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640" y="1904389"/>
            <a:ext cx="434095" cy="327724"/>
          </a:xfrm>
          <a:prstGeom prst="rect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</p:pic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F956B357-62AB-BB5E-9500-2599D5B9BC58}"/>
              </a:ext>
            </a:extLst>
          </p:cNvPr>
          <p:cNvGrpSpPr/>
          <p:nvPr/>
        </p:nvGrpSpPr>
        <p:grpSpPr>
          <a:xfrm>
            <a:off x="5349985" y="2625783"/>
            <a:ext cx="1271653" cy="2071105"/>
            <a:chOff x="7404594" y="4114613"/>
            <a:chExt cx="1271653" cy="2071105"/>
          </a:xfrm>
        </p:grpSpPr>
        <p:sp>
          <p:nvSpPr>
            <p:cNvPr id="204" name="직사각형 203">
              <a:extLst>
                <a:ext uri="{FF2B5EF4-FFF2-40B4-BE49-F238E27FC236}">
                  <a16:creationId xmlns:a16="http://schemas.microsoft.com/office/drawing/2014/main" id="{65B72F2A-69ED-0CC7-33FE-FFA4712BB495}"/>
                </a:ext>
              </a:extLst>
            </p:cNvPr>
            <p:cNvSpPr/>
            <p:nvPr/>
          </p:nvSpPr>
          <p:spPr>
            <a:xfrm>
              <a:off x="7406640" y="4125947"/>
              <a:ext cx="1252728" cy="2059771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" name="직사각형 204">
              <a:extLst>
                <a:ext uri="{FF2B5EF4-FFF2-40B4-BE49-F238E27FC236}">
                  <a16:creationId xmlns:a16="http://schemas.microsoft.com/office/drawing/2014/main" id="{DC972E39-2C6E-72F8-11D3-35EA1EB38A66}"/>
                </a:ext>
              </a:extLst>
            </p:cNvPr>
            <p:cNvSpPr/>
            <p:nvPr/>
          </p:nvSpPr>
          <p:spPr>
            <a:xfrm>
              <a:off x="7607808" y="4125947"/>
              <a:ext cx="823790" cy="494752"/>
            </a:xfrm>
            <a:prstGeom prst="rect">
              <a:avLst/>
            </a:prstGeom>
            <a:noFill/>
            <a:ln w="254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6" name="직사각형 205">
              <a:extLst>
                <a:ext uri="{FF2B5EF4-FFF2-40B4-BE49-F238E27FC236}">
                  <a16:creationId xmlns:a16="http://schemas.microsoft.com/office/drawing/2014/main" id="{5F3EBC90-5BF6-AFCB-7D9D-33BDD0B3BC37}"/>
                </a:ext>
              </a:extLst>
            </p:cNvPr>
            <p:cNvSpPr/>
            <p:nvPr/>
          </p:nvSpPr>
          <p:spPr>
            <a:xfrm>
              <a:off x="7404594" y="4125947"/>
              <a:ext cx="126966" cy="2059770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7" name="그림 206">
              <a:extLst>
                <a:ext uri="{FF2B5EF4-FFF2-40B4-BE49-F238E27FC236}">
                  <a16:creationId xmlns:a16="http://schemas.microsoft.com/office/drawing/2014/main" id="{2B7A90FC-B5CD-C760-C236-ECAD4A4316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04937" y="4661693"/>
              <a:ext cx="847417" cy="518205"/>
            </a:xfrm>
            <a:prstGeom prst="rect">
              <a:avLst/>
            </a:prstGeom>
          </p:spPr>
        </p:pic>
        <p:pic>
          <p:nvPicPr>
            <p:cNvPr id="208" name="그림 207">
              <a:extLst>
                <a:ext uri="{FF2B5EF4-FFF2-40B4-BE49-F238E27FC236}">
                  <a16:creationId xmlns:a16="http://schemas.microsoft.com/office/drawing/2014/main" id="{41EEBD80-35B2-A211-E4DB-49B3791F1D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525731" y="4114613"/>
              <a:ext cx="150516" cy="2071104"/>
            </a:xfrm>
            <a:prstGeom prst="rect">
              <a:avLst/>
            </a:prstGeom>
          </p:spPr>
        </p:pic>
        <p:pic>
          <p:nvPicPr>
            <p:cNvPr id="209" name="그림 208">
              <a:extLst>
                <a:ext uri="{FF2B5EF4-FFF2-40B4-BE49-F238E27FC236}">
                  <a16:creationId xmlns:a16="http://schemas.microsoft.com/office/drawing/2014/main" id="{AA702E41-3CE5-2E32-A01E-4602418303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99080" y="5200280"/>
              <a:ext cx="847417" cy="518205"/>
            </a:xfrm>
            <a:prstGeom prst="rect">
              <a:avLst/>
            </a:prstGeom>
          </p:spPr>
        </p:pic>
        <p:pic>
          <p:nvPicPr>
            <p:cNvPr id="210" name="그림 209">
              <a:extLst>
                <a:ext uri="{FF2B5EF4-FFF2-40B4-BE49-F238E27FC236}">
                  <a16:creationId xmlns:a16="http://schemas.microsoft.com/office/drawing/2014/main" id="{93F8EB27-500A-B23E-3DAD-B505E0942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99080" y="5738867"/>
              <a:ext cx="847417" cy="433235"/>
            </a:xfrm>
            <a:prstGeom prst="rect">
              <a:avLst/>
            </a:prstGeom>
          </p:spPr>
        </p:pic>
        <p:pic>
          <p:nvPicPr>
            <p:cNvPr id="211" name="그림 210">
              <a:extLst>
                <a:ext uri="{FF2B5EF4-FFF2-40B4-BE49-F238E27FC236}">
                  <a16:creationId xmlns:a16="http://schemas.microsoft.com/office/drawing/2014/main" id="{A62C499D-6B30-F59D-50AF-C167281F3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03352" y="4326154"/>
              <a:ext cx="847417" cy="270545"/>
            </a:xfrm>
            <a:prstGeom prst="rect">
              <a:avLst/>
            </a:prstGeom>
          </p:spPr>
        </p:pic>
        <p:pic>
          <p:nvPicPr>
            <p:cNvPr id="212" name="그림 211">
              <a:extLst>
                <a:ext uri="{FF2B5EF4-FFF2-40B4-BE49-F238E27FC236}">
                  <a16:creationId xmlns:a16="http://schemas.microsoft.com/office/drawing/2014/main" id="{D1C18445-69D3-1DAE-1A43-5171FE9F2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599770" y="5220892"/>
              <a:ext cx="847417" cy="268247"/>
            </a:xfrm>
            <a:prstGeom prst="rect">
              <a:avLst/>
            </a:prstGeom>
          </p:spPr>
        </p:pic>
        <p:pic>
          <p:nvPicPr>
            <p:cNvPr id="215" name="그림 214">
              <a:extLst>
                <a:ext uri="{FF2B5EF4-FFF2-40B4-BE49-F238E27FC236}">
                  <a16:creationId xmlns:a16="http://schemas.microsoft.com/office/drawing/2014/main" id="{7A0AFB0D-8F95-08C9-94E5-4790AF82C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602689" y="4316338"/>
              <a:ext cx="902286" cy="329213"/>
            </a:xfrm>
            <a:prstGeom prst="rect">
              <a:avLst/>
            </a:prstGeom>
          </p:spPr>
        </p:pic>
        <p:pic>
          <p:nvPicPr>
            <p:cNvPr id="216" name="그림 215">
              <a:extLst>
                <a:ext uri="{FF2B5EF4-FFF2-40B4-BE49-F238E27FC236}">
                  <a16:creationId xmlns:a16="http://schemas.microsoft.com/office/drawing/2014/main" id="{986A19B8-D74E-D07A-B888-C826EA5D8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553490" y="5442254"/>
              <a:ext cx="1000683" cy="323116"/>
            </a:xfrm>
            <a:prstGeom prst="rect">
              <a:avLst/>
            </a:prstGeom>
          </p:spPr>
        </p:pic>
        <p:sp>
          <p:nvSpPr>
            <p:cNvPr id="217" name="직사각형 216">
              <a:extLst>
                <a:ext uri="{FF2B5EF4-FFF2-40B4-BE49-F238E27FC236}">
                  <a16:creationId xmlns:a16="http://schemas.microsoft.com/office/drawing/2014/main" id="{22C561A5-6AA9-A11B-B85F-087B7AB3C13A}"/>
                </a:ext>
              </a:extLst>
            </p:cNvPr>
            <p:cNvSpPr/>
            <p:nvPr/>
          </p:nvSpPr>
          <p:spPr>
            <a:xfrm>
              <a:off x="7673436" y="4718630"/>
              <a:ext cx="402336" cy="181963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18" name="그림 217">
              <a:extLst>
                <a:ext uri="{FF2B5EF4-FFF2-40B4-BE49-F238E27FC236}">
                  <a16:creationId xmlns:a16="http://schemas.microsoft.com/office/drawing/2014/main" id="{5A1F8202-FB78-84F6-E420-AECA9EA087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661225" y="4925499"/>
              <a:ext cx="426757" cy="207282"/>
            </a:xfrm>
            <a:prstGeom prst="rect">
              <a:avLst/>
            </a:prstGeom>
          </p:spPr>
        </p:pic>
      </p:grpSp>
      <p:sp>
        <p:nvSpPr>
          <p:cNvPr id="249" name="TextBox 248">
            <a:extLst>
              <a:ext uri="{FF2B5EF4-FFF2-40B4-BE49-F238E27FC236}">
                <a16:creationId xmlns:a16="http://schemas.microsoft.com/office/drawing/2014/main" id="{AFB76C34-7723-A908-A862-D86E6A2112D0}"/>
              </a:ext>
            </a:extLst>
          </p:cNvPr>
          <p:cNvSpPr txBox="1"/>
          <p:nvPr/>
        </p:nvSpPr>
        <p:spPr>
          <a:xfrm rot="21000714">
            <a:off x="2703779" y="2913789"/>
            <a:ext cx="1845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/>
              <a:t>nfs</a:t>
            </a:r>
            <a:r>
              <a:rPr lang="en-US" altLang="ko-KR" sz="1600" dirty="0"/>
              <a:t> /</a:t>
            </a:r>
            <a:r>
              <a:rPr lang="en-US" altLang="ko-KR" sz="1300" dirty="0" err="1"/>
              <a:t>mnt</a:t>
            </a:r>
            <a:r>
              <a:rPr lang="en-US" altLang="ko-KR" sz="1300" dirty="0"/>
              <a:t>/</a:t>
            </a:r>
            <a:r>
              <a:rPr lang="en-US" altLang="ko-KR" sz="1300" dirty="0" err="1"/>
              <a:t>fdd</a:t>
            </a:r>
            <a:r>
              <a:rPr lang="en-US" altLang="ko-KR" sz="1300" dirty="0"/>
              <a:t>/</a:t>
            </a:r>
            <a:r>
              <a:rPr lang="en-US" altLang="ko-KR" sz="1300" dirty="0" err="1"/>
              <a:t>apache</a:t>
            </a:r>
            <a:endParaRPr lang="ko-KR" altLang="en-US" sz="1300" dirty="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EC26E531-DF7E-5548-D95A-321A34693BC3}"/>
              </a:ext>
            </a:extLst>
          </p:cNvPr>
          <p:cNvSpPr txBox="1"/>
          <p:nvPr/>
        </p:nvSpPr>
        <p:spPr>
          <a:xfrm rot="580974">
            <a:off x="7573264" y="3928385"/>
            <a:ext cx="200222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/>
              <a:t>nfs</a:t>
            </a:r>
            <a:endParaRPr lang="en-US" altLang="ko-KR" sz="1600" dirty="0"/>
          </a:p>
          <a:p>
            <a:r>
              <a:rPr lang="en-US" altLang="ko-KR" sz="1300" dirty="0"/>
              <a:t>/</a:t>
            </a:r>
            <a:r>
              <a:rPr lang="en-US" altLang="ko-KR" sz="1300" dirty="0" err="1"/>
              <a:t>srv</a:t>
            </a:r>
            <a:r>
              <a:rPr lang="en-US" altLang="ko-KR" sz="1300" dirty="0"/>
              <a:t>/</a:t>
            </a:r>
            <a:r>
              <a:rPr lang="en-US" altLang="ko-KR" sz="1300" dirty="0" err="1"/>
              <a:t>nfs</a:t>
            </a:r>
            <a:r>
              <a:rPr lang="en-US" altLang="ko-KR" sz="1300" dirty="0"/>
              <a:t>/share</a:t>
            </a:r>
          </a:p>
          <a:p>
            <a:endParaRPr lang="ko-KR" altLang="en-US" sz="1600" dirty="0"/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FE6A6E1C-A3E0-5063-FBCA-462709F2E58F}"/>
              </a:ext>
            </a:extLst>
          </p:cNvPr>
          <p:cNvSpPr txBox="1"/>
          <p:nvPr/>
        </p:nvSpPr>
        <p:spPr>
          <a:xfrm rot="19178914">
            <a:off x="7748345" y="1872163"/>
            <a:ext cx="155480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/>
              <a:t>nfs</a:t>
            </a:r>
            <a:endParaRPr lang="en-US" altLang="ko-KR" sz="1600" dirty="0"/>
          </a:p>
          <a:p>
            <a:r>
              <a:rPr lang="en-US" altLang="ko-KR" sz="1300" dirty="0"/>
              <a:t>/</a:t>
            </a:r>
            <a:r>
              <a:rPr lang="en-US" altLang="ko-KR" sz="1300" dirty="0" err="1"/>
              <a:t>srv</a:t>
            </a:r>
            <a:r>
              <a:rPr lang="en-US" altLang="ko-KR" sz="1300" dirty="0"/>
              <a:t>/</a:t>
            </a:r>
            <a:r>
              <a:rPr lang="en-US" altLang="ko-KR" sz="1300" dirty="0" err="1"/>
              <a:t>nfs</a:t>
            </a:r>
            <a:r>
              <a:rPr lang="en-US" altLang="ko-KR" sz="1300" dirty="0"/>
              <a:t>/share</a:t>
            </a:r>
          </a:p>
          <a:p>
            <a:endParaRPr lang="ko-KR" altLang="en-US" sz="1600" dirty="0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5112FA93-E368-065F-8406-8FF06B077EB0}"/>
              </a:ext>
            </a:extLst>
          </p:cNvPr>
          <p:cNvSpPr txBox="1"/>
          <p:nvPr/>
        </p:nvSpPr>
        <p:spPr>
          <a:xfrm rot="20298535">
            <a:off x="7762767" y="2682312"/>
            <a:ext cx="201520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/>
              <a:t>nfs</a:t>
            </a:r>
            <a:endParaRPr lang="en-US" altLang="ko-KR" sz="1600" dirty="0"/>
          </a:p>
          <a:p>
            <a:r>
              <a:rPr lang="en-US" altLang="ko-KR" sz="1300" dirty="0"/>
              <a:t>/</a:t>
            </a:r>
            <a:r>
              <a:rPr lang="en-US" altLang="ko-KR" sz="1300" dirty="0" err="1"/>
              <a:t>srv</a:t>
            </a:r>
            <a:r>
              <a:rPr lang="en-US" altLang="ko-KR" sz="1300" dirty="0"/>
              <a:t>/</a:t>
            </a:r>
            <a:r>
              <a:rPr lang="en-US" altLang="ko-KR" sz="1300" dirty="0" err="1"/>
              <a:t>nfs</a:t>
            </a:r>
            <a:r>
              <a:rPr lang="en-US" altLang="ko-KR" sz="1300" dirty="0"/>
              <a:t>/share</a:t>
            </a:r>
          </a:p>
          <a:p>
            <a:endParaRPr lang="ko-KR" altLang="en-US" sz="1600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28F8A784-E1B6-8A0B-8BB3-030459FFF92F}"/>
              </a:ext>
            </a:extLst>
          </p:cNvPr>
          <p:cNvSpPr txBox="1"/>
          <p:nvPr/>
        </p:nvSpPr>
        <p:spPr>
          <a:xfrm>
            <a:off x="807378" y="3301381"/>
            <a:ext cx="20771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∙</a:t>
            </a:r>
            <a:r>
              <a:rPr lang="en-US" altLang="ko-KR" sz="1000" dirty="0"/>
              <a:t>Apache(</a:t>
            </a:r>
            <a:r>
              <a:rPr lang="en-US" altLang="ko-KR" sz="1000" dirty="0" err="1"/>
              <a:t>php</a:t>
            </a:r>
            <a:r>
              <a:rPr lang="en-US" altLang="ko-KR" sz="1000" dirty="0"/>
              <a:t>)</a:t>
            </a:r>
          </a:p>
          <a:p>
            <a:r>
              <a:rPr lang="ko-KR" altLang="en-US" sz="1000" dirty="0"/>
              <a:t>∙</a:t>
            </a:r>
            <a:r>
              <a:rPr lang="en-US" altLang="ko-KR" sz="1000" dirty="0" err="1"/>
              <a:t>Monitorix</a:t>
            </a:r>
            <a:endParaRPr lang="en-US" altLang="ko-KR" sz="1000" dirty="0"/>
          </a:p>
          <a:p>
            <a:r>
              <a:rPr lang="ko-KR" altLang="en-US" sz="1000" dirty="0"/>
              <a:t>∙</a:t>
            </a:r>
            <a:r>
              <a:rPr lang="en-US" altLang="ko-KR" sz="1000" dirty="0"/>
              <a:t>Virtual Hosting</a:t>
            </a:r>
          </a:p>
          <a:p>
            <a:r>
              <a:rPr lang="en-US" altLang="ko-KR" sz="1000" dirty="0"/>
              <a:t>  1) </a:t>
            </a:r>
            <a:r>
              <a:rPr lang="ko-KR" altLang="en-US" sz="1000" dirty="0"/>
              <a:t>공인 접근</a:t>
            </a:r>
            <a:endParaRPr lang="en-US" altLang="ko-KR" sz="1000" dirty="0"/>
          </a:p>
          <a:p>
            <a:r>
              <a:rPr lang="en-US" altLang="ko-KR" sz="1000" dirty="0"/>
              <a:t>  2) </a:t>
            </a:r>
            <a:r>
              <a:rPr lang="ko-KR" altLang="en-US" sz="1000" dirty="0" err="1"/>
              <a:t>내부망</a:t>
            </a:r>
            <a:r>
              <a:rPr lang="ko-KR" altLang="en-US" sz="1000" dirty="0"/>
              <a:t> 전용 </a:t>
            </a:r>
            <a:r>
              <a:rPr lang="en-US" altLang="ko-KR" sz="1000" dirty="0"/>
              <a:t>/ IP</a:t>
            </a:r>
            <a:r>
              <a:rPr lang="ko-KR" altLang="en-US" sz="1000" dirty="0"/>
              <a:t>접근제어</a:t>
            </a:r>
            <a:endParaRPr lang="en-US" altLang="ko-KR" sz="1000" dirty="0"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D0DB7DD6-EB3A-F7E9-AC5A-61735695066E}"/>
              </a:ext>
            </a:extLst>
          </p:cNvPr>
          <p:cNvSpPr txBox="1"/>
          <p:nvPr/>
        </p:nvSpPr>
        <p:spPr>
          <a:xfrm rot="19111661">
            <a:off x="7003003" y="2049779"/>
            <a:ext cx="1194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err="1"/>
              <a:t>nfs</a:t>
            </a:r>
            <a:r>
              <a:rPr lang="en-US" altLang="ko-KR" sz="1000" dirty="0"/>
              <a:t>  </a:t>
            </a:r>
          </a:p>
          <a:p>
            <a:r>
              <a:rPr lang="en-US" altLang="ko-KR" sz="1000" dirty="0"/>
              <a:t>(</a:t>
            </a:r>
            <a:r>
              <a:rPr lang="ko-KR" altLang="en-US" sz="1000" dirty="0"/>
              <a:t>동기화</a:t>
            </a:r>
            <a:r>
              <a:rPr lang="en-US" altLang="ko-KR" sz="1000" dirty="0"/>
              <a:t>) </a:t>
            </a:r>
            <a:endParaRPr lang="ko-KR" altLang="en-US" sz="1000" dirty="0"/>
          </a:p>
        </p:txBody>
      </p:sp>
      <p:sp>
        <p:nvSpPr>
          <p:cNvPr id="296" name="화살표: 왼쪽 295">
            <a:extLst>
              <a:ext uri="{FF2B5EF4-FFF2-40B4-BE49-F238E27FC236}">
                <a16:creationId xmlns:a16="http://schemas.microsoft.com/office/drawing/2014/main" id="{4AD96B97-B4E3-C59F-1C93-CB4EFFE5433B}"/>
              </a:ext>
            </a:extLst>
          </p:cNvPr>
          <p:cNvSpPr/>
          <p:nvPr/>
        </p:nvSpPr>
        <p:spPr>
          <a:xfrm rot="19058668">
            <a:off x="2217202" y="4161195"/>
            <a:ext cx="3988107" cy="327317"/>
          </a:xfrm>
          <a:prstGeom prst="leftArrow">
            <a:avLst>
              <a:gd name="adj1" fmla="val 27651"/>
              <a:gd name="adj2" fmla="val 50000"/>
            </a:avLst>
          </a:prstGeom>
          <a:solidFill>
            <a:schemeClr val="accent2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ECEE6614-ACA5-4E43-EE64-FD23FE5E792D}"/>
              </a:ext>
            </a:extLst>
          </p:cNvPr>
          <p:cNvSpPr txBox="1"/>
          <p:nvPr/>
        </p:nvSpPr>
        <p:spPr>
          <a:xfrm rot="19077020">
            <a:off x="4100402" y="3597609"/>
            <a:ext cx="14466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quota 1/4</a:t>
            </a:r>
            <a:endParaRPr lang="ko-KR" altLang="en-US" sz="1600" dirty="0"/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1FC1124C-832E-8EDA-A700-0AE8F7C76253}"/>
              </a:ext>
            </a:extLst>
          </p:cNvPr>
          <p:cNvSpPr txBox="1"/>
          <p:nvPr/>
        </p:nvSpPr>
        <p:spPr>
          <a:xfrm rot="19061590">
            <a:off x="2905025" y="4318587"/>
            <a:ext cx="18035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/>
              <a:t>smb</a:t>
            </a:r>
            <a:r>
              <a:rPr lang="en-US" altLang="ko-KR" sz="1600" dirty="0"/>
              <a:t> /</a:t>
            </a:r>
            <a:r>
              <a:rPr lang="en-US" altLang="ko-KR" sz="1300" dirty="0" err="1"/>
              <a:t>mnt</a:t>
            </a:r>
            <a:r>
              <a:rPr lang="en-US" altLang="ko-KR" sz="1300" dirty="0"/>
              <a:t>/</a:t>
            </a:r>
            <a:r>
              <a:rPr lang="en-US" altLang="ko-KR" sz="1300" dirty="0" err="1"/>
              <a:t>fdd</a:t>
            </a:r>
            <a:r>
              <a:rPr lang="en-US" altLang="ko-KR" sz="1300" dirty="0"/>
              <a:t>/</a:t>
            </a:r>
            <a:r>
              <a:rPr lang="en-US" altLang="ko-KR" sz="1300" dirty="0" err="1"/>
              <a:t>apache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3119191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rgbClr val="00B0F0">
            <a:alpha val="20000"/>
          </a:srgbClr>
        </a:solidFill>
        <a:ln>
          <a:solidFill>
            <a:srgbClr val="00B0F0">
              <a:alpha val="20000"/>
            </a:srgbClr>
          </a:solidFill>
        </a:ln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3188</TotalTime>
  <Words>459</Words>
  <Application>Microsoft Office PowerPoint</Application>
  <PresentationFormat>와이드스크린</PresentationFormat>
  <Paragraphs>129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31</cp:revision>
  <dcterms:created xsi:type="dcterms:W3CDTF">2025-10-28T08:51:59Z</dcterms:created>
  <dcterms:modified xsi:type="dcterms:W3CDTF">2025-11-06T07:34:33Z</dcterms:modified>
</cp:coreProperties>
</file>