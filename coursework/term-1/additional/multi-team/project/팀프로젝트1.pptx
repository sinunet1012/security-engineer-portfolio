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43200638" cy="28798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548235"/>
    <a:srgbClr val="6C8F93"/>
    <a:srgbClr val="BDD7EE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2934" y="-5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0048" y="4713145"/>
            <a:ext cx="36720542" cy="10026262"/>
          </a:xfrm>
        </p:spPr>
        <p:txBody>
          <a:bodyPr anchor="b"/>
          <a:lstStyle>
            <a:lvl1pPr algn="ctr">
              <a:defRPr sz="2519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80" y="15126058"/>
            <a:ext cx="32400479" cy="6953051"/>
          </a:xfrm>
        </p:spPr>
        <p:txBody>
          <a:bodyPr/>
          <a:lstStyle>
            <a:lvl1pPr marL="0" indent="0" algn="ctr">
              <a:buNone/>
              <a:defRPr sz="10078"/>
            </a:lvl1pPr>
            <a:lvl2pPr marL="1919920" indent="0" algn="ctr">
              <a:buNone/>
              <a:defRPr sz="8399"/>
            </a:lvl2pPr>
            <a:lvl3pPr marL="3839840" indent="0" algn="ctr">
              <a:buNone/>
              <a:defRPr sz="7559"/>
            </a:lvl3pPr>
            <a:lvl4pPr marL="5759760" indent="0" algn="ctr">
              <a:buNone/>
              <a:defRPr sz="6719"/>
            </a:lvl4pPr>
            <a:lvl5pPr marL="7679680" indent="0" algn="ctr">
              <a:buNone/>
              <a:defRPr sz="6719"/>
            </a:lvl5pPr>
            <a:lvl6pPr marL="9599600" indent="0" algn="ctr">
              <a:buNone/>
              <a:defRPr sz="6719"/>
            </a:lvl6pPr>
            <a:lvl7pPr marL="11519520" indent="0" algn="ctr">
              <a:buNone/>
              <a:defRPr sz="6719"/>
            </a:lvl7pPr>
            <a:lvl8pPr marL="13439440" indent="0" algn="ctr">
              <a:buNone/>
              <a:defRPr sz="6719"/>
            </a:lvl8pPr>
            <a:lvl9pPr marL="15359360" indent="0" algn="ctr">
              <a:buNone/>
              <a:defRPr sz="6719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17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58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546" y="7179718"/>
            <a:ext cx="37260550" cy="11979515"/>
          </a:xfrm>
        </p:spPr>
        <p:txBody>
          <a:bodyPr anchor="b"/>
          <a:lstStyle>
            <a:lvl1pPr>
              <a:defRPr sz="2519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546" y="19272564"/>
            <a:ext cx="37260550" cy="6299744"/>
          </a:xfrm>
        </p:spPr>
        <p:txBody>
          <a:bodyPr/>
          <a:lstStyle>
            <a:lvl1pPr marL="0" indent="0">
              <a:buNone/>
              <a:defRPr sz="10078">
                <a:solidFill>
                  <a:schemeClr val="tx1"/>
                </a:solidFill>
              </a:defRPr>
            </a:lvl1pPr>
            <a:lvl2pPr marL="1919920" indent="0">
              <a:buNone/>
              <a:defRPr sz="8399">
                <a:solidFill>
                  <a:schemeClr val="tx1">
                    <a:tint val="75000"/>
                  </a:schemeClr>
                </a:solidFill>
              </a:defRPr>
            </a:lvl2pPr>
            <a:lvl3pPr marL="3839840" indent="0">
              <a:buNone/>
              <a:defRPr sz="7559">
                <a:solidFill>
                  <a:schemeClr val="tx1">
                    <a:tint val="75000"/>
                  </a:schemeClr>
                </a:solidFill>
              </a:defRPr>
            </a:lvl3pPr>
            <a:lvl4pPr marL="5759760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4pPr>
            <a:lvl5pPr marL="7679680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5pPr>
            <a:lvl6pPr marL="9599600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6pPr>
            <a:lvl7pPr marL="11519520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7pPr>
            <a:lvl8pPr marL="13439440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8pPr>
            <a:lvl9pPr marL="15359360" indent="0">
              <a:buNone/>
              <a:defRPr sz="67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286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0044" y="7666357"/>
            <a:ext cx="18360271" cy="182725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3" y="7666357"/>
            <a:ext cx="18360271" cy="1827259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378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1533278"/>
            <a:ext cx="37260550" cy="556644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675" y="7059717"/>
            <a:ext cx="18275892" cy="3459858"/>
          </a:xfrm>
        </p:spPr>
        <p:txBody>
          <a:bodyPr anchor="b"/>
          <a:lstStyle>
            <a:lvl1pPr marL="0" indent="0">
              <a:buNone/>
              <a:defRPr sz="10078" b="1"/>
            </a:lvl1pPr>
            <a:lvl2pPr marL="1919920" indent="0">
              <a:buNone/>
              <a:defRPr sz="8399" b="1"/>
            </a:lvl2pPr>
            <a:lvl3pPr marL="3839840" indent="0">
              <a:buNone/>
              <a:defRPr sz="7559" b="1"/>
            </a:lvl3pPr>
            <a:lvl4pPr marL="5759760" indent="0">
              <a:buNone/>
              <a:defRPr sz="6719" b="1"/>
            </a:lvl4pPr>
            <a:lvl5pPr marL="7679680" indent="0">
              <a:buNone/>
              <a:defRPr sz="6719" b="1"/>
            </a:lvl5pPr>
            <a:lvl6pPr marL="9599600" indent="0">
              <a:buNone/>
              <a:defRPr sz="6719" b="1"/>
            </a:lvl6pPr>
            <a:lvl7pPr marL="11519520" indent="0">
              <a:buNone/>
              <a:defRPr sz="6719" b="1"/>
            </a:lvl7pPr>
            <a:lvl8pPr marL="13439440" indent="0">
              <a:buNone/>
              <a:defRPr sz="6719" b="1"/>
            </a:lvl8pPr>
            <a:lvl9pPr marL="15359360" indent="0">
              <a:buNone/>
              <a:defRPr sz="671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675" y="10519576"/>
            <a:ext cx="18275892" cy="1547271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70325" y="7059717"/>
            <a:ext cx="18365898" cy="3459858"/>
          </a:xfrm>
        </p:spPr>
        <p:txBody>
          <a:bodyPr anchor="b"/>
          <a:lstStyle>
            <a:lvl1pPr marL="0" indent="0">
              <a:buNone/>
              <a:defRPr sz="10078" b="1"/>
            </a:lvl1pPr>
            <a:lvl2pPr marL="1919920" indent="0">
              <a:buNone/>
              <a:defRPr sz="8399" b="1"/>
            </a:lvl2pPr>
            <a:lvl3pPr marL="3839840" indent="0">
              <a:buNone/>
              <a:defRPr sz="7559" b="1"/>
            </a:lvl3pPr>
            <a:lvl4pPr marL="5759760" indent="0">
              <a:buNone/>
              <a:defRPr sz="6719" b="1"/>
            </a:lvl4pPr>
            <a:lvl5pPr marL="7679680" indent="0">
              <a:buNone/>
              <a:defRPr sz="6719" b="1"/>
            </a:lvl5pPr>
            <a:lvl6pPr marL="9599600" indent="0">
              <a:buNone/>
              <a:defRPr sz="6719" b="1"/>
            </a:lvl6pPr>
            <a:lvl7pPr marL="11519520" indent="0">
              <a:buNone/>
              <a:defRPr sz="6719" b="1"/>
            </a:lvl7pPr>
            <a:lvl8pPr marL="13439440" indent="0">
              <a:buNone/>
              <a:defRPr sz="6719" b="1"/>
            </a:lvl8pPr>
            <a:lvl9pPr marL="15359360" indent="0">
              <a:buNone/>
              <a:defRPr sz="6719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5" y="10519576"/>
            <a:ext cx="18365898" cy="1547271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914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076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995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1919922"/>
            <a:ext cx="13933330" cy="6719729"/>
          </a:xfrm>
        </p:spPr>
        <p:txBody>
          <a:bodyPr anchor="b"/>
          <a:lstStyle>
            <a:lvl1pPr>
              <a:defRPr sz="134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898" y="4146506"/>
            <a:ext cx="21870323" cy="20465841"/>
          </a:xfrm>
        </p:spPr>
        <p:txBody>
          <a:bodyPr/>
          <a:lstStyle>
            <a:lvl1pPr>
              <a:defRPr sz="13438"/>
            </a:lvl1pPr>
            <a:lvl2pPr>
              <a:defRPr sz="11758"/>
            </a:lvl2pPr>
            <a:lvl3pPr>
              <a:defRPr sz="10078"/>
            </a:lvl3pPr>
            <a:lvl4pPr>
              <a:defRPr sz="8399"/>
            </a:lvl4pPr>
            <a:lvl5pPr>
              <a:defRPr sz="8399"/>
            </a:lvl5pPr>
            <a:lvl6pPr>
              <a:defRPr sz="8399"/>
            </a:lvl6pPr>
            <a:lvl7pPr>
              <a:defRPr sz="8399"/>
            </a:lvl7pPr>
            <a:lvl8pPr>
              <a:defRPr sz="8399"/>
            </a:lvl8pPr>
            <a:lvl9pPr>
              <a:defRPr sz="839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1" y="8639651"/>
            <a:ext cx="13933330" cy="16006023"/>
          </a:xfrm>
        </p:spPr>
        <p:txBody>
          <a:bodyPr/>
          <a:lstStyle>
            <a:lvl1pPr marL="0" indent="0">
              <a:buNone/>
              <a:defRPr sz="6719"/>
            </a:lvl1pPr>
            <a:lvl2pPr marL="1919920" indent="0">
              <a:buNone/>
              <a:defRPr sz="5879"/>
            </a:lvl2pPr>
            <a:lvl3pPr marL="3839840" indent="0">
              <a:buNone/>
              <a:defRPr sz="5039"/>
            </a:lvl3pPr>
            <a:lvl4pPr marL="5759760" indent="0">
              <a:buNone/>
              <a:defRPr sz="4199"/>
            </a:lvl4pPr>
            <a:lvl5pPr marL="7679680" indent="0">
              <a:buNone/>
              <a:defRPr sz="4199"/>
            </a:lvl5pPr>
            <a:lvl6pPr marL="9599600" indent="0">
              <a:buNone/>
              <a:defRPr sz="4199"/>
            </a:lvl6pPr>
            <a:lvl7pPr marL="11519520" indent="0">
              <a:buNone/>
              <a:defRPr sz="4199"/>
            </a:lvl7pPr>
            <a:lvl8pPr marL="13439440" indent="0">
              <a:buNone/>
              <a:defRPr sz="4199"/>
            </a:lvl8pPr>
            <a:lvl9pPr marL="15359360" indent="0">
              <a:buNone/>
              <a:defRPr sz="419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62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1919922"/>
            <a:ext cx="13933330" cy="6719729"/>
          </a:xfrm>
        </p:spPr>
        <p:txBody>
          <a:bodyPr anchor="b"/>
          <a:lstStyle>
            <a:lvl1pPr>
              <a:defRPr sz="1343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5898" y="4146506"/>
            <a:ext cx="21870323" cy="20465841"/>
          </a:xfrm>
        </p:spPr>
        <p:txBody>
          <a:bodyPr anchor="t"/>
          <a:lstStyle>
            <a:lvl1pPr marL="0" indent="0">
              <a:buNone/>
              <a:defRPr sz="13438"/>
            </a:lvl1pPr>
            <a:lvl2pPr marL="1919920" indent="0">
              <a:buNone/>
              <a:defRPr sz="11758"/>
            </a:lvl2pPr>
            <a:lvl3pPr marL="3839840" indent="0">
              <a:buNone/>
              <a:defRPr sz="10078"/>
            </a:lvl3pPr>
            <a:lvl4pPr marL="5759760" indent="0">
              <a:buNone/>
              <a:defRPr sz="8399"/>
            </a:lvl4pPr>
            <a:lvl5pPr marL="7679680" indent="0">
              <a:buNone/>
              <a:defRPr sz="8399"/>
            </a:lvl5pPr>
            <a:lvl6pPr marL="9599600" indent="0">
              <a:buNone/>
              <a:defRPr sz="8399"/>
            </a:lvl6pPr>
            <a:lvl7pPr marL="11519520" indent="0">
              <a:buNone/>
              <a:defRPr sz="8399"/>
            </a:lvl7pPr>
            <a:lvl8pPr marL="13439440" indent="0">
              <a:buNone/>
              <a:defRPr sz="8399"/>
            </a:lvl8pPr>
            <a:lvl9pPr marL="15359360" indent="0">
              <a:buNone/>
              <a:defRPr sz="839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1" y="8639651"/>
            <a:ext cx="13933330" cy="16006023"/>
          </a:xfrm>
        </p:spPr>
        <p:txBody>
          <a:bodyPr/>
          <a:lstStyle>
            <a:lvl1pPr marL="0" indent="0">
              <a:buNone/>
              <a:defRPr sz="6719"/>
            </a:lvl1pPr>
            <a:lvl2pPr marL="1919920" indent="0">
              <a:buNone/>
              <a:defRPr sz="5879"/>
            </a:lvl2pPr>
            <a:lvl3pPr marL="3839840" indent="0">
              <a:buNone/>
              <a:defRPr sz="5039"/>
            </a:lvl3pPr>
            <a:lvl4pPr marL="5759760" indent="0">
              <a:buNone/>
              <a:defRPr sz="4199"/>
            </a:lvl4pPr>
            <a:lvl5pPr marL="7679680" indent="0">
              <a:buNone/>
              <a:defRPr sz="4199"/>
            </a:lvl5pPr>
            <a:lvl6pPr marL="9599600" indent="0">
              <a:buNone/>
              <a:defRPr sz="4199"/>
            </a:lvl6pPr>
            <a:lvl7pPr marL="11519520" indent="0">
              <a:buNone/>
              <a:defRPr sz="4199"/>
            </a:lvl7pPr>
            <a:lvl8pPr marL="13439440" indent="0">
              <a:buNone/>
              <a:defRPr sz="4199"/>
            </a:lvl8pPr>
            <a:lvl9pPr marL="15359360" indent="0">
              <a:buNone/>
              <a:defRPr sz="419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613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744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5459" y="1533271"/>
            <a:ext cx="9315138" cy="2440568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046" y="1533271"/>
            <a:ext cx="27405405" cy="2440568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564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4" y="1533278"/>
            <a:ext cx="37260550" cy="55664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4" y="7666357"/>
            <a:ext cx="37260550" cy="182725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44" y="26692263"/>
            <a:ext cx="9720144" cy="1533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C188A-2FAE-450C-B3E5-006653DEE125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2" y="26692263"/>
            <a:ext cx="14580215" cy="1533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0" y="26692263"/>
            <a:ext cx="9720144" cy="1533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A0B61-C5C7-462F-968C-B9ABBE1B78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42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839840" rtl="0" eaLnBrk="1" latinLnBrk="1" hangingPunct="1">
        <a:lnSpc>
          <a:spcPct val="90000"/>
        </a:lnSpc>
        <a:spcBef>
          <a:spcPct val="0"/>
        </a:spcBef>
        <a:buNone/>
        <a:defRPr sz="184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960" indent="-959960" algn="l" defTabSz="3839840" rtl="0" eaLnBrk="1" latinLnBrk="1" hangingPunct="1">
        <a:lnSpc>
          <a:spcPct val="90000"/>
        </a:lnSpc>
        <a:spcBef>
          <a:spcPts val="4199"/>
        </a:spcBef>
        <a:buFont typeface="Arial" panose="020B0604020202020204" pitchFamily="34" charset="0"/>
        <a:buChar char="•"/>
        <a:defRPr sz="11758" kern="1200">
          <a:solidFill>
            <a:schemeClr val="tx1"/>
          </a:solidFill>
          <a:latin typeface="+mn-lt"/>
          <a:ea typeface="+mn-ea"/>
          <a:cs typeface="+mn-cs"/>
        </a:defRPr>
      </a:lvl1pPr>
      <a:lvl2pPr marL="2879880" indent="-959960" algn="l" defTabSz="3839840" rtl="0" eaLnBrk="1" latinLnBrk="1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78" kern="1200">
          <a:solidFill>
            <a:schemeClr val="tx1"/>
          </a:solidFill>
          <a:latin typeface="+mn-lt"/>
          <a:ea typeface="+mn-ea"/>
          <a:cs typeface="+mn-cs"/>
        </a:defRPr>
      </a:lvl2pPr>
      <a:lvl3pPr marL="4799800" indent="-959960" algn="l" defTabSz="3839840" rtl="0" eaLnBrk="1" latinLnBrk="1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399" kern="1200">
          <a:solidFill>
            <a:schemeClr val="tx1"/>
          </a:solidFill>
          <a:latin typeface="+mn-lt"/>
          <a:ea typeface="+mn-ea"/>
          <a:cs typeface="+mn-cs"/>
        </a:defRPr>
      </a:lvl3pPr>
      <a:lvl4pPr marL="6719720" indent="-959960" algn="l" defTabSz="3839840" rtl="0" eaLnBrk="1" latinLnBrk="1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4pPr>
      <a:lvl5pPr marL="8639640" indent="-959960" algn="l" defTabSz="3839840" rtl="0" eaLnBrk="1" latinLnBrk="1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5pPr>
      <a:lvl6pPr marL="10559560" indent="-959960" algn="l" defTabSz="3839840" rtl="0" eaLnBrk="1" latinLnBrk="1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6pPr>
      <a:lvl7pPr marL="12479480" indent="-959960" algn="l" defTabSz="3839840" rtl="0" eaLnBrk="1" latinLnBrk="1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7pPr>
      <a:lvl8pPr marL="14399400" indent="-959960" algn="l" defTabSz="3839840" rtl="0" eaLnBrk="1" latinLnBrk="1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8pPr>
      <a:lvl9pPr marL="16319320" indent="-959960" algn="l" defTabSz="3839840" rtl="0" eaLnBrk="1" latinLnBrk="1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840" rtl="0" eaLnBrk="1" latinLnBrk="1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1pPr>
      <a:lvl2pPr marL="1919920" algn="l" defTabSz="3839840" rtl="0" eaLnBrk="1" latinLnBrk="1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839840" algn="l" defTabSz="3839840" rtl="0" eaLnBrk="1" latinLnBrk="1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3pPr>
      <a:lvl4pPr marL="5759760" algn="l" defTabSz="3839840" rtl="0" eaLnBrk="1" latinLnBrk="1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4pPr>
      <a:lvl5pPr marL="7679680" algn="l" defTabSz="3839840" rtl="0" eaLnBrk="1" latinLnBrk="1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5pPr>
      <a:lvl6pPr marL="9599600" algn="l" defTabSz="3839840" rtl="0" eaLnBrk="1" latinLnBrk="1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6pPr>
      <a:lvl7pPr marL="11519520" algn="l" defTabSz="3839840" rtl="0" eaLnBrk="1" latinLnBrk="1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7pPr>
      <a:lvl8pPr marL="13439440" algn="l" defTabSz="3839840" rtl="0" eaLnBrk="1" latinLnBrk="1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8pPr>
      <a:lvl9pPr marL="15359360" algn="l" defTabSz="3839840" rtl="0" eaLnBrk="1" latinLnBrk="1" hangingPunct="1">
        <a:defRPr sz="7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타원 361">
            <a:extLst>
              <a:ext uri="{FF2B5EF4-FFF2-40B4-BE49-F238E27FC236}">
                <a16:creationId xmlns:a16="http://schemas.microsoft.com/office/drawing/2014/main" id="{749D54CD-DDF3-89C4-DB98-F67EAC94ADBD}"/>
              </a:ext>
            </a:extLst>
          </p:cNvPr>
          <p:cNvSpPr/>
          <p:nvPr/>
        </p:nvSpPr>
        <p:spPr>
          <a:xfrm>
            <a:off x="23037839" y="9340319"/>
            <a:ext cx="2115463" cy="21154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B00E71C-FBEC-50C3-7BB5-70478EEDF4B1}"/>
              </a:ext>
            </a:extLst>
          </p:cNvPr>
          <p:cNvSpPr/>
          <p:nvPr/>
        </p:nvSpPr>
        <p:spPr>
          <a:xfrm>
            <a:off x="22632373" y="14627433"/>
            <a:ext cx="7342702" cy="5560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33D9DDD-6724-C5C4-0DEA-AEB4187999C0}"/>
              </a:ext>
            </a:extLst>
          </p:cNvPr>
          <p:cNvSpPr/>
          <p:nvPr/>
        </p:nvSpPr>
        <p:spPr>
          <a:xfrm>
            <a:off x="7354942" y="14606962"/>
            <a:ext cx="10413207" cy="55809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814CDBA-7D6C-28A9-6858-AB5C0B4261E2}"/>
              </a:ext>
            </a:extLst>
          </p:cNvPr>
          <p:cNvSpPr/>
          <p:nvPr/>
        </p:nvSpPr>
        <p:spPr>
          <a:xfrm>
            <a:off x="18629592" y="8475487"/>
            <a:ext cx="3052601" cy="3052601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C06C0C7-C18D-AF7D-BFF2-6E667EA75DC7}"/>
              </a:ext>
            </a:extLst>
          </p:cNvPr>
          <p:cNvSpPr/>
          <p:nvPr/>
        </p:nvSpPr>
        <p:spPr>
          <a:xfrm>
            <a:off x="25797564" y="7043359"/>
            <a:ext cx="10090442" cy="556048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7C621C-905A-5131-6761-0F0C6BCBB1B3}"/>
              </a:ext>
            </a:extLst>
          </p:cNvPr>
          <p:cNvSpPr/>
          <p:nvPr/>
        </p:nvSpPr>
        <p:spPr>
          <a:xfrm>
            <a:off x="10357068" y="7059366"/>
            <a:ext cx="7342702" cy="55604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750FDAB-0FDD-E538-E578-F949FF08A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5511" y="9823601"/>
            <a:ext cx="558790" cy="380993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3D19C954-4B95-79AD-0388-3F56E0961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9429" y="9823600"/>
            <a:ext cx="558790" cy="380993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DFD4A6E-A335-87AE-9442-402B6D24D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8201" y="5632235"/>
            <a:ext cx="2384833" cy="106492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D61F25E6-FE37-F192-33C2-764D77AC0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7956" y="9810900"/>
            <a:ext cx="431792" cy="40639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86329B4A-5FC3-6E80-7009-6A05C1E42A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544" y="7850353"/>
            <a:ext cx="607396" cy="86770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9B0BC2AC-6ED1-9E7E-7F44-FD28AE2BA8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544" y="9580242"/>
            <a:ext cx="607396" cy="867709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444D6655-4E47-0854-AAB7-4041DABE8E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5544" y="11199983"/>
            <a:ext cx="607396" cy="867709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89BE1E48-8C34-7F90-9753-55F7C60538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3127" y="18893909"/>
            <a:ext cx="558790" cy="38099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33A5480A-A506-A38E-35D8-F183E6DA8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7410" y="15730498"/>
            <a:ext cx="558790" cy="380993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94EFD556-13F0-9CB7-68DB-2BAE3D2D2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3078" y="15837784"/>
            <a:ext cx="558790" cy="380993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B288DD1C-8368-F8C4-8FD3-96D51C45AE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188" y="17101204"/>
            <a:ext cx="886302" cy="804489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D0244055-CCFD-6904-399D-E31DFA3D49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1546" y="15858614"/>
            <a:ext cx="431792" cy="406393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5E4AFBCB-5C85-044D-F56F-08FE233B34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188" y="15646234"/>
            <a:ext cx="886302" cy="804489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FE16A566-1FDD-8E92-AABA-1B5E505488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3188" y="18684892"/>
            <a:ext cx="886302" cy="804489"/>
          </a:xfrm>
          <a:prstGeom prst="rect">
            <a:avLst/>
          </a:prstGeom>
        </p:spPr>
      </p:pic>
      <p:pic>
        <p:nvPicPr>
          <p:cNvPr id="62" name="그림 61">
            <a:extLst>
              <a:ext uri="{FF2B5EF4-FFF2-40B4-BE49-F238E27FC236}">
                <a16:creationId xmlns:a16="http://schemas.microsoft.com/office/drawing/2014/main" id="{6A46EE91-9318-409D-0DB4-EB51DCA10F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3926" y="18601520"/>
            <a:ext cx="886302" cy="804489"/>
          </a:xfrm>
          <a:prstGeom prst="rect">
            <a:avLst/>
          </a:prstGeom>
        </p:spPr>
      </p:pic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D246B87-D6BC-C808-6825-CA6ECDB5A2AB}"/>
              </a:ext>
            </a:extLst>
          </p:cNvPr>
          <p:cNvCxnSpPr>
            <a:cxnSpLocks/>
            <a:stCxn id="31" idx="3"/>
            <a:endCxn id="30" idx="0"/>
          </p:cNvCxnSpPr>
          <p:nvPr/>
        </p:nvCxnSpPr>
        <p:spPr>
          <a:xfrm>
            <a:off x="12062940" y="8284208"/>
            <a:ext cx="3520912" cy="1526692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50E6C80A-2FD4-5ECC-E99B-D12F64EF5408}"/>
              </a:ext>
            </a:extLst>
          </p:cNvPr>
          <p:cNvCxnSpPr>
            <a:cxnSpLocks/>
          </p:cNvCxnSpPr>
          <p:nvPr/>
        </p:nvCxnSpPr>
        <p:spPr>
          <a:xfrm>
            <a:off x="12017506" y="10014097"/>
            <a:ext cx="3305016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0D1CD72-1D5D-958A-68F1-4D685B2A1A3A}"/>
              </a:ext>
            </a:extLst>
          </p:cNvPr>
          <p:cNvCxnSpPr>
            <a:cxnSpLocks/>
            <a:stCxn id="33" idx="3"/>
            <a:endCxn id="30" idx="2"/>
          </p:cNvCxnSpPr>
          <p:nvPr/>
        </p:nvCxnSpPr>
        <p:spPr>
          <a:xfrm flipV="1">
            <a:off x="12062940" y="10217293"/>
            <a:ext cx="3520912" cy="141654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B7CA3862-C342-ACB3-A333-CF732736475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>
            <a:off x="15799748" y="10014096"/>
            <a:ext cx="2635763" cy="2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C2FF9D7-3F68-A47D-BA07-EC9623D41B17}"/>
              </a:ext>
            </a:extLst>
          </p:cNvPr>
          <p:cNvCxnSpPr>
            <a:cxnSpLocks/>
            <a:stCxn id="27" idx="2"/>
            <a:endCxn id="17" idx="0"/>
          </p:cNvCxnSpPr>
          <p:nvPr/>
        </p:nvCxnSpPr>
        <p:spPr>
          <a:xfrm>
            <a:off x="20190619" y="8753611"/>
            <a:ext cx="0" cy="1044590"/>
          </a:xfrm>
          <a:prstGeom prst="line">
            <a:avLst/>
          </a:prstGeom>
          <a:ln w="38100">
            <a:prstDash val="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053ED227-FBF8-A816-FC27-9E432ABF466B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18994301" y="10001397"/>
            <a:ext cx="980422" cy="12701"/>
          </a:xfrm>
          <a:prstGeom prst="line">
            <a:avLst/>
          </a:prstGeom>
          <a:ln w="38100">
            <a:prstDash val="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9E848022-4E87-DA63-00D8-1DD483A15FC1}"/>
              </a:ext>
            </a:extLst>
          </p:cNvPr>
          <p:cNvCxnSpPr>
            <a:cxnSpLocks/>
          </p:cNvCxnSpPr>
          <p:nvPr/>
        </p:nvCxnSpPr>
        <p:spPr>
          <a:xfrm>
            <a:off x="20133470" y="8580536"/>
            <a:ext cx="0" cy="287524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BEA08BFE-6F72-F2E5-4142-22F4CC3C0D3A}"/>
              </a:ext>
            </a:extLst>
          </p:cNvPr>
          <p:cNvCxnSpPr>
            <a:cxnSpLocks/>
            <a:stCxn id="17" idx="3"/>
            <a:endCxn id="24" idx="1"/>
          </p:cNvCxnSpPr>
          <p:nvPr/>
        </p:nvCxnSpPr>
        <p:spPr>
          <a:xfrm>
            <a:off x="20406515" y="10001397"/>
            <a:ext cx="1032914" cy="12700"/>
          </a:xfrm>
          <a:prstGeom prst="line">
            <a:avLst/>
          </a:prstGeom>
          <a:ln w="38100">
            <a:prstDash val="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7461CE9A-74A2-E0FC-152B-8A04C78694F3}"/>
              </a:ext>
            </a:extLst>
          </p:cNvPr>
          <p:cNvCxnSpPr>
            <a:stCxn id="17" idx="2"/>
            <a:endCxn id="28" idx="0"/>
          </p:cNvCxnSpPr>
          <p:nvPr/>
        </p:nvCxnSpPr>
        <p:spPr>
          <a:xfrm>
            <a:off x="20190619" y="10204593"/>
            <a:ext cx="0" cy="1044589"/>
          </a:xfrm>
          <a:prstGeom prst="line">
            <a:avLst/>
          </a:prstGeom>
          <a:ln w="38100">
            <a:prstDash val="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6E8D0DE1-2280-A58B-EDFB-C4CAAE45B6CD}"/>
              </a:ext>
            </a:extLst>
          </p:cNvPr>
          <p:cNvCxnSpPr>
            <a:cxnSpLocks/>
            <a:stCxn id="27" idx="1"/>
            <a:endCxn id="9" idx="0"/>
          </p:cNvCxnSpPr>
          <p:nvPr/>
        </p:nvCxnSpPr>
        <p:spPr>
          <a:xfrm flipH="1">
            <a:off x="18714905" y="8474705"/>
            <a:ext cx="1066651" cy="134889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7ABE9388-2731-9AC5-8785-20B128BFEA50}"/>
              </a:ext>
            </a:extLst>
          </p:cNvPr>
          <p:cNvCxnSpPr>
            <a:cxnSpLocks/>
            <a:stCxn id="27" idx="3"/>
            <a:endCxn id="24" idx="0"/>
          </p:cNvCxnSpPr>
          <p:nvPr/>
        </p:nvCxnSpPr>
        <p:spPr>
          <a:xfrm>
            <a:off x="20599681" y="8474705"/>
            <a:ext cx="1119143" cy="134889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95BFD702-AA43-E06C-5471-3A7BC878DA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4723" y="9798200"/>
            <a:ext cx="431792" cy="40639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6B33CB3-0BEC-DD46-F59F-CAD05F086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57" y="11249182"/>
            <a:ext cx="818125" cy="55781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2FC6CD78-E3B2-1A7C-414E-04533BA3B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557" y="8195798"/>
            <a:ext cx="818125" cy="557813"/>
          </a:xfrm>
          <a:prstGeom prst="rect">
            <a:avLst/>
          </a:prstGeom>
        </p:spPr>
      </p:pic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DA3CD29F-1C36-0845-9211-E6D0D4559AFA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 flipV="1">
            <a:off x="21998219" y="10001397"/>
            <a:ext cx="1029730" cy="1270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906E4452-089E-FF65-70D9-F1352FF663A6}"/>
              </a:ext>
            </a:extLst>
          </p:cNvPr>
          <p:cNvCxnSpPr>
            <a:cxnSpLocks/>
            <a:stCxn id="29" idx="2"/>
            <a:endCxn id="27" idx="0"/>
          </p:cNvCxnSpPr>
          <p:nvPr/>
        </p:nvCxnSpPr>
        <p:spPr>
          <a:xfrm>
            <a:off x="20190617" y="6697159"/>
            <a:ext cx="2" cy="149863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A4C9986A-6AB8-242F-FB9E-66C26793CB30}"/>
              </a:ext>
            </a:extLst>
          </p:cNvPr>
          <p:cNvCxnSpPr>
            <a:cxnSpLocks/>
          </p:cNvCxnSpPr>
          <p:nvPr/>
        </p:nvCxnSpPr>
        <p:spPr>
          <a:xfrm>
            <a:off x="23443292" y="10014096"/>
            <a:ext cx="136220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0AD74296-8A9F-7528-527B-6F3ACEC2F6D1}"/>
              </a:ext>
            </a:extLst>
          </p:cNvPr>
          <p:cNvCxnSpPr>
            <a:cxnSpLocks/>
          </p:cNvCxnSpPr>
          <p:nvPr/>
        </p:nvCxnSpPr>
        <p:spPr>
          <a:xfrm>
            <a:off x="23443292" y="9937897"/>
            <a:ext cx="1362205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35BD00EE-FDF3-8203-95F7-2A1CBA7D9EE5}"/>
              </a:ext>
            </a:extLst>
          </p:cNvPr>
          <p:cNvCxnSpPr>
            <a:cxnSpLocks/>
          </p:cNvCxnSpPr>
          <p:nvPr/>
        </p:nvCxnSpPr>
        <p:spPr>
          <a:xfrm>
            <a:off x="23328699" y="10166962"/>
            <a:ext cx="705896" cy="847264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23580C3F-62C5-FE62-199D-0E0C416F3064}"/>
              </a:ext>
            </a:extLst>
          </p:cNvPr>
          <p:cNvCxnSpPr>
            <a:cxnSpLocks/>
          </p:cNvCxnSpPr>
          <p:nvPr/>
        </p:nvCxnSpPr>
        <p:spPr>
          <a:xfrm>
            <a:off x="23243845" y="10204593"/>
            <a:ext cx="705896" cy="847264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1892EACF-FAA2-63AC-BD31-FA0859032946}"/>
              </a:ext>
            </a:extLst>
          </p:cNvPr>
          <p:cNvCxnSpPr>
            <a:cxnSpLocks/>
          </p:cNvCxnSpPr>
          <p:nvPr/>
        </p:nvCxnSpPr>
        <p:spPr>
          <a:xfrm flipH="1">
            <a:off x="24342072" y="10131314"/>
            <a:ext cx="538518" cy="794251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B8221897-72E5-8200-0EA8-D8553238F94D}"/>
              </a:ext>
            </a:extLst>
          </p:cNvPr>
          <p:cNvCxnSpPr>
            <a:cxnSpLocks/>
          </p:cNvCxnSpPr>
          <p:nvPr/>
        </p:nvCxnSpPr>
        <p:spPr>
          <a:xfrm flipH="1">
            <a:off x="24374543" y="10140580"/>
            <a:ext cx="609355" cy="87364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50506588-9DA1-DB9F-B8B8-8A277BA8A0E7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25200659" y="9975148"/>
            <a:ext cx="2330662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BD833631-7727-FD05-A94F-E55F514D8C6E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 flipV="1">
            <a:off x="27963113" y="9968240"/>
            <a:ext cx="2663776" cy="690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A1B61F04-B78D-0267-167C-12806770DE1E}"/>
              </a:ext>
            </a:extLst>
          </p:cNvPr>
          <p:cNvCxnSpPr>
            <a:cxnSpLocks/>
            <a:stCxn id="39" idx="3"/>
            <a:endCxn id="40" idx="1"/>
          </p:cNvCxnSpPr>
          <p:nvPr/>
        </p:nvCxnSpPr>
        <p:spPr>
          <a:xfrm>
            <a:off x="31058680" y="9968240"/>
            <a:ext cx="2619986" cy="690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BC3E31B2-186F-3019-3B71-FD0E360D8EBA}"/>
              </a:ext>
            </a:extLst>
          </p:cNvPr>
          <p:cNvCxnSpPr>
            <a:cxnSpLocks/>
            <a:endCxn id="54" idx="0"/>
          </p:cNvCxnSpPr>
          <p:nvPr/>
        </p:nvCxnSpPr>
        <p:spPr>
          <a:xfrm flipH="1">
            <a:off x="27081400" y="10166962"/>
            <a:ext cx="488486" cy="999648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7F9E211D-5D70-0E05-DC92-90DCAF791000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27888216" y="10111173"/>
            <a:ext cx="553737" cy="1047413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직선 연결선 182">
            <a:extLst>
              <a:ext uri="{FF2B5EF4-FFF2-40B4-BE49-F238E27FC236}">
                <a16:creationId xmlns:a16="http://schemas.microsoft.com/office/drawing/2014/main" id="{0C53925E-9D21-92F1-76C3-7E3A334ADA32}"/>
              </a:ext>
            </a:extLst>
          </p:cNvPr>
          <p:cNvCxnSpPr>
            <a:cxnSpLocks/>
          </p:cNvCxnSpPr>
          <p:nvPr/>
        </p:nvCxnSpPr>
        <p:spPr>
          <a:xfrm flipH="1">
            <a:off x="30162511" y="10166962"/>
            <a:ext cx="488485" cy="105209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1246E672-58AC-6357-70E0-9D5C8CDE16B5}"/>
              </a:ext>
            </a:extLst>
          </p:cNvPr>
          <p:cNvCxnSpPr>
            <a:cxnSpLocks/>
          </p:cNvCxnSpPr>
          <p:nvPr/>
        </p:nvCxnSpPr>
        <p:spPr>
          <a:xfrm>
            <a:off x="30969326" y="10111173"/>
            <a:ext cx="553738" cy="1099863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5" name="직선 연결선 184">
            <a:extLst>
              <a:ext uri="{FF2B5EF4-FFF2-40B4-BE49-F238E27FC236}">
                <a16:creationId xmlns:a16="http://schemas.microsoft.com/office/drawing/2014/main" id="{CB97017B-F7B8-2496-9F3F-B75E176D7A56}"/>
              </a:ext>
            </a:extLst>
          </p:cNvPr>
          <p:cNvCxnSpPr>
            <a:cxnSpLocks/>
          </p:cNvCxnSpPr>
          <p:nvPr/>
        </p:nvCxnSpPr>
        <p:spPr>
          <a:xfrm flipH="1">
            <a:off x="33225783" y="10166962"/>
            <a:ext cx="488485" cy="105209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직선 연결선 185">
            <a:extLst>
              <a:ext uri="{FF2B5EF4-FFF2-40B4-BE49-F238E27FC236}">
                <a16:creationId xmlns:a16="http://schemas.microsoft.com/office/drawing/2014/main" id="{D9CB5B6C-D5D7-D2E9-5FDD-13C2B6D2D1DE}"/>
              </a:ext>
            </a:extLst>
          </p:cNvPr>
          <p:cNvCxnSpPr>
            <a:cxnSpLocks/>
          </p:cNvCxnSpPr>
          <p:nvPr/>
        </p:nvCxnSpPr>
        <p:spPr>
          <a:xfrm>
            <a:off x="34032598" y="10111173"/>
            <a:ext cx="553738" cy="1099863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8" name="그림 37">
            <a:extLst>
              <a:ext uri="{FF2B5EF4-FFF2-40B4-BE49-F238E27FC236}">
                <a16:creationId xmlns:a16="http://schemas.microsoft.com/office/drawing/2014/main" id="{56970DCD-0937-FBE7-CA37-008F673B66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1321" y="9771952"/>
            <a:ext cx="431792" cy="40639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E4B0A443-9933-081B-1CB3-46F2731631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6889" y="9765043"/>
            <a:ext cx="431792" cy="406393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DD53908C-DFA7-A25C-3025-9613D90696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8667" y="9771952"/>
            <a:ext cx="431792" cy="406393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52983425-8BAB-BF92-CA27-EBD84DD0EC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8454" y="11166610"/>
            <a:ext cx="665892" cy="604424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BBB4409-3800-4C44-3F78-2DF239963A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9007" y="11158585"/>
            <a:ext cx="665892" cy="604424"/>
          </a:xfrm>
          <a:prstGeom prst="rect">
            <a:avLst/>
          </a:prstGeom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id="{481CBC71-73A3-989B-F9AE-B7F2CD1685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0342" y="11166610"/>
            <a:ext cx="665892" cy="604424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94DC04D8-BC07-2941-510F-7EDA0C1518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9339" y="11153570"/>
            <a:ext cx="665892" cy="604424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BC6349D1-67CD-16C7-2EB1-DFE3465889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0510" y="11166610"/>
            <a:ext cx="665892" cy="604424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396F3E63-52BF-EC23-AB12-8F85D88F99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29507" y="11153570"/>
            <a:ext cx="665892" cy="604424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D656EB64-F1FE-6340-27CA-B5EF20C5B8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9189" y="10853197"/>
            <a:ext cx="431792" cy="40639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C73548D3-D3D6-7C33-E1FB-0E0EFDF7C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7950" y="9798200"/>
            <a:ext cx="431792" cy="40639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061E9851-B7F0-699D-4825-93F619C9EA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8867" y="9771952"/>
            <a:ext cx="431792" cy="406393"/>
          </a:xfrm>
          <a:prstGeom prst="rect">
            <a:avLst/>
          </a:prstGeom>
        </p:spPr>
      </p:pic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EC91EC10-211B-C89C-2AD2-61992EC26F5B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0599681" y="11528089"/>
            <a:ext cx="3771426" cy="4176052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930BBF20-C19C-F0EA-EC9F-1270DAF74D73}"/>
              </a:ext>
            </a:extLst>
          </p:cNvPr>
          <p:cNvCxnSpPr>
            <a:cxnSpLocks/>
            <a:stCxn id="295" idx="2"/>
            <a:endCxn id="62" idx="0"/>
          </p:cNvCxnSpPr>
          <p:nvPr/>
        </p:nvCxnSpPr>
        <p:spPr>
          <a:xfrm>
            <a:off x="24406805" y="17434029"/>
            <a:ext cx="10273" cy="1167491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FF6F7BAA-5CF9-A09F-7111-007B06BF27B0}"/>
              </a:ext>
            </a:extLst>
          </p:cNvPr>
          <p:cNvCxnSpPr>
            <a:cxnSpLocks/>
            <a:stCxn id="49" idx="0"/>
            <a:endCxn id="28" idx="1"/>
          </p:cNvCxnSpPr>
          <p:nvPr/>
        </p:nvCxnSpPr>
        <p:spPr>
          <a:xfrm flipV="1">
            <a:off x="15332473" y="11528089"/>
            <a:ext cx="4449084" cy="4309695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6" name="직선 연결선 205">
            <a:extLst>
              <a:ext uri="{FF2B5EF4-FFF2-40B4-BE49-F238E27FC236}">
                <a16:creationId xmlns:a16="http://schemas.microsoft.com/office/drawing/2014/main" id="{12123817-17F1-57B4-4259-C5F9DDAB7231}"/>
              </a:ext>
            </a:extLst>
          </p:cNvPr>
          <p:cNvCxnSpPr>
            <a:cxnSpLocks/>
            <a:stCxn id="52" idx="3"/>
            <a:endCxn id="51" idx="1"/>
          </p:cNvCxnSpPr>
          <p:nvPr/>
        </p:nvCxnSpPr>
        <p:spPr>
          <a:xfrm>
            <a:off x="9119490" y="16048479"/>
            <a:ext cx="3442056" cy="13332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9" name="직선 연결선 208">
            <a:extLst>
              <a:ext uri="{FF2B5EF4-FFF2-40B4-BE49-F238E27FC236}">
                <a16:creationId xmlns:a16="http://schemas.microsoft.com/office/drawing/2014/main" id="{AC8C82FE-766A-A196-D776-109B4C709343}"/>
              </a:ext>
            </a:extLst>
          </p:cNvPr>
          <p:cNvCxnSpPr>
            <a:cxnSpLocks/>
            <a:stCxn id="53" idx="3"/>
            <a:endCxn id="44" idx="1"/>
          </p:cNvCxnSpPr>
          <p:nvPr/>
        </p:nvCxnSpPr>
        <p:spPr>
          <a:xfrm flipV="1">
            <a:off x="9119490" y="19084406"/>
            <a:ext cx="5923637" cy="2731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3" name="직선 연결선 212">
            <a:extLst>
              <a:ext uri="{FF2B5EF4-FFF2-40B4-BE49-F238E27FC236}">
                <a16:creationId xmlns:a16="http://schemas.microsoft.com/office/drawing/2014/main" id="{491515AF-31BC-C50F-EB77-487E6825477A}"/>
              </a:ext>
            </a:extLst>
          </p:cNvPr>
          <p:cNvCxnSpPr>
            <a:cxnSpLocks/>
            <a:stCxn id="50" idx="3"/>
            <a:endCxn id="51" idx="2"/>
          </p:cNvCxnSpPr>
          <p:nvPr/>
        </p:nvCxnSpPr>
        <p:spPr>
          <a:xfrm flipV="1">
            <a:off x="9119490" y="16265007"/>
            <a:ext cx="3657952" cy="1238442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6" name="직선 연결선 215">
            <a:extLst>
              <a:ext uri="{FF2B5EF4-FFF2-40B4-BE49-F238E27FC236}">
                <a16:creationId xmlns:a16="http://schemas.microsoft.com/office/drawing/2014/main" id="{9E0D73DC-FC51-597A-1032-1B4B8142EF98}"/>
              </a:ext>
            </a:extLst>
          </p:cNvPr>
          <p:cNvCxnSpPr>
            <a:cxnSpLocks/>
            <a:stCxn id="51" idx="3"/>
            <a:endCxn id="49" idx="1"/>
          </p:cNvCxnSpPr>
          <p:nvPr/>
        </p:nvCxnSpPr>
        <p:spPr>
          <a:xfrm flipV="1">
            <a:off x="12993338" y="16028281"/>
            <a:ext cx="2059740" cy="3353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6D065277-2155-DE01-8042-766ED27DF99C}"/>
              </a:ext>
            </a:extLst>
          </p:cNvPr>
          <p:cNvCxnSpPr>
            <a:cxnSpLocks/>
            <a:stCxn id="49" idx="2"/>
            <a:endCxn id="44" idx="0"/>
          </p:cNvCxnSpPr>
          <p:nvPr/>
        </p:nvCxnSpPr>
        <p:spPr>
          <a:xfrm flipH="1">
            <a:off x="15322522" y="16218777"/>
            <a:ext cx="9951" cy="2675132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8" name="TextBox 237">
            <a:extLst>
              <a:ext uri="{FF2B5EF4-FFF2-40B4-BE49-F238E27FC236}">
                <a16:creationId xmlns:a16="http://schemas.microsoft.com/office/drawing/2014/main" id="{D1FDA557-DE58-A206-C883-CD0945D3EA95}"/>
              </a:ext>
            </a:extLst>
          </p:cNvPr>
          <p:cNvSpPr txBox="1"/>
          <p:nvPr/>
        </p:nvSpPr>
        <p:spPr>
          <a:xfrm>
            <a:off x="19622100" y="5950594"/>
            <a:ext cx="1537152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33" dirty="0"/>
              <a:t>Ethernet</a:t>
            </a:r>
            <a:endParaRPr lang="ko-KR" altLang="en-US" sz="2133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FAFFC827-93D7-BB9E-56D8-A4C1CDD7FE5C}"/>
              </a:ext>
            </a:extLst>
          </p:cNvPr>
          <p:cNvSpPr txBox="1"/>
          <p:nvPr/>
        </p:nvSpPr>
        <p:spPr>
          <a:xfrm>
            <a:off x="20145267" y="8719265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10.4.0.1</a:t>
            </a:r>
            <a:endParaRPr lang="ko-KR" altLang="en-US" sz="1600" dirty="0"/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476ABCBD-705F-4252-8FD8-02B88B65659D}"/>
              </a:ext>
            </a:extLst>
          </p:cNvPr>
          <p:cNvSpPr txBox="1"/>
          <p:nvPr/>
        </p:nvSpPr>
        <p:spPr>
          <a:xfrm>
            <a:off x="20820069" y="7823294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10.4.0.0/20</a:t>
            </a:r>
            <a:endParaRPr lang="ko-KR" altLang="en-US" sz="160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59EEC1F3-47A1-0EDF-9F36-8E0C8D82D928}"/>
              </a:ext>
            </a:extLst>
          </p:cNvPr>
          <p:cNvSpPr txBox="1"/>
          <p:nvPr/>
        </p:nvSpPr>
        <p:spPr>
          <a:xfrm>
            <a:off x="19001189" y="9634055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10.4.0.2</a:t>
            </a:r>
            <a:endParaRPr lang="ko-KR" altLang="en-US" sz="1600" dirty="0"/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F96668B8-66EC-1C4F-95B7-9C3061C05749}"/>
              </a:ext>
            </a:extLst>
          </p:cNvPr>
          <p:cNvSpPr txBox="1"/>
          <p:nvPr/>
        </p:nvSpPr>
        <p:spPr>
          <a:xfrm>
            <a:off x="20721822" y="9648482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10.4.0.4</a:t>
            </a:r>
            <a:endParaRPr lang="ko-KR" altLang="en-US" sz="16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A935C7E5-76F5-2D42-C3D5-75820A9A3C68}"/>
              </a:ext>
            </a:extLst>
          </p:cNvPr>
          <p:cNvSpPr txBox="1"/>
          <p:nvPr/>
        </p:nvSpPr>
        <p:spPr>
          <a:xfrm>
            <a:off x="20178400" y="10909602"/>
            <a:ext cx="859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10.4.0.3</a:t>
            </a:r>
            <a:endParaRPr lang="ko-KR" altLang="en-US" sz="16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65A7C745-74B9-937A-BD1D-7D2D216C600E}"/>
              </a:ext>
            </a:extLst>
          </p:cNvPr>
          <p:cNvSpPr txBox="1"/>
          <p:nvPr/>
        </p:nvSpPr>
        <p:spPr>
          <a:xfrm>
            <a:off x="17668321" y="9465528"/>
            <a:ext cx="963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10.4.64.1</a:t>
            </a:r>
            <a:endParaRPr lang="ko-KR" altLang="en-US" sz="1600" dirty="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573EE27F-21C1-C64F-0E5E-F447A0C5BE04}"/>
              </a:ext>
            </a:extLst>
          </p:cNvPr>
          <p:cNvSpPr txBox="1"/>
          <p:nvPr/>
        </p:nvSpPr>
        <p:spPr>
          <a:xfrm>
            <a:off x="15786839" y="10111173"/>
            <a:ext cx="10246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vlan</a:t>
            </a:r>
            <a:r>
              <a:rPr lang="en-US" altLang="ko-KR" sz="1600" dirty="0"/>
              <a:t> trunk</a:t>
            </a:r>
            <a:endParaRPr lang="ko-KR" altLang="en-US" sz="1600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7DA8885D-DB8D-D76F-9F60-6592278E2063}"/>
              </a:ext>
            </a:extLst>
          </p:cNvPr>
          <p:cNvSpPr txBox="1"/>
          <p:nvPr/>
        </p:nvSpPr>
        <p:spPr>
          <a:xfrm>
            <a:off x="16451063" y="7132640"/>
            <a:ext cx="1250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10.4.64.0/20</a:t>
            </a:r>
            <a:endParaRPr lang="ko-KR" altLang="en-US" sz="1600" dirty="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B27AAC5B-6F6B-43C4-8EB0-B4544415B61A}"/>
              </a:ext>
            </a:extLst>
          </p:cNvPr>
          <p:cNvSpPr txBox="1"/>
          <p:nvPr/>
        </p:nvSpPr>
        <p:spPr>
          <a:xfrm>
            <a:off x="12081308" y="7955927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10.4.64.2	</a:t>
            </a:r>
            <a:endParaRPr lang="ko-KR" altLang="en-US" sz="1600" dirty="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05C8F72E-8B86-B18E-55FD-42047DBBE275}"/>
              </a:ext>
            </a:extLst>
          </p:cNvPr>
          <p:cNvSpPr txBox="1"/>
          <p:nvPr/>
        </p:nvSpPr>
        <p:spPr>
          <a:xfrm>
            <a:off x="12128992" y="9609916"/>
            <a:ext cx="963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10.4.64.3</a:t>
            </a:r>
            <a:endParaRPr lang="ko-KR" altLang="en-US" sz="1600" dirty="0"/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F1426CB9-0BF2-5A5B-8B0E-86871CD163C5}"/>
              </a:ext>
            </a:extLst>
          </p:cNvPr>
          <p:cNvSpPr txBox="1"/>
          <p:nvPr/>
        </p:nvSpPr>
        <p:spPr>
          <a:xfrm>
            <a:off x="12138835" y="10910628"/>
            <a:ext cx="9637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10.4.64.4</a:t>
            </a:r>
            <a:endParaRPr lang="ko-KR" altLang="en-US" sz="1600" dirty="0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C08686FF-B907-4761-B3CE-41B37DC8507B}"/>
              </a:ext>
            </a:extLst>
          </p:cNvPr>
          <p:cNvSpPr txBox="1"/>
          <p:nvPr/>
        </p:nvSpPr>
        <p:spPr>
          <a:xfrm>
            <a:off x="11386093" y="8714229"/>
            <a:ext cx="81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Ubuntu</a:t>
            </a:r>
            <a:endParaRPr lang="ko-KR" altLang="en-US" sz="1600" dirty="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AA1FC530-D373-E756-4589-D5996D373333}"/>
              </a:ext>
            </a:extLst>
          </p:cNvPr>
          <p:cNvSpPr txBox="1"/>
          <p:nvPr/>
        </p:nvSpPr>
        <p:spPr>
          <a:xfrm>
            <a:off x="11381483" y="10495678"/>
            <a:ext cx="778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Rocky9</a:t>
            </a:r>
            <a:endParaRPr lang="ko-KR" altLang="en-US" sz="1600" dirty="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259D26F2-5946-49D7-B0A0-A6F1F4972B7D}"/>
              </a:ext>
            </a:extLst>
          </p:cNvPr>
          <p:cNvSpPr txBox="1"/>
          <p:nvPr/>
        </p:nvSpPr>
        <p:spPr>
          <a:xfrm>
            <a:off x="11090182" y="12104852"/>
            <a:ext cx="1359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Win Server 22</a:t>
            </a:r>
            <a:endParaRPr lang="ko-KR" altLang="en-US" sz="16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9CE0BFFC-2674-877D-E9DC-E0D8FD297EBA}"/>
              </a:ext>
            </a:extLst>
          </p:cNvPr>
          <p:cNvSpPr txBox="1"/>
          <p:nvPr/>
        </p:nvSpPr>
        <p:spPr>
          <a:xfrm>
            <a:off x="23691420" y="10225067"/>
            <a:ext cx="808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Vlan</a:t>
            </a:r>
            <a:r>
              <a:rPr lang="en-US" altLang="ko-KR" sz="1600" dirty="0"/>
              <a:t> 20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C04D8721-F72E-FFCB-F7E2-32C114C8667F}"/>
              </a:ext>
            </a:extLst>
          </p:cNvPr>
          <p:cNvSpPr txBox="1"/>
          <p:nvPr/>
        </p:nvSpPr>
        <p:spPr>
          <a:xfrm>
            <a:off x="22781534" y="10562743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Vlan</a:t>
            </a:r>
            <a:r>
              <a:rPr lang="en-US" altLang="ko-KR" sz="1600" dirty="0"/>
              <a:t>	10</a:t>
            </a:r>
            <a:endParaRPr lang="ko-KR" altLang="en-US" sz="16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D861AD90-2FD9-1152-E394-2DAC6F316751}"/>
              </a:ext>
            </a:extLst>
          </p:cNvPr>
          <p:cNvSpPr txBox="1"/>
          <p:nvPr/>
        </p:nvSpPr>
        <p:spPr>
          <a:xfrm>
            <a:off x="25834019" y="7158558"/>
            <a:ext cx="37753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Vlan</a:t>
            </a:r>
            <a:r>
              <a:rPr lang="en-US" altLang="ko-KR" sz="1600" dirty="0"/>
              <a:t> 10 : 10.4.196.0/22	- </a:t>
            </a:r>
            <a:r>
              <a:rPr lang="ko-KR" altLang="en-US" sz="1600" dirty="0"/>
              <a:t>일반 </a:t>
            </a:r>
            <a:r>
              <a:rPr lang="ko-KR" altLang="en-US" sz="1600" dirty="0" err="1"/>
              <a:t>사원급</a:t>
            </a:r>
            <a:endParaRPr lang="en-US" altLang="ko-KR" sz="1600" dirty="0"/>
          </a:p>
          <a:p>
            <a:r>
              <a:rPr lang="en-US" altLang="ko-KR" sz="1600" dirty="0" err="1"/>
              <a:t>Vlan</a:t>
            </a:r>
            <a:r>
              <a:rPr lang="en-US" altLang="ko-KR" sz="1600" dirty="0"/>
              <a:t> 20</a:t>
            </a:r>
            <a:r>
              <a:rPr lang="ko-KR" altLang="en-US" sz="1600" dirty="0"/>
              <a:t> </a:t>
            </a:r>
            <a:r>
              <a:rPr lang="en-US" altLang="ko-KR" sz="1600" dirty="0"/>
              <a:t>: 10.4.200.0/22	- </a:t>
            </a:r>
            <a:r>
              <a:rPr lang="ko-KR" altLang="en-US" sz="1600" dirty="0"/>
              <a:t>관리 임원급</a:t>
            </a:r>
            <a:endParaRPr lang="en-US" altLang="ko-KR" sz="1600" dirty="0"/>
          </a:p>
          <a:p>
            <a:r>
              <a:rPr lang="en-US" altLang="ko-KR" sz="1600" dirty="0" err="1"/>
              <a:t>Vlan</a:t>
            </a:r>
            <a:r>
              <a:rPr lang="en-US" altLang="ko-KR" sz="1600" dirty="0"/>
              <a:t> 100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10.4.200.0/22	- </a:t>
            </a:r>
            <a:r>
              <a:rPr lang="ko-KR" altLang="en-US" sz="1600" dirty="0"/>
              <a:t>총괄 책임자</a:t>
            </a:r>
            <a:endParaRPr lang="en-US" altLang="ko-KR" sz="16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A757E60F-001E-3E41-D01C-49343CB83DDB}"/>
              </a:ext>
            </a:extLst>
          </p:cNvPr>
          <p:cNvSpPr txBox="1"/>
          <p:nvPr/>
        </p:nvSpPr>
        <p:spPr>
          <a:xfrm>
            <a:off x="21617077" y="8611610"/>
            <a:ext cx="18966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Vlan</a:t>
            </a:r>
            <a:r>
              <a:rPr lang="en-US" altLang="ko-KR" sz="1600" dirty="0"/>
              <a:t> 10 : 10.4.196.1</a:t>
            </a:r>
          </a:p>
          <a:p>
            <a:r>
              <a:rPr lang="en-US" altLang="ko-KR" sz="1600" dirty="0" err="1"/>
              <a:t>Vlan</a:t>
            </a:r>
            <a:r>
              <a:rPr lang="en-US" altLang="ko-KR" sz="1600" dirty="0"/>
              <a:t> 20 : 10.4.200.1</a:t>
            </a:r>
          </a:p>
          <a:p>
            <a:r>
              <a:rPr lang="en-US" altLang="ko-KR" sz="1600" dirty="0" err="1"/>
              <a:t>Vlan</a:t>
            </a:r>
            <a:r>
              <a:rPr lang="en-US" altLang="ko-KR" sz="1600" dirty="0"/>
              <a:t> 100: 10.4.204.1</a:t>
            </a:r>
            <a:endParaRPr lang="ko-KR" altLang="en-US" sz="16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3C2214B1-CAF1-0BCA-B0A4-8DC42F148616}"/>
              </a:ext>
            </a:extLst>
          </p:cNvPr>
          <p:cNvSpPr txBox="1"/>
          <p:nvPr/>
        </p:nvSpPr>
        <p:spPr>
          <a:xfrm>
            <a:off x="28149967" y="10283806"/>
            <a:ext cx="808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Vlan</a:t>
            </a:r>
            <a:r>
              <a:rPr lang="en-US" altLang="ko-KR" sz="1600" dirty="0"/>
              <a:t> 20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5AADED25-EB32-B690-814C-8D6296875815}"/>
              </a:ext>
            </a:extLst>
          </p:cNvPr>
          <p:cNvSpPr txBox="1"/>
          <p:nvPr/>
        </p:nvSpPr>
        <p:spPr>
          <a:xfrm>
            <a:off x="26535965" y="10288737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Vlan</a:t>
            </a:r>
            <a:r>
              <a:rPr lang="en-US" altLang="ko-KR" sz="1600" dirty="0"/>
              <a:t>	10</a:t>
            </a:r>
            <a:endParaRPr lang="ko-KR" altLang="en-US" sz="16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ED279023-299E-C974-F84A-B3933869A4D0}"/>
              </a:ext>
            </a:extLst>
          </p:cNvPr>
          <p:cNvSpPr txBox="1"/>
          <p:nvPr/>
        </p:nvSpPr>
        <p:spPr>
          <a:xfrm>
            <a:off x="31222288" y="10240124"/>
            <a:ext cx="808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Vlan</a:t>
            </a:r>
            <a:r>
              <a:rPr lang="en-US" altLang="ko-KR" sz="1600" dirty="0"/>
              <a:t> 20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AC06C83-5F53-78E4-0822-43A92B9A0FEC}"/>
              </a:ext>
            </a:extLst>
          </p:cNvPr>
          <p:cNvSpPr txBox="1"/>
          <p:nvPr/>
        </p:nvSpPr>
        <p:spPr>
          <a:xfrm>
            <a:off x="29608286" y="10245056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Vlan</a:t>
            </a:r>
            <a:r>
              <a:rPr lang="en-US" altLang="ko-KR" sz="1600" dirty="0"/>
              <a:t>	10</a:t>
            </a:r>
            <a:endParaRPr lang="ko-KR" altLang="en-US" sz="1600" dirty="0"/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5E0476AE-F88A-E566-6685-A8611B5A1518}"/>
              </a:ext>
            </a:extLst>
          </p:cNvPr>
          <p:cNvSpPr txBox="1"/>
          <p:nvPr/>
        </p:nvSpPr>
        <p:spPr>
          <a:xfrm>
            <a:off x="34215685" y="10199791"/>
            <a:ext cx="8082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Vlan</a:t>
            </a:r>
            <a:r>
              <a:rPr lang="en-US" altLang="ko-KR" sz="1600" dirty="0"/>
              <a:t> 20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3C5E79AD-AD6D-5177-871F-A66FA4361940}"/>
              </a:ext>
            </a:extLst>
          </p:cNvPr>
          <p:cNvSpPr txBox="1"/>
          <p:nvPr/>
        </p:nvSpPr>
        <p:spPr>
          <a:xfrm>
            <a:off x="32601683" y="10204722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/>
              <a:t>Vlan</a:t>
            </a:r>
            <a:r>
              <a:rPr lang="en-US" altLang="ko-KR" sz="1600" dirty="0"/>
              <a:t>	10</a:t>
            </a:r>
            <a:endParaRPr lang="ko-KR" altLang="en-US" sz="1600" dirty="0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0C05CB7B-46EA-C4B1-477C-181237227D47}"/>
              </a:ext>
            </a:extLst>
          </p:cNvPr>
          <p:cNvSpPr txBox="1"/>
          <p:nvPr/>
        </p:nvSpPr>
        <p:spPr>
          <a:xfrm>
            <a:off x="26506324" y="11903548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10.4.196.10</a:t>
            </a:r>
            <a:endParaRPr lang="ko-KR" altLang="en-US" sz="1600" dirty="0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EB3AA830-6A99-03E5-59D1-FFCCAC5A1183}"/>
              </a:ext>
            </a:extLst>
          </p:cNvPr>
          <p:cNvSpPr txBox="1"/>
          <p:nvPr/>
        </p:nvSpPr>
        <p:spPr>
          <a:xfrm>
            <a:off x="27909434" y="11903548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10.4.200.10</a:t>
            </a:r>
            <a:endParaRPr lang="ko-KR" altLang="en-US" sz="1600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BE221D6B-F9D1-5F84-1684-9034851F4D11}"/>
              </a:ext>
            </a:extLst>
          </p:cNvPr>
          <p:cNvSpPr txBox="1"/>
          <p:nvPr/>
        </p:nvSpPr>
        <p:spPr>
          <a:xfrm>
            <a:off x="29488212" y="11910455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10.4.196.11</a:t>
            </a:r>
            <a:endParaRPr lang="ko-KR" altLang="en-US" sz="1600" dirty="0"/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8B40E885-3AEF-940C-2791-94850007174D}"/>
              </a:ext>
            </a:extLst>
          </p:cNvPr>
          <p:cNvSpPr txBox="1"/>
          <p:nvPr/>
        </p:nvSpPr>
        <p:spPr>
          <a:xfrm>
            <a:off x="32528381" y="11902567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10.4.196.12</a:t>
            </a:r>
            <a:endParaRPr lang="ko-KR" altLang="en-US" sz="1600" dirty="0"/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D9BA09C6-E371-1D46-3285-C452797223E7}"/>
              </a:ext>
            </a:extLst>
          </p:cNvPr>
          <p:cNvSpPr txBox="1"/>
          <p:nvPr/>
        </p:nvSpPr>
        <p:spPr>
          <a:xfrm>
            <a:off x="31058681" y="11903548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10.4.200.11</a:t>
            </a:r>
            <a:endParaRPr lang="ko-KR" altLang="en-US" sz="1600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F2ECC00-0E8F-51CC-4022-7010D513C915}"/>
              </a:ext>
            </a:extLst>
          </p:cNvPr>
          <p:cNvSpPr txBox="1"/>
          <p:nvPr/>
        </p:nvSpPr>
        <p:spPr>
          <a:xfrm>
            <a:off x="34110458" y="11903548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10.4.200.12</a:t>
            </a:r>
            <a:endParaRPr lang="ko-KR" altLang="en-US" sz="16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2A429DE-29D1-91EC-F7BF-5EA82B8A22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4862" y="14386987"/>
            <a:ext cx="1346175" cy="601122"/>
          </a:xfrm>
          <a:prstGeom prst="rect">
            <a:avLst/>
          </a:prstGeom>
        </p:spPr>
      </p:pic>
      <p:sp>
        <p:nvSpPr>
          <p:cNvPr id="277" name="TextBox 276">
            <a:extLst>
              <a:ext uri="{FF2B5EF4-FFF2-40B4-BE49-F238E27FC236}">
                <a16:creationId xmlns:a16="http://schemas.microsoft.com/office/drawing/2014/main" id="{4968D015-BD15-EBA9-885D-4D501E73AF4D}"/>
              </a:ext>
            </a:extLst>
          </p:cNvPr>
          <p:cNvSpPr txBox="1"/>
          <p:nvPr/>
        </p:nvSpPr>
        <p:spPr>
          <a:xfrm>
            <a:off x="17875015" y="11903548"/>
            <a:ext cx="1354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10.4.128.1/20</a:t>
            </a:r>
            <a:endParaRPr lang="ko-KR" altLang="en-US" sz="1600" dirty="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5F2DD517-0526-2830-4D5C-06E7FC47C7A6}"/>
              </a:ext>
            </a:extLst>
          </p:cNvPr>
          <p:cNvSpPr txBox="1"/>
          <p:nvPr/>
        </p:nvSpPr>
        <p:spPr>
          <a:xfrm>
            <a:off x="21111531" y="11884658"/>
            <a:ext cx="1354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10.4.160.1/20</a:t>
            </a:r>
            <a:endParaRPr lang="ko-KR" altLang="en-US" sz="1600" dirty="0"/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AFB19FDC-3451-5206-F272-56CB8935B294}"/>
              </a:ext>
            </a:extLst>
          </p:cNvPr>
          <p:cNvSpPr txBox="1"/>
          <p:nvPr/>
        </p:nvSpPr>
        <p:spPr>
          <a:xfrm>
            <a:off x="15132768" y="14146539"/>
            <a:ext cx="1354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10.4.128.2/20</a:t>
            </a:r>
            <a:endParaRPr lang="ko-KR" altLang="en-US" sz="1600" dirty="0"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234775D6-73B2-C85C-8158-5F9A4D292352}"/>
              </a:ext>
            </a:extLst>
          </p:cNvPr>
          <p:cNvSpPr txBox="1"/>
          <p:nvPr/>
        </p:nvSpPr>
        <p:spPr>
          <a:xfrm>
            <a:off x="23515131" y="14151202"/>
            <a:ext cx="1067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10.4.160.2</a:t>
            </a:r>
            <a:endParaRPr lang="ko-KR" altLang="en-US" sz="1600" dirty="0"/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FCBB12D9-9FB3-806E-863F-94C1A788DCE1}"/>
              </a:ext>
            </a:extLst>
          </p:cNvPr>
          <p:cNvSpPr txBox="1"/>
          <p:nvPr/>
        </p:nvSpPr>
        <p:spPr>
          <a:xfrm>
            <a:off x="15762771" y="16112169"/>
            <a:ext cx="1354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10.4.136.1/21</a:t>
            </a:r>
            <a:endParaRPr lang="ko-KR" altLang="en-US" sz="1600" dirty="0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546672E-F70D-6E34-89BA-048C555E7714}"/>
              </a:ext>
            </a:extLst>
          </p:cNvPr>
          <p:cNvSpPr txBox="1"/>
          <p:nvPr/>
        </p:nvSpPr>
        <p:spPr>
          <a:xfrm>
            <a:off x="15765352" y="18515615"/>
            <a:ext cx="13548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10.4.136.2/21</a:t>
            </a:r>
            <a:endParaRPr lang="ko-KR" altLang="en-US" sz="1600" dirty="0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F3FC7666-C196-7CFD-FC08-74FB6A906116}"/>
              </a:ext>
            </a:extLst>
          </p:cNvPr>
          <p:cNvSpPr txBox="1"/>
          <p:nvPr/>
        </p:nvSpPr>
        <p:spPr>
          <a:xfrm>
            <a:off x="13521369" y="19196993"/>
            <a:ext cx="13548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10.4.144.1/21</a:t>
            </a:r>
          </a:p>
          <a:p>
            <a:r>
              <a:rPr lang="en-US" altLang="ko-KR" sz="1600" dirty="0" err="1"/>
              <a:t>Vlan</a:t>
            </a:r>
            <a:r>
              <a:rPr lang="en-US" altLang="ko-KR" sz="1600" dirty="0"/>
              <a:t> 10</a:t>
            </a:r>
            <a:endParaRPr lang="ko-KR" altLang="en-US" sz="1600" dirty="0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5210F1FF-B098-E6A1-0732-8F54D2C7730E}"/>
              </a:ext>
            </a:extLst>
          </p:cNvPr>
          <p:cNvSpPr txBox="1"/>
          <p:nvPr/>
        </p:nvSpPr>
        <p:spPr>
          <a:xfrm>
            <a:off x="8303190" y="16497051"/>
            <a:ext cx="81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Ubuntu</a:t>
            </a:r>
            <a:endParaRPr lang="ko-KR" altLang="en-US" sz="1600" dirty="0"/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6C61B682-62B6-B1F4-FFA0-8FD839191161}"/>
              </a:ext>
            </a:extLst>
          </p:cNvPr>
          <p:cNvSpPr txBox="1"/>
          <p:nvPr/>
        </p:nvSpPr>
        <p:spPr>
          <a:xfrm>
            <a:off x="8287161" y="19489381"/>
            <a:ext cx="778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Rocky9</a:t>
            </a:r>
            <a:endParaRPr lang="ko-KR" altLang="en-US" sz="1600" dirty="0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A3685629-26F9-8147-F631-62BB917E5C4E}"/>
              </a:ext>
            </a:extLst>
          </p:cNvPr>
          <p:cNvSpPr txBox="1"/>
          <p:nvPr/>
        </p:nvSpPr>
        <p:spPr>
          <a:xfrm>
            <a:off x="7996538" y="18017774"/>
            <a:ext cx="1359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Win Server 22</a:t>
            </a:r>
            <a:endParaRPr lang="ko-KR" altLang="en-US" sz="1600" dirty="0"/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CD2F57A9-A5BC-4557-AFFD-F901E509C3A8}"/>
              </a:ext>
            </a:extLst>
          </p:cNvPr>
          <p:cNvSpPr txBox="1"/>
          <p:nvPr/>
        </p:nvSpPr>
        <p:spPr>
          <a:xfrm>
            <a:off x="28165084" y="14771792"/>
            <a:ext cx="16674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Attacker / PAT</a:t>
            </a:r>
          </a:p>
          <a:p>
            <a:r>
              <a:rPr lang="en-US" altLang="ko-KR" sz="1600" dirty="0"/>
              <a:t>192.168.100.0/24</a:t>
            </a:r>
            <a:endParaRPr lang="ko-KR" altLang="en-US" sz="1600" dirty="0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BD7A9463-B724-2BC1-A7A3-E1807AFAEE2F}"/>
              </a:ext>
            </a:extLst>
          </p:cNvPr>
          <p:cNvSpPr txBox="1"/>
          <p:nvPr/>
        </p:nvSpPr>
        <p:spPr>
          <a:xfrm>
            <a:off x="25187053" y="15592705"/>
            <a:ext cx="1380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192.168.100.1</a:t>
            </a:r>
            <a:endParaRPr lang="ko-KR" altLang="en-US" sz="1600" dirty="0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24F4A6D3-8CD9-8B85-A636-68DF512452C9}"/>
              </a:ext>
            </a:extLst>
          </p:cNvPr>
          <p:cNvSpPr txBox="1"/>
          <p:nvPr/>
        </p:nvSpPr>
        <p:spPr>
          <a:xfrm>
            <a:off x="22718976" y="14916170"/>
            <a:ext cx="812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6C8F93"/>
                </a:solidFill>
              </a:rPr>
              <a:t>PAT</a:t>
            </a:r>
            <a:endParaRPr lang="ko-KR" altLang="en-US" sz="3200" dirty="0">
              <a:solidFill>
                <a:srgbClr val="6C8F93"/>
              </a:solidFill>
            </a:endParaRPr>
          </a:p>
        </p:txBody>
      </p:sp>
      <p:pic>
        <p:nvPicPr>
          <p:cNvPr id="292" name="그림 291">
            <a:extLst>
              <a:ext uri="{FF2B5EF4-FFF2-40B4-BE49-F238E27FC236}">
                <a16:creationId xmlns:a16="http://schemas.microsoft.com/office/drawing/2014/main" id="{DEC80D4E-0E97-CBCD-5B89-0BA33E86F5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5818" y="18630579"/>
            <a:ext cx="886302" cy="804489"/>
          </a:xfrm>
          <a:prstGeom prst="rect">
            <a:avLst/>
          </a:prstGeom>
        </p:spPr>
      </p:pic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id="{A7FF8639-2154-92E0-51E5-5DACD6165D8E}"/>
              </a:ext>
            </a:extLst>
          </p:cNvPr>
          <p:cNvCxnSpPr>
            <a:cxnSpLocks/>
            <a:stCxn id="295" idx="3"/>
            <a:endCxn id="292" idx="0"/>
          </p:cNvCxnSpPr>
          <p:nvPr/>
        </p:nvCxnSpPr>
        <p:spPr>
          <a:xfrm>
            <a:off x="24622701" y="17230833"/>
            <a:ext cx="2736269" cy="139974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95" name="그림 294">
            <a:extLst>
              <a:ext uri="{FF2B5EF4-FFF2-40B4-BE49-F238E27FC236}">
                <a16:creationId xmlns:a16="http://schemas.microsoft.com/office/drawing/2014/main" id="{7F3161EE-81F3-7D57-7472-F155804496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0909" y="17027636"/>
            <a:ext cx="431792" cy="406393"/>
          </a:xfrm>
          <a:prstGeom prst="rect">
            <a:avLst/>
          </a:prstGeom>
        </p:spPr>
      </p:pic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246EE25E-3A65-D6F5-917C-CD015EBB566C}"/>
              </a:ext>
            </a:extLst>
          </p:cNvPr>
          <p:cNvCxnSpPr>
            <a:cxnSpLocks/>
            <a:stCxn id="45" idx="2"/>
            <a:endCxn id="295" idx="0"/>
          </p:cNvCxnSpPr>
          <p:nvPr/>
        </p:nvCxnSpPr>
        <p:spPr>
          <a:xfrm>
            <a:off x="24406805" y="16111491"/>
            <a:ext cx="0" cy="916146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9" name="TextBox 318">
            <a:extLst>
              <a:ext uri="{FF2B5EF4-FFF2-40B4-BE49-F238E27FC236}">
                <a16:creationId xmlns:a16="http://schemas.microsoft.com/office/drawing/2014/main" id="{8B476ECC-AD8B-B1E0-D226-FF56D689110B}"/>
              </a:ext>
            </a:extLst>
          </p:cNvPr>
          <p:cNvSpPr txBox="1"/>
          <p:nvPr/>
        </p:nvSpPr>
        <p:spPr>
          <a:xfrm>
            <a:off x="23737987" y="19514083"/>
            <a:ext cx="1380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192.168.100.2</a:t>
            </a:r>
            <a:endParaRPr lang="ko-KR" altLang="en-US" sz="1600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FED2645C-2BC4-23FE-08E1-B982E31D1A99}"/>
              </a:ext>
            </a:extLst>
          </p:cNvPr>
          <p:cNvSpPr txBox="1"/>
          <p:nvPr/>
        </p:nvSpPr>
        <p:spPr>
          <a:xfrm>
            <a:off x="26646552" y="19500125"/>
            <a:ext cx="1380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192.168.100.3</a:t>
            </a:r>
            <a:endParaRPr lang="ko-KR" altLang="en-US" sz="1600" dirty="0"/>
          </a:p>
        </p:txBody>
      </p:sp>
      <p:pic>
        <p:nvPicPr>
          <p:cNvPr id="323" name="그림 322">
            <a:extLst>
              <a:ext uri="{FF2B5EF4-FFF2-40B4-BE49-F238E27FC236}">
                <a16:creationId xmlns:a16="http://schemas.microsoft.com/office/drawing/2014/main" id="{B8B78EE7-4D33-ABF0-1D68-1D02A69FE1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9839" y="7513209"/>
            <a:ext cx="665892" cy="604424"/>
          </a:xfrm>
          <a:prstGeom prst="rect">
            <a:avLst/>
          </a:prstGeom>
        </p:spPr>
      </p:pic>
      <p:cxnSp>
        <p:nvCxnSpPr>
          <p:cNvPr id="324" name="직선 연결선 323">
            <a:extLst>
              <a:ext uri="{FF2B5EF4-FFF2-40B4-BE49-F238E27FC236}">
                <a16:creationId xmlns:a16="http://schemas.microsoft.com/office/drawing/2014/main" id="{FFD6E870-5D59-FD21-CD03-C840B79CC469}"/>
              </a:ext>
            </a:extLst>
          </p:cNvPr>
          <p:cNvCxnSpPr>
            <a:cxnSpLocks/>
            <a:stCxn id="323" idx="2"/>
            <a:endCxn id="39" idx="0"/>
          </p:cNvCxnSpPr>
          <p:nvPr/>
        </p:nvCxnSpPr>
        <p:spPr>
          <a:xfrm>
            <a:off x="30842785" y="8117633"/>
            <a:ext cx="0" cy="164741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headEnd type="oval" w="med" len="med"/>
            <a:tailEnd type="oval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7" name="TextBox 326">
            <a:extLst>
              <a:ext uri="{FF2B5EF4-FFF2-40B4-BE49-F238E27FC236}">
                <a16:creationId xmlns:a16="http://schemas.microsoft.com/office/drawing/2014/main" id="{49594742-681D-7636-987C-B4CEF909A0EC}"/>
              </a:ext>
            </a:extLst>
          </p:cNvPr>
          <p:cNvSpPr txBox="1"/>
          <p:nvPr/>
        </p:nvSpPr>
        <p:spPr>
          <a:xfrm>
            <a:off x="31246195" y="7549467"/>
            <a:ext cx="1293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Vlan</a:t>
            </a:r>
            <a:r>
              <a:rPr lang="en-US" altLang="ko-KR" dirty="0"/>
              <a:t> 100</a:t>
            </a:r>
          </a:p>
          <a:p>
            <a:r>
              <a:rPr lang="en-US" altLang="ko-KR" dirty="0"/>
              <a:t>10.4.204.10</a:t>
            </a:r>
            <a:endParaRPr lang="ko-KR" altLang="en-US" dirty="0"/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92353DB4-962C-DE0B-21A2-FCF300E6EC53}"/>
              </a:ext>
            </a:extLst>
          </p:cNvPr>
          <p:cNvSpPr txBox="1"/>
          <p:nvPr/>
        </p:nvSpPr>
        <p:spPr>
          <a:xfrm>
            <a:off x="9414733" y="14940535"/>
            <a:ext cx="4194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IP	: (DHCP</a:t>
            </a:r>
            <a:r>
              <a:rPr lang="ko-KR" altLang="en-US" dirty="0"/>
              <a:t>할당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Server : u.t8.com</a:t>
            </a:r>
          </a:p>
          <a:p>
            <a:r>
              <a:rPr lang="en-US" altLang="ko-KR" dirty="0"/>
              <a:t>Web	: ww1.t8.com, ww2.t8.com</a:t>
            </a:r>
            <a:endParaRPr lang="ko-KR" altLang="en-US" dirty="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415E6BD6-2F86-9729-08D8-F3D2C31CE0F3}"/>
              </a:ext>
            </a:extLst>
          </p:cNvPr>
          <p:cNvSpPr txBox="1"/>
          <p:nvPr/>
        </p:nvSpPr>
        <p:spPr>
          <a:xfrm>
            <a:off x="9428256" y="19194260"/>
            <a:ext cx="1857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IP	: 10.4.144.2</a:t>
            </a:r>
          </a:p>
          <a:p>
            <a:r>
              <a:rPr lang="en-US" altLang="ko-KR" dirty="0"/>
              <a:t>Server : r9.t8.com</a:t>
            </a:r>
          </a:p>
          <a:p>
            <a:r>
              <a:rPr lang="en-US" altLang="ko-KR" dirty="0"/>
              <a:t>MariaDB (iscsi)</a:t>
            </a:r>
            <a:endParaRPr lang="ko-KR" altLang="en-US" dirty="0"/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5DE2934D-FF20-E65C-E199-F444A9400FC7}"/>
              </a:ext>
            </a:extLst>
          </p:cNvPr>
          <p:cNvSpPr txBox="1"/>
          <p:nvPr/>
        </p:nvSpPr>
        <p:spPr>
          <a:xfrm>
            <a:off x="9421453" y="17445765"/>
            <a:ext cx="3167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IP	:  10.4.152.3 (DHCP server)</a:t>
            </a:r>
          </a:p>
          <a:p>
            <a:r>
              <a:rPr lang="en-US" altLang="ko-KR" dirty="0"/>
              <a:t>Server : w22.t8.com</a:t>
            </a:r>
            <a:endParaRPr lang="ko-KR" altLang="en-US" dirty="0"/>
          </a:p>
        </p:txBody>
      </p:sp>
      <p:cxnSp>
        <p:nvCxnSpPr>
          <p:cNvPr id="334" name="연결선: 꺾임 333">
            <a:extLst>
              <a:ext uri="{FF2B5EF4-FFF2-40B4-BE49-F238E27FC236}">
                <a16:creationId xmlns:a16="http://schemas.microsoft.com/office/drawing/2014/main" id="{751207B9-FFB5-E447-D994-5F69B9FF4B8E}"/>
              </a:ext>
            </a:extLst>
          </p:cNvPr>
          <p:cNvCxnSpPr>
            <a:cxnSpLocks/>
            <a:stCxn id="31" idx="1"/>
            <a:endCxn id="52" idx="1"/>
          </p:cNvCxnSpPr>
          <p:nvPr/>
        </p:nvCxnSpPr>
        <p:spPr>
          <a:xfrm rot="10800000" flipV="1">
            <a:off x="8233188" y="8284207"/>
            <a:ext cx="3222356" cy="7764271"/>
          </a:xfrm>
          <a:prstGeom prst="bentConnector3">
            <a:avLst>
              <a:gd name="adj1" fmla="val 192816"/>
            </a:avLst>
          </a:prstGeom>
          <a:ln w="381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연결선: 꺾임 337">
            <a:extLst>
              <a:ext uri="{FF2B5EF4-FFF2-40B4-BE49-F238E27FC236}">
                <a16:creationId xmlns:a16="http://schemas.microsoft.com/office/drawing/2014/main" id="{F3FA1B1F-9C55-ADB1-019B-3FE6CB06350A}"/>
              </a:ext>
            </a:extLst>
          </p:cNvPr>
          <p:cNvCxnSpPr>
            <a:cxnSpLocks/>
            <a:stCxn id="33" idx="1"/>
            <a:endCxn id="50" idx="1"/>
          </p:cNvCxnSpPr>
          <p:nvPr/>
        </p:nvCxnSpPr>
        <p:spPr>
          <a:xfrm rot="10800000" flipV="1">
            <a:off x="8233188" y="11633837"/>
            <a:ext cx="3222356" cy="5869611"/>
          </a:xfrm>
          <a:prstGeom prst="bentConnector3">
            <a:avLst>
              <a:gd name="adj1" fmla="val 107094"/>
            </a:avLst>
          </a:prstGeom>
          <a:ln w="38100">
            <a:solidFill>
              <a:schemeClr val="accent5">
                <a:lumMod val="40000"/>
                <a:lumOff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연결선: 꺾임 341">
            <a:extLst>
              <a:ext uri="{FF2B5EF4-FFF2-40B4-BE49-F238E27FC236}">
                <a16:creationId xmlns:a16="http://schemas.microsoft.com/office/drawing/2014/main" id="{10624A03-E126-4B38-6F92-E046DD9415E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33188" y="10014096"/>
            <a:ext cx="3222356" cy="7641155"/>
          </a:xfrm>
          <a:prstGeom prst="bentConnector3">
            <a:avLst>
              <a:gd name="adj1" fmla="val 166212"/>
            </a:avLst>
          </a:prstGeom>
          <a:ln w="38100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TextBox 349">
            <a:extLst>
              <a:ext uri="{FF2B5EF4-FFF2-40B4-BE49-F238E27FC236}">
                <a16:creationId xmlns:a16="http://schemas.microsoft.com/office/drawing/2014/main" id="{6766EB03-BFB3-BC13-F208-358136B185BA}"/>
              </a:ext>
            </a:extLst>
          </p:cNvPr>
          <p:cNvSpPr txBox="1"/>
          <p:nvPr/>
        </p:nvSpPr>
        <p:spPr>
          <a:xfrm>
            <a:off x="5309558" y="12389015"/>
            <a:ext cx="661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F4B183"/>
                </a:solidFill>
              </a:rPr>
              <a:t>NFS</a:t>
            </a:r>
            <a:endParaRPr lang="ko-KR" altLang="en-US" sz="2400" dirty="0">
              <a:solidFill>
                <a:srgbClr val="F4B183"/>
              </a:solidFill>
            </a:endParaRP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44BB4561-46A7-EDF8-837E-B84008E4559D}"/>
              </a:ext>
            </a:extLst>
          </p:cNvPr>
          <p:cNvSpPr txBox="1"/>
          <p:nvPr/>
        </p:nvSpPr>
        <p:spPr>
          <a:xfrm>
            <a:off x="7002792" y="12385263"/>
            <a:ext cx="755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rgbClr val="BDD7EE"/>
                </a:solidFill>
              </a:rPr>
              <a:t>SMB</a:t>
            </a:r>
            <a:endParaRPr lang="ko-KR" altLang="en-US" sz="2400" dirty="0">
              <a:solidFill>
                <a:srgbClr val="BDD7EE"/>
              </a:solidFill>
            </a:endParaRP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E05646A7-3AE0-3FF7-4722-D7754C6CAF40}"/>
              </a:ext>
            </a:extLst>
          </p:cNvPr>
          <p:cNvSpPr txBox="1"/>
          <p:nvPr/>
        </p:nvSpPr>
        <p:spPr>
          <a:xfrm>
            <a:off x="12674540" y="15212283"/>
            <a:ext cx="25182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DNS-server : ns.t8.com</a:t>
            </a:r>
          </a:p>
          <a:p>
            <a:r>
              <a:rPr lang="en-US" altLang="ko-KR" dirty="0"/>
              <a:t>FTP	: ftp.t8.com</a:t>
            </a:r>
          </a:p>
        </p:txBody>
      </p:sp>
      <p:cxnSp>
        <p:nvCxnSpPr>
          <p:cNvPr id="357" name="연결선: 꺾임 356">
            <a:extLst>
              <a:ext uri="{FF2B5EF4-FFF2-40B4-BE49-F238E27FC236}">
                <a16:creationId xmlns:a16="http://schemas.microsoft.com/office/drawing/2014/main" id="{A4E5C6A1-2080-5B03-6EA4-61C16665390D}"/>
              </a:ext>
            </a:extLst>
          </p:cNvPr>
          <p:cNvCxnSpPr>
            <a:cxnSpLocks/>
            <a:stCxn id="52" idx="1"/>
            <a:endCxn id="53" idx="1"/>
          </p:cNvCxnSpPr>
          <p:nvPr/>
        </p:nvCxnSpPr>
        <p:spPr>
          <a:xfrm rot="10800000" flipV="1">
            <a:off x="8233188" y="16048479"/>
            <a:ext cx="12700" cy="3038658"/>
          </a:xfrm>
          <a:prstGeom prst="bentConnector3">
            <a:avLst>
              <a:gd name="adj1" fmla="val 1800000"/>
            </a:avLst>
          </a:prstGeom>
          <a:ln w="57150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TextBox 360">
            <a:extLst>
              <a:ext uri="{FF2B5EF4-FFF2-40B4-BE49-F238E27FC236}">
                <a16:creationId xmlns:a16="http://schemas.microsoft.com/office/drawing/2014/main" id="{36AB7D38-B956-A0B4-83FF-4B640425BF9A}"/>
              </a:ext>
            </a:extLst>
          </p:cNvPr>
          <p:cNvSpPr txBox="1"/>
          <p:nvPr/>
        </p:nvSpPr>
        <p:spPr>
          <a:xfrm>
            <a:off x="7398744" y="15507642"/>
            <a:ext cx="782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solidFill>
                  <a:srgbClr val="548235"/>
                </a:solidFill>
              </a:rPr>
              <a:t>iscsi</a:t>
            </a:r>
            <a:endParaRPr lang="ko-KR" altLang="en-US" sz="2800" dirty="0">
              <a:solidFill>
                <a:srgbClr val="548235"/>
              </a:solidFill>
            </a:endParaRPr>
          </a:p>
        </p:txBody>
      </p:sp>
      <p:pic>
        <p:nvPicPr>
          <p:cNvPr id="399" name="그림 398">
            <a:extLst>
              <a:ext uri="{FF2B5EF4-FFF2-40B4-BE49-F238E27FC236}">
                <a16:creationId xmlns:a16="http://schemas.microsoft.com/office/drawing/2014/main" id="{7E9FA098-305A-1884-ED73-6E2453FE6D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6668" y="16134829"/>
            <a:ext cx="466725" cy="666750"/>
          </a:xfrm>
          <a:prstGeom prst="rect">
            <a:avLst/>
          </a:prstGeom>
        </p:spPr>
      </p:pic>
      <p:sp>
        <p:nvSpPr>
          <p:cNvPr id="400" name="TextBox 399">
            <a:extLst>
              <a:ext uri="{FF2B5EF4-FFF2-40B4-BE49-F238E27FC236}">
                <a16:creationId xmlns:a16="http://schemas.microsoft.com/office/drawing/2014/main" id="{8E741AE2-0B4B-5DDD-BE93-6945C5078462}"/>
              </a:ext>
            </a:extLst>
          </p:cNvPr>
          <p:cNvSpPr txBox="1"/>
          <p:nvPr/>
        </p:nvSpPr>
        <p:spPr>
          <a:xfrm>
            <a:off x="9742797" y="16450723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HDD</a:t>
            </a:r>
            <a:endParaRPr lang="ko-KR" altLang="en-US" dirty="0"/>
          </a:p>
        </p:txBody>
      </p:sp>
      <p:pic>
        <p:nvPicPr>
          <p:cNvPr id="401" name="그림 400">
            <a:extLst>
              <a:ext uri="{FF2B5EF4-FFF2-40B4-BE49-F238E27FC236}">
                <a16:creationId xmlns:a16="http://schemas.microsoft.com/office/drawing/2014/main" id="{E3C65571-8136-4339-0C18-745EB1B4E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7873" y="18893909"/>
            <a:ext cx="431792" cy="406393"/>
          </a:xfrm>
          <a:prstGeom prst="rect">
            <a:avLst/>
          </a:prstGeom>
        </p:spPr>
      </p:pic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823669CF-527F-C0AE-6DBB-FE37263F8F22}"/>
              </a:ext>
            </a:extLst>
          </p:cNvPr>
          <p:cNvCxnSpPr>
            <a:cxnSpLocks/>
            <a:stCxn id="24" idx="3"/>
            <a:endCxn id="56" idx="0"/>
          </p:cNvCxnSpPr>
          <p:nvPr/>
        </p:nvCxnSpPr>
        <p:spPr>
          <a:xfrm>
            <a:off x="21998219" y="10014097"/>
            <a:ext cx="8065069" cy="1152513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FFC284F-2190-3380-CC86-C71023D567EF}"/>
              </a:ext>
            </a:extLst>
          </p:cNvPr>
          <p:cNvCxnSpPr>
            <a:cxnSpLocks/>
            <a:stCxn id="24" idx="1"/>
            <a:endCxn id="28" idx="0"/>
          </p:cNvCxnSpPr>
          <p:nvPr/>
        </p:nvCxnSpPr>
        <p:spPr>
          <a:xfrm rot="10800000" flipV="1">
            <a:off x="20190621" y="10014096"/>
            <a:ext cx="1248809" cy="1235085"/>
          </a:xfrm>
          <a:prstGeom prst="bentConnector2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115C00BA-2572-9DE2-0B8A-453119976748}"/>
              </a:ext>
            </a:extLst>
          </p:cNvPr>
          <p:cNvCxnSpPr>
            <a:cxnSpLocks/>
            <a:stCxn id="28" idx="1"/>
            <a:endCxn id="49" idx="0"/>
          </p:cNvCxnSpPr>
          <p:nvPr/>
        </p:nvCxnSpPr>
        <p:spPr>
          <a:xfrm flipH="1">
            <a:off x="15332473" y="11528089"/>
            <a:ext cx="4449084" cy="4309695"/>
          </a:xfrm>
          <a:prstGeom prst="straightConnector1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8B95021-9CD9-77C9-9227-CFB57422BAAF}"/>
              </a:ext>
            </a:extLst>
          </p:cNvPr>
          <p:cNvCxnSpPr>
            <a:cxnSpLocks/>
            <a:endCxn id="52" idx="3"/>
          </p:cNvCxnSpPr>
          <p:nvPr/>
        </p:nvCxnSpPr>
        <p:spPr>
          <a:xfrm flipH="1">
            <a:off x="9119490" y="16048479"/>
            <a:ext cx="5923637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545BDD6E-B8C9-4421-4C78-83EA879BE460}"/>
              </a:ext>
            </a:extLst>
          </p:cNvPr>
          <p:cNvCxnSpPr>
            <a:cxnSpLocks/>
            <a:stCxn id="52" idx="0"/>
            <a:endCxn id="53" idx="2"/>
          </p:cNvCxnSpPr>
          <p:nvPr/>
        </p:nvCxnSpPr>
        <p:spPr>
          <a:xfrm rot="16200000" flipH="1">
            <a:off x="6754765" y="17567807"/>
            <a:ext cx="3843147" cy="12700"/>
          </a:xfrm>
          <a:prstGeom prst="bentConnector5">
            <a:avLst>
              <a:gd name="adj1" fmla="val -5948"/>
              <a:gd name="adj2" fmla="val 5289378"/>
              <a:gd name="adj3" fmla="val 105948"/>
            </a:avLst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7E1465E0-F722-B7F5-2295-E8926DBBC598}"/>
              </a:ext>
            </a:extLst>
          </p:cNvPr>
          <p:cNvCxnSpPr>
            <a:cxnSpLocks/>
            <a:stCxn id="24" idx="2"/>
            <a:endCxn id="323" idx="2"/>
          </p:cNvCxnSpPr>
          <p:nvPr/>
        </p:nvCxnSpPr>
        <p:spPr>
          <a:xfrm rot="5400000" flipH="1" flipV="1">
            <a:off x="25237324" y="4599132"/>
            <a:ext cx="2086960" cy="9123961"/>
          </a:xfrm>
          <a:prstGeom prst="bentConnector3">
            <a:avLst>
              <a:gd name="adj1" fmla="val -10954"/>
            </a:avLst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연결선: 꺾임 20">
            <a:extLst>
              <a:ext uri="{FF2B5EF4-FFF2-40B4-BE49-F238E27FC236}">
                <a16:creationId xmlns:a16="http://schemas.microsoft.com/office/drawing/2014/main" id="{5B076156-B2C0-0CAB-F8E4-1270384D968F}"/>
              </a:ext>
            </a:extLst>
          </p:cNvPr>
          <p:cNvCxnSpPr>
            <a:cxnSpLocks/>
            <a:stCxn id="24" idx="2"/>
            <a:endCxn id="30" idx="2"/>
          </p:cNvCxnSpPr>
          <p:nvPr/>
        </p:nvCxnSpPr>
        <p:spPr>
          <a:xfrm flipH="1">
            <a:off x="15583852" y="10204593"/>
            <a:ext cx="6134972" cy="12700"/>
          </a:xfrm>
          <a:prstGeom prst="straightConnector1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55F31983-30D5-E029-5AA8-87CA67F04736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12062940" y="8284207"/>
            <a:ext cx="3520912" cy="1933086"/>
          </a:xfrm>
          <a:prstGeom prst="bentConnector4">
            <a:avLst>
              <a:gd name="adj1" fmla="val -29354"/>
              <a:gd name="adj2" fmla="val 196577"/>
            </a:avLst>
          </a:prstGeom>
          <a:ln w="762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25F6479D-AF5B-8E8A-E7ED-EA53B00708A1}"/>
              </a:ext>
            </a:extLst>
          </p:cNvPr>
          <p:cNvSpPr txBox="1"/>
          <p:nvPr/>
        </p:nvSpPr>
        <p:spPr>
          <a:xfrm>
            <a:off x="16139109" y="9444129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00B0F0"/>
                </a:solidFill>
              </a:rPr>
              <a:t>열람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58C2FAAE-E056-8C36-B805-5E1D2E1123AB}"/>
              </a:ext>
            </a:extLst>
          </p:cNvPr>
          <p:cNvSpPr txBox="1"/>
          <p:nvPr/>
        </p:nvSpPr>
        <p:spPr>
          <a:xfrm>
            <a:off x="18152065" y="13159324"/>
            <a:ext cx="112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srgbClr val="C00000"/>
                </a:solidFill>
              </a:rPr>
              <a:t>관리</a:t>
            </a:r>
          </a:p>
        </p:txBody>
      </p:sp>
    </p:spTree>
    <p:extLst>
      <p:ext uri="{BB962C8B-B14F-4D97-AF65-F5344CB8AC3E}">
        <p14:creationId xmlns:p14="http://schemas.microsoft.com/office/powerpoint/2010/main" val="515822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264</TotalTime>
  <Words>185</Words>
  <Application>Microsoft Office PowerPoint</Application>
  <PresentationFormat>사용자 지정</PresentationFormat>
  <Paragraphs>70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25</cp:revision>
  <dcterms:created xsi:type="dcterms:W3CDTF">2025-10-29T01:32:25Z</dcterms:created>
  <dcterms:modified xsi:type="dcterms:W3CDTF">2025-10-29T07:30:06Z</dcterms:modified>
</cp:coreProperties>
</file>