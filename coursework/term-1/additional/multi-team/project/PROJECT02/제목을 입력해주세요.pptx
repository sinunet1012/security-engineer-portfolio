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0083800" cy="14262100"/>
  <p:notesSz cx="6858000" cy="9144000"/>
  <p:embeddedFontLst>
    <p:embeddedFont>
      <p:font typeface="Pretendard Regular"/>
      <p:regular r:id="rId12"/>
    </p:embeddedFont>
    <p:embeddedFont>
      <p:font typeface="Pretendard Medium"/>
      <p:bold r:id="rId13"/>
    </p:embeddedFont>
    <p:embeddedFont>
      <p:font typeface="Pretendard Light"/>
      <p:regular r:id="rId14"/>
    </p:embeddedFont>
    <p:embeddedFont>
      <p:font typeface="Pretendard Bold"/>
      <p:bold r:id="rId15"/>
    </p:embeddedFont>
    <p:embeddedFont>
      <p:font typeface="Pretendard ExtraLight"/>
      <p:regular r:id="rId16"/>
    </p:embeddedFont>
    <p:embeddedFont>
      <p:font typeface="Pretendard SemiBold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.fntdata" Type="http://schemas.openxmlformats.org/officeDocument/2006/relationships/font"/><Relationship Id="rId13" Target="fonts/font2.fntdata" Type="http://schemas.openxmlformats.org/officeDocument/2006/relationships/font"/><Relationship Id="rId14" Target="fonts/font3.fntdata" Type="http://schemas.openxmlformats.org/officeDocument/2006/relationships/font"/><Relationship Id="rId15" Target="fonts/font4.fntdata" Type="http://schemas.openxmlformats.org/officeDocument/2006/relationships/font"/><Relationship Id="rId16" Target="fonts/font5.fntdata" Type="http://schemas.openxmlformats.org/officeDocument/2006/relationships/font"/><Relationship Id="rId17" Target="fonts/font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2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7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17.pn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2.png" Type="http://schemas.openxmlformats.org/officeDocument/2006/relationships/image"/><Relationship Id="rId7" Target="../media/image23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2.png" Type="http://schemas.openxmlformats.org/officeDocument/2006/relationships/image"/><Relationship Id="rId12" Target="../media/image20.png" Type="http://schemas.openxmlformats.org/officeDocument/2006/relationships/image"/><Relationship Id="rId13" Target="../media/image24.pn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3.png" Type="http://schemas.openxmlformats.org/officeDocument/2006/relationships/image"/><Relationship Id="rId5" Target="../media/image19.png" Type="http://schemas.openxmlformats.org/officeDocument/2006/relationships/image"/><Relationship Id="rId6" Target="../media/image1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2" Target="../media/image27.png" Type="http://schemas.openxmlformats.org/officeDocument/2006/relationships/image"/><Relationship Id="rId3" Target="../media/image23.png" Type="http://schemas.openxmlformats.org/officeDocument/2006/relationships/image"/><Relationship Id="rId4" Target="../media/image19.png" Type="http://schemas.openxmlformats.org/officeDocument/2006/relationships/image"/><Relationship Id="rId5" Target="../media/image17.png" Type="http://schemas.openxmlformats.org/officeDocument/2006/relationships/image"/><Relationship Id="rId6" Target="../media/image9.png" Type="http://schemas.openxmlformats.org/officeDocument/2006/relationships/image"/><Relationship Id="rId7" Target="../media/image7.png" Type="http://schemas.openxmlformats.org/officeDocument/2006/relationships/image"/><Relationship Id="rId8" Target="../media/image2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1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32.png" Type="http://schemas.openxmlformats.org/officeDocument/2006/relationships/image"/><Relationship Id="rId8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8600" y="3543300"/>
            <a:ext cx="2819400" cy="482600"/>
          </a:xfrm>
          <a:prstGeom prst="rect">
            <a:avLst/>
          </a:prstGeom>
        </p:spPr>
        <p:txBody>
          <a:bodyPr anchor="t" rtlCol="false" lIns="0" tIns="34306" rIns="0" bIns="0"/>
          <a:lstStyle/>
          <a:p>
            <a:pPr algn="l" lvl="0">
              <a:lnSpc>
                <a:spcPct val="99600"/>
              </a:lnSpc>
            </a:pPr>
            <a:r>
              <a:rPr lang="en" sz="2701" b="false" i="false" u="none" strike="noStrike">
                <a:solidFill>
                  <a:srgbClr val="000000"/>
                </a:solidFill>
                <a:latin typeface="Pretendard Medium"/>
              </a:rPr>
              <a:t>Simple Report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7800" y="4292600"/>
            <a:ext cx="6870700" cy="2730500"/>
          </a:xfrm>
          <a:prstGeom prst="rect">
            <a:avLst/>
          </a:prstGeom>
        </p:spPr>
        <p:txBody>
          <a:bodyPr anchor="t" rtlCol="false" lIns="0" tIns="50513" rIns="0" bIns="0"/>
          <a:lstStyle/>
          <a:p>
            <a:pPr algn="l" lvl="0">
              <a:lnSpc>
                <a:spcPct val="107899"/>
              </a:lnSpc>
            </a:pPr>
            <a:r>
              <a:rPr lang="ko-KR" sz="7954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7954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7954" b="false" i="false" u="none" strike="noStrike">
                <a:solidFill>
                  <a:srgbClr val="000000"/>
                </a:solidFill>
                <a:ea typeface="Pretendard Medium"/>
              </a:rPr>
              <a:t>공공기관</a:t>
            </a:r>
            <a:r>
              <a:rPr lang="en-US" sz="7954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7954" b="false" i="false" u="none" strike="noStrike">
                <a:solidFill>
                  <a:srgbClr val="000000"/>
                </a:solidFill>
                <a:ea typeface="Pretendard Medium"/>
              </a:rPr>
              <a:t>보고서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96200" y="914400"/>
            <a:ext cx="1485900" cy="431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785100" y="1003300"/>
            <a:ext cx="1320800" cy="279400"/>
          </a:xfrm>
          <a:prstGeom prst="rect">
            <a:avLst/>
          </a:prstGeom>
        </p:spPr>
        <p:txBody>
          <a:bodyPr anchor="t" rtlCol="false" lIns="0" tIns="19940" rIns="0" bIns="0"/>
          <a:lstStyle/>
          <a:p>
            <a:pPr algn="ctr" lvl="0">
              <a:lnSpc>
                <a:spcPct val="99600"/>
              </a:lnSpc>
            </a:pPr>
            <a:r>
              <a:rPr lang="en" sz="1570" b="false" i="false" u="none" strike="noStrike">
                <a:solidFill>
                  <a:srgbClr val="000000"/>
                </a:solidFill>
                <a:latin typeface="Pretendard Medium"/>
              </a:rPr>
              <a:t>2080.03.07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8100" y="482600"/>
            <a:ext cx="101219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5753100" y="6032500"/>
            <a:ext cx="124587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416300" y="6121400"/>
            <a:ext cx="123952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2700" y="12115800"/>
            <a:ext cx="10121900" cy="2286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730500" y="13093700"/>
            <a:ext cx="2413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966200" y="12788900"/>
            <a:ext cx="635000" cy="635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111500" y="12915900"/>
            <a:ext cx="1320800" cy="368300"/>
          </a:xfrm>
          <a:prstGeom prst="rect">
            <a:avLst/>
          </a:prstGeom>
        </p:spPr>
        <p:txBody>
          <a:bodyPr anchor="t" rtlCol="false" lIns="0" tIns="26132" rIns="0" bIns="0"/>
          <a:lstStyle/>
          <a:p>
            <a:pPr algn="l" lvl="0">
              <a:lnSpc>
                <a:spcPct val="99600"/>
              </a:lnSpc>
            </a:pPr>
            <a:r>
              <a:rPr lang="ko-KR" sz="2057" b="false" i="false" u="none" strike="noStrike">
                <a:solidFill>
                  <a:srgbClr val="000000"/>
                </a:solidFill>
                <a:ea typeface="Pretendard Regular"/>
              </a:rPr>
              <a:t>김미리</a:t>
            </a:r>
            <a:r>
              <a:rPr lang="en-US" sz="205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57" b="false" i="false" u="none" strike="noStrike">
                <a:solidFill>
                  <a:srgbClr val="000000"/>
                </a:solidFill>
                <a:ea typeface="Pretendard Regular"/>
              </a:rPr>
              <a:t>사원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7800" y="12928600"/>
            <a:ext cx="1346200" cy="368300"/>
          </a:xfrm>
          <a:prstGeom prst="rect">
            <a:avLst/>
          </a:prstGeom>
        </p:spPr>
        <p:txBody>
          <a:bodyPr anchor="t" rtlCol="false" lIns="0" tIns="26132" rIns="0" bIns="0"/>
          <a:lstStyle/>
          <a:p>
            <a:pPr algn="l" lvl="0">
              <a:lnSpc>
                <a:spcPct val="99600"/>
              </a:lnSpc>
            </a:pPr>
            <a:r>
              <a:rPr lang="en" sz="2057" b="false" i="false" u="none" strike="noStrike">
                <a:solidFill>
                  <a:srgbClr val="000000"/>
                </a:solidFill>
                <a:ea typeface="Pretendard Regular"/>
              </a:rPr>
              <a:t>전략기획팀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11239500"/>
            <a:ext cx="4254500" cy="139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447800" y="11049000"/>
            <a:ext cx="4406900" cy="317500"/>
          </a:xfrm>
          <a:prstGeom prst="rect">
            <a:avLst/>
          </a:prstGeom>
        </p:spPr>
        <p:txBody>
          <a:bodyPr anchor="t" rtlCol="false" lIns="0" tIns="11363" rIns="0" bIns="0"/>
          <a:lstStyle/>
          <a:p>
            <a:pPr algn="l" lvl="0">
              <a:lnSpc>
                <a:spcPct val="107899"/>
              </a:lnSpc>
            </a:pPr>
            <a:r>
              <a:rPr lang="ko-KR" sz="1789" b="false" i="false" u="none" strike="noStrike">
                <a:solidFill>
                  <a:srgbClr val="000000"/>
                </a:solidFill>
                <a:ea typeface="Pretendard Light"/>
              </a:rPr>
              <a:t>이곳에는</a:t>
            </a:r>
            <a:r>
              <a:rPr lang="en-US" sz="178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89" b="false" i="false" u="none" strike="noStrike">
                <a:solidFill>
                  <a:srgbClr val="000000"/>
                </a:solidFill>
                <a:ea typeface="Pretendard Light"/>
              </a:rPr>
              <a:t>보고서의</a:t>
            </a:r>
            <a:r>
              <a:rPr lang="en-US" sz="178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89" b="false" i="false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78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89" b="false" i="false" u="none" strike="noStrike">
                <a:solidFill>
                  <a:srgbClr val="000000"/>
                </a:solidFill>
                <a:ea typeface="Pretendard Light"/>
              </a:rPr>
              <a:t>간략하게</a:t>
            </a:r>
            <a:r>
              <a:rPr lang="en-US" sz="178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89" b="false" i="false" u="none" strike="noStrike">
                <a:solidFill>
                  <a:srgbClr val="000000"/>
                </a:solidFill>
                <a:ea typeface="Pretendard Light"/>
              </a:rPr>
              <a:t>적어주세요</a:t>
            </a:r>
            <a:r>
              <a:rPr lang="en-US" sz="1789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937500" y="774700"/>
            <a:ext cx="1346200" cy="355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937500" y="850900"/>
            <a:ext cx="1384300" cy="228600"/>
          </a:xfrm>
          <a:prstGeom prst="rect">
            <a:avLst/>
          </a:prstGeom>
        </p:spPr>
        <p:txBody>
          <a:bodyPr anchor="t" rtlCol="false" lIns="0" tIns="16411" rIns="0" bIns="0"/>
          <a:lstStyle/>
          <a:p>
            <a:pPr algn="ctr" lvl="0">
              <a:lnSpc>
                <a:spcPct val="99600"/>
              </a:lnSpc>
            </a:pPr>
            <a:r>
              <a:rPr lang="en" sz="1292" b="false" i="false" u="none" strike="noStrike">
                <a:solidFill>
                  <a:srgbClr val="000000"/>
                </a:solidFill>
                <a:latin typeface="Pretendard Bold"/>
              </a:rPr>
              <a:t>Contents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1300" y="1066800"/>
            <a:ext cx="1371600" cy="660400"/>
          </a:xfrm>
          <a:prstGeom prst="rect">
            <a:avLst/>
          </a:prstGeom>
        </p:spPr>
        <p:txBody>
          <a:bodyPr anchor="t" rtlCol="false" lIns="0" tIns="47412" rIns="0" bIns="0"/>
          <a:lstStyle/>
          <a:p>
            <a:pPr algn="l" lvl="0">
              <a:lnSpc>
                <a:spcPct val="99600"/>
              </a:lnSpc>
            </a:pPr>
            <a:r>
              <a:rPr lang="en" sz="3733" b="false" i="false" u="none" strike="noStrike" spc="-75">
                <a:solidFill>
                  <a:srgbClr val="000000"/>
                </a:solidFill>
                <a:ea typeface="Pretendard Medium"/>
              </a:rPr>
              <a:t>목차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700" y="3416300"/>
            <a:ext cx="584200" cy="406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511300" y="3454400"/>
            <a:ext cx="647700" cy="330200"/>
          </a:xfrm>
          <a:prstGeom prst="rect">
            <a:avLst/>
          </a:prstGeom>
        </p:spPr>
        <p:txBody>
          <a:bodyPr anchor="t" rtlCol="false" lIns="0" tIns="23776" rIns="0" bIns="0"/>
          <a:lstStyle/>
          <a:p>
            <a:pPr algn="ctr" lvl="0">
              <a:lnSpc>
                <a:spcPct val="99600"/>
              </a:lnSpc>
            </a:pPr>
            <a:r>
              <a:rPr lang="en" sz="1872" b="false" i="false" u="none" strike="noStrike">
                <a:solidFill>
                  <a:srgbClr val="000000"/>
                </a:solidFill>
                <a:latin typeface="Pretendard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1300" y="4660900"/>
            <a:ext cx="35687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소개할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내용을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입력해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보세요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포함되는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내용을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나열해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보세요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1300" y="4089400"/>
            <a:ext cx="25146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l" lvl="0">
              <a:lnSpc>
                <a:spcPct val="99600"/>
              </a:lnSpc>
            </a:pP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목차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쓰는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곳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416300"/>
            <a:ext cx="571500" cy="406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965700" y="3454400"/>
            <a:ext cx="622300" cy="330200"/>
          </a:xfrm>
          <a:prstGeom prst="rect">
            <a:avLst/>
          </a:prstGeom>
        </p:spPr>
        <p:txBody>
          <a:bodyPr anchor="t" rtlCol="false" lIns="0" tIns="23776" rIns="0" bIns="0"/>
          <a:lstStyle/>
          <a:p>
            <a:pPr algn="ctr" lvl="0">
              <a:lnSpc>
                <a:spcPct val="99600"/>
              </a:lnSpc>
            </a:pPr>
            <a:r>
              <a:rPr lang="en" sz="1872" b="false" i="false" u="none" strike="noStrike">
                <a:solidFill>
                  <a:srgbClr val="000000"/>
                </a:solidFill>
                <a:latin typeface="Pretendard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53000" y="4660900"/>
            <a:ext cx="35687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항목으로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깔끔하게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정리해요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핵심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키워드만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제시해도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좋아요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53000" y="4089400"/>
            <a:ext cx="25146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l" lvl="0">
              <a:lnSpc>
                <a:spcPct val="99600"/>
              </a:lnSpc>
            </a:pP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목차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쓰는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곳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49400" y="8712200"/>
            <a:ext cx="584200" cy="406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24000" y="8750300"/>
            <a:ext cx="647700" cy="330200"/>
          </a:xfrm>
          <a:prstGeom prst="rect">
            <a:avLst/>
          </a:prstGeom>
        </p:spPr>
        <p:txBody>
          <a:bodyPr anchor="t" rtlCol="false" lIns="0" tIns="23776" rIns="0" bIns="0"/>
          <a:lstStyle/>
          <a:p>
            <a:pPr algn="ctr" lvl="0">
              <a:lnSpc>
                <a:spcPct val="99600"/>
              </a:lnSpc>
            </a:pPr>
            <a:r>
              <a:rPr lang="en" sz="1872" b="false" i="false" u="none" strike="noStrike">
                <a:solidFill>
                  <a:srgbClr val="000000"/>
                </a:solidFill>
                <a:latin typeface="Pretendard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1300" y="9956800"/>
            <a:ext cx="35687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주제에서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말하는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바를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요약해요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주제의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핵심내용을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입력해요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1300" y="9385300"/>
            <a:ext cx="25146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l" lvl="0">
              <a:lnSpc>
                <a:spcPct val="99600"/>
              </a:lnSpc>
            </a:pP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목차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쓰는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곳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9400" y="6032500"/>
            <a:ext cx="571500" cy="406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24000" y="6070600"/>
            <a:ext cx="635000" cy="330200"/>
          </a:xfrm>
          <a:prstGeom prst="rect">
            <a:avLst/>
          </a:prstGeom>
        </p:spPr>
        <p:txBody>
          <a:bodyPr anchor="t" rtlCol="false" lIns="0" tIns="23776" rIns="0" bIns="0"/>
          <a:lstStyle/>
          <a:p>
            <a:pPr algn="ctr" lvl="0">
              <a:lnSpc>
                <a:spcPct val="99600"/>
              </a:lnSpc>
            </a:pPr>
            <a:r>
              <a:rPr lang="en" sz="1872" b="false" i="false" u="none" strike="noStrike">
                <a:solidFill>
                  <a:srgbClr val="000000"/>
                </a:solidFill>
                <a:latin typeface="Pretendard 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1300" y="7277100"/>
            <a:ext cx="35687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소개할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내용을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입력해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보세요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포함되는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내용을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나열해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보세요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1300" y="6705600"/>
            <a:ext cx="25146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l" lvl="0">
              <a:lnSpc>
                <a:spcPct val="99600"/>
              </a:lnSpc>
            </a:pP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목차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쓰는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곳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003800" y="6032500"/>
            <a:ext cx="584200" cy="4064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4978400" y="6070600"/>
            <a:ext cx="635000" cy="330200"/>
          </a:xfrm>
          <a:prstGeom prst="rect">
            <a:avLst/>
          </a:prstGeom>
        </p:spPr>
        <p:txBody>
          <a:bodyPr anchor="t" rtlCol="false" lIns="0" tIns="23776" rIns="0" bIns="0"/>
          <a:lstStyle/>
          <a:p>
            <a:pPr algn="ctr" lvl="0">
              <a:lnSpc>
                <a:spcPct val="99600"/>
              </a:lnSpc>
            </a:pPr>
            <a:r>
              <a:rPr lang="en" sz="1872" b="false" i="false" u="none" strike="noStrike">
                <a:solidFill>
                  <a:srgbClr val="000000"/>
                </a:solidFill>
                <a:latin typeface="Pretendard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53000" y="7277100"/>
            <a:ext cx="35687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항목으로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깔끔하게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정리해요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핵심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키워드만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제시해도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좋아요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953000" y="6705600"/>
            <a:ext cx="25146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l" lvl="0">
              <a:lnSpc>
                <a:spcPct val="99600"/>
              </a:lnSpc>
            </a:pP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목차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쓰는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곳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16500" y="8712200"/>
            <a:ext cx="584200" cy="4064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4991100" y="8750300"/>
            <a:ext cx="647700" cy="330200"/>
          </a:xfrm>
          <a:prstGeom prst="rect">
            <a:avLst/>
          </a:prstGeom>
        </p:spPr>
        <p:txBody>
          <a:bodyPr anchor="t" rtlCol="false" lIns="0" tIns="23776" rIns="0" bIns="0"/>
          <a:lstStyle/>
          <a:p>
            <a:pPr algn="ctr" lvl="0">
              <a:lnSpc>
                <a:spcPct val="99600"/>
              </a:lnSpc>
            </a:pPr>
            <a:r>
              <a:rPr lang="en" sz="1872" b="false" i="false" u="none" strike="noStrike">
                <a:solidFill>
                  <a:srgbClr val="000000"/>
                </a:solidFill>
                <a:latin typeface="Pretendard Bold"/>
              </a:rPr>
              <a:t>06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53000" y="9956800"/>
            <a:ext cx="3568700" cy="53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주제에서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말하는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바를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요약해요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주제의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핵심내용을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 </a:t>
            </a:r>
            <a:r>
              <a:rPr lang="ko-KR" sz="1482" b="false" i="false" u="none" strike="noStrike">
                <a:solidFill>
                  <a:srgbClr val="000000">
                    <a:alpha val="70196"/>
                  </a:srgbClr>
                </a:solidFill>
                <a:ea typeface="Pretendard Light"/>
              </a:rPr>
              <a:t>입력해요</a:t>
            </a:r>
            <a:r>
              <a:rPr lang="en-US" sz="1482" b="false" i="false" u="none" strike="noStrike">
                <a:solidFill>
                  <a:srgbClr val="000000">
                    <a:alpha val="70196"/>
                  </a:srgbClr>
                </a:solidFill>
                <a:latin typeface="Pretendard Light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53000" y="9385300"/>
            <a:ext cx="25146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l" lvl="0">
              <a:lnSpc>
                <a:spcPct val="99600"/>
              </a:lnSpc>
            </a:pP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목차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쓰는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곳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743200" y="1422400"/>
            <a:ext cx="4038600" cy="127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82600" y="2349500"/>
            <a:ext cx="9131300" cy="12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38100" y="482600"/>
            <a:ext cx="10121900" cy="12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-6235700" y="6477000"/>
            <a:ext cx="134366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2895600" y="6642100"/>
            <a:ext cx="13423900" cy="12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12700" y="13144500"/>
            <a:ext cx="10121900" cy="1257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559800" y="12039600"/>
            <a:ext cx="635000" cy="635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2743200" y="1295400"/>
            <a:ext cx="4089400" cy="266700"/>
          </a:xfrm>
          <a:prstGeom prst="rect">
            <a:avLst/>
          </a:prstGeom>
        </p:spPr>
        <p:txBody>
          <a:bodyPr anchor="t" rtlCol="false" lIns="0" tIns="9306" rIns="0" bIns="0"/>
          <a:lstStyle/>
          <a:p>
            <a:pPr algn="l" lvl="0">
              <a:lnSpc>
                <a:spcPct val="107899"/>
              </a:lnSpc>
            </a:pP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이곳에는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목차의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요약하는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문장을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입력해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보세요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508500" y="13538200"/>
            <a:ext cx="1066800" cy="2667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99600"/>
              </a:lnSpc>
            </a:pPr>
            <a:r>
              <a:rPr lang="en" sz="1466" b="false" i="false" u="none" strike="noStrike">
                <a:solidFill>
                  <a:srgbClr val="000000"/>
                </a:solidFill>
                <a:latin typeface="Pretendard ExtraLigh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69900" y="482600"/>
            <a:ext cx="9131300" cy="1854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24000" y="3327400"/>
            <a:ext cx="71755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l" lvl="0">
              <a:lnSpc>
                <a:spcPct val="99600"/>
              </a:lnSpc>
            </a:pP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이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곳에는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보고서의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결론을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기재해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700" y="4546600"/>
            <a:ext cx="304800" cy="266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700" y="5600700"/>
            <a:ext cx="304800" cy="266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700" y="6642100"/>
            <a:ext cx="304800" cy="266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32000" y="4483100"/>
            <a:ext cx="7874000" cy="584200"/>
          </a:xfrm>
          <a:prstGeom prst="rect">
            <a:avLst/>
          </a:prstGeom>
        </p:spPr>
        <p:txBody>
          <a:bodyPr anchor="t" rtlCol="false" lIns="0" tIns="10922" rIns="0" bIns="0"/>
          <a:lstStyle/>
          <a:p>
            <a:pPr algn="l" lvl="0">
              <a:lnSpc>
                <a:spcPct val="107899"/>
              </a:lnSpc>
            </a:pP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보고할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땐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결론을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먼저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제시해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보세요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배경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,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현황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수치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등의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구체적인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보고보다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앞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부분에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배치하는게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좋습니다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2000" y="5537200"/>
            <a:ext cx="7378700" cy="584200"/>
          </a:xfrm>
          <a:prstGeom prst="rect">
            <a:avLst/>
          </a:prstGeom>
        </p:spPr>
        <p:txBody>
          <a:bodyPr anchor="t" rtlCol="false" lIns="0" tIns="10922" rIns="0" bIns="0"/>
          <a:lstStyle/>
          <a:p>
            <a:pPr algn="l" lvl="0">
              <a:lnSpc>
                <a:spcPct val="107899"/>
              </a:lnSpc>
            </a:pP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결론은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전체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요약하고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보고에서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핵심이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되는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포인트를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강조합니다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명확하고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간결한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문장이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중요해요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2000" y="6591300"/>
            <a:ext cx="6718300" cy="584200"/>
          </a:xfrm>
          <a:prstGeom prst="rect">
            <a:avLst/>
          </a:prstGeom>
        </p:spPr>
        <p:txBody>
          <a:bodyPr anchor="t" rtlCol="false" lIns="0" tIns="10922" rIns="0" bIns="0"/>
          <a:lstStyle/>
          <a:p>
            <a:pPr algn="l" lvl="0">
              <a:lnSpc>
                <a:spcPct val="107899"/>
              </a:lnSpc>
            </a:pP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결과를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보여주는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것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외에도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견해나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방안을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제시하는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것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또한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잊지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마세요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결론에서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쓸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가장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중요한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내용입니다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5400000">
            <a:off x="8001000" y="10744200"/>
            <a:ext cx="3619500" cy="241300"/>
          </a:xfrm>
          <a:prstGeom prst="rect">
            <a:avLst/>
          </a:prstGeom>
        </p:spPr>
        <p:txBody>
          <a:bodyPr anchor="t" rtlCol="false" lIns="0" tIns="10934" rIns="0" bIns="0"/>
          <a:lstStyle/>
          <a:p>
            <a:pPr algn="r" lvl="0">
              <a:lnSpc>
                <a:spcPct val="105410"/>
              </a:lnSpc>
            </a:pPr>
            <a:r>
              <a:rPr lang="en" sz="1324" b="false" i="false" u="none" strike="noStrike">
                <a:solidFill>
                  <a:srgbClr val="000000"/>
                </a:solidFill>
                <a:latin typeface="Pretendard ExtraLight"/>
              </a:rPr>
              <a:t>short phrase for a conclusion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937500" y="774700"/>
            <a:ext cx="1346200" cy="3556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937500" y="850900"/>
            <a:ext cx="1384300" cy="228600"/>
          </a:xfrm>
          <a:prstGeom prst="rect">
            <a:avLst/>
          </a:prstGeom>
        </p:spPr>
        <p:txBody>
          <a:bodyPr anchor="t" rtlCol="false" lIns="0" tIns="16411" rIns="0" bIns="0"/>
          <a:lstStyle/>
          <a:p>
            <a:pPr algn="ctr" lvl="0">
              <a:lnSpc>
                <a:spcPct val="99600"/>
              </a:lnSpc>
            </a:pPr>
            <a:r>
              <a:rPr lang="en" sz="1292" b="false" i="false" u="none" strike="noStrike">
                <a:solidFill>
                  <a:srgbClr val="000000"/>
                </a:solidFill>
                <a:latin typeface="Pretendard Bold"/>
              </a:rPr>
              <a:t>CONCLUSION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59800" y="12039600"/>
            <a:ext cx="6350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38100" y="482600"/>
            <a:ext cx="10121900" cy="1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6172200" y="6553200"/>
            <a:ext cx="13296900" cy="1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895600" y="6642100"/>
            <a:ext cx="13423900" cy="12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12700" y="13144500"/>
            <a:ext cx="10121900" cy="1257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36700" y="1066800"/>
            <a:ext cx="1371600" cy="660400"/>
          </a:xfrm>
          <a:prstGeom prst="rect">
            <a:avLst/>
          </a:prstGeom>
        </p:spPr>
        <p:txBody>
          <a:bodyPr anchor="t" rtlCol="false" lIns="0" tIns="47412" rIns="0" bIns="0"/>
          <a:lstStyle/>
          <a:p>
            <a:pPr algn="l" lvl="0">
              <a:lnSpc>
                <a:spcPct val="99600"/>
              </a:lnSpc>
            </a:pPr>
            <a:r>
              <a:rPr lang="en" sz="3733" b="false" i="false" u="none" strike="noStrike" spc="-75">
                <a:solidFill>
                  <a:srgbClr val="000000"/>
                </a:solidFill>
                <a:ea typeface="Pretendard Medium"/>
              </a:rPr>
              <a:t>결론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alphaModFix amt="6000"/>
          </a:blip>
          <a:stretch>
            <a:fillRect/>
          </a:stretch>
        </p:blipFill>
        <p:spPr>
          <a:xfrm rot="0">
            <a:off x="2743200" y="1422400"/>
            <a:ext cx="4038600" cy="1270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743200" y="1295400"/>
            <a:ext cx="4089400" cy="266700"/>
          </a:xfrm>
          <a:prstGeom prst="rect">
            <a:avLst/>
          </a:prstGeom>
        </p:spPr>
        <p:txBody>
          <a:bodyPr anchor="t" rtlCol="false" lIns="0" tIns="9306" rIns="0" bIns="0"/>
          <a:lstStyle/>
          <a:p>
            <a:pPr algn="l" lvl="0">
              <a:lnSpc>
                <a:spcPct val="107899"/>
              </a:lnSpc>
            </a:pP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이곳에는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결론의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요약하는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문장을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입력해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보세요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0" y="7696200"/>
            <a:ext cx="304800" cy="266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8750300"/>
            <a:ext cx="304800" cy="266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9791700"/>
            <a:ext cx="304800" cy="2667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2019300" y="7632700"/>
            <a:ext cx="7874000" cy="584200"/>
          </a:xfrm>
          <a:prstGeom prst="rect">
            <a:avLst/>
          </a:prstGeom>
        </p:spPr>
        <p:txBody>
          <a:bodyPr anchor="t" rtlCol="false" lIns="0" tIns="10922" rIns="0" bIns="0"/>
          <a:lstStyle/>
          <a:p>
            <a:pPr algn="l" lvl="0">
              <a:lnSpc>
                <a:spcPct val="107899"/>
              </a:lnSpc>
            </a:pP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보고할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땐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결론을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먼저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제시해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보세요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배경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,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현황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수치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등의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구체적인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보고보다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앞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부분에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배치하는게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좋습니다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19300" y="8686800"/>
            <a:ext cx="7378700" cy="584200"/>
          </a:xfrm>
          <a:prstGeom prst="rect">
            <a:avLst/>
          </a:prstGeom>
        </p:spPr>
        <p:txBody>
          <a:bodyPr anchor="t" rtlCol="false" lIns="0" tIns="10922" rIns="0" bIns="0"/>
          <a:lstStyle/>
          <a:p>
            <a:pPr algn="l" lvl="0">
              <a:lnSpc>
                <a:spcPct val="107899"/>
              </a:lnSpc>
            </a:pP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결론은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전체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요약하고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보고에서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핵심이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되는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포인트를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강조합니다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명확하고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간결한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문장이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중요해요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19300" y="9728200"/>
            <a:ext cx="6718300" cy="584200"/>
          </a:xfrm>
          <a:prstGeom prst="rect">
            <a:avLst/>
          </a:prstGeom>
        </p:spPr>
        <p:txBody>
          <a:bodyPr anchor="t" rtlCol="false" lIns="0" tIns="10922" rIns="0" bIns="0"/>
          <a:lstStyle/>
          <a:p>
            <a:pPr algn="l" lvl="0">
              <a:lnSpc>
                <a:spcPct val="107899"/>
              </a:lnSpc>
            </a:pP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결과를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보여주는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것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외에도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,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견해나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방안을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제시하는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것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또한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잊지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마세요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. </a:t>
            </a:r>
          </a:p>
          <a:p>
            <a:pPr algn="l" lvl="0">
              <a:lnSpc>
                <a:spcPct val="107899"/>
              </a:lnSpc>
            </a:pP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결론에서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쓸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가장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중요한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719" b="false" i="false" u="none" strike="noStrike">
                <a:solidFill>
                  <a:srgbClr val="000000"/>
                </a:solidFill>
                <a:ea typeface="Pretendard Light"/>
              </a:rPr>
              <a:t>내용입니다</a:t>
            </a:r>
            <a:r>
              <a:rPr lang="en-US" sz="1719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82600" y="2349500"/>
            <a:ext cx="9131300" cy="127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4508500" y="13538200"/>
            <a:ext cx="1066800" cy="2667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99600"/>
              </a:lnSpc>
            </a:pPr>
            <a:r>
              <a:rPr lang="en" sz="1466" b="false" i="false" u="none" strike="noStrike">
                <a:solidFill>
                  <a:srgbClr val="000000"/>
                </a:solidFill>
                <a:latin typeface="Pretendard ExtraLigh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0">
            <a:off x="1562100" y="3390900"/>
            <a:ext cx="6921500" cy="396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69900" y="482600"/>
            <a:ext cx="9131300" cy="185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6172200" y="6553200"/>
            <a:ext cx="132969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895600" y="6642100"/>
            <a:ext cx="134239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2600" y="2349500"/>
            <a:ext cx="91313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6700" y="7848600"/>
            <a:ext cx="69977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009900" y="5156200"/>
            <a:ext cx="4064000" cy="317500"/>
          </a:xfrm>
          <a:prstGeom prst="rect">
            <a:avLst/>
          </a:prstGeom>
        </p:spPr>
        <p:txBody>
          <a:bodyPr anchor="t" rtlCol="false" lIns="0" tIns="11304" rIns="0" bIns="0"/>
          <a:lstStyle/>
          <a:p>
            <a:pPr algn="ctr" lvl="0">
              <a:lnSpc>
                <a:spcPct val="107899"/>
              </a:lnSpc>
            </a:pPr>
            <a:r>
              <a:rPr lang="ko-KR" sz="1780" b="false" i="false" u="none" strike="noStrike">
                <a:solidFill>
                  <a:srgbClr val="000000"/>
                </a:solidFill>
                <a:ea typeface="Pretendard ExtraLight"/>
              </a:rPr>
              <a:t>사진이나</a:t>
            </a:r>
            <a:r>
              <a:rPr lang="en-US" sz="1780" b="false" i="false" u="none" strike="noStrike">
                <a:solidFill>
                  <a:srgbClr val="000000"/>
                </a:solidFill>
                <a:latin typeface="Pretendard ExtraLight"/>
              </a:rPr>
              <a:t> </a:t>
            </a:r>
            <a:r>
              <a:rPr lang="ko-KR" sz="1780" b="false" i="false" u="none" strike="noStrike">
                <a:solidFill>
                  <a:srgbClr val="000000"/>
                </a:solidFill>
                <a:ea typeface="Pretendard ExtraLight"/>
              </a:rPr>
              <a:t>그래프를</a:t>
            </a:r>
            <a:r>
              <a:rPr lang="en-US" sz="1780" b="false" i="false" u="none" strike="noStrike">
                <a:solidFill>
                  <a:srgbClr val="000000"/>
                </a:solidFill>
                <a:latin typeface="Pretendard ExtraLight"/>
              </a:rPr>
              <a:t> </a:t>
            </a:r>
            <a:r>
              <a:rPr lang="ko-KR" sz="1780" b="false" i="false" u="none" strike="noStrike">
                <a:solidFill>
                  <a:srgbClr val="000000"/>
                </a:solidFill>
                <a:ea typeface="Pretendard ExtraLight"/>
              </a:rPr>
              <a:t>넣을</a:t>
            </a:r>
            <a:r>
              <a:rPr lang="en-US" sz="1780" b="false" i="false" u="none" strike="noStrike">
                <a:solidFill>
                  <a:srgbClr val="000000"/>
                </a:solidFill>
                <a:latin typeface="Pretendard ExtraLight"/>
              </a:rPr>
              <a:t> </a:t>
            </a:r>
            <a:r>
              <a:rPr lang="ko-KR" sz="1780" b="false" i="false" u="none" strike="noStrike">
                <a:solidFill>
                  <a:srgbClr val="000000"/>
                </a:solidFill>
                <a:ea typeface="Pretendard ExtraLight"/>
              </a:rPr>
              <a:t>공간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49400" y="8382000"/>
            <a:ext cx="533400" cy="355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511300" y="8407400"/>
            <a:ext cx="584200" cy="292100"/>
          </a:xfrm>
          <a:prstGeom prst="rect">
            <a:avLst/>
          </a:prstGeom>
        </p:spPr>
        <p:txBody>
          <a:bodyPr anchor="t" rtlCol="false" lIns="0" tIns="21059" rIns="0" bIns="0"/>
          <a:lstStyle/>
          <a:p>
            <a:pPr algn="ctr" lvl="0">
              <a:lnSpc>
                <a:spcPct val="99600"/>
              </a:lnSpc>
            </a:pPr>
            <a:r>
              <a:rPr lang="en" sz="1658" b="false" i="false" u="none" strike="noStrike">
                <a:solidFill>
                  <a:srgbClr val="000000"/>
                </a:solidFill>
                <a:latin typeface="Pretendard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73300" y="8356600"/>
            <a:ext cx="28829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l" lvl="0">
              <a:lnSpc>
                <a:spcPct val="99600"/>
              </a:lnSpc>
            </a:pP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첫번째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배경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요인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9080500"/>
            <a:ext cx="6515100" cy="5842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44420"/>
              </a:lnSpc>
              <a:buClr>
                <a:srgbClr val="000000"/>
              </a:buClr>
              <a:buFont typeface="Arial"/>
              <a:buChar char="●"/>
            </a:pP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배경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요인을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입력하는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페이지입니다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. 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현상이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일어나게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된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원인을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입력하세요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algn="l" lvl="1" indent="-342900" marL="342900">
              <a:lnSpc>
                <a:spcPct val="144420"/>
              </a:lnSpc>
              <a:buClr>
                <a:srgbClr val="000000"/>
              </a:buClr>
              <a:buFont typeface="Arial"/>
              <a:buChar char="●"/>
            </a:pP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왼쪽의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사진이나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그래프를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추가로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설명해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배경의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완성해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보세요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49400" y="10172700"/>
            <a:ext cx="533400" cy="355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24000" y="10210800"/>
            <a:ext cx="584200" cy="292100"/>
          </a:xfrm>
          <a:prstGeom prst="rect">
            <a:avLst/>
          </a:prstGeom>
        </p:spPr>
        <p:txBody>
          <a:bodyPr anchor="t" rtlCol="false" lIns="0" tIns="21059" rIns="0" bIns="0"/>
          <a:lstStyle/>
          <a:p>
            <a:pPr algn="ctr" lvl="0">
              <a:lnSpc>
                <a:spcPct val="99600"/>
              </a:lnSpc>
            </a:pPr>
            <a:r>
              <a:rPr lang="en" sz="1658" b="false" i="false" u="none" strike="noStrike">
                <a:solidFill>
                  <a:srgbClr val="000000"/>
                </a:solidFill>
                <a:latin typeface="Pretendard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6000" y="10134600"/>
            <a:ext cx="28829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l" lvl="0">
              <a:lnSpc>
                <a:spcPct val="99600"/>
              </a:lnSpc>
            </a:pP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두번째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배경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요인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4000" y="10795000"/>
            <a:ext cx="6515100" cy="5842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44420"/>
              </a:lnSpc>
              <a:buClr>
                <a:srgbClr val="000000"/>
              </a:buClr>
              <a:buFont typeface="Arial"/>
              <a:buChar char="●"/>
            </a:pP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이곳엔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두번째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배경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입력합니다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.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현상의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맥락과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필요성을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설명해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보세요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algn="l" lvl="1" indent="-342900" marL="342900">
              <a:lnSpc>
                <a:spcPct val="144420"/>
              </a:lnSpc>
              <a:buClr>
                <a:srgbClr val="000000"/>
              </a:buClr>
              <a:buFont typeface="Arial"/>
              <a:buChar char="●"/>
            </a:pP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연구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목적이나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범위를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나타내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배경의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당위를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나타내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보세요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5400000">
            <a:off x="8001000" y="10744200"/>
            <a:ext cx="3619500" cy="241300"/>
          </a:xfrm>
          <a:prstGeom prst="rect">
            <a:avLst/>
          </a:prstGeom>
        </p:spPr>
        <p:txBody>
          <a:bodyPr anchor="t" rtlCol="false" lIns="0" tIns="10934" rIns="0" bIns="0"/>
          <a:lstStyle/>
          <a:p>
            <a:pPr algn="r" lvl="0">
              <a:lnSpc>
                <a:spcPct val="105410"/>
              </a:lnSpc>
            </a:pPr>
            <a:r>
              <a:rPr lang="en" sz="1324" b="false" i="false" u="none" strike="noStrike">
                <a:solidFill>
                  <a:srgbClr val="000000"/>
                </a:solidFill>
                <a:latin typeface="Pretendard ExtraLight"/>
              </a:rPr>
              <a:t>explain the background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937500" y="774700"/>
            <a:ext cx="1346200" cy="3556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7937500" y="850900"/>
            <a:ext cx="1384300" cy="228600"/>
          </a:xfrm>
          <a:prstGeom prst="rect">
            <a:avLst/>
          </a:prstGeom>
        </p:spPr>
        <p:txBody>
          <a:bodyPr anchor="t" rtlCol="false" lIns="0" tIns="16411" rIns="0" bIns="0"/>
          <a:lstStyle/>
          <a:p>
            <a:pPr algn="ctr" lvl="0">
              <a:lnSpc>
                <a:spcPct val="99600"/>
              </a:lnSpc>
            </a:pPr>
            <a:r>
              <a:rPr lang="en" sz="1292" b="false" i="false" u="none" strike="noStrike">
                <a:solidFill>
                  <a:srgbClr val="000000"/>
                </a:solidFill>
                <a:latin typeface="Pretendard Bold"/>
              </a:rPr>
              <a:t>BACKGROUND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559800" y="12039600"/>
            <a:ext cx="635000" cy="635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38100" y="482600"/>
            <a:ext cx="10121900" cy="12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12700" y="13144500"/>
            <a:ext cx="10121900" cy="12573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536700" y="1066800"/>
            <a:ext cx="1371600" cy="660400"/>
          </a:xfrm>
          <a:prstGeom prst="rect">
            <a:avLst/>
          </a:prstGeom>
        </p:spPr>
        <p:txBody>
          <a:bodyPr anchor="t" rtlCol="false" lIns="0" tIns="47412" rIns="0" bIns="0"/>
          <a:lstStyle/>
          <a:p>
            <a:pPr algn="l" lvl="0">
              <a:lnSpc>
                <a:spcPct val="99600"/>
              </a:lnSpc>
            </a:pPr>
            <a:r>
              <a:rPr lang="en" sz="3733" b="false" i="false" u="none" strike="noStrike" spc="-75">
                <a:solidFill>
                  <a:srgbClr val="000000"/>
                </a:solidFill>
                <a:ea typeface="Pretendard Medium"/>
              </a:rPr>
              <a:t>배경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alphaModFix amt="6000"/>
          </a:blip>
          <a:stretch>
            <a:fillRect/>
          </a:stretch>
        </p:blipFill>
        <p:spPr>
          <a:xfrm rot="0">
            <a:off x="2743200" y="1422400"/>
            <a:ext cx="4038600" cy="1270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2743200" y="1295400"/>
            <a:ext cx="4089400" cy="266700"/>
          </a:xfrm>
          <a:prstGeom prst="rect">
            <a:avLst/>
          </a:prstGeom>
        </p:spPr>
        <p:txBody>
          <a:bodyPr anchor="t" rtlCol="false" lIns="0" tIns="9306" rIns="0" bIns="0"/>
          <a:lstStyle/>
          <a:p>
            <a:pPr algn="l" lvl="0">
              <a:lnSpc>
                <a:spcPct val="107899"/>
              </a:lnSpc>
            </a:pP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이곳에는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배경의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요약하는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문장을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입력해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보세요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08500" y="13538200"/>
            <a:ext cx="1066800" cy="2667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99600"/>
              </a:lnSpc>
            </a:pPr>
            <a:r>
              <a:rPr lang="en" sz="1466" b="false" i="false" u="none" strike="noStrike">
                <a:solidFill>
                  <a:srgbClr val="000000"/>
                </a:solidFill>
                <a:latin typeface="Pretendard ExtraLigh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524000" y="5143500"/>
          <a:ext cx="6616700" cy="6210300"/>
        </p:xfrm>
        <a:graphic>
          <a:graphicData uri="http://schemas.openxmlformats.org/drawingml/2006/table">
            <a:tbl>
              <a:tblPr/>
              <a:tblGrid>
                <a:gridCol w="924048"/>
                <a:gridCol w="4120142"/>
                <a:gridCol w="1575563"/>
              </a:tblGrid>
              <a:tr h="59476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2130"/>
                        </a:lnSpc>
                        <a:defRPr/>
                      </a:pPr>
                      <a:r>
                        <a:rPr lang="en" sz="1466" b="false" i="false" u="none" strike="noStrike">
                          <a:solidFill>
                            <a:srgbClr val="FFFFFF"/>
                          </a:solidFill>
                          <a:ea typeface="Pretendard Medium"/>
                        </a:rPr>
                        <a:t>항목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2130"/>
                        </a:lnSpc>
                        <a:defRPr/>
                      </a:pPr>
                      <a:r>
                        <a:rPr lang="ko-KR" sz="1466" b="false" i="false" u="none" strike="noStrike">
                          <a:solidFill>
                            <a:srgbClr val="FFFFFF"/>
                          </a:solidFill>
                          <a:ea typeface="Pretendard Medium"/>
                        </a:rPr>
                        <a:t>항목의</a:t>
                      </a:r>
                      <a:r>
                        <a:rPr lang="en-US" sz="1466" b="false" i="false" u="none" strike="noStrike">
                          <a:solidFill>
                            <a:srgbClr val="FFFFFF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FFFFFF"/>
                          </a:solidFill>
                          <a:ea typeface="Pretendard Medium"/>
                        </a:rPr>
                        <a:t>세부</a:t>
                      </a:r>
                      <a:r>
                        <a:rPr lang="en-US" sz="1466" b="false" i="false" u="none" strike="noStrike">
                          <a:solidFill>
                            <a:srgbClr val="FFFFFF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FFFFFF"/>
                          </a:solidFill>
                          <a:ea typeface="Pretendard Medium"/>
                        </a:rPr>
                        <a:t>내용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2130"/>
                        </a:lnSpc>
                        <a:defRPr/>
                      </a:pPr>
                      <a:r>
                        <a:rPr lang="en" sz="1466" b="false" i="false" u="none" strike="noStrike">
                          <a:solidFill>
                            <a:srgbClr val="FFFFFF"/>
                          </a:solidFill>
                          <a:ea typeface="Pretendard Medium"/>
                        </a:rPr>
                        <a:t>비고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92965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2130"/>
                        </a:lnSpc>
                        <a:defRPr/>
                      </a:pP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항목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1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32800"/>
                        </a:lnSpc>
                        <a:defRPr/>
                      </a:pP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    -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해당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항목이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어떤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내용을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전달하는지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설명해요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.</a:t>
                      </a:r>
                      <a:endParaRPr lang="en-US" sz="1100"/>
                    </a:p>
                    <a:p>
                      <a:pPr algn="l" lvl="0">
                        <a:lnSpc>
                          <a:spcPct val="132800"/>
                        </a:lnSpc>
                      </a:pP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    -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또한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,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이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항목에서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가장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중요한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부분을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설명해요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.</a:t>
                      </a:r>
                    </a:p>
                    <a:p>
                      <a:pPr algn="l" lvl="0">
                        <a:lnSpc>
                          <a:spcPct val="132800"/>
                        </a:lnSpc>
                      </a:pP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    -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수치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,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데이터를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함께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입력해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내용을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보완해요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.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이곳엔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해당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항목의</a:t>
                      </a:r>
                      <a:endParaRPr lang="en-US" sz="1100"/>
                    </a:p>
                    <a:p>
                      <a:pPr algn="ctr" lvl="0">
                        <a:lnSpc>
                          <a:spcPct val="107899"/>
                        </a:lnSpc>
                      </a:pP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특이사항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혹은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 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참고</a:t>
                      </a:r>
                    </a:p>
                    <a:p>
                      <a:pPr algn="ctr" lvl="0">
                        <a:lnSpc>
                          <a:spcPct val="107899"/>
                        </a:lnSpc>
                      </a:pP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사항을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 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언급해요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.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830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2130"/>
                        </a:lnSpc>
                        <a:defRPr/>
                      </a:pP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항목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2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32800"/>
                        </a:lnSpc>
                        <a:defRPr/>
                      </a:pP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    -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해당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항목이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어떤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내용을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전달하는지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설명해요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.</a:t>
                      </a:r>
                      <a:endParaRPr lang="en-US" sz="1100"/>
                    </a:p>
                    <a:p>
                      <a:pPr algn="l" lvl="0">
                        <a:lnSpc>
                          <a:spcPct val="132800"/>
                        </a:lnSpc>
                      </a:pP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    -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또한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,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이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항목에서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가장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중요한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부분을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설명해요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.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ㅡ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5992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2130"/>
                        </a:lnSpc>
                        <a:defRPr/>
                      </a:pP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항목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3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32800"/>
                        </a:lnSpc>
                        <a:defRPr/>
                      </a:pP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    -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해당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항목이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어떤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내용을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전달하는지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설명해요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.</a:t>
                      </a:r>
                      <a:endParaRPr lang="en-US" sz="1100"/>
                    </a:p>
                    <a:p>
                      <a:pPr algn="l" lvl="0">
                        <a:lnSpc>
                          <a:spcPct val="132800"/>
                        </a:lnSpc>
                      </a:pP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    -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또한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,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이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항목에서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가장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중요한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부분을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설명해요</a:t>
                      </a:r>
                      <a:r>
                        <a:rPr lang="en-US" sz="1466" b="false" i="false" u="none" strike="noStrike">
                          <a:solidFill>
                            <a:srgbClr val="000000"/>
                          </a:solidFill>
                          <a:latin typeface="Pretendard Light"/>
                        </a:rPr>
                        <a:t>.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" sz="1466" b="false" i="false" u="none" strike="noStrike">
                          <a:solidFill>
                            <a:srgbClr val="000000"/>
                          </a:solidFill>
                          <a:ea typeface="Pretendard Light"/>
                        </a:rPr>
                        <a:t>ㅡ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524000" y="4064000"/>
            <a:ext cx="6781800" cy="5842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44420"/>
              </a:lnSpc>
              <a:buClr>
                <a:srgbClr val="000000"/>
              </a:buClr>
              <a:buFont typeface="Arial"/>
              <a:buChar char="●"/>
            </a:pP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이곳엔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표와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관련된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간략하게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입력해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주시면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됩니다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  <a:p>
            <a:pPr algn="l" lvl="1" indent="-342900" marL="342900">
              <a:lnSpc>
                <a:spcPct val="144420"/>
              </a:lnSpc>
              <a:buClr>
                <a:srgbClr val="000000"/>
              </a:buClr>
              <a:buFont typeface="Arial"/>
              <a:buChar char="●"/>
            </a:pP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표에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나타내지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못한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항목들을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이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부분에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입력해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주시면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보다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직관적인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설명이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6" b="false" i="false" u="none" strike="noStrike">
                <a:solidFill>
                  <a:srgbClr val="000000"/>
                </a:solidFill>
                <a:ea typeface="Pretendard Light"/>
              </a:rPr>
              <a:t>가능합니다</a:t>
            </a:r>
            <a:r>
              <a:rPr lang="en-US" sz="1466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69900" y="482600"/>
            <a:ext cx="9131300" cy="1854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6172200" y="6553200"/>
            <a:ext cx="132969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895600" y="6642100"/>
            <a:ext cx="134239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82600" y="2349500"/>
            <a:ext cx="91313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5400000">
            <a:off x="8001000" y="10744200"/>
            <a:ext cx="3619500" cy="241300"/>
          </a:xfrm>
          <a:prstGeom prst="rect">
            <a:avLst/>
          </a:prstGeom>
        </p:spPr>
        <p:txBody>
          <a:bodyPr anchor="t" rtlCol="false" lIns="0" tIns="10934" rIns="0" bIns="0"/>
          <a:lstStyle/>
          <a:p>
            <a:pPr algn="r" lvl="0">
              <a:lnSpc>
                <a:spcPct val="105410"/>
              </a:lnSpc>
            </a:pPr>
            <a:r>
              <a:rPr lang="en" sz="1324" b="false" i="false" u="none" strike="noStrike">
                <a:solidFill>
                  <a:srgbClr val="000000"/>
                </a:solidFill>
                <a:latin typeface="Pretendard ExtraLight"/>
              </a:rPr>
              <a:t>BRIEF DESCRIPTION OF THE CHART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937500" y="774700"/>
            <a:ext cx="1346200" cy="355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937500" y="850900"/>
            <a:ext cx="1384300" cy="228600"/>
          </a:xfrm>
          <a:prstGeom prst="rect">
            <a:avLst/>
          </a:prstGeom>
        </p:spPr>
        <p:txBody>
          <a:bodyPr anchor="t" rtlCol="false" lIns="0" tIns="16411" rIns="0" bIns="0"/>
          <a:lstStyle/>
          <a:p>
            <a:pPr algn="ctr" lvl="0">
              <a:lnSpc>
                <a:spcPct val="99600"/>
              </a:lnSpc>
            </a:pPr>
            <a:r>
              <a:rPr lang="en" sz="1292" b="false" i="false" u="none" strike="noStrike">
                <a:solidFill>
                  <a:srgbClr val="000000"/>
                </a:solidFill>
                <a:latin typeface="Pretendard Bold"/>
              </a:rPr>
              <a:t>CHART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559800" y="12039600"/>
            <a:ext cx="6350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38100" y="482600"/>
            <a:ext cx="101219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12700" y="13144500"/>
            <a:ext cx="10121900" cy="1257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36700" y="1066800"/>
            <a:ext cx="1371600" cy="660400"/>
          </a:xfrm>
          <a:prstGeom prst="rect">
            <a:avLst/>
          </a:prstGeom>
        </p:spPr>
        <p:txBody>
          <a:bodyPr anchor="t" rtlCol="false" lIns="0" tIns="47412" rIns="0" bIns="0"/>
          <a:lstStyle/>
          <a:p>
            <a:pPr algn="l" lvl="0">
              <a:lnSpc>
                <a:spcPct val="99600"/>
              </a:lnSpc>
            </a:pPr>
            <a:r>
              <a:rPr lang="en" sz="3733" b="false" i="false" u="none" strike="noStrike" spc="-75">
                <a:solidFill>
                  <a:srgbClr val="000000"/>
                </a:solidFill>
                <a:ea typeface="Pretendard Medium"/>
              </a:rPr>
              <a:t>표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alphaModFix amt="6000"/>
          </a:blip>
          <a:stretch>
            <a:fillRect/>
          </a:stretch>
        </p:blipFill>
        <p:spPr>
          <a:xfrm rot="0">
            <a:off x="2616200" y="1422400"/>
            <a:ext cx="3949700" cy="127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616200" y="1295400"/>
            <a:ext cx="3962400" cy="266700"/>
          </a:xfrm>
          <a:prstGeom prst="rect">
            <a:avLst/>
          </a:prstGeom>
        </p:spPr>
        <p:txBody>
          <a:bodyPr anchor="t" rtlCol="false" lIns="0" tIns="9306" rIns="0" bIns="0"/>
          <a:lstStyle/>
          <a:p>
            <a:pPr algn="l" lvl="0">
              <a:lnSpc>
                <a:spcPct val="107899"/>
              </a:lnSpc>
            </a:pP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이곳에는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표의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내용을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요약하는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문장을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입력해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1465" b="false" i="false" u="none" strike="noStrike">
                <a:solidFill>
                  <a:srgbClr val="000000"/>
                </a:solidFill>
                <a:ea typeface="Pretendard Light"/>
              </a:rPr>
              <a:t>보세요</a:t>
            </a:r>
            <a:r>
              <a:rPr lang="en-US" sz="1465" b="false" i="false" u="none" strike="noStrike">
                <a:solidFill>
                  <a:srgbClr val="000000"/>
                </a:solidFill>
                <a:latin typeface="Pretendard Light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24000" y="3327400"/>
            <a:ext cx="71755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l" lvl="0">
              <a:lnSpc>
                <a:spcPct val="99600"/>
              </a:lnSpc>
            </a:pP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이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곳에는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보고서의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결론을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기재해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99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399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08500" y="13538200"/>
            <a:ext cx="1066800" cy="266700"/>
          </a:xfrm>
          <a:prstGeom prst="rect">
            <a:avLst/>
          </a:prstGeom>
        </p:spPr>
        <p:txBody>
          <a:bodyPr anchor="t" rtlCol="false" lIns="0" tIns="18626" rIns="0" bIns="0"/>
          <a:lstStyle/>
          <a:p>
            <a:pPr algn="ctr" lvl="0">
              <a:lnSpc>
                <a:spcPct val="99600"/>
              </a:lnSpc>
            </a:pPr>
            <a:r>
              <a:rPr lang="en" sz="1466" b="false" i="false" u="none" strike="noStrike">
                <a:solidFill>
                  <a:srgbClr val="000000"/>
                </a:solidFill>
                <a:latin typeface="Pretendard ExtraLigh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1300" y="9232900"/>
            <a:ext cx="3238500" cy="457200"/>
          </a:xfrm>
          <a:prstGeom prst="rect">
            <a:avLst/>
          </a:prstGeom>
        </p:spPr>
        <p:txBody>
          <a:bodyPr anchor="t" rtlCol="false" lIns="0" tIns="32574" rIns="0" bIns="0"/>
          <a:lstStyle/>
          <a:p>
            <a:pPr algn="l" lvl="0">
              <a:lnSpc>
                <a:spcPct val="99600"/>
              </a:lnSpc>
            </a:pPr>
            <a:r>
              <a:rPr lang="ko-KR" sz="2564" b="false" i="false" u="none" strike="noStrike">
                <a:solidFill>
                  <a:srgbClr val="000000"/>
                </a:solidFill>
                <a:ea typeface="Pretendard Medium"/>
              </a:rPr>
              <a:t>이상</a:t>
            </a:r>
            <a:r>
              <a:rPr lang="en-US" sz="2564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64" b="false" i="false" u="none" strike="noStrike">
                <a:solidFill>
                  <a:srgbClr val="000000"/>
                </a:solidFill>
                <a:ea typeface="Pretendard Medium"/>
              </a:rPr>
              <a:t>보고를</a:t>
            </a:r>
            <a:r>
              <a:rPr lang="en-US" sz="2564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64" b="false" i="false" u="none" strike="noStrike">
                <a:solidFill>
                  <a:srgbClr val="000000"/>
                </a:solidFill>
                <a:ea typeface="Pretendard Medium"/>
              </a:rPr>
              <a:t>마칩니다</a:t>
            </a:r>
            <a:r>
              <a:rPr lang="en-US" sz="2564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7800" y="9906000"/>
            <a:ext cx="6705600" cy="1384300"/>
          </a:xfrm>
          <a:prstGeom prst="rect">
            <a:avLst/>
          </a:prstGeom>
        </p:spPr>
        <p:txBody>
          <a:bodyPr anchor="t" rtlCol="false" lIns="0" tIns="83843" rIns="0" bIns="0"/>
          <a:lstStyle/>
          <a:p>
            <a:pPr algn="l" lvl="0">
              <a:lnSpc>
                <a:spcPct val="102089"/>
              </a:lnSpc>
            </a:pPr>
            <a:r>
              <a:rPr lang="ko-KR" sz="7766" b="false" i="false" u="none" strike="noStrike">
                <a:solidFill>
                  <a:srgbClr val="000000"/>
                </a:solidFill>
                <a:ea typeface="Pretendard SemiBold"/>
              </a:rPr>
              <a:t>감사합니다</a:t>
            </a:r>
            <a:r>
              <a:rPr lang="en-US" sz="7766" b="false" i="false" u="none" strike="noStrike">
                <a:solidFill>
                  <a:srgbClr val="000000"/>
                </a:solidFill>
                <a:latin typeface="Pretendard SemiBold"/>
              </a:rPr>
              <a:t>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96200" y="914400"/>
            <a:ext cx="1485900" cy="431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785100" y="1003300"/>
            <a:ext cx="1320800" cy="279400"/>
          </a:xfrm>
          <a:prstGeom prst="rect">
            <a:avLst/>
          </a:prstGeom>
        </p:spPr>
        <p:txBody>
          <a:bodyPr anchor="t" rtlCol="false" lIns="0" tIns="19940" rIns="0" bIns="0"/>
          <a:lstStyle/>
          <a:p>
            <a:pPr algn="ctr" lvl="0">
              <a:lnSpc>
                <a:spcPct val="99600"/>
              </a:lnSpc>
            </a:pPr>
            <a:r>
              <a:rPr lang="en" sz="1570" b="false" i="false" u="none" strike="noStrike">
                <a:solidFill>
                  <a:srgbClr val="000000"/>
                </a:solidFill>
                <a:latin typeface="Pretendard Medium"/>
              </a:rPr>
              <a:t>2080.03.07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8100" y="482600"/>
            <a:ext cx="101219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5689600" y="6096000"/>
            <a:ext cx="123317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416300" y="6121400"/>
            <a:ext cx="123952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2700" y="12115800"/>
            <a:ext cx="10121900" cy="2286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511300" y="1358900"/>
            <a:ext cx="1130300" cy="113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730500" y="13093700"/>
            <a:ext cx="241300" cy="12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111500" y="12915900"/>
            <a:ext cx="3136900" cy="368300"/>
          </a:xfrm>
          <a:prstGeom prst="rect">
            <a:avLst/>
          </a:prstGeom>
        </p:spPr>
        <p:txBody>
          <a:bodyPr anchor="t" rtlCol="false" lIns="0" tIns="26132" rIns="0" bIns="0"/>
          <a:lstStyle/>
          <a:p>
            <a:pPr algn="l" lvl="0">
              <a:lnSpc>
                <a:spcPct val="99600"/>
              </a:lnSpc>
            </a:pPr>
            <a:r>
              <a:rPr lang="en" sz="2057" b="false" i="false" u="none" strike="noStrike">
                <a:solidFill>
                  <a:srgbClr val="000000"/>
                </a:solidFill>
                <a:latin typeface="Pretendard Regular"/>
              </a:rPr>
              <a:t>mirikim@miricanvas.com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7800" y="12928600"/>
            <a:ext cx="1346200" cy="368300"/>
          </a:xfrm>
          <a:prstGeom prst="rect">
            <a:avLst/>
          </a:prstGeom>
        </p:spPr>
        <p:txBody>
          <a:bodyPr anchor="t" rtlCol="false" lIns="0" tIns="26132" rIns="0" bIns="0"/>
          <a:lstStyle/>
          <a:p>
            <a:pPr algn="l" lvl="0">
              <a:lnSpc>
                <a:spcPct val="99600"/>
              </a:lnSpc>
            </a:pPr>
            <a:r>
              <a:rPr lang="ko-KR" sz="2057" b="false" i="false" u="none" strike="noStrike">
                <a:solidFill>
                  <a:srgbClr val="000000"/>
                </a:solidFill>
                <a:ea typeface="Pretendard Regular"/>
              </a:rPr>
              <a:t>김미리</a:t>
            </a:r>
            <a:r>
              <a:rPr lang="en-US" sz="2057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57" b="false" i="false" u="none" strike="noStrike">
                <a:solidFill>
                  <a:srgbClr val="000000"/>
                </a:solidFill>
                <a:ea typeface="Pretendard Regular"/>
              </a:rPr>
              <a:t>사원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