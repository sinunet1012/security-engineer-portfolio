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8" r:id="rId2"/>
    <p:sldId id="260" r:id="rId3"/>
    <p:sldId id="261" r:id="rId4"/>
    <p:sldId id="265" r:id="rId5"/>
    <p:sldId id="268" r:id="rId6"/>
    <p:sldId id="263" r:id="rId7"/>
    <p:sldId id="266" r:id="rId8"/>
    <p:sldId id="267" r:id="rId9"/>
    <p:sldId id="269" r:id="rId10"/>
    <p:sldId id="270" r:id="rId11"/>
    <p:sldId id="264" r:id="rId12"/>
    <p:sldId id="271" r:id="rId13"/>
    <p:sldId id="295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5" r:id="rId25"/>
    <p:sldId id="286" r:id="rId26"/>
    <p:sldId id="282" r:id="rId27"/>
    <p:sldId id="283" r:id="rId28"/>
    <p:sldId id="284" r:id="rId29"/>
    <p:sldId id="288" r:id="rId30"/>
    <p:sldId id="287" r:id="rId31"/>
    <p:sldId id="289" r:id="rId32"/>
    <p:sldId id="290" r:id="rId33"/>
    <p:sldId id="291" r:id="rId34"/>
    <p:sldId id="292" r:id="rId35"/>
    <p:sldId id="293" r:id="rId36"/>
    <p:sldId id="294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0AD47"/>
    <a:srgbClr val="AFE193"/>
    <a:srgbClr val="CC99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78" autoAdjust="0"/>
  </p:normalViewPr>
  <p:slideViewPr>
    <p:cSldViewPr snapToGrid="0">
      <p:cViewPr>
        <p:scale>
          <a:sx n="125" d="100"/>
          <a:sy n="125" d="100"/>
        </p:scale>
        <p:origin x="504" y="-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2:54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1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818 0 24575,'-8'1'0,"0"0"0,-1 1 0,1-1 0,-1 2 0,1-1 0,0 1 0,0 0 0,-14 9 0,-8 2 0,-71 30 1017,-48 34-4220,125-63 2692,1 1 0,0 1 1,1 1-1,1 1 0,0 1 0,1 1 0,2 0 0,-18 26 0,14-10 511,1 2 0,2 0 0,1 2 0,-21 75 0,15-22 0,-13 108 0,-20 440 0,52 3 0,35-154-328,9-248 1637,23-2 4494,151 364-5803,-184-526 0,25 65 575,30 72-4235,10-4-222,-24-75 4065,103 162 6046,-57-116-5951,236 285-1,-250-343-277,-26-33 0,88 85 0,-135-151 0,1 0 0,1-2 0,0-1 0,2-2 0,1-1 0,0-2 0,45 18 0,-36-19 0,44 16 0,-78-30 0,0-1 0,0 0 0,0 0 0,0-1 0,0-1 0,0 1 0,13-2 0,-21 1 0,1 0 0,-1 0 0,1 0 0,0 0 0,-1-1 0,1 1 0,-1-1 0,0 0 0,1 1 0,-1-1 0,1 0 0,-1 0 0,0 1 0,0-1 0,1-1 0,-1 2 0,0-2 0,0 1 0,0 0 0,0 0 0,1-3 0,-1 2 0,0 0 0,0 0 0,-1-1 0,0 1 0,0 0 0,1 0 0,-1-1 0,0 1 0,0-1 0,-1 1 0,1 0 0,0-1 0,-1-1 0,-3-8 0,0 0 0,-1 0 0,0 1 0,-9-14 0,14 23 0,-142-207 0,5 7 0,129 184 0,24 32 0,-2 1 0,126 104 0,24 25 0,-159-139 0,3 2 0,-1 1 0,0 1 0,0-1 0,5 10 0,-10-16 0,-1 0 0,0 1 0,1 0 0,-2 0 0,1-1 0,0 1 0,0 0 0,-1-1 0,1 1 0,-1 0 0,0-1 0,0 1 0,0 0 0,0 0 0,0 0 0,-1 0 0,1 0 0,-1-1 0,0 1 0,-1 4 0,-14 21 0,-1 0 0,-2-2 0,0 0 0,-37 37 0,24-27 0,2 0 0,-119 123 0,116-134-1365,21-17-5461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23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25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0 371 24575,'2'-26'0,"0"0"0,1 0 0,7-27 0,0 2 0,-7 33 0,2-15 0,19-61 0,-23 91 0,-1 1 0,1 0 0,0 0 0,-1 0 0,2 0 0,-1 0 0,0-1 0,0 2 0,0-1 0,1-1 0,-1 2 0,1-1 0,-1 0 0,1 1 0,0-1 0,0 1 0,0 0 0,-1-1 0,2 1 0,-1 0 0,0 0 0,0 0 0,1 0 0,-1 0 0,0 1 0,0 0 0,1-1 0,2 0 0,2 2 0,-1 0 0,1 1 0,-1-1 0,1 2 0,0-1 0,-1 1 0,0-1 0,0 2 0,6 3 0,321 204 0,-295-182 0,-31-20 0,-11-7 0,-16-8 0,-61-27 0,-76-45 0,38 17 0,110 57 0,3 1 0,-2-1 0,1 1 0,0 1 0,-1-1 0,-11-2 0,17 5 0,1-1 0,-1 1 0,1 0 0,-1 0 0,1 0 0,-1 1 0,1-1 0,-1 0 0,1 1 0,-1-1 0,2 1 0,-2-1 0,1 0 0,-1 1 0,1 0 0,0 0 0,-1-1 0,2 2 0,-2-1 0,1-1 0,0 1 0,0 1 0,0-2 0,0 2 0,0-1 0,0 0 0,1 1 0,-1-2 0,0 2 0,1-1 0,-1 1 0,1-1 0,0 0 0,-1 1 0,1-1 0,-1 3 0,0 5 0,0 0 0,0 0 0,0 0 0,1 0 0,1 0 0,2 14 0,17 63 0,82 198 0,25-6 0,39 95 0,-138-297 0,-2 2 0,-4 0 0,12 87 0,47 265 0,-58-341 0,5 0 0,64 143 0,-86-220 0,3 9 0,1 0 0,1 0 0,1-1 0,1-1 0,24 28 0,-25-39 0,-12-8 0,0-1 0,0 1 0,0 0 0,0 0 0,0-1 0,0 0 0,0 1 0,0-1 0,0 1 0,0 0 0,0 0 0,0-1 0,0 0 0,-1 1 0,1-1 0,0 1 0,0 0 0,0 0 0,-1-1 0,1 1 0,0-1 0,0 1 0,0 0 0,-1-1 0,1 1 0,0 0 0,-1 0 0,1 0 0,-1-1 0,-16-19 0,0 1 0,-2 0 0,-23-18 0,-10-8 0,-242-246 0,282 277 0,12 14 0,0 1 0,0-1 0,0 0 0,0 0 0,0 0 0,0 0 0,0 0 0,0 0 0,0 0 0,0 0 0,1 0 0,-1 0 0,0 0 0,0 0 0,0 0 0,0 0 0,0 0 0,0 0 0,0 0 0,0-1 0,0 1 0,0 0 0,0 0 0,1 0 0,-1 0 0,0 0 0,0 0 0,0 0 0,0 0 0,0 0 0,0 0 0,0 0 0,0 0 0,0 0 0,0 0 0,0 0 0,0-1 0,0 1 0,0 0 0,0 0 0,0 0 0,0 0 0,0 0 0,0 0 0,0 0 0,0 0 0,0 0 0,0 0 0,0 0 0,0 0 0,0 0 0,0 0 0,0 0 0,25 15 0,-17-10 0,34 23 0,92 55 0,-110-70 0,0-1 0,2-1 0,46 14 0,-68-24 0,1 1 0,1-2 0,-1 1 0,-1 0 0,2 0 0,-1-1 0,0 0 0,0 0 0,1-1 0,-2 0 0,1 0 0,1 0 0,-2-1 0,1 1 0,0-1 0,0 0 0,0 0 0,-1 0 0,1-1 0,-1 0 0,0 0 0,0 0 0,0 0 0,0-1 0,0 0 0,-1 0 0,0 1 0,0-2 0,0 1 0,0 0 0,3-7 0,8-17-273,-1-1 0,-1 0 0,-1 0 0,8-38 0,-7 18-6553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36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24575,'-20'0'-9830,"-7"0"11469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38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1410 1234 24575,'-55'8'0,"1"-2"0,-2-3 0,1-2 0,-1-3 0,1-1 0,0-3 0,-58-15 0,32 3 0,0-3 0,2-3 0,-87-41 0,123 45 0,-1-2 0,3-2 0,0-1 0,1-2 0,2-3 0,-67-64 0,87 74 0,1 1 0,1-2 0,1-1 0,0 0 0,2 0 0,-21-48 0,29 57 0,0-1 0,2 0 0,0 0 0,0-1 0,0 1 0,2 0 0,0-1 0,1 1 0,1-1 0,0 0 0,1 1 0,0 0 0,8-26 0,-4 23 0,1 0 0,1 1 0,1-1 0,0 2 0,1-1 0,1 1 0,0 1 0,1-1 0,1 2 0,0 0 0,0 1 0,1 0 0,25-15 0,-2 5 0,1 1 0,1 2 0,2 1 0,74-21 0,-20 14 0,1 3 0,190-14 0,-136 28 0,188 16 0,-31 28 0,-85 15 0,-184-39 0,-2 0 0,0 3 0,53 31 0,-73-37 0,-1 1 0,0 0 0,-1 2 0,0 0 0,-1 0 0,0 1 0,21 28 0,-28-32 0,0 1 0,-1-1 0,-1 1 0,1 0 0,-1 0 0,-1 1 0,0-1 0,0 1 0,-1-1 0,-1 1 0,1 0 0,-1 0 0,-2 21 0,-2-11 0,-1-1 0,0 0 0,-2 0 0,0 0 0,0-1 0,-15 26 0,-68 108 0,76-132 0,-184 284-1365,154-241-5461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3:39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1359 1164 24575,'-6'-3'0,"0"0"0,0 1 0,-1 1 0,1-1 0,-11-1 0,-3-1 0,-127-28 0,-257-95 0,295 85 0,3-6 0,-187-117 0,264 147 0,0-3 0,1 0 0,1-1 0,-30-35 0,49 48 0,1 0 0,0-1 0,1 0 0,0 1 0,1-2 0,-1 1 0,-3-13 0,8 16 0,-1 0 0,0 0 0,1 0 0,0-1 0,1 1 0,-1 0 0,2-1 0,-1 1 0,1-1 0,0 2 0,0-2 0,3-8 0,0 6 0,1-1 0,0 1 0,-1 0 0,2 1 0,0-1 0,1 1 0,0 0 0,0 1 0,1 0 0,-1 0 0,2 1 0,0-1 0,12-7 0,8-3 0,-1 3 0,2 0 0,43-15 0,259-70 0,9 30 0,-307 63 0,2 2 0,57-1 0,-77 6 0,0 2 0,0 0 0,0 1 0,0 0 0,-1 1 0,1 1 0,-1 0 0,20 11 0,5 6 0,0 2 0,-2 1 0,0 3 0,38 36 0,-20-11 0,85 104 0,-103-108 0,60 100 0,-86-128 0,-1 0 0,-2 0 0,0 2 0,-2-1 0,0 1 0,-1-1 0,-1 2 0,1 23 0,-6-35 7,0-1 0,0 0 0,-1 1 0,-1 0 0,0-1 1,0 0-1,-1 0 0,-1 0 0,0-1 0,0 1 0,-1-1 0,-1 1 0,1-1 0,-2-1 0,1 0 0,-12 13 0,0-3-255,0-1 1,-3-1-1,1 0 1,-2-2-1,-44 25 1,24-18-6579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02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24575,'4'0'-3444,"0"0"-1303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03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24575,'46'-1'0,"68"3"0,-103 0 0,0-1 0,0 1 0,0 1 0,0 0 0,-1 0 0,1 1 0,17 10 0,-23-11 0,-2-1 0,1 1 0,0 1 0,0-1 0,-1 0 0,0 0 0,0 1 0,0 1 0,0-2 0,0 1 0,-1 1 0,0-1 0,0 1 0,1-1 0,-2 1 0,1-1 0,-2 1 0,2 0 0,-1-1 0,-1 2 0,0-2 0,0 1 0,0 0 0,0 8 0,-3 8 0,-1 0 0,-1 0 0,0-1 0,-10 24 0,15-42 0,-31 74 0,17-44 0,-17 64 0,29-90-85,1-1 0,1 0-1,-1 1 1,1-1 0,0 1-1,0 0 1,1 0 0,-1-1-1,1 1 1,0-1 0,0 0-1,1 1 1,0 0 0,0-1-1,4 7 1,11 15-6741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03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24575,'7'0'0,"6"4"0,-1 3 0,3 5 0,5 11 0,-1 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12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15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24575,'-14'315'0,"2"-106"0,-2 1290 0,59-289 0,0-859 0,-34-300 0,1 0 0,3-1 0,3-1 0,41 83 0,-40-96 0,101 174 0,-98-176 0,2-2 0,1 0 0,2-1 0,31 27 0,-16-22 0,3-1 0,0-3 0,1-1 0,82 38 0,-92-52 0,2-2 0,0-2 0,1-1 0,0-1 0,1-3 0,0-1 0,41 1 0,-75-8 0,0 1 0,0-1 0,-1-1 0,1 0 0,-1 1 0,1-1 0,-1-1 0,1 1 0,0-1 0,6-3 0,-9 3 0,0 0 0,0 0 0,-1 0 0,1 0 0,-1-1 0,0 1 0,1 0 0,-1-1 0,-1 1 0,2-1 0,-2 0 0,1 0 0,-1 0 0,1 0 0,-2 0 0,2 0 0,-1-1 0,0-4 0,1-4 0,-2 1 0,1 0 0,-1-1 0,-1 1 0,1-1 0,-5-15 0,0-12 0,5 38 0,-1 0 0,1 0 0,0 1 0,0-2 0,-1 1 0,1 1 0,0-1 0,0 0 0,0 0 0,1 0 0,-1 0 0,0 0 0,0 1 0,1-1 0,-1-1 0,0 2 0,1-1 0,-1 0 0,0 0 0,1 1 0,-1-1 0,1 0 0,0 0 0,-1 1 0,0-1 0,1 1 0,0-1 0,0 0 0,-1 1 0,1 0 0,0-1 0,0 0 0,-1 1 0,1-1 0,0 1 0,0 0 0,-1 0 0,2 0 0,-1 0 0,-1-1 0,1 1 0,0 0 0,0 0 0,0 0 0,0 0 0,1 1 0,6-1 0,-2 2 0,1 0 0,1 0 0,10 7 0,-12-8 0,21 11 0,54 31 0,-74-39 0,1 0 0,-2 1 0,0 1 0,1-1 0,-1 0 0,0 1 0,-1 1 0,1-1 0,-1 1 0,-1-1 0,1 2 0,5 11 0,-8-14 0,-1-1 0,-1 0 0,1 0 0,-1 0 0,0 1 0,0-1 0,0 0 0,0 1 0,-1-2 0,1 2 0,-1-1 0,-1 0 0,2 0 0,-2 0 0,1 0 0,-2 0 0,0 3 0,-6 8 0,-1 0 0,-19 23 0,23-31 0,-23 27 0,-2-2 0,-52 44 0,61-57 0,-2-2 0,-1 0 0,0-2 0,-48 22 0,70-35 0,0-1 0,-1 0 0,1 0 0,-1 0 0,1 0 0,-1 0 0,1-1 0,0 0 0,-1 1 0,0-1 0,1 0 0,-1-1 0,1 1 0,-6-1 0,7-1 0,1 2 0,-2-2 0,1 1 0,0-1 0,0 1 0,0-2 0,1 2 0,-2-1 0,2 0 0,-1 0 0,1 0 0,-1 0 0,1 0 0,0 0 0,0-1 0,0 1 0,0 0 0,0-1 0,1 1 0,-1-1 0,0-3 0,-6-34 0,2-1 0,1-1 0,3 1 0,6-71 0,-3 61 0,29-405 0,-29 438 0,-2 3 0,1 1 0,1 0 0,1 0 0,0-1 0,0 2 0,1-1 0,1 0 0,7-16 0,-11 29 0,0 0 0,0-1 0,-1 2 0,2-2 0,-1 1 0,-1 0 0,2 0 0,-1 0 0,-1 0 0,2 0 0,-1 0 0,0 1 0,1-1 0,-1 0 0,0 0 0,0 1 0,1 0 0,-1-1 0,1 1 0,-1-1 0,0 1 0,1 0 0,-1-1 0,1 1 0,-1 0 0,2 1 0,2 0 0,-2 0 0,1 0 0,1 1 0,-2-1 0,1 1 0,0 0 0,6 5 0,21 16 0,0 2 0,-1 1 0,31 36 0,-13-14 0,3 1 0,-15-16 0,-3 1 0,42 53 0,-72-82 0,1 0 0,-1 0 0,0 1 0,-1 0 0,1 0 0,-1 0 0,-1 0 0,1 0 0,-1 0 0,0 0 0,0 0 0,0 0 0,-1 1 0,0-1 0,0 0 0,-1 1 0,0-1 0,0 0 0,-1 0 0,1 0 0,-2 0 0,1 0 0,0 0 0,-4 6 0,-5 7 0,-1 0 0,-1 0 0,-1-1 0,0-1 0,-22 21 0,-12 7 66,-89 63 0,-24 20-1563,148-115-5329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25.8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4:2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0 719 24575,'3'-1'0,"-1"0"0,1 0 0,0 1 0,-1-1 0,0-1 0,0 2 0,1-2 0,-1 1 0,0-1 0,0 1 0,1-2 0,0 0 0,11-7 0,107-69 0,-34 25 0,-3-4 0,113-99 0,-178 137 0,1 0 0,-2-1 0,23-34 0,-34 43 0,0 0 0,-1 1 0,-1-1 0,0 0 0,0-1 0,-2 1 0,1-1 0,-1 0 0,2-15 0,-5 23 0,0 1 0,0 0 0,0 0 0,0 0 0,-1 0 0,0 0 0,0 0 0,1 0 0,-2 0 0,1 0 0,-1 1 0,1-1 0,-1 0 0,0 1 0,-4-6 0,4 7 0,0 0 0,0 0 0,0 1 0,0-1 0,0 1 0,0-1 0,-1 1 0,0 0 0,1-1 0,0 2 0,-1-1 0,1-1 0,-1 2 0,0 0 0,0-1 0,1 1 0,-1 0 0,0-1 0,1 1 0,-1 1 0,1-1 0,-1 1 0,0-1 0,-3 1 0,-5 3 0,0 0 0,0 0 0,0 1 0,1 1 0,0 0 0,0 0 0,0 0 0,1 2 0,0-1 0,0 1 0,1 0 0,0 1 0,-10 15 0,3-4 0,1 1 0,2 0 0,0 2 0,0-1 0,-10 35 0,6 3 0,3 0 0,-11 116 0,6-29 0,14-127 0,2-15 0,1 1 0,0 0 0,0 0 0,1 0 0,0 0 0,0 8 0,0-13 0,0-1 0,0 0 0,0 0 0,0 0 0,0 0 0,0 1 0,0-1 0,0 0 0,1 1 0,-1-1 0,0 0 0,0 1 0,0-1 0,0 0 0,1 0 0,-1 0 0,0 0 0,0 0 0,1 0 0,-1 1 0,0-1 0,0 0 0,0 0 0,0 0 0,0 1 0,1-1 0,-1 0 0,0 0 0,1 0 0,-1 0 0,0 0 0,1 0 0,-1 0 0,0 0 0,0 0 0,0 0 0,0 0 0,1 0 0,-1 0 0,0 0 0,1 0 0,-1 0 0,0 0 0,1 0 0,-1 0 0,0-1 0,0 1 0,0 0 0,0 0 0,1-1 0,11-8 0,17-20 0,-15 14 0,0 2 0,1-1 0,23-15 0,-17 15 0,0 2 0,2 0 0,-1 2 0,2 0 0,-1 2 0,1 0 0,38-6 0,-59 13 0,1 1 0,-1 0 0,1-1 0,-1 1 0,0 0 0,0 0 0,1 1 0,-1-1 0,1 0 0,-1 1 0,1 1 0,-1-2 0,0 2 0,0-1 0,6 4 0,-8-4 0,1 1 0,-2-1 0,2 1 0,-1-1 0,0 1 0,0 0 0,0 0 0,-1-1 0,1 1 0,0 0 0,-1 0 0,1 0 0,-1 0 0,0 0 0,0 0 0,0 0 0,0-1 0,0 2 0,0-1 0,0-1 0,0 2 0,-1-2 0,1 1 0,-1 0 0,0 0 0,1 0 0,-1 0 0,-1 2 0,-4 8 0,0 0 0,0-1 0,-1 0 0,-1 0 0,1 0 0,-2-1 0,-10 11 0,-72 59 0,47-45 0,33-21 0,12-14 0,-1 0 0,0 0 0,0 1 0,0-1 0,0 0 0,0 1 0,0-1 0,1 0 0,-1 0 0,0 1 0,0-1 0,1 0 0,-1 0 0,0 0 0,1 0 0,-1 0 0,0 0 0,0 0 0,0 0 0,1 0 0,-1 1 0,0-1 0,1 0 0,-1 0 0,1 0 0,-1 0 0,0 0 0,0 0 0,0 0 0,0-1 0,1 1 0,0 0 0,33-6 0,31-17 0,-1-2 0,-1-4 0,96-59 0,-139 76 0,-1-1 0,1-1 0,29-29 0,-45 38 0,1 1 0,-1-1 0,1 0 0,-2 1 0,1-2 0,0 0 0,-1 1 0,0-1 0,-1 1 0,1-1 0,-1 0 0,0 0 0,-1-1 0,1 1 0,-1-1 0,0 1 0,0 0 0,-1-12 0,0 15 0,-1 1 0,1 1 0,-1-2 0,1 1 0,0 1 0,-1-2 0,0 1 0,0 1 0,1-2 0,-2 2 0,1-1 0,0 0 0,0 1 0,0-1 0,-1 1 0,1-1 0,-1 1 0,1-1 0,-1 1 0,1 0 0,-2-1 0,2 2 0,-1-2 0,0 1 0,1 1 0,-2-1 0,1 0 0,1 1 0,-2-1 0,1 1 0,1 0 0,-2 0 0,1-1 0,0 1 0,0 0 0,0 1 0,0-1 0,0 0 0,-1 0 0,2 1 0,-1-1 0,0 1 0,0 0 0,0-1 0,0 2 0,0-1 0,0-1 0,1 2 0,-1-1 0,0 0 0,1 1 0,-1-1 0,1 1 0,0-1 0,-1 1 0,1 0 0,-2 2 0,-2 7 0,-1-1 0,2 2 0,-1-1 0,2 0 0,0 0 0,0 1 0,1 0 0,1-1 0,-1 1 0,1 0 0,3 22 0,-2-29 0,1 1 0,-1 0 0,2-1 0,-1 1 0,1-1 0,-1 1 0,2 0 0,-1-1 0,1 0 0,-1 0 0,1 0 0,1 0 0,-1 0 0,1-1 0,-1 1 0,1-2 0,1 2 0,-1-1 0,1-1 0,-1 0 0,1 1 0,0-1 0,0-1 0,0 1 0,1 0 0,4 0 0,2 0-227,0 0-1,-1-1 1,1-1-1,0 1 1,21-2-1,6-4-6598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5:3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438 1 24575,'0'11'0,"-22"533"0,19-529 0,-30 194 0,26-173 0,-2 0 0,-2 0 0,-25 54 0,33-84 0,-1 1 0,0 0 0,0 0 0,-1-1 0,1 0 0,-2-1 0,1 1 0,0-1 0,-1 0 0,0 0 0,0-1 0,-11 7 0,12-9 0,0 0 0,0 1 0,-1-2 0,1 1 0,-1-1 0,1 1 0,-1-2 0,1 1 0,-1-1 0,0 1 0,0-2 0,1 1 0,-1-1 0,1 1 0,-1-1 0,1-1 0,-9-2 0,7 0 0,1 0 0,-1 1 0,1-2 0,0 1 0,0-2 0,1 2 0,-1-2 0,0 1 0,2-1 0,-1 0 0,1 0 0,-1-1 0,2 1 0,-1-1 0,1 0 0,-5-11 0,-1-9 0,0 0 0,3 0 0,-6-35 0,9 40 0,0 0 0,2 0 0,0 0 0,2-1 0,0 1 0,2 0 0,9-40 0,-6 45 0,0 1 0,0-1 0,2 1 0,-1 0 0,2 0 0,1 0 0,0 2 0,0 0 0,2 0 0,17-16 0,4 0 0,1 3 0,1 1 0,2 1 0,0 3 0,1 1 0,2 1 0,0 2 0,1 3 0,59-16 0,-82 27 0,0 0 0,0 2 0,0 1 0,0-1 0,28 4 0,-38-2 0,-1 0 0,-1 2 0,1-1 0,0 0 0,0 1 0,-1 1 0,0-1 0,1 0 0,-1 1 0,0 1 0,0-1 0,0 1 0,-1 0 0,1 0 0,-1 0 0,0 2 0,6 4 0,-11-8 0,2 0 0,-1 0 0,0 0 0,1 0 0,-2 0 0,1 0 0,0 1 0,0-1 0,-1 0 0,1 0 0,-1 1 0,1-1 0,-1 1 0,0-1 0,0 0 0,0 1 0,-1-1 0,1 0 0,-1 0 0,1 1 0,0 0 0,-1-1 0,-1 0 0,2 0 0,-1 0 0,-1 0 0,2 0 0,-2 0 0,1 0 0,-1 0 0,1 0 0,-3 2 0,-4 4 0,-1 0 0,-1 0 0,1-1 0,-2 0 0,-12 7 0,-145 66 0,35-20 0,105-41 0,27-19 0,1 0 0,0 0 0,-1 1 0,1-1 0,0 1 0,0-1 0,0 0 0,0 0 0,0 0 0,0 1 0,-1-1 0,1 0 0,0 1 0,0-1 0,0 1 0,0-1 0,0 0 0,0 0 0,0 1 0,0-1 0,0 0 0,0 1 0,0-1 0,0 1 0,0-1 0,0 0 0,1 0 0,-1 1 0,0-1 0,0 0 0,0 1 0,0-1 0,0 1 0,0-1 0,0 0 0,1 0 0,-1 0 0,0 0 0,1 0 0,-1 1 0,1-1 0,-1 0 0,0 1 0,0-1 0,0 0 0,1 0 0,-1 0 0,0 0 0,1 1 0,-1-1 0,1 0 0,-1 0 0,0 0 0,28 9 0,-14-5 0,6 4 0,-1 2 0,0 1 0,0 1 0,31 25 0,64 67 0,-52-44 0,-52-51-195,1 0 0,0-1 0,-1-1 0,2 0 0,0 0 0,15 6 0,19 3-6631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6:16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 24575,'-3'1'0,"-1"0"0,1 0 0,0 1 0,0-1 0,0 1 0,0 0 0,0 0 0,0 0 0,0 0 0,-3 4 0,-9 4 0,6-4 0,-30 19 0,0 1 0,1 3 0,-62 61 0,98-88 0,0 1 0,0-1 0,-1 1 0,2 0 0,-1 0 0,0 0 0,1 0 0,-2 6 0,2-7 0,1-1 0,0 0 0,-1 1 0,1-1 0,0 1 0,0-2 0,0 2 0,1-1 0,-1 1 0,0-1 0,1 0 0,-1 1 0,0-1 0,0 0 0,1 0 0,1 2 0,1 0 0,0 0 0,-1 0 0,1 0 0,0 0 0,1-1 0,-1 0 0,0 0 0,0 0 0,1 0 0,0 0 0,0-1 0,-1 1 0,7 0 0,26 6 0,-20-5 0,0 1 0,26 9 0,-39-12 0,0 1 0,0-1 0,0 1 0,0-1 0,0 1 0,0 0 0,-1-1 0,0 2 0,1-1 0,-1 0 0,1 0 0,-2 1 0,1 0 0,0 0 0,0-1 0,0 1 0,-1 0 0,1 0 0,0 4 0,-1-2 0,0 0 0,-1 0 0,0 1 0,1 0 0,-2-1 0,1 0 0,-1 0 0,1 0 0,-4 8 0,-18 47 0,-9 6-682,-54 87-1,51-100-6143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6:17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260 1 24575,'0'3'0,"-3"5"0,-8 11 0,-13 19 0,-12 27 0,-12 29 0,-3 16 0,7-1 0,13-9 0,20-18 0,33-20 0,36-20 0,45-20 0,22-15 0,4-15 0,-18-5 0,-26-2-8191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6:18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0 264 24575,'3'0'0,"0"1"0,0-1 0,0 1 0,0 0 0,-1 0 0,1-1 0,0 2 0,0-1 0,0 1 0,-1-1 0,1 1 0,1 2 0,31 26 0,-25-20 0,41 44 0,-1 2 0,78 118 0,-91-120 0,-33-50 0,44 60 0,-43-59 0,0 0 0,0 1 0,1-2 0,-1 1 0,1-1 0,0 0 0,0 0 0,10 4 0,-15-7 0,0-1 0,0 0 0,0 0 0,1 1 0,-2-1 0,2 0 0,-1 0 0,0 1 0,1-1 0,-2 0 0,2 0 0,-1-1 0,0 1 0,0 0 0,0 0 0,0-1 0,1 1 0,-2 0 0,2 0 0,-1-1 0,0 0 0,0 0 0,0 1 0,0 0 0,1-3 0,1 0 0,0 0 0,-1 0 0,-1 0 0,2 0 0,-2 0 0,1 0 0,1-6 0,10-25 0,-2-1 0,7-43 0,2-5 0,10-15-455,4 1 0,79-156 0,-82 195-6371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7:28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0 528 24575,'0'-3'0,"4"-5"0,0-4 0,4-7 0,0-7 0,-1-6 0,-3-4 0,0-3 0,-2 3 0,-2-1 0,0 0 0,0 0 0,0-1 0,0 2 0,0-1 0,0 0 0,-1 5 0,1 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7:35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24539,'0'701'0,"3066"-701"0,-3066-701 0,-3066 701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7:49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255 122 24575,'1'9'0,"0"1"0,0 1 0,0-2 0,5 17 0,3 12 0,10 67 0,-6 2 0,-4-1 0,-4 1 0,-10 116 0,2-196 0,-1 0 0,-1 0 0,-13 39 0,15-57 0,0 1 0,-2-1 0,1 0 0,-1 0 0,0-1 0,0 0 0,-1 1 0,0-2 0,0 1 0,-2-1 0,1 0 0,-12 9 0,17-14 0,-1-1 0,1 1 0,0-1 0,0 0 0,-1 0 0,1 0 0,-1 0 0,1 0 0,0 0 0,-1-1 0,0 0 0,0 0 0,1 0 0,-1 1 0,1-2 0,-1 1 0,1 0 0,-4-1 0,2 0 0,0 0 0,0-1 0,1 0 0,0 0 0,0 0 0,-1 0 0,1 0 0,0-1 0,0 0 0,0 1 0,-3-5 0,-2-4 0,-1-1 0,2 0 0,-1 0 0,2-1 0,-10-25 0,3 4 0,3-2 0,1 0 0,0 0 0,3 0 0,-1-49 0,6 59 0,1 1 0,2 0 0,1 0 0,0 0 0,2 0 0,1 0 0,1 1 0,18-42 0,-7 31 0,2 1 0,0 1 0,2 2 0,2 0 0,0 1 0,33-28 0,-13 16 0,2 3 0,2 2 0,62-37 0,-100 67 0,1 0 0,0 2 0,0-1 0,1 1 0,0 1 0,0 0 0,20-3 0,-27 6 0,0 1 0,0-1 0,-1 2 0,2-1 0,-1 1 0,-1-1 0,1 1 0,0 1 0,0-1 0,-1 1 0,1 0 0,-1-1 0,1 2 0,-1-1 0,1 1 0,-2 0 0,1 0 0,0 0 0,0 0 0,-1 1 0,5 4 0,1 3 0,0 1 0,-1 0 0,0 1 0,-2 0 0,1 0 0,-2 0 0,7 18 0,-4-1 0,0 0 0,4 41 0,-10-56 0,-1 0 0,0 0 0,-1 0 0,0 0 0,-2 0 0,0 0 0,0 0 0,-6 19 0,4-25 0,1 0 0,-2 0 0,2 0 0,-3-1 0,1 0 0,0 0 0,0-1 0,-2 1 0,1-1 0,-1 0 0,0 0 0,0-1 0,-16 10 0,2-5 0,1-1 0,-1-1 0,0-1 0,-1-1 0,1-1 0,-1-1 0,-25 3 0,45-7 0,0-1 0,0 0 0,-1 0 0,1 0 0,0 1 0,0 0 0,0 0 0,0-1 0,0 1 0,-4 2 0,6 5 0,11 7 0,99 79 0,-43-39 0,117 88-1365,-143-115-5461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7:57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24575,'-1'134'0,"14"286"0,-12-416 0,0 10 0,1 1 0,1-1 0,8 28 0,-10-39 0,0 0 0,1 0 0,-1 0 0,1 0 0,-1-1 0,1 1 0,0 0 0,0-1 0,0 1 0,1-1 0,-1 0 0,0 0 0,1 1 0,-1-2 0,1 1 0,0 0 0,0-1 0,0 1 0,0-1 0,0 0 0,0 1 0,6 0 0,-1-2 0,0 1 0,0-1 0,0-1 0,-1 0 0,2 0 0,-2 0 0,1-1 0,-1 0 0,1-1 0,-1 1 0,1-1 0,-2-1 0,2 0 0,-1 1 0,-1-2 0,0 1 0,0-1 0,12-11 0,-6 5 0,-1-2 0,0 1 0,0-1 0,-2-1 0,0 0 0,0-1 0,-1 1 0,7-19 0,-3-5 0,-2 0 0,-1-1 0,4-49 0,-7 43 0,15-54 0,-19 95 0,0 13 0,-4 190-56,-1-114-1253,1 28-5517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03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24575,'-2'209'0,"5"227"0,-3-431 0,5 60 0,-4-60 0,0 0 0,0-1 0,0 1 0,1-1 0,-1 1 0,1-1 0,0 0 0,0 0 0,1 0 0,3 6 0,-4-9 0,-2 0 0,2 1 0,-1-2 0,0 1 0,1 0 0,-2 0 0,2-1 0,-1 1 0,1 0 0,-1 0 0,1-1 0,-1 0 0,1 1 0,-1-1 0,1 1 0,-1-1 0,1 0 0,-1 0 0,1 0 0,-1 0 0,1 0 0,-1 0 0,1 0 0,-1-1 0,1 1 0,-1-1 0,1 1 0,-1 0 0,1-1 0,1-1 0,3-1 0,0-1 0,0-1 0,0 1 0,0-1 0,7-7 0,5-9 0,0-2 0,-1 1 0,20-41 0,-22 37 0,2 1 0,32-41 0,-46 63 0,-1 1 0,0 0 0,1-1 0,-1 1 0,1 0 0,0 0 0,0 0 0,0 0 0,0 1 0,0-1 0,0 1 0,0 0 0,0-1 0,0 2 0,1-1 0,-1 0 0,1 0 0,-1 1 0,1 0 0,-1 0 0,0 0 0,0 0 0,1 1 0,0-1 0,-1 1 0,0 0 0,1 0 0,-1 0 0,5 3 0,5 3 0,-1 1 0,0 0 0,0 1 0,-1 1 0,16 15 0,-20-17 0,128 128 0,-126-127 0,0-1 0,0 1 0,12 8 0,-20-16 0,0-1 0,0 0 0,0 1 0,0 0 0,0-1 0,-1 1 0,2-1 0,-1 0 0,-1 0 0,2 1 0,-1-1 0,-1 0 0,2 0 0,-1 1 0,0-1 0,0 0 0,0 0 0,0-1 0,0 1 0,0 0 0,0 0 0,0-1 0,0 1 0,0 0 0,0 0 0,0-1 0,0 1 0,0-1 0,0 0 0,-1 1 0,2-1 0,-1 1 0,-1-1 0,1 0 0,0 1 0,-1-2 0,1 1 0,-1 1 0,1-1 0,0 0 0,0-2 0,2-4 0,-1 1 0,0-2 0,0 1 0,0 0 0,0-8 0,-2 13 0,9-82-338,-6-159 1,-3 205-353,-3-77-6136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10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35 24575,'-1'156'0,"-26"192"0,17-282 0,-2-1 0,-4 0 0,-3 0 0,-2-2 0,-41 86 0,12-61 0,43-76 0,-1-3 0,1 2 0,-1-1 0,-1-1 0,-13 12 0,20-20 0,0 0 0,1 0 0,-1 1 0,0-1 0,0 0 0,0 1 0,1-2 0,-2 1 0,1 0 0,1 0 0,-2-1 0,1 1 0,0-1 0,0 1 0,-1-1 0,1 0 0,0 0 0,0 0 0,0 0 0,0 0 0,0 0 0,-1-1 0,1 0 0,0 1 0,0 0 0,0-1 0,0-1 0,0 2 0,0-1 0,0-1 0,0 2 0,1-2 0,-1 1 0,0-1 0,1 1 0,-1-1 0,1 1 0,-1-1 0,1 0 0,-2-3 0,-3-5 0,0 0 0,0 0 0,2-1 0,-1 1 0,2-2 0,-6-17 0,3-5 0,1-1 0,1 0 0,2 0 0,2 0 0,1 0 0,9-58 0,1 34 0,2 2 0,2 0 0,27-64 0,-27 84 0,1 2 0,2 0 0,2 1 0,1 1 0,1 1 0,51-55 0,-55 68 0,1 1 0,0 1 0,1 2 0,1 0 0,1 0 0,0 2 0,0 1 0,2 1 0,0 1 0,0 1 0,34-9 0,-50 16 0,1 0 0,0 1 0,0 0 0,-1 0 0,1 1 0,0 0 0,-1 1 0,18 3 0,-22-3 0,0 0 0,0 0 0,-1 1 0,0 0 0,1 0 0,0 0 0,-1 0 0,0 0 0,0 1 0,0-1 0,0 1 0,0 0 0,-1 0 0,1 0 0,-1 0 0,1 0 0,-1 1 0,-1-1 0,1 0 0,0 1 0,1 4 0,-1 1 0,1 1 0,-2-1 0,1 1 0,-1 0 0,-1-1 0,0 0 0,0 1 0,-1-1 0,0 1 0,-1 0 0,1-1 0,-1 0 0,-1 0 0,0 0 0,-7 14 0,-4 2 0,0 1 0,-1-1 0,-34 41 0,19-32 0,-41 37 0,-9 10 0,77-78 0,0 1 0,0 0 0,0 0 0,1 0 0,-1 1 0,1-1 0,1 1 0,-2-1 0,2 1 0,0 0 0,0-1 0,0 2 0,0-2 0,1 1 0,-1 0 0,1 0 0,0 0 0,1 0 0,0-1 0,2 11 0,3 3 0,0 1 0,1-1 0,2-1 0,9 19 0,-2-7 0,78 156-1365,-56-108-5461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13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24575,'-16'256'0,"7"-163"0,4 101 0,5-186 0,0 0 0,1 1 0,0 0 0,1-1 0,-1-1 0,2 2 0,0-1 0,-1-1 0,5 9 0,-5-13 0,0 0 0,0-1 0,0 1 0,0 0 0,1-1 0,-1 0 0,1 0 0,0 1 0,0-1 0,0-1 0,0 1 0,0-1 0,0 1 0,0-1 0,0 1 0,0-1 0,0-1 0,0 1 0,1 0 0,-1-1 0,1 1 0,0-1 0,-1 0 0,5-1 0,7-1 0,0 0 0,1-1 0,-2-1 0,1 0 0,0-1 0,-1-1 0,0 0 0,0 0 0,-1-2 0,0 0 0,18-14 0,0-3 0,-1 0 0,-1-3 0,32-38 0,-32 29 0,-22 28 0,0-1 0,1 1 0,0 0 0,17-14 0,-25 22 0,0 1 0,1 0 0,-1-1 0,1 1 0,-1-1 0,1 1 0,-1 0 0,0 0 0,1 0 0,0 0 0,-1 0 0,1 0 0,-1 0 0,0 0 0,1 0 0,0 0 0,-1 0 0,1 0 0,-1 0 0,0 0 0,1 0 0,0 0 0,-1 0 0,1 0 0,-1 0 0,0 0 0,1 0 0,0 1 0,-1-1 0,1 0 0,-1 1 0,0-1 0,1 1 0,-1-1 0,1 0 0,-1 0 0,0 1 0,1-1 0,-1 1 0,0-1 0,1 1 0,6 11 0,-1 0 0,-1-1 0,8 21 0,0 3 0,-8-24 0,35 72 0,-36-75 0,1-1 0,0 0 0,0 0 0,0-1 0,1 0 0,0 1 0,0-2 0,10 9 0,-14-13 0,-1 0 0,1 0 0,-2 0 0,2-1 0,-1 1 0,1-1 0,-1 1 0,1 0 0,-1-1 0,1 0 0,-1 0 0,1 0 0,-1 0 0,1 0 0,-1 0 0,1 0 0,-1 0 0,1 0 0,-1 0 0,1 0 0,-1-1 0,1 1 0,-1-1 0,1 0 0,-1 1 0,1-1 0,-1 0 0,2-1 0,2-3 0,-1 2 0,1-2 0,-1 0 0,-1 0 0,1 0 0,4-8 0,8-16 25,-1-1 1,-2 0-1,16-52 0,16-101-1491,-20 54-5360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14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181 180 24575,'-10'17'0,"-21"25"0,-14 27 0,-6 15 0,7-11 0,47-44 0,72-65 0,92-83 0,54-52 0,-11 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24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 24575,'0'0'0,"-1"1"0,0-1 0,0 1 0,1-1 0,0 0 0,-1 0 0,0 1 0,0 0 0,1-1 0,-1 1 0,1-1 0,-1 1 0,0 0 0,1 0 0,0-1 0,0 0 0,-1 1 0,1 0 0,-1 0 0,1-1 0,0 1 0,-1 0 0,1 0 0,0-1 0,0 1 0,0 1 0,-10 34 0,1-1 0,-6 47 0,-5 65 0,0 178 0,20-319 0,3 105 0,-2-99 0,0-1 0,1 1 0,0 0 0,1 0 0,1-1 0,6 17 0,-9-26 0,1 0 0,-2 0 0,2 0 0,-1 0 0,0 0 0,1 0 0,-1-1 0,1 2 0,-1-2 0,1 1 0,0-1 0,-1 1 0,2-1 0,-1 0 0,-1 0 0,2 1 0,-1-1 0,0-1 0,0 1 0,1 0 0,-1 0 0,0-1 0,0 0 0,1 1 0,-1-1 0,0 0 0,0 0 0,1 0 0,0 0 0,-1-1 0,0 1 0,0 0 0,1-1 0,-1 1 0,0-1 0,0 0 0,1 0 0,-2 0 0,4-2 0,6-4 0,-1 1 0,0-1 0,0-1 0,0 0 0,-1 0 0,9-12 0,9-14 0,0-1 0,-3-1 0,-2-2 0,0 0 0,18-51 0,64-208 0,-90 254 0,-7 34 0,-1 16 0,1 23 0,19 237 0,-13-118 0,7 131-1365,-19-238-5461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7:58:29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24575,'-1'165'0,"3"201"0,22-5 0,-19-312 0,2 0 0,2-1 0,3 0 0,18 47 0,-27-87 0,0-1 0,0 0 0,0 0 0,1-1 0,0 1 0,0-1 0,1 0 0,-1 0 0,2 0 0,-1-1 0,1 0 0,10 8 0,-12-12 0,0 1 0,0-1 0,0 1 0,0-1 0,0 0 0,0 0 0,0 0 0,0-1 0,0 0 0,1 0 0,-2 0 0,2 0 0,-1-1 0,0 0 0,0 0 0,0 1 0,0-2 0,0 1 0,0-1 0,-1 1 0,1-2 0,0 2 0,5-6 0,11-6 0,0-1 0,-2-2 0,0 1 0,0-2 0,29-36 0,-9 1 0,33-57 0,-38 50 0,-3 0 0,-3-3 0,-2 1 0,-3-2 0,-3-2 0,-2 1 0,-4-2 0,8-91 0,-13 215 0,138 706 0,-89-563 5,-34-123-1375,-9-31-5456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8:04:46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8:29:42.7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24575,'7'3'0,"12"26"0,23 26 0,26 29 0,6 3 0,-8-10 0,-16-21 0,-9-31 0,-2-32 0,-1-29 0,3-26 0,13-21 0,6-8 0,-7 13-8191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8:30:07.2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0 406 24575,'0'4'0,"4"17"0,11 33 0,6 30 0,13 39 0,11 24 0,5 5 0,-3-10 0,-6-26 0,3-56 0,11-76 0,21-78 0,26-82 0,21-47 0,8-19 0,-6 17 0,-19 34 0,-27 49-8191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8:30:07.89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0 536 24575,'14'13'0,"4"12"0,12 24 0,9 18 0,7 8 0,3-6 0,-4-21 0,14-43 0,42-59 0,60-74 0,50-52 0,16-20 0,-23 18 0,-47 39-8191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08:30:14.80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17 24575,'0'3'0,"7"28"0,15 37 0,12 19 0,9 9 0,1-6 0,-3-18 0,1-21 0,3-22 0,21-34 0,27-42 0,31-47 0,25-38 0,1-11 0,-27 20-8191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47D5E-8860-4A39-8B72-CB5E4E028D7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E78F0-2162-4A2C-8267-0F5DFEA966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03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A971-1B19-245E-4F53-F1300197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E3175A-4267-E5BB-373F-0EF615963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D87583-90DC-F707-B4B5-6C2B4931D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AFF8CE-7C83-C559-9300-700E3FB1A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E78F0-2162-4A2C-8267-0F5DFEA9665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076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1FBB3-66FA-3794-5D3D-69DF8886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344E46-403F-4233-878E-32C956997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C7E7E6-4233-5928-FCE6-DC12F5FA7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C2D362-2014-32B2-4D4A-8B7D7DA64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E78F0-2162-4A2C-8267-0F5DFEA9665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0736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A891-5282-7E24-4B95-294CAE30E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EF9741-D565-2488-E3EE-278F86255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F84B52-CB97-1DF0-F1CB-D10D2EE11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176F3-AEE1-2254-D562-734F71E89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E78F0-2162-4A2C-8267-0F5DFEA9665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24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7B37-3D18-B837-1622-79DEF39B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BB998-EF8D-C35C-AF41-62F7B391C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6B4415-5358-D1FE-E6C2-1A5FB4D99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298C3-97D3-A01A-CEAA-3DC58CC21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E78F0-2162-4A2C-8267-0F5DFEA9665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88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4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71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55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26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3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75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02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66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911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39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46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971A6-DF97-4D52-A83B-8975B0CC8CE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E077-37F2-4FCC-AFE6-98930D76BD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843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2.png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4.xml"/><Relationship Id="rId50" Type="http://schemas.openxmlformats.org/officeDocument/2006/relationships/image" Target="../media/image25.png"/><Relationship Id="rId55" Type="http://schemas.openxmlformats.org/officeDocument/2006/relationships/customXml" Target="../ink/ink28.xml"/><Relationship Id="rId63" Type="http://schemas.openxmlformats.org/officeDocument/2006/relationships/image" Target="../media/image31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customXml" Target="../ink/ink15.xml"/><Relationship Id="rId11" Type="http://schemas.openxmlformats.org/officeDocument/2006/relationships/image" Target="../media/image7.png"/><Relationship Id="rId24" Type="http://schemas.openxmlformats.org/officeDocument/2006/relationships/customXml" Target="../ink/ink12.xml"/><Relationship Id="rId32" Type="http://schemas.openxmlformats.org/officeDocument/2006/relationships/image" Target="../media/image16.png"/><Relationship Id="rId37" Type="http://schemas.openxmlformats.org/officeDocument/2006/relationships/customXml" Target="../ink/ink19.xml"/><Relationship Id="rId40" Type="http://schemas.openxmlformats.org/officeDocument/2006/relationships/image" Target="../media/image20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customXml" Target="../ink/ink30.xml"/><Relationship Id="rId5" Type="http://schemas.openxmlformats.org/officeDocument/2006/relationships/image" Target="../media/image4.png"/><Relationship Id="rId61" Type="http://schemas.openxmlformats.org/officeDocument/2006/relationships/image" Target="../media/image30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customXml" Target="../ink/ink14.xml"/><Relationship Id="rId30" Type="http://schemas.openxmlformats.org/officeDocument/2006/relationships/image" Target="../media/image15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64" Type="http://schemas.openxmlformats.org/officeDocument/2006/relationships/customXml" Target="../ink/ink33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3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customXml" Target="../ink/ink17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54" Type="http://schemas.openxmlformats.org/officeDocument/2006/relationships/image" Target="../media/image27.png"/><Relationship Id="rId62" Type="http://schemas.openxmlformats.org/officeDocument/2006/relationships/customXml" Target="../ink/ink3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image" Target="../media/image140.png"/><Relationship Id="rId36" Type="http://schemas.openxmlformats.org/officeDocument/2006/relationships/image" Target="../media/image18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Relationship Id="rId60" Type="http://schemas.openxmlformats.org/officeDocument/2006/relationships/customXml" Target="../ink/ink31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3EA2EB-A15F-5AFE-5E39-0CFF1350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583C6B2E-0089-B8BB-9B42-CA74CDFE07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5" b="1276"/>
          <a:stretch>
            <a:fillRect/>
          </a:stretch>
        </p:blipFill>
        <p:spPr>
          <a:xfrm>
            <a:off x="937525" y="914400"/>
            <a:ext cx="7387719" cy="49768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C3AFF2-BA08-487B-9739-D6EB1C8BC2C6}"/>
              </a:ext>
            </a:extLst>
          </p:cNvPr>
          <p:cNvSpPr txBox="1"/>
          <p:nvPr/>
        </p:nvSpPr>
        <p:spPr>
          <a:xfrm>
            <a:off x="1723562" y="4324375"/>
            <a:ext cx="937035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37.128.0.0/11</a:t>
            </a:r>
            <a:endParaRPr lang="ko-KR" altLang="en-US" sz="975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DBE0C-6065-BF80-4E39-C850C16E56F0}"/>
              </a:ext>
            </a:extLst>
          </p:cNvPr>
          <p:cNvSpPr txBox="1"/>
          <p:nvPr/>
        </p:nvSpPr>
        <p:spPr>
          <a:xfrm>
            <a:off x="7066473" y="982343"/>
            <a:ext cx="93703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37.64.0.0/11</a:t>
            </a:r>
            <a:endParaRPr lang="ko-KR" altLang="en-US" sz="975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6D837-3A44-2FD4-637D-F9C50148614C}"/>
              </a:ext>
            </a:extLst>
          </p:cNvPr>
          <p:cNvSpPr txBox="1"/>
          <p:nvPr/>
        </p:nvSpPr>
        <p:spPr>
          <a:xfrm>
            <a:off x="3977970" y="943528"/>
            <a:ext cx="80000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37.0.0.0/11</a:t>
            </a:r>
            <a:endParaRPr lang="ko-KR" altLang="en-US" sz="975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B88E1-DE47-1340-D728-D11AB4A7DC10}"/>
              </a:ext>
            </a:extLst>
          </p:cNvPr>
          <p:cNvSpPr txBox="1"/>
          <p:nvPr/>
        </p:nvSpPr>
        <p:spPr>
          <a:xfrm>
            <a:off x="2518968" y="1488423"/>
            <a:ext cx="93703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37.32.0.0/11</a:t>
            </a:r>
            <a:endParaRPr lang="ko-KR" altLang="en-US" sz="975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577E3-E36A-2F75-96FC-9CB435EFC004}"/>
              </a:ext>
            </a:extLst>
          </p:cNvPr>
          <p:cNvSpPr txBox="1"/>
          <p:nvPr/>
        </p:nvSpPr>
        <p:spPr>
          <a:xfrm>
            <a:off x="6922779" y="3651583"/>
            <a:ext cx="1080729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192.168.0.0/24</a:t>
            </a:r>
            <a:endParaRPr lang="ko-KR" altLang="en-US" sz="975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46683-EAB1-E12F-2EE1-779F20E3E491}"/>
              </a:ext>
            </a:extLst>
          </p:cNvPr>
          <p:cNvSpPr txBox="1"/>
          <p:nvPr/>
        </p:nvSpPr>
        <p:spPr>
          <a:xfrm>
            <a:off x="3272962" y="3402825"/>
            <a:ext cx="865836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37.96.0.0/11</a:t>
            </a:r>
            <a:endParaRPr lang="ko-KR" altLang="en-US" sz="975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EA2CE-75E3-C02C-BEB2-80CDF9EB7016}"/>
              </a:ext>
            </a:extLst>
          </p:cNvPr>
          <p:cNvSpPr txBox="1"/>
          <p:nvPr/>
        </p:nvSpPr>
        <p:spPr>
          <a:xfrm>
            <a:off x="808681" y="168342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37.52.0.4/14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D6EB2D-6BF6-6BAA-FE4B-6136C31A2F3B}"/>
              </a:ext>
            </a:extLst>
          </p:cNvPr>
          <p:cNvSpPr txBox="1"/>
          <p:nvPr/>
        </p:nvSpPr>
        <p:spPr>
          <a:xfrm>
            <a:off x="808681" y="1941568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37.52.0.2/14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497086-5729-847A-A723-99E0C35DEAC4}"/>
              </a:ext>
            </a:extLst>
          </p:cNvPr>
          <p:cNvSpPr txBox="1"/>
          <p:nvPr/>
        </p:nvSpPr>
        <p:spPr>
          <a:xfrm>
            <a:off x="808681" y="225945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37.52.0.3/14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5F77D-AF7E-D426-7E72-0802A6284089}"/>
              </a:ext>
            </a:extLst>
          </p:cNvPr>
          <p:cNvSpPr txBox="1"/>
          <p:nvPr/>
        </p:nvSpPr>
        <p:spPr>
          <a:xfrm>
            <a:off x="1560556" y="2615073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37.56.0.4/14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41683-C346-E05C-23F8-19FFCDBF35E8}"/>
              </a:ext>
            </a:extLst>
          </p:cNvPr>
          <p:cNvSpPr txBox="1"/>
          <p:nvPr/>
        </p:nvSpPr>
        <p:spPr>
          <a:xfrm>
            <a:off x="1560556" y="2835819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37.56.0.2/14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688412-FDEF-29D7-5811-1A22F5EC0A57}"/>
              </a:ext>
            </a:extLst>
          </p:cNvPr>
          <p:cNvSpPr txBox="1"/>
          <p:nvPr/>
        </p:nvSpPr>
        <p:spPr>
          <a:xfrm>
            <a:off x="1560556" y="3100346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37.56.0.3/14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20D18B-40FF-D5CA-7966-1358B845FA5F}"/>
              </a:ext>
            </a:extLst>
          </p:cNvPr>
          <p:cNvSpPr txBox="1"/>
          <p:nvPr/>
        </p:nvSpPr>
        <p:spPr>
          <a:xfrm>
            <a:off x="6502342" y="1345646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37.64.0.2/11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F1DFD-398D-276E-F1A8-04A5E5B25B68}"/>
              </a:ext>
            </a:extLst>
          </p:cNvPr>
          <p:cNvSpPr txBox="1"/>
          <p:nvPr/>
        </p:nvSpPr>
        <p:spPr>
          <a:xfrm>
            <a:off x="7291936" y="125851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37.64.0.3/11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6B297D-2B73-C7CE-6626-6DE6C007AC0D}"/>
              </a:ext>
            </a:extLst>
          </p:cNvPr>
          <p:cNvSpPr txBox="1"/>
          <p:nvPr/>
        </p:nvSpPr>
        <p:spPr>
          <a:xfrm>
            <a:off x="7296318" y="1188422"/>
            <a:ext cx="4033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 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B4D62C5-A81E-241C-D549-2832F4EF73D7}"/>
              </a:ext>
            </a:extLst>
          </p:cNvPr>
          <p:cNvGrpSpPr/>
          <p:nvPr/>
        </p:nvGrpSpPr>
        <p:grpSpPr>
          <a:xfrm>
            <a:off x="5967785" y="5653740"/>
            <a:ext cx="937035" cy="282770"/>
            <a:chOff x="6935854" y="6373724"/>
            <a:chExt cx="1249380" cy="37702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82EBA6-3EE8-35B9-2F1B-D8FEC9B5FA13}"/>
                </a:ext>
              </a:extLst>
            </p:cNvPr>
            <p:cNvSpPr txBox="1"/>
            <p:nvPr/>
          </p:nvSpPr>
          <p:spPr>
            <a:xfrm>
              <a:off x="6935855" y="6489140"/>
              <a:ext cx="124937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192.168.0.3/24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2CAD80F-B8C7-2E9A-05B8-FC9DEDC8FBA2}"/>
                </a:ext>
              </a:extLst>
            </p:cNvPr>
            <p:cNvSpPr txBox="1"/>
            <p:nvPr/>
          </p:nvSpPr>
          <p:spPr>
            <a:xfrm>
              <a:off x="6935854" y="6373724"/>
              <a:ext cx="90502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10047B5-DB02-778A-4507-6E1AC0B4DAED}"/>
              </a:ext>
            </a:extLst>
          </p:cNvPr>
          <p:cNvSpPr txBox="1"/>
          <p:nvPr/>
        </p:nvSpPr>
        <p:spPr>
          <a:xfrm>
            <a:off x="808682" y="1860545"/>
            <a:ext cx="72461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107E33-968D-D67D-7090-3E27B4E2368C}"/>
              </a:ext>
            </a:extLst>
          </p:cNvPr>
          <p:cNvSpPr txBox="1"/>
          <p:nvPr/>
        </p:nvSpPr>
        <p:spPr>
          <a:xfrm>
            <a:off x="1562136" y="2995890"/>
            <a:ext cx="72461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08B6D6-22C2-A20F-4492-6926926623E8}"/>
              </a:ext>
            </a:extLst>
          </p:cNvPr>
          <p:cNvSpPr txBox="1"/>
          <p:nvPr/>
        </p:nvSpPr>
        <p:spPr>
          <a:xfrm>
            <a:off x="6495127" y="1271756"/>
            <a:ext cx="72461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DC9B9F-3F23-6A30-DBE0-48C32ED92E28}"/>
              </a:ext>
            </a:extLst>
          </p:cNvPr>
          <p:cNvSpPr txBox="1"/>
          <p:nvPr/>
        </p:nvSpPr>
        <p:spPr>
          <a:xfrm>
            <a:off x="814410" y="2171113"/>
            <a:ext cx="4033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8629B-CD29-7933-E807-8B8037D8BC99}"/>
              </a:ext>
            </a:extLst>
          </p:cNvPr>
          <p:cNvSpPr txBox="1"/>
          <p:nvPr/>
        </p:nvSpPr>
        <p:spPr>
          <a:xfrm>
            <a:off x="808681" y="1602542"/>
            <a:ext cx="4033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FD64C8-C5DF-B4E4-F9D0-EE32A32519D7}"/>
              </a:ext>
            </a:extLst>
          </p:cNvPr>
          <p:cNvSpPr txBox="1"/>
          <p:nvPr/>
        </p:nvSpPr>
        <p:spPr>
          <a:xfrm>
            <a:off x="1560556" y="2541017"/>
            <a:ext cx="60793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D84DB9-3B60-A2A7-12E6-4F188CF9E9B4}"/>
              </a:ext>
            </a:extLst>
          </p:cNvPr>
          <p:cNvSpPr txBox="1"/>
          <p:nvPr/>
        </p:nvSpPr>
        <p:spPr>
          <a:xfrm>
            <a:off x="1560556" y="2752812"/>
            <a:ext cx="40337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D3D502-4C97-9E46-C190-2C8831B6E84C}"/>
              </a:ext>
            </a:extLst>
          </p:cNvPr>
          <p:cNvSpPr txBox="1"/>
          <p:nvPr/>
        </p:nvSpPr>
        <p:spPr>
          <a:xfrm>
            <a:off x="5442423" y="951652"/>
            <a:ext cx="60927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Xen Rocky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AF71A4-E42D-50F8-0C9C-612069AAD0FA}"/>
              </a:ext>
            </a:extLst>
          </p:cNvPr>
          <p:cNvSpPr txBox="1"/>
          <p:nvPr/>
        </p:nvSpPr>
        <p:spPr>
          <a:xfrm>
            <a:off x="5435278" y="1038446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37.0.0.2/13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8945960-DF45-2207-8ACD-4EC82591040D}"/>
              </a:ext>
            </a:extLst>
          </p:cNvPr>
          <p:cNvGrpSpPr/>
          <p:nvPr/>
        </p:nvGrpSpPr>
        <p:grpSpPr>
          <a:xfrm>
            <a:off x="6545205" y="3284318"/>
            <a:ext cx="775532" cy="274953"/>
            <a:chOff x="7498118" y="3062397"/>
            <a:chExt cx="1034043" cy="36660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34BEDE-085F-9969-8715-5DC05393BC12}"/>
                </a:ext>
              </a:extLst>
            </p:cNvPr>
            <p:cNvSpPr txBox="1"/>
            <p:nvPr/>
          </p:nvSpPr>
          <p:spPr>
            <a:xfrm>
              <a:off x="7507739" y="3167390"/>
              <a:ext cx="10244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37.64.0.4/11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5368BC9-0AEA-19ED-5DF5-5387CFE22567}"/>
                </a:ext>
              </a:extLst>
            </p:cNvPr>
            <p:cNvSpPr txBox="1"/>
            <p:nvPr/>
          </p:nvSpPr>
          <p:spPr>
            <a:xfrm>
              <a:off x="7498118" y="3062397"/>
              <a:ext cx="9661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D656301-9A81-3239-2B48-20D860A3DFA3}"/>
              </a:ext>
            </a:extLst>
          </p:cNvPr>
          <p:cNvGrpSpPr/>
          <p:nvPr/>
        </p:nvGrpSpPr>
        <p:grpSpPr>
          <a:xfrm>
            <a:off x="7436582" y="3274872"/>
            <a:ext cx="768317" cy="274953"/>
            <a:chOff x="8627143" y="3138597"/>
            <a:chExt cx="1024422" cy="36660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210A15C-1E87-9966-29C4-6239112A185D}"/>
                </a:ext>
              </a:extLst>
            </p:cNvPr>
            <p:cNvSpPr txBox="1"/>
            <p:nvPr/>
          </p:nvSpPr>
          <p:spPr>
            <a:xfrm>
              <a:off x="8627143" y="3243590"/>
              <a:ext cx="102442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37.64.0.5/11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6548205-C464-85FE-D3B6-0E850B679665}"/>
                </a:ext>
              </a:extLst>
            </p:cNvPr>
            <p:cNvSpPr txBox="1"/>
            <p:nvPr/>
          </p:nvSpPr>
          <p:spPr>
            <a:xfrm>
              <a:off x="8627143" y="3138597"/>
              <a:ext cx="8105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Ubuntu 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8EC3FCC-AB83-F72E-04F0-D0012150FA8E}"/>
              </a:ext>
            </a:extLst>
          </p:cNvPr>
          <p:cNvGrpSpPr/>
          <p:nvPr/>
        </p:nvGrpSpPr>
        <p:grpSpPr>
          <a:xfrm>
            <a:off x="5231343" y="5355922"/>
            <a:ext cx="937034" cy="289042"/>
            <a:chOff x="6024222" y="5543870"/>
            <a:chExt cx="1249379" cy="38538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C34E71-5683-9102-22E2-78A6EED08A94}"/>
                </a:ext>
              </a:extLst>
            </p:cNvPr>
            <p:cNvSpPr txBox="1"/>
            <p:nvPr/>
          </p:nvSpPr>
          <p:spPr>
            <a:xfrm>
              <a:off x="6024222" y="5667648"/>
              <a:ext cx="12493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192.168.0.2/24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45AB52C-FA35-E2CF-BC48-B232A4C38463}"/>
                </a:ext>
              </a:extLst>
            </p:cNvPr>
            <p:cNvSpPr txBox="1"/>
            <p:nvPr/>
          </p:nvSpPr>
          <p:spPr>
            <a:xfrm>
              <a:off x="6034242" y="5543870"/>
              <a:ext cx="9661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EC05329-4A04-DD13-7972-A953BE3D02C3}"/>
              </a:ext>
            </a:extLst>
          </p:cNvPr>
          <p:cNvGrpSpPr/>
          <p:nvPr/>
        </p:nvGrpSpPr>
        <p:grpSpPr>
          <a:xfrm>
            <a:off x="6701958" y="5651667"/>
            <a:ext cx="937034" cy="286916"/>
            <a:chOff x="8168230" y="6040136"/>
            <a:chExt cx="1249379" cy="38255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4895FC-34BA-75E5-D886-F25C09642C9D}"/>
                </a:ext>
              </a:extLst>
            </p:cNvPr>
            <p:cNvSpPr txBox="1"/>
            <p:nvPr/>
          </p:nvSpPr>
          <p:spPr>
            <a:xfrm>
              <a:off x="8168230" y="6161080"/>
              <a:ext cx="124937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192.168.0.4/24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584B300-8365-A2E5-5A24-2568892B1CA1}"/>
                </a:ext>
              </a:extLst>
            </p:cNvPr>
            <p:cNvSpPr txBox="1"/>
            <p:nvPr/>
          </p:nvSpPr>
          <p:spPr>
            <a:xfrm>
              <a:off x="8168230" y="6040136"/>
              <a:ext cx="96615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AF0438E-50A1-5453-D9E9-4B52E22374FD}"/>
              </a:ext>
            </a:extLst>
          </p:cNvPr>
          <p:cNvGrpSpPr/>
          <p:nvPr/>
        </p:nvGrpSpPr>
        <p:grpSpPr>
          <a:xfrm>
            <a:off x="7615294" y="5442485"/>
            <a:ext cx="947006" cy="286785"/>
            <a:chOff x="8918598" y="5556964"/>
            <a:chExt cx="1262674" cy="38237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516E23-170C-32AC-3408-CEF9E0FBF31E}"/>
                </a:ext>
              </a:extLst>
            </p:cNvPr>
            <p:cNvSpPr txBox="1"/>
            <p:nvPr/>
          </p:nvSpPr>
          <p:spPr>
            <a:xfrm>
              <a:off x="8931893" y="5677733"/>
              <a:ext cx="12493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192.168.0.5/24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58668EB-DF57-01EE-7BFB-BE8026BB5B7D}"/>
                </a:ext>
              </a:extLst>
            </p:cNvPr>
            <p:cNvSpPr txBox="1"/>
            <p:nvPr/>
          </p:nvSpPr>
          <p:spPr>
            <a:xfrm>
              <a:off x="8918598" y="5556964"/>
              <a:ext cx="96615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B3C69AF-96E9-7EA0-4A75-2148EC9FBB04}"/>
              </a:ext>
            </a:extLst>
          </p:cNvPr>
          <p:cNvSpPr txBox="1"/>
          <p:nvPr/>
        </p:nvSpPr>
        <p:spPr>
          <a:xfrm>
            <a:off x="3664425" y="5427872"/>
            <a:ext cx="10916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37.136.0.3/13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867E6B6-89E1-CADC-C251-D1505B7A0D84}"/>
              </a:ext>
            </a:extLst>
          </p:cNvPr>
          <p:cNvGrpSpPr/>
          <p:nvPr/>
        </p:nvGrpSpPr>
        <p:grpSpPr>
          <a:xfrm>
            <a:off x="2896304" y="5710097"/>
            <a:ext cx="873392" cy="289547"/>
            <a:chOff x="4640346" y="5929312"/>
            <a:chExt cx="1164523" cy="38606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9B42186-0A80-7320-208A-E2FF6CDB0309}"/>
                </a:ext>
              </a:extLst>
            </p:cNvPr>
            <p:cNvSpPr txBox="1"/>
            <p:nvPr/>
          </p:nvSpPr>
          <p:spPr>
            <a:xfrm>
              <a:off x="4640346" y="6053764"/>
              <a:ext cx="116452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37.128.0.3/13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749741-7360-DEA7-535B-80CA1BA817DB}"/>
                </a:ext>
              </a:extLst>
            </p:cNvPr>
            <p:cNvSpPr txBox="1"/>
            <p:nvPr/>
          </p:nvSpPr>
          <p:spPr>
            <a:xfrm>
              <a:off x="4650047" y="5929312"/>
              <a:ext cx="96615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D792969-5B16-F254-4A3A-926F30C9296D}"/>
              </a:ext>
            </a:extLst>
          </p:cNvPr>
          <p:cNvGrpSpPr/>
          <p:nvPr/>
        </p:nvGrpSpPr>
        <p:grpSpPr>
          <a:xfrm>
            <a:off x="2252294" y="5704144"/>
            <a:ext cx="874950" cy="399380"/>
            <a:chOff x="3530762" y="5921367"/>
            <a:chExt cx="1166600" cy="53250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778B43-93BF-7E9D-E10B-1A9A0B15C455}"/>
                </a:ext>
              </a:extLst>
            </p:cNvPr>
            <p:cNvSpPr txBox="1"/>
            <p:nvPr/>
          </p:nvSpPr>
          <p:spPr>
            <a:xfrm>
              <a:off x="3532839" y="6053764"/>
              <a:ext cx="11645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37.144.0.3/13</a:t>
              </a:r>
            </a:p>
            <a:p>
              <a:endParaRPr lang="en-US" altLang="ko-KR" sz="675" b="1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5C8FC83-9000-ED04-C766-0F378169805E}"/>
                </a:ext>
              </a:extLst>
            </p:cNvPr>
            <p:cNvSpPr txBox="1"/>
            <p:nvPr/>
          </p:nvSpPr>
          <p:spPr>
            <a:xfrm>
              <a:off x="3530762" y="5921367"/>
              <a:ext cx="96615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48BF14C-9853-3C85-F4F3-89DC5528C03B}"/>
              </a:ext>
            </a:extLst>
          </p:cNvPr>
          <p:cNvGrpSpPr/>
          <p:nvPr/>
        </p:nvGrpSpPr>
        <p:grpSpPr>
          <a:xfrm>
            <a:off x="1521494" y="5702509"/>
            <a:ext cx="1091623" cy="292373"/>
            <a:chOff x="2325856" y="5927484"/>
            <a:chExt cx="1455497" cy="38983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1F1E7F-40E7-CBD8-8BBD-26FF9B835505}"/>
                </a:ext>
              </a:extLst>
            </p:cNvPr>
            <p:cNvSpPr txBox="1"/>
            <p:nvPr/>
          </p:nvSpPr>
          <p:spPr>
            <a:xfrm>
              <a:off x="2325856" y="6055704"/>
              <a:ext cx="1455497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37.144.0.2/13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704C70C-874F-F1A5-BEF3-49FA28B69266}"/>
                </a:ext>
              </a:extLst>
            </p:cNvPr>
            <p:cNvSpPr txBox="1"/>
            <p:nvPr/>
          </p:nvSpPr>
          <p:spPr>
            <a:xfrm>
              <a:off x="2346595" y="5927484"/>
              <a:ext cx="96615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F5C85E8-8B08-F0A8-8C8D-C5F7453EBA39}"/>
              </a:ext>
            </a:extLst>
          </p:cNvPr>
          <p:cNvGrpSpPr/>
          <p:nvPr/>
        </p:nvGrpSpPr>
        <p:grpSpPr>
          <a:xfrm>
            <a:off x="811621" y="5472689"/>
            <a:ext cx="937034" cy="278595"/>
            <a:chOff x="1573922" y="5716800"/>
            <a:chExt cx="1249379" cy="37145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0A47EC-A685-6782-3331-F82D2E9B94C8}"/>
                </a:ext>
              </a:extLst>
            </p:cNvPr>
            <p:cNvSpPr txBox="1"/>
            <p:nvPr/>
          </p:nvSpPr>
          <p:spPr>
            <a:xfrm>
              <a:off x="1573922" y="5826649"/>
              <a:ext cx="12493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37.136.0.2/13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A21C196-7CA6-92A0-0517-DCFCFBDD2145}"/>
                </a:ext>
              </a:extLst>
            </p:cNvPr>
            <p:cNvSpPr txBox="1"/>
            <p:nvPr/>
          </p:nvSpPr>
          <p:spPr>
            <a:xfrm>
              <a:off x="1582630" y="5716800"/>
              <a:ext cx="9661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75C78BD-5754-5AE2-9CD5-544A359BB686}"/>
              </a:ext>
            </a:extLst>
          </p:cNvPr>
          <p:cNvGrpSpPr/>
          <p:nvPr/>
        </p:nvGrpSpPr>
        <p:grpSpPr>
          <a:xfrm>
            <a:off x="666092" y="4905862"/>
            <a:ext cx="937034" cy="273382"/>
            <a:chOff x="1367073" y="4895569"/>
            <a:chExt cx="1249379" cy="3645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91885F0-431E-DEE8-A8C5-A426E478A42D}"/>
                </a:ext>
              </a:extLst>
            </p:cNvPr>
            <p:cNvSpPr txBox="1"/>
            <p:nvPr/>
          </p:nvSpPr>
          <p:spPr>
            <a:xfrm>
              <a:off x="1367073" y="4998468"/>
              <a:ext cx="1249379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37.128.0.2/13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8C735A0-226E-6317-46E1-BCE16C4AFC3B}"/>
                </a:ext>
              </a:extLst>
            </p:cNvPr>
            <p:cNvSpPr txBox="1"/>
            <p:nvPr/>
          </p:nvSpPr>
          <p:spPr>
            <a:xfrm>
              <a:off x="1380442" y="4895569"/>
              <a:ext cx="96615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145705C7-0673-FFFE-0C22-9EFE71A64CEE}"/>
              </a:ext>
            </a:extLst>
          </p:cNvPr>
          <p:cNvSpPr txBox="1"/>
          <p:nvPr/>
        </p:nvSpPr>
        <p:spPr>
          <a:xfrm>
            <a:off x="3687144" y="5504199"/>
            <a:ext cx="7620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dhcp</a:t>
            </a:r>
            <a:r>
              <a:rPr lang="en-US" altLang="ko-KR" sz="675" b="1" dirty="0">
                <a:solidFill>
                  <a:schemeClr val="accent2"/>
                </a:solidFill>
              </a:rPr>
              <a:t>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smb</a:t>
            </a:r>
            <a:r>
              <a:rPr lang="en-US" altLang="ko-KR" sz="675" b="1" dirty="0">
                <a:solidFill>
                  <a:schemeClr val="accent2"/>
                </a:solidFill>
              </a:rPr>
              <a:t>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vnc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7864BD-E597-EA57-89F1-904ED7D7684C}"/>
              </a:ext>
            </a:extLst>
          </p:cNvPr>
          <p:cNvSpPr txBox="1"/>
          <p:nvPr/>
        </p:nvSpPr>
        <p:spPr>
          <a:xfrm>
            <a:off x="5442422" y="822207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smb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1AAF4A0-4E08-00CD-6EDD-376144CABE79}"/>
              </a:ext>
            </a:extLst>
          </p:cNvPr>
          <p:cNvSpPr txBox="1"/>
          <p:nvPr/>
        </p:nvSpPr>
        <p:spPr>
          <a:xfrm>
            <a:off x="1121825" y="2781233"/>
            <a:ext cx="57242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Smb</a:t>
            </a:r>
            <a:r>
              <a:rPr lang="en-US" altLang="ko-KR" sz="675" b="1" dirty="0">
                <a:solidFill>
                  <a:schemeClr val="accent2"/>
                </a:solidFill>
              </a:rPr>
              <a:t>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xrdp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81E149-02F4-08EB-4DAA-1C03803FCD06}"/>
              </a:ext>
            </a:extLst>
          </p:cNvPr>
          <p:cNvSpPr txBox="1"/>
          <p:nvPr/>
        </p:nvSpPr>
        <p:spPr>
          <a:xfrm>
            <a:off x="7454097" y="3434282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smb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58B197-CFD1-F51B-B120-E9AC1344D9E2}"/>
              </a:ext>
            </a:extLst>
          </p:cNvPr>
          <p:cNvSpPr txBox="1"/>
          <p:nvPr/>
        </p:nvSpPr>
        <p:spPr>
          <a:xfrm>
            <a:off x="469020" y="1901096"/>
            <a:ext cx="511302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ftp,rdp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0A5BCC-CA44-1BCA-755C-E8CA7CF3D42E}"/>
              </a:ext>
            </a:extLst>
          </p:cNvPr>
          <p:cNvSpPr txBox="1"/>
          <p:nvPr/>
        </p:nvSpPr>
        <p:spPr>
          <a:xfrm>
            <a:off x="1229677" y="3036348"/>
            <a:ext cx="55215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ftp,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rdp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CBE6DF-8C07-4EDA-EE82-D36EE32F2CDB}"/>
              </a:ext>
            </a:extLst>
          </p:cNvPr>
          <p:cNvSpPr txBox="1"/>
          <p:nvPr/>
        </p:nvSpPr>
        <p:spPr>
          <a:xfrm>
            <a:off x="7282957" y="1358141"/>
            <a:ext cx="75960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dhcp</a:t>
            </a:r>
            <a:r>
              <a:rPr lang="en-US" altLang="ko-KR" sz="675" b="1" dirty="0">
                <a:solidFill>
                  <a:schemeClr val="accent2"/>
                </a:solidFill>
              </a:rPr>
              <a:t>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nfs</a:t>
            </a:r>
            <a:r>
              <a:rPr lang="en-US" altLang="ko-KR" sz="675" b="1" dirty="0">
                <a:solidFill>
                  <a:schemeClr val="accent2"/>
                </a:solidFill>
              </a:rPr>
              <a:t>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kvm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099F18-5FF4-37C3-D4A2-04E39D6337DF}"/>
              </a:ext>
            </a:extLst>
          </p:cNvPr>
          <p:cNvSpPr txBox="1"/>
          <p:nvPr/>
        </p:nvSpPr>
        <p:spPr>
          <a:xfrm>
            <a:off x="6514640" y="1428443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nfs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2EC9521-3D8D-8A3D-FC0F-3247DC57E2C8}"/>
              </a:ext>
            </a:extLst>
          </p:cNvPr>
          <p:cNvSpPr txBox="1"/>
          <p:nvPr/>
        </p:nvSpPr>
        <p:spPr>
          <a:xfrm>
            <a:off x="583159" y="2206439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iscsi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447F3C-5DA8-333C-BC40-D8C15956AE3A}"/>
              </a:ext>
            </a:extLst>
          </p:cNvPr>
          <p:cNvSpPr txBox="1"/>
          <p:nvPr/>
        </p:nvSpPr>
        <p:spPr>
          <a:xfrm>
            <a:off x="1143782" y="2589377"/>
            <a:ext cx="60793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Web, </a:t>
            </a:r>
            <a:r>
              <a:rPr lang="en-US" altLang="ko-KR" sz="675" b="1" dirty="0" err="1">
                <a:solidFill>
                  <a:schemeClr val="accent2"/>
                </a:solidFill>
              </a:rPr>
              <a:t>vnc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CCB875-B712-81E0-01D5-58F15C9971FC}"/>
              </a:ext>
            </a:extLst>
          </p:cNvPr>
          <p:cNvSpPr txBox="1"/>
          <p:nvPr/>
        </p:nvSpPr>
        <p:spPr>
          <a:xfrm>
            <a:off x="612722" y="1634193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 err="1">
                <a:solidFill>
                  <a:schemeClr val="accent2"/>
                </a:solidFill>
              </a:rPr>
              <a:t>dns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2F7825-1C50-8997-7091-6AC061933A87}"/>
              </a:ext>
            </a:extLst>
          </p:cNvPr>
          <p:cNvSpPr txBox="1"/>
          <p:nvPr/>
        </p:nvSpPr>
        <p:spPr>
          <a:xfrm>
            <a:off x="6558031" y="3445856"/>
            <a:ext cx="40337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putty</a:t>
            </a:r>
            <a:r>
              <a:rPr lang="en-US" altLang="ko-KR" sz="675" b="1" dirty="0">
                <a:solidFill>
                  <a:srgbClr val="7030A0"/>
                </a:solidFill>
              </a:rPr>
              <a:t>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6DB8B2-2C1A-42EF-90BB-2B019DFE5206}"/>
              </a:ext>
            </a:extLst>
          </p:cNvPr>
          <p:cNvSpPr txBox="1"/>
          <p:nvPr/>
        </p:nvSpPr>
        <p:spPr>
          <a:xfrm>
            <a:off x="1697687" y="1201635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bon.com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F663A1-BCA6-4C95-5733-95383BE4F557}"/>
              </a:ext>
            </a:extLst>
          </p:cNvPr>
          <p:cNvSpPr txBox="1"/>
          <p:nvPr/>
        </p:nvSpPr>
        <p:spPr>
          <a:xfrm>
            <a:off x="6096010" y="849759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data.com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88595EF-805E-9325-E1F0-96BB46359B1D}"/>
              </a:ext>
            </a:extLst>
          </p:cNvPr>
          <p:cNvSpPr txBox="1"/>
          <p:nvPr/>
        </p:nvSpPr>
        <p:spPr>
          <a:xfrm>
            <a:off x="1233240" y="4115081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user.com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DB185C-C957-217F-EBFB-D2B1AA4D3465}"/>
              </a:ext>
            </a:extLst>
          </p:cNvPr>
          <p:cNvSpPr txBox="1"/>
          <p:nvPr/>
        </p:nvSpPr>
        <p:spPr>
          <a:xfrm>
            <a:off x="5929738" y="3578358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dae.com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E0C914-1F0F-D62A-DA65-73D1C831E596}"/>
              </a:ext>
            </a:extLst>
          </p:cNvPr>
          <p:cNvSpPr txBox="1"/>
          <p:nvPr/>
        </p:nvSpPr>
        <p:spPr>
          <a:xfrm>
            <a:off x="2977505" y="903133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main.com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C47475-5434-FFD1-E56B-6EEE1D669B24}"/>
              </a:ext>
            </a:extLst>
          </p:cNvPr>
          <p:cNvSpPr txBox="1"/>
          <p:nvPr/>
        </p:nvSpPr>
        <p:spPr>
          <a:xfrm>
            <a:off x="3674003" y="5335676"/>
            <a:ext cx="60793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 </a:t>
            </a:r>
          </a:p>
        </p:txBody>
      </p:sp>
    </p:spTree>
    <p:extLst>
      <p:ext uri="{BB962C8B-B14F-4D97-AF65-F5344CB8AC3E}">
        <p14:creationId xmlns:p14="http://schemas.microsoft.com/office/powerpoint/2010/main" val="330842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D51E05-0B31-DDDB-2B84-25FD8FA0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FBC7E1-DA6B-73E2-E155-03233E7A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0" y="1169594"/>
            <a:ext cx="7598121" cy="452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59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8B5007-5D94-5960-C3C7-A4FA386EC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타원 27">
            <a:extLst>
              <a:ext uri="{FF2B5EF4-FFF2-40B4-BE49-F238E27FC236}">
                <a16:creationId xmlns:a16="http://schemas.microsoft.com/office/drawing/2014/main" id="{81EF2F20-768B-07EB-6265-F1CADED2FF1E}"/>
              </a:ext>
            </a:extLst>
          </p:cNvPr>
          <p:cNvSpPr/>
          <p:nvPr/>
        </p:nvSpPr>
        <p:spPr>
          <a:xfrm>
            <a:off x="984739" y="3429000"/>
            <a:ext cx="2032853" cy="123271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094C21B9-B94C-1BA4-53FB-047377B4D706}"/>
              </a:ext>
            </a:extLst>
          </p:cNvPr>
          <p:cNvSpPr/>
          <p:nvPr/>
        </p:nvSpPr>
        <p:spPr>
          <a:xfrm>
            <a:off x="190021" y="873964"/>
            <a:ext cx="4526301" cy="385222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AF5DCE8-E573-A29C-DDB8-732AE5A809E3}"/>
              </a:ext>
            </a:extLst>
          </p:cNvPr>
          <p:cNvSpPr/>
          <p:nvPr/>
        </p:nvSpPr>
        <p:spPr>
          <a:xfrm>
            <a:off x="2754956" y="2696965"/>
            <a:ext cx="1856297" cy="123271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A607455D-2464-6F49-EC63-6B10AC069855}"/>
              </a:ext>
            </a:extLst>
          </p:cNvPr>
          <p:cNvSpPr/>
          <p:nvPr/>
        </p:nvSpPr>
        <p:spPr>
          <a:xfrm>
            <a:off x="3258688" y="4182099"/>
            <a:ext cx="3434966" cy="1818652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0E6A250-4FDB-5DBA-78AC-582EF1B267EB}"/>
              </a:ext>
            </a:extLst>
          </p:cNvPr>
          <p:cNvSpPr/>
          <p:nvPr/>
        </p:nvSpPr>
        <p:spPr>
          <a:xfrm>
            <a:off x="542926" y="1055662"/>
            <a:ext cx="2864729" cy="2141983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55FBC6A1-D234-C928-037A-6F722B7C9E7C}"/>
              </a:ext>
            </a:extLst>
          </p:cNvPr>
          <p:cNvSpPr/>
          <p:nvPr/>
        </p:nvSpPr>
        <p:spPr>
          <a:xfrm>
            <a:off x="4248604" y="973459"/>
            <a:ext cx="2690762" cy="868271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F6FE137C-9DBD-2DBA-C9AA-EAAEF332CF33}"/>
              </a:ext>
            </a:extLst>
          </p:cNvPr>
          <p:cNvSpPr/>
          <p:nvPr/>
        </p:nvSpPr>
        <p:spPr>
          <a:xfrm>
            <a:off x="5960876" y="1467612"/>
            <a:ext cx="3075078" cy="3410518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96D41EA-3448-5D81-3139-AE7C11F5AAAE}"/>
              </a:ext>
            </a:extLst>
          </p:cNvPr>
          <p:cNvSpPr/>
          <p:nvPr/>
        </p:nvSpPr>
        <p:spPr>
          <a:xfrm>
            <a:off x="879344" y="1651248"/>
            <a:ext cx="1090874" cy="226988"/>
          </a:xfrm>
          <a:prstGeom prst="rect">
            <a:avLst/>
          </a:prstGeom>
          <a:solidFill>
            <a:srgbClr val="ED7D3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DNS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B94AA01-1B67-E5A9-CF2C-2E6BD7034A3D}"/>
              </a:ext>
            </a:extLst>
          </p:cNvPr>
          <p:cNvSpPr/>
          <p:nvPr/>
        </p:nvSpPr>
        <p:spPr>
          <a:xfrm>
            <a:off x="3147994" y="3028838"/>
            <a:ext cx="1090874" cy="226988"/>
          </a:xfrm>
          <a:prstGeom prst="rect">
            <a:avLst/>
          </a:prstGeom>
          <a:solidFill>
            <a:srgbClr val="ED7D3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WEB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3A8BDFE-D646-C523-510B-DC670641BA5F}"/>
              </a:ext>
            </a:extLst>
          </p:cNvPr>
          <p:cNvSpPr/>
          <p:nvPr/>
        </p:nvSpPr>
        <p:spPr>
          <a:xfrm>
            <a:off x="1423901" y="3634416"/>
            <a:ext cx="1090874" cy="226988"/>
          </a:xfrm>
          <a:prstGeom prst="rect">
            <a:avLst/>
          </a:prstGeom>
          <a:solidFill>
            <a:srgbClr val="CC99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FTP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31A4B39-27C6-CA61-8A0B-DA85D41C3BAD}"/>
              </a:ext>
            </a:extLst>
          </p:cNvPr>
          <p:cNvSpPr/>
          <p:nvPr/>
        </p:nvSpPr>
        <p:spPr>
          <a:xfrm>
            <a:off x="5048548" y="1294101"/>
            <a:ext cx="1090874" cy="226988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SMB1(s)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02CC1F-CD93-2990-DB7D-170B7A0A72FE}"/>
              </a:ext>
            </a:extLst>
          </p:cNvPr>
          <p:cNvSpPr/>
          <p:nvPr/>
        </p:nvSpPr>
        <p:spPr>
          <a:xfrm>
            <a:off x="879344" y="1926793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 err="1">
                <a:solidFill>
                  <a:schemeClr val="tx1"/>
                </a:solidFill>
              </a:rPr>
              <a:t>Iscsi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F8F055-03A3-573A-18F4-3245394456E0}"/>
              </a:ext>
            </a:extLst>
          </p:cNvPr>
          <p:cNvSpPr/>
          <p:nvPr/>
        </p:nvSpPr>
        <p:spPr>
          <a:xfrm>
            <a:off x="879344" y="2198585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X-RDP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8A18E1-096F-3FA0-CEA6-6F84A0B4AD99}"/>
              </a:ext>
            </a:extLst>
          </p:cNvPr>
          <p:cNvSpPr/>
          <p:nvPr/>
        </p:nvSpPr>
        <p:spPr>
          <a:xfrm>
            <a:off x="2026640" y="1651567"/>
            <a:ext cx="1090874" cy="226988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SMB1(c)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D63F1A-FDDD-64B4-DE7B-AE6D1B7E3497}"/>
              </a:ext>
            </a:extLst>
          </p:cNvPr>
          <p:cNvSpPr/>
          <p:nvPr/>
        </p:nvSpPr>
        <p:spPr>
          <a:xfrm>
            <a:off x="2025560" y="1927446"/>
            <a:ext cx="1090874" cy="22698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SMB2(s)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911F65-ABD1-DE6E-1987-8DA5CD7EBB77}"/>
              </a:ext>
            </a:extLst>
          </p:cNvPr>
          <p:cNvSpPr/>
          <p:nvPr/>
        </p:nvSpPr>
        <p:spPr>
          <a:xfrm>
            <a:off x="3147994" y="3301849"/>
            <a:ext cx="1090874" cy="226988"/>
          </a:xfrm>
          <a:prstGeom prst="rect">
            <a:avLst/>
          </a:prstGeom>
          <a:solidFill>
            <a:srgbClr val="AFE19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VNC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46210E-A2B3-6621-0C53-8274C6C2FF1D}"/>
              </a:ext>
            </a:extLst>
          </p:cNvPr>
          <p:cNvSpPr/>
          <p:nvPr/>
        </p:nvSpPr>
        <p:spPr>
          <a:xfrm>
            <a:off x="1423901" y="3917667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RDP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2645A4-0971-9734-F004-ACABEDC92645}"/>
              </a:ext>
            </a:extLst>
          </p:cNvPr>
          <p:cNvSpPr/>
          <p:nvPr/>
        </p:nvSpPr>
        <p:spPr>
          <a:xfrm>
            <a:off x="1423901" y="4192106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Putty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957DD8DF-7F08-EC8D-FA79-78619DFAD482}"/>
              </a:ext>
            </a:extLst>
          </p:cNvPr>
          <p:cNvSpPr/>
          <p:nvPr/>
        </p:nvSpPr>
        <p:spPr>
          <a:xfrm>
            <a:off x="6878371" y="3776330"/>
            <a:ext cx="1452336" cy="1101800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7336EE8-CD09-C812-3A09-C7D3C14EDA56}"/>
              </a:ext>
            </a:extLst>
          </p:cNvPr>
          <p:cNvSpPr/>
          <p:nvPr/>
        </p:nvSpPr>
        <p:spPr>
          <a:xfrm>
            <a:off x="7080574" y="4165626"/>
            <a:ext cx="1090874" cy="22698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SMB2(c)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7EFF87A-5397-E563-3DDF-099414E74776}"/>
              </a:ext>
            </a:extLst>
          </p:cNvPr>
          <p:cNvSpPr/>
          <p:nvPr/>
        </p:nvSpPr>
        <p:spPr>
          <a:xfrm>
            <a:off x="5974340" y="2880758"/>
            <a:ext cx="1452336" cy="1101800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09A95BF-DAD0-7E97-F23B-9DAE42EA2C74}"/>
              </a:ext>
            </a:extLst>
          </p:cNvPr>
          <p:cNvSpPr/>
          <p:nvPr/>
        </p:nvSpPr>
        <p:spPr>
          <a:xfrm>
            <a:off x="6966009" y="1577391"/>
            <a:ext cx="1688845" cy="1576618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FDB5DA1-0AFC-E8F9-C6CA-E6AA8515A3D4}"/>
              </a:ext>
            </a:extLst>
          </p:cNvPr>
          <p:cNvSpPr/>
          <p:nvPr/>
        </p:nvSpPr>
        <p:spPr>
          <a:xfrm>
            <a:off x="6148216" y="3307501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NFS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0DDBD17-28D0-9C94-8EDC-1EEE84667E38}"/>
              </a:ext>
            </a:extLst>
          </p:cNvPr>
          <p:cNvSpPr/>
          <p:nvPr/>
        </p:nvSpPr>
        <p:spPr>
          <a:xfrm>
            <a:off x="7280572" y="1964389"/>
            <a:ext cx="1090874" cy="226988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NFS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E63EDD-AE1C-E38F-1E97-168078199F5F}"/>
              </a:ext>
            </a:extLst>
          </p:cNvPr>
          <p:cNvSpPr/>
          <p:nvPr/>
        </p:nvSpPr>
        <p:spPr>
          <a:xfrm>
            <a:off x="7280572" y="2271372"/>
            <a:ext cx="1090874" cy="226988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DHCP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2E1EE5-A80B-4036-EBBC-DE1BD50395DD}"/>
              </a:ext>
            </a:extLst>
          </p:cNvPr>
          <p:cNvSpPr/>
          <p:nvPr/>
        </p:nvSpPr>
        <p:spPr>
          <a:xfrm>
            <a:off x="7280572" y="2583611"/>
            <a:ext cx="1090874" cy="226988"/>
          </a:xfrm>
          <a:prstGeom prst="rect">
            <a:avLst/>
          </a:prstGeom>
          <a:solidFill>
            <a:srgbClr val="ED7D31">
              <a:alpha val="50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KVM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4303A8-149F-490D-6EFB-A0C3028F30BF}"/>
              </a:ext>
            </a:extLst>
          </p:cNvPr>
          <p:cNvSpPr/>
          <p:nvPr/>
        </p:nvSpPr>
        <p:spPr>
          <a:xfrm>
            <a:off x="4411255" y="4937280"/>
            <a:ext cx="1090874" cy="22698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SMB2(C)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21D2C1-DD2A-EBC5-301E-C2CD1BA5C986}"/>
              </a:ext>
            </a:extLst>
          </p:cNvPr>
          <p:cNvSpPr/>
          <p:nvPr/>
        </p:nvSpPr>
        <p:spPr>
          <a:xfrm>
            <a:off x="4411255" y="4651142"/>
            <a:ext cx="1090874" cy="226988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DHCP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9752A1-BD3F-D316-4CA0-ADE2A810E78B}"/>
              </a:ext>
            </a:extLst>
          </p:cNvPr>
          <p:cNvSpPr/>
          <p:nvPr/>
        </p:nvSpPr>
        <p:spPr>
          <a:xfrm>
            <a:off x="4411255" y="5223418"/>
            <a:ext cx="1090874" cy="226988"/>
          </a:xfrm>
          <a:prstGeom prst="rect">
            <a:avLst/>
          </a:prstGeom>
          <a:solidFill>
            <a:srgbClr val="AFE19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VNC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8FE691B-9CAE-F620-2CE6-3D09E8631FFF}"/>
              </a:ext>
            </a:extLst>
          </p:cNvPr>
          <p:cNvCxnSpPr>
            <a:cxnSpLocks/>
            <a:stCxn id="13" idx="3"/>
            <a:endCxn id="86" idx="1"/>
          </p:cNvCxnSpPr>
          <p:nvPr/>
        </p:nvCxnSpPr>
        <p:spPr>
          <a:xfrm flipV="1">
            <a:off x="3117514" y="1407595"/>
            <a:ext cx="1931035" cy="357466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9C3957B3-6542-F535-34AF-EF2725ABA2A1}"/>
              </a:ext>
            </a:extLst>
          </p:cNvPr>
          <p:cNvCxnSpPr>
            <a:cxnSpLocks/>
            <a:stCxn id="14" idx="2"/>
            <a:endCxn id="89" idx="1"/>
          </p:cNvCxnSpPr>
          <p:nvPr/>
        </p:nvCxnSpPr>
        <p:spPr>
          <a:xfrm rot="16200000" flipH="1">
            <a:off x="2042956" y="2682474"/>
            <a:ext cx="2896340" cy="1840258"/>
          </a:xfrm>
          <a:prstGeom prst="bentConnector2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2EE3BA62-B385-ABE9-4091-4EA52615F290}"/>
              </a:ext>
            </a:extLst>
          </p:cNvPr>
          <p:cNvCxnSpPr>
            <a:cxnSpLocks/>
            <a:stCxn id="14" idx="3"/>
            <a:endCxn id="90" idx="1"/>
          </p:cNvCxnSpPr>
          <p:nvPr/>
        </p:nvCxnSpPr>
        <p:spPr>
          <a:xfrm>
            <a:off x="3116434" y="2040940"/>
            <a:ext cx="3964140" cy="2238180"/>
          </a:xfrm>
          <a:prstGeom prst="bentConnector3">
            <a:avLst>
              <a:gd name="adj1" fmla="val 50000"/>
            </a:avLst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6D62A21-9090-373F-32AC-3EDF2F916058}"/>
              </a:ext>
            </a:extLst>
          </p:cNvPr>
          <p:cNvSpPr/>
          <p:nvPr/>
        </p:nvSpPr>
        <p:spPr>
          <a:xfrm>
            <a:off x="886663" y="2481836"/>
            <a:ext cx="1090874" cy="226988"/>
          </a:xfrm>
          <a:prstGeom prst="rect">
            <a:avLst/>
          </a:prstGeom>
          <a:solidFill>
            <a:srgbClr val="CC99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FTP</a:t>
            </a:r>
            <a:endParaRPr lang="ko-KR" altLang="en-US" sz="1350" b="1" dirty="0">
              <a:solidFill>
                <a:schemeClr val="tx1"/>
              </a:solidFill>
            </a:endParaRP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AD0E46DC-459F-8A2E-2844-B26A25B981A2}"/>
              </a:ext>
            </a:extLst>
          </p:cNvPr>
          <p:cNvCxnSpPr>
            <a:cxnSpLocks/>
            <a:stCxn id="43" idx="2"/>
            <a:endCxn id="71" idx="0"/>
          </p:cNvCxnSpPr>
          <p:nvPr/>
        </p:nvCxnSpPr>
        <p:spPr>
          <a:xfrm rot="16200000" flipH="1">
            <a:off x="1237923" y="2903000"/>
            <a:ext cx="925592" cy="537239"/>
          </a:xfrm>
          <a:prstGeom prst="bentConnector3">
            <a:avLst>
              <a:gd name="adj1" fmla="val 51544"/>
            </a:avLst>
          </a:prstGeom>
          <a:ln w="25400">
            <a:solidFill>
              <a:srgbClr val="CC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7E7920A0-A478-17B3-0D02-2FC759DD8860}"/>
              </a:ext>
            </a:extLst>
          </p:cNvPr>
          <p:cNvCxnSpPr>
            <a:cxnSpLocks/>
            <a:stCxn id="88" idx="1"/>
            <a:endCxn id="87" idx="0"/>
          </p:cNvCxnSpPr>
          <p:nvPr/>
        </p:nvCxnSpPr>
        <p:spPr>
          <a:xfrm rot="10800000" flipV="1">
            <a:off x="6693653" y="2077883"/>
            <a:ext cx="586919" cy="1229618"/>
          </a:xfrm>
          <a:prstGeom prst="bentConnector2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ADA65F40-63C7-16C1-685C-E034D5216947}"/>
              </a:ext>
            </a:extLst>
          </p:cNvPr>
          <p:cNvCxnSpPr>
            <a:cxnSpLocks/>
            <a:stCxn id="15" idx="2"/>
            <a:endCxn id="21" idx="1"/>
          </p:cNvCxnSpPr>
          <p:nvPr/>
        </p:nvCxnSpPr>
        <p:spPr>
          <a:xfrm rot="16200000" flipH="1">
            <a:off x="3148306" y="4073962"/>
            <a:ext cx="1808075" cy="717824"/>
          </a:xfrm>
          <a:prstGeom prst="bentConnector2">
            <a:avLst/>
          </a:prstGeom>
          <a:ln w="25400">
            <a:solidFill>
              <a:srgbClr val="AFE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C0C9F43-2BF4-8081-8F68-4E6D4F497DC2}"/>
              </a:ext>
            </a:extLst>
          </p:cNvPr>
          <p:cNvCxnSpPr>
            <a:cxnSpLocks/>
          </p:cNvCxnSpPr>
          <p:nvPr/>
        </p:nvCxnSpPr>
        <p:spPr>
          <a:xfrm>
            <a:off x="1612478" y="2768010"/>
            <a:ext cx="439922" cy="851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7CC6D90-20B9-F998-2093-B18A5F4E190B}"/>
                  </a:ext>
                </a:extLst>
              </p14:cNvPr>
              <p14:cNvContentPartPr/>
              <p14:nvPr/>
            </p14:nvContentPartPr>
            <p14:xfrm>
              <a:off x="1629175" y="2744449"/>
              <a:ext cx="270" cy="27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7CC6D90-20B9-F998-2093-B18A5F4E19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4585" y="2739859"/>
                <a:ext cx="9450" cy="9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972BFA34-5C04-2A11-99B3-3112B2624899}"/>
                  </a:ext>
                </a:extLst>
              </p14:cNvPr>
              <p14:cNvContentPartPr/>
              <p14:nvPr/>
            </p14:nvContentPartPr>
            <p14:xfrm>
              <a:off x="601555" y="2011399"/>
              <a:ext cx="819990" cy="232794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972BFA34-5C04-2A11-99B3-3112B26248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556" y="2002401"/>
                <a:ext cx="837628" cy="2345576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2D804FC8-576D-47DF-766E-E57E3D16153D}"/>
              </a:ext>
            </a:extLst>
          </p:cNvPr>
          <p:cNvGrpSpPr/>
          <p:nvPr/>
        </p:nvGrpSpPr>
        <p:grpSpPr>
          <a:xfrm>
            <a:off x="1581655" y="2699359"/>
            <a:ext cx="393660" cy="939870"/>
            <a:chOff x="2108873" y="2456145"/>
            <a:chExt cx="524880" cy="12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31F5BEF-0595-E8C2-025E-E1E30811DBE3}"/>
                    </a:ext>
                  </a:extLst>
                </p14:cNvPr>
                <p14:cNvContentPartPr/>
                <p14:nvPr/>
              </p14:nvContentPartPr>
              <p14:xfrm>
                <a:off x="2108873" y="2643345"/>
                <a:ext cx="360" cy="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31F5BEF-0595-E8C2-025E-E1E30811DBE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0233" y="26347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CACF207-CBDA-3B48-EFB1-1C8B7F865C9D}"/>
                    </a:ext>
                  </a:extLst>
                </p14:cNvPr>
                <p14:cNvContentPartPr/>
                <p14:nvPr/>
              </p14:nvContentPartPr>
              <p14:xfrm>
                <a:off x="2127233" y="2456145"/>
                <a:ext cx="506520" cy="12531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CACF207-CBDA-3B48-EFB1-1C8B7F865C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8233" y="2447145"/>
                  <a:ext cx="524160" cy="127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D8D4C1C-38A7-D98E-D99C-6378228342CC}"/>
              </a:ext>
            </a:extLst>
          </p:cNvPr>
          <p:cNvGrpSpPr/>
          <p:nvPr/>
        </p:nvGrpSpPr>
        <p:grpSpPr>
          <a:xfrm>
            <a:off x="7407326" y="1791709"/>
            <a:ext cx="839970" cy="450900"/>
            <a:chOff x="9876435" y="1245945"/>
            <a:chExt cx="1119960" cy="60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ABEEF2E4-2745-E5C7-F658-EEFEE20ACD4D}"/>
                    </a:ext>
                  </a:extLst>
                </p14:cNvPr>
                <p14:cNvContentPartPr/>
                <p14:nvPr/>
              </p14:nvContentPartPr>
              <p14:xfrm>
                <a:off x="10225995" y="1780545"/>
                <a:ext cx="23040" cy="36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ABEEF2E4-2745-E5C7-F658-EEFEE20ACD4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16995" y="1771905"/>
                  <a:ext cx="40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1D10444E-36F9-D164-38B1-8E4A06801541}"/>
                    </a:ext>
                  </a:extLst>
                </p14:cNvPr>
                <p14:cNvContentPartPr/>
                <p14:nvPr/>
              </p14:nvContentPartPr>
              <p14:xfrm>
                <a:off x="9876435" y="1245945"/>
                <a:ext cx="1119960" cy="60120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1D10444E-36F9-D164-38B1-8E4A0680154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67435" y="1236945"/>
                  <a:ext cx="1137600" cy="61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19A2C417-6CAD-EA32-6E2A-793F7D4A35D0}"/>
                  </a:ext>
                </a:extLst>
              </p14:cNvPr>
              <p14:cNvContentPartPr/>
              <p14:nvPr/>
            </p14:nvContentPartPr>
            <p14:xfrm>
              <a:off x="3361106" y="3217309"/>
              <a:ext cx="686880" cy="42417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19A2C417-6CAD-EA32-6E2A-793F7D4A35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52106" y="3208307"/>
                <a:ext cx="704520" cy="441814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그룹 44">
            <a:extLst>
              <a:ext uri="{FF2B5EF4-FFF2-40B4-BE49-F238E27FC236}">
                <a16:creationId xmlns:a16="http://schemas.microsoft.com/office/drawing/2014/main" id="{72F2600D-8774-7C88-4182-6671CE3478C9}"/>
              </a:ext>
            </a:extLst>
          </p:cNvPr>
          <p:cNvGrpSpPr/>
          <p:nvPr/>
        </p:nvGrpSpPr>
        <p:grpSpPr>
          <a:xfrm>
            <a:off x="7457816" y="2971339"/>
            <a:ext cx="114480" cy="216270"/>
            <a:chOff x="9943755" y="2818785"/>
            <a:chExt cx="15264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97B08A82-3D69-D354-DE49-8521C387BA97}"/>
                    </a:ext>
                  </a:extLst>
                </p14:cNvPr>
                <p14:cNvContentPartPr/>
                <p14:nvPr/>
              </p14:nvContentPartPr>
              <p14:xfrm>
                <a:off x="10029435" y="2856945"/>
                <a:ext cx="4320" cy="36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97B08A82-3D69-D354-DE49-8521C387BA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20435" y="2848305"/>
                  <a:ext cx="2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347A6C81-642F-0AAA-3630-21E02E8DBC63}"/>
                    </a:ext>
                  </a:extLst>
                </p14:cNvPr>
                <p14:cNvContentPartPr/>
                <p14:nvPr/>
              </p14:nvContentPartPr>
              <p14:xfrm>
                <a:off x="9943755" y="2818785"/>
                <a:ext cx="152640" cy="288360"/>
              </p14:xfrm>
            </p:contentPart>
          </mc:Choice>
          <mc:Fallback xmlns=""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347A6C81-642F-0AAA-3630-21E02E8DBC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34755" y="2809785"/>
                  <a:ext cx="170280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3C9972B9-D3DF-05E3-8495-2110918B368E}"/>
                  </a:ext>
                </a:extLst>
              </p14:cNvPr>
              <p14:cNvContentPartPr/>
              <p14:nvPr/>
            </p14:nvContentPartPr>
            <p14:xfrm>
              <a:off x="7586336" y="3364189"/>
              <a:ext cx="31050" cy="2538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3C9972B9-D3DF-05E3-8495-2110918B36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7414" y="3355252"/>
                <a:ext cx="48538" cy="428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626E185F-3573-9A71-1630-1536C4372680}"/>
                  </a:ext>
                </a:extLst>
              </p14:cNvPr>
              <p14:cNvContentPartPr/>
              <p14:nvPr/>
            </p14:nvContentPartPr>
            <p14:xfrm>
              <a:off x="3693206" y="3499999"/>
              <a:ext cx="270" cy="27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626E185F-3573-9A71-1630-1536C437268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86456" y="349324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2CAC73F3-8AEC-5377-7C02-B63506F019C5}"/>
                  </a:ext>
                </a:extLst>
              </p14:cNvPr>
              <p14:cNvContentPartPr/>
              <p14:nvPr/>
            </p14:nvContentPartPr>
            <p14:xfrm>
              <a:off x="3735596" y="3421429"/>
              <a:ext cx="578880" cy="179415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2CAC73F3-8AEC-5377-7C02-B63506F019C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26596" y="3412429"/>
                <a:ext cx="596520" cy="1811789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그룹 51">
            <a:extLst>
              <a:ext uri="{FF2B5EF4-FFF2-40B4-BE49-F238E27FC236}">
                <a16:creationId xmlns:a16="http://schemas.microsoft.com/office/drawing/2014/main" id="{65F6146E-4902-63F5-B8E1-B97D00225B6B}"/>
              </a:ext>
            </a:extLst>
          </p:cNvPr>
          <p:cNvGrpSpPr/>
          <p:nvPr/>
        </p:nvGrpSpPr>
        <p:grpSpPr>
          <a:xfrm>
            <a:off x="4435976" y="5356249"/>
            <a:ext cx="411210" cy="319680"/>
            <a:chOff x="5914635" y="5998665"/>
            <a:chExt cx="54828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3E66EB87-233E-ED5B-39F9-828F1014986E}"/>
                    </a:ext>
                  </a:extLst>
                </p14:cNvPr>
                <p14:cNvContentPartPr/>
                <p14:nvPr/>
              </p14:nvContentPartPr>
              <p14:xfrm>
                <a:off x="5933715" y="6247785"/>
                <a:ext cx="360" cy="36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3E66EB87-233E-ED5B-39F9-828F101498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24715" y="62391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4B36CE81-F284-FF34-4165-81879CE0B179}"/>
                    </a:ext>
                  </a:extLst>
                </p14:cNvPr>
                <p14:cNvContentPartPr/>
                <p14:nvPr/>
              </p14:nvContentPartPr>
              <p14:xfrm>
                <a:off x="5914635" y="5998665"/>
                <a:ext cx="548280" cy="42624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4B36CE81-F284-FF34-4165-81879CE0B17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05635" y="5989665"/>
                  <a:ext cx="565920" cy="44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6DB799E9-B08A-7031-895C-6FE137BDEFBD}"/>
                  </a:ext>
                </a:extLst>
              </p14:cNvPr>
              <p14:cNvContentPartPr/>
              <p14:nvPr/>
            </p14:nvContentPartPr>
            <p14:xfrm>
              <a:off x="5264066" y="935539"/>
              <a:ext cx="324000" cy="38610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6DB799E9-B08A-7031-895C-6FE137BDEFB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55076" y="926543"/>
                <a:ext cx="341620" cy="4037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004AF916-CB4C-2D3C-8B8E-BECF4E27D98E}"/>
                  </a:ext>
                </a:extLst>
              </p14:cNvPr>
              <p14:cNvContentPartPr/>
              <p14:nvPr/>
            </p14:nvContentPartPr>
            <p14:xfrm>
              <a:off x="8093936" y="1685599"/>
              <a:ext cx="107190" cy="2748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004AF916-CB4C-2D3C-8B8E-BECF4E27D98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84944" y="1676605"/>
                <a:ext cx="124815" cy="292488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708681BE-A069-1695-B5DE-6B2B6D8FE166}"/>
              </a:ext>
            </a:extLst>
          </p:cNvPr>
          <p:cNvGrpSpPr/>
          <p:nvPr/>
        </p:nvGrpSpPr>
        <p:grpSpPr>
          <a:xfrm>
            <a:off x="6571946" y="3026689"/>
            <a:ext cx="520560" cy="354780"/>
            <a:chOff x="8762595" y="2892585"/>
            <a:chExt cx="69408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DE06E899-5371-F4C1-F450-14BF2E54884E}"/>
                    </a:ext>
                  </a:extLst>
                </p14:cNvPr>
                <p14:cNvContentPartPr/>
                <p14:nvPr/>
              </p14:nvContentPartPr>
              <p14:xfrm>
                <a:off x="9152475" y="2999865"/>
                <a:ext cx="304200" cy="36576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DE06E899-5371-F4C1-F450-14BF2E54884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43835" y="2991225"/>
                  <a:ext cx="3218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3A873084-A6E6-0433-6B3A-BCAFFECEC655}"/>
                    </a:ext>
                  </a:extLst>
                </p14:cNvPr>
                <p14:cNvContentPartPr/>
                <p14:nvPr/>
              </p14:nvContentPartPr>
              <p14:xfrm>
                <a:off x="8762595" y="2892585"/>
                <a:ext cx="374040" cy="37188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3A873084-A6E6-0433-6B3A-BCAFFECEC65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53595" y="2883585"/>
                  <a:ext cx="391680" cy="38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C9238A0A-AD55-EE46-0673-AB6A4E2FC0D6}"/>
                  </a:ext>
                </a:extLst>
              </p14:cNvPr>
              <p14:cNvContentPartPr/>
              <p14:nvPr/>
            </p14:nvContentPartPr>
            <p14:xfrm>
              <a:off x="1971416" y="2502889"/>
              <a:ext cx="15120" cy="190350"/>
            </p14:xfrm>
          </p:contentPart>
        </mc:Choice>
        <mc:Fallback xmlns=""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C9238A0A-AD55-EE46-0673-AB6A4E2FC0D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962416" y="2493893"/>
                <a:ext cx="32760" cy="207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54CF4C7A-3090-203D-168F-0F1779BCB847}"/>
                  </a:ext>
                </a:extLst>
              </p14:cNvPr>
              <p14:cNvContentPartPr/>
              <p14:nvPr/>
            </p14:nvContentPartPr>
            <p14:xfrm>
              <a:off x="894742" y="2464375"/>
              <a:ext cx="1104129" cy="252798"/>
            </p14:xfrm>
          </p:contentPart>
        </mc:Choice>
        <mc:Fallback xmlns=""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54CF4C7A-3090-203D-168F-0F1779BCB84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5742" y="2455372"/>
                <a:ext cx="1121769" cy="270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08E29043-DE49-2E10-CDB7-D98D32BAA98A}"/>
                  </a:ext>
                </a:extLst>
              </p14:cNvPr>
              <p14:cNvContentPartPr/>
              <p14:nvPr/>
            </p14:nvContentPartPr>
            <p14:xfrm>
              <a:off x="1615286" y="1120489"/>
              <a:ext cx="315900" cy="413640"/>
            </p14:xfrm>
          </p:contentPart>
        </mc:Choice>
        <mc:Fallback xmlns=""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08E29043-DE49-2E10-CDB7-D98D32BAA98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06291" y="1111497"/>
                <a:ext cx="333530" cy="431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859DC764-972C-4316-295F-5C4D4CFCCA19}"/>
                  </a:ext>
                </a:extLst>
              </p14:cNvPr>
              <p14:cNvContentPartPr/>
              <p14:nvPr/>
            </p14:nvContentPartPr>
            <p14:xfrm>
              <a:off x="3599786" y="2692699"/>
              <a:ext cx="147420" cy="250290"/>
            </p14:xfrm>
          </p:contentPart>
        </mc:Choice>
        <mc:Fallback xmlns=""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859DC764-972C-4316-295F-5C4D4CFCCA1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590797" y="2683709"/>
                <a:ext cx="165038" cy="267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79" name="잉크 78">
                <a:extLst>
                  <a:ext uri="{FF2B5EF4-FFF2-40B4-BE49-F238E27FC236}">
                    <a16:creationId xmlns:a16="http://schemas.microsoft.com/office/drawing/2014/main" id="{DD67DAB9-8388-14FD-E822-A8D8F738FE31}"/>
                  </a:ext>
                </a:extLst>
              </p14:cNvPr>
              <p14:cNvContentPartPr/>
              <p14:nvPr/>
            </p14:nvContentPartPr>
            <p14:xfrm>
              <a:off x="2635346" y="3950089"/>
              <a:ext cx="262710" cy="281340"/>
            </p14:xfrm>
          </p:contentPart>
        </mc:Choice>
        <mc:Fallback xmlns="">
          <p:pic>
            <p:nvPicPr>
              <p:cNvPr id="79" name="잉크 78">
                <a:extLst>
                  <a:ext uri="{FF2B5EF4-FFF2-40B4-BE49-F238E27FC236}">
                    <a16:creationId xmlns:a16="http://schemas.microsoft.com/office/drawing/2014/main" id="{DD67DAB9-8388-14FD-E822-A8D8F738FE3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626349" y="3941095"/>
                <a:ext cx="280344" cy="298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1" name="잉크 80">
                <a:extLst>
                  <a:ext uri="{FF2B5EF4-FFF2-40B4-BE49-F238E27FC236}">
                    <a16:creationId xmlns:a16="http://schemas.microsoft.com/office/drawing/2014/main" id="{A209748C-6CB7-8161-9C23-4146354C5508}"/>
                  </a:ext>
                </a:extLst>
              </p14:cNvPr>
              <p14:cNvContentPartPr/>
              <p14:nvPr/>
            </p14:nvContentPartPr>
            <p14:xfrm>
              <a:off x="7165406" y="1530619"/>
              <a:ext cx="266220" cy="427140"/>
            </p14:xfrm>
          </p:contentPart>
        </mc:Choice>
        <mc:Fallback xmlns="">
          <p:pic>
            <p:nvPicPr>
              <p:cNvPr id="81" name="잉크 80">
                <a:extLst>
                  <a:ext uri="{FF2B5EF4-FFF2-40B4-BE49-F238E27FC236}">
                    <a16:creationId xmlns:a16="http://schemas.microsoft.com/office/drawing/2014/main" id="{A209748C-6CB7-8161-9C23-4146354C550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156400" y="1521623"/>
                <a:ext cx="283872" cy="444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0D545206-550A-036E-4267-E7CE4D278C66}"/>
                  </a:ext>
                </a:extLst>
              </p14:cNvPr>
              <p14:cNvContentPartPr/>
              <p14:nvPr/>
            </p14:nvContentPartPr>
            <p14:xfrm>
              <a:off x="6196646" y="2957029"/>
              <a:ext cx="326700" cy="241380"/>
            </p14:xfrm>
          </p:contentPart>
        </mc:Choice>
        <mc:Fallback xmlns=""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0D545206-550A-036E-4267-E7CE4D278C6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87651" y="2948036"/>
                <a:ext cx="344330" cy="259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4482D0F8-F0A0-34C8-71D9-42FDEC78158D}"/>
                  </a:ext>
                </a:extLst>
              </p14:cNvPr>
              <p14:cNvContentPartPr/>
              <p14:nvPr/>
            </p14:nvContentPartPr>
            <p14:xfrm>
              <a:off x="7221296" y="3899869"/>
              <a:ext cx="243540" cy="177660"/>
            </p14:xfrm>
          </p:contentPart>
        </mc:Choice>
        <mc:Fallback xmlns=""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4482D0F8-F0A0-34C8-71D9-42FDEC78158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212303" y="3890896"/>
                <a:ext cx="261167" cy="195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BB7FA11B-CDBA-69AF-A05A-048B9F7BF965}"/>
                  </a:ext>
                </a:extLst>
              </p14:cNvPr>
              <p14:cNvContentPartPr/>
              <p14:nvPr/>
            </p14:nvContentPartPr>
            <p14:xfrm>
              <a:off x="7812596" y="3707089"/>
              <a:ext cx="196290" cy="351000"/>
            </p14:xfrm>
          </p:contentPart>
        </mc:Choice>
        <mc:Fallback xmlns=""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BB7FA11B-CDBA-69AF-A05A-048B9F7BF96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803608" y="3698089"/>
                <a:ext cx="213906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7E95C1D9-A6BE-FD62-06EA-5C23F7E144DE}"/>
                  </a:ext>
                </a:extLst>
              </p14:cNvPr>
              <p14:cNvContentPartPr/>
              <p14:nvPr/>
            </p14:nvContentPartPr>
            <p14:xfrm>
              <a:off x="5964446" y="4550299"/>
              <a:ext cx="345870" cy="526770"/>
            </p14:xfrm>
          </p:contentPart>
        </mc:Choice>
        <mc:Fallback xmlns=""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7E95C1D9-A6BE-FD62-06EA-5C23F7E144D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955458" y="4541304"/>
                <a:ext cx="363487" cy="5444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A567474D-62D2-A548-8F86-6391AD8286F2}"/>
                  </a:ext>
                </a:extLst>
              </p14:cNvPr>
              <p14:cNvContentPartPr/>
              <p14:nvPr/>
            </p14:nvContentPartPr>
            <p14:xfrm>
              <a:off x="10065206" y="4092919"/>
              <a:ext cx="270" cy="270"/>
            </p14:xfrm>
          </p:contentPart>
        </mc:Choice>
        <mc:Fallback xmlns=""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A567474D-62D2-A548-8F86-6391AD8286F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058456" y="4086169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4E4E0E6E-AA08-85DF-985F-22BB50D8E673}"/>
                  </a:ext>
                </a:extLst>
              </p14:cNvPr>
              <p14:cNvContentPartPr/>
              <p14:nvPr/>
            </p14:nvContentPartPr>
            <p14:xfrm>
              <a:off x="2007045" y="1278473"/>
              <a:ext cx="234630" cy="150120"/>
            </p14:xfrm>
          </p:contentPart>
        </mc:Choice>
        <mc:Fallback xmlns=""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4E4E0E6E-AA08-85DF-985F-22BB50D8E67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989079" y="1260473"/>
                <a:ext cx="270202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EE334841-7262-7322-7890-CF610316800F}"/>
                  </a:ext>
                </a:extLst>
              </p14:cNvPr>
              <p14:cNvContentPartPr/>
              <p14:nvPr/>
            </p14:nvContentPartPr>
            <p14:xfrm>
              <a:off x="2178495" y="3125543"/>
              <a:ext cx="395280" cy="471150"/>
            </p14:xfrm>
          </p:contentPart>
        </mc:Choice>
        <mc:Fallback xmlns=""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EE334841-7262-7322-7890-CF610316800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160511" y="3107560"/>
                <a:ext cx="430888" cy="506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0" name="잉크 99">
                <a:extLst>
                  <a:ext uri="{FF2B5EF4-FFF2-40B4-BE49-F238E27FC236}">
                    <a16:creationId xmlns:a16="http://schemas.microsoft.com/office/drawing/2014/main" id="{77EC4BB9-3C05-7CCD-E915-E75972B3583C}"/>
                  </a:ext>
                </a:extLst>
              </p14:cNvPr>
              <p14:cNvContentPartPr/>
              <p14:nvPr/>
            </p14:nvContentPartPr>
            <p14:xfrm>
              <a:off x="3750165" y="2521823"/>
              <a:ext cx="490050" cy="319680"/>
            </p14:xfrm>
          </p:contentPart>
        </mc:Choice>
        <mc:Fallback xmlns="">
          <p:pic>
            <p:nvPicPr>
              <p:cNvPr id="100" name="잉크 99">
                <a:extLst>
                  <a:ext uri="{FF2B5EF4-FFF2-40B4-BE49-F238E27FC236}">
                    <a16:creationId xmlns:a16="http://schemas.microsoft.com/office/drawing/2014/main" id="{77EC4BB9-3C05-7CCD-E915-E75972B3583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732175" y="2503823"/>
                <a:ext cx="52567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1" name="잉크 100">
                <a:extLst>
                  <a:ext uri="{FF2B5EF4-FFF2-40B4-BE49-F238E27FC236}">
                    <a16:creationId xmlns:a16="http://schemas.microsoft.com/office/drawing/2014/main" id="{4B8EE7FF-5CF9-4C8A-E17B-357802FB329D}"/>
                  </a:ext>
                </a:extLst>
              </p14:cNvPr>
              <p14:cNvContentPartPr/>
              <p14:nvPr/>
            </p14:nvContentPartPr>
            <p14:xfrm>
              <a:off x="5707665" y="1029803"/>
              <a:ext cx="354240" cy="196020"/>
            </p14:xfrm>
          </p:contentPart>
        </mc:Choice>
        <mc:Fallback xmlns="">
          <p:pic>
            <p:nvPicPr>
              <p:cNvPr id="101" name="잉크 100">
                <a:extLst>
                  <a:ext uri="{FF2B5EF4-FFF2-40B4-BE49-F238E27FC236}">
                    <a16:creationId xmlns:a16="http://schemas.microsoft.com/office/drawing/2014/main" id="{4B8EE7FF-5CF9-4C8A-E17B-357802FB329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89665" y="1011820"/>
                <a:ext cx="389880" cy="23162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174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0197C2-8336-9136-81E1-BAC8FFCF0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C5D2479-B606-DFBB-E44F-EC1C3A78E48F}"/>
              </a:ext>
            </a:extLst>
          </p:cNvPr>
          <p:cNvSpPr/>
          <p:nvPr/>
        </p:nvSpPr>
        <p:spPr>
          <a:xfrm>
            <a:off x="5357812" y="4129088"/>
            <a:ext cx="3378994" cy="1537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12E7569-E514-74C2-B3D4-1BAA22234596}"/>
              </a:ext>
            </a:extLst>
          </p:cNvPr>
          <p:cNvSpPr/>
          <p:nvPr/>
        </p:nvSpPr>
        <p:spPr>
          <a:xfrm>
            <a:off x="5987023" y="1016428"/>
            <a:ext cx="3048388" cy="300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902D506-8A42-6ACE-E50A-CD1EEB8048B6}"/>
              </a:ext>
            </a:extLst>
          </p:cNvPr>
          <p:cNvSpPr/>
          <p:nvPr/>
        </p:nvSpPr>
        <p:spPr>
          <a:xfrm>
            <a:off x="173481" y="1873906"/>
            <a:ext cx="3827084" cy="27121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5D91E5B-74CE-632B-6D28-83A275F1640E}"/>
              </a:ext>
            </a:extLst>
          </p:cNvPr>
          <p:cNvSpPr/>
          <p:nvPr/>
        </p:nvSpPr>
        <p:spPr>
          <a:xfrm>
            <a:off x="4129146" y="949797"/>
            <a:ext cx="1059550" cy="1241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D6EF6AE-D866-DAA4-5158-198EAFDDA5D0}"/>
              </a:ext>
            </a:extLst>
          </p:cNvPr>
          <p:cNvGrpSpPr/>
          <p:nvPr/>
        </p:nvGrpSpPr>
        <p:grpSpPr>
          <a:xfrm>
            <a:off x="4164318" y="1017674"/>
            <a:ext cx="987124" cy="351000"/>
            <a:chOff x="5440171" y="2865268"/>
            <a:chExt cx="1316166" cy="4680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C7244674-7942-044C-92C0-2BDCF95CB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171" y="2865268"/>
              <a:ext cx="468000" cy="468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011EA6-9CD7-0EFE-498F-25C79C562438}"/>
                </a:ext>
              </a:extLst>
            </p:cNvPr>
            <p:cNvSpPr txBox="1"/>
            <p:nvPr/>
          </p:nvSpPr>
          <p:spPr>
            <a:xfrm>
              <a:off x="5888150" y="2911677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 err="1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백본망</a:t>
              </a:r>
              <a:endPara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8AC5952-41B8-2B37-91F6-7B6444B27138}"/>
              </a:ext>
            </a:extLst>
          </p:cNvPr>
          <p:cNvGrpSpPr/>
          <p:nvPr/>
        </p:nvGrpSpPr>
        <p:grpSpPr>
          <a:xfrm>
            <a:off x="302063" y="2051260"/>
            <a:ext cx="1016839" cy="351000"/>
            <a:chOff x="4523896" y="3812797"/>
            <a:chExt cx="1355785" cy="468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019A5FD-4F09-55AD-7E58-1ECDF0E04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896" y="3812797"/>
              <a:ext cx="468000" cy="4680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982B43-6131-63FF-68C6-5746BB4F8782}"/>
                </a:ext>
              </a:extLst>
            </p:cNvPr>
            <p:cNvSpPr txBox="1"/>
            <p:nvPr/>
          </p:nvSpPr>
          <p:spPr>
            <a:xfrm>
              <a:off x="4932413" y="3862132"/>
              <a:ext cx="94726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LB </a:t>
              </a:r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본사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D807F4F2-F827-C74F-6CF7-9D088309EB72}"/>
              </a:ext>
            </a:extLst>
          </p:cNvPr>
          <p:cNvGrpSpPr/>
          <p:nvPr/>
        </p:nvGrpSpPr>
        <p:grpSpPr>
          <a:xfrm>
            <a:off x="5507833" y="4235016"/>
            <a:ext cx="1002140" cy="351000"/>
            <a:chOff x="5453912" y="4693164"/>
            <a:chExt cx="1336187" cy="46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D0E3306-2BEC-903F-B89B-F7102CADE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912" y="4693164"/>
              <a:ext cx="468000" cy="468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EE4335-F3CD-C48A-F1EE-D88DD5D3F9A9}"/>
                </a:ext>
              </a:extLst>
            </p:cNvPr>
            <p:cNvSpPr txBox="1"/>
            <p:nvPr/>
          </p:nvSpPr>
          <p:spPr>
            <a:xfrm>
              <a:off x="5921912" y="4742499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대리점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486C66AF-0D47-BC02-918B-262B7914C700}"/>
              </a:ext>
            </a:extLst>
          </p:cNvPr>
          <p:cNvGrpSpPr/>
          <p:nvPr/>
        </p:nvGrpSpPr>
        <p:grpSpPr>
          <a:xfrm>
            <a:off x="6300205" y="1190981"/>
            <a:ext cx="1367123" cy="405000"/>
            <a:chOff x="5255932" y="5366731"/>
            <a:chExt cx="1822831" cy="54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6B6BE48-F933-E8A0-3EF5-3A3080601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932" y="5366731"/>
              <a:ext cx="540000" cy="54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5718056-01FA-753B-4F85-4FB3504792FE}"/>
                </a:ext>
              </a:extLst>
            </p:cNvPr>
            <p:cNvSpPr txBox="1"/>
            <p:nvPr/>
          </p:nvSpPr>
          <p:spPr>
            <a:xfrm>
              <a:off x="5795932" y="5452066"/>
              <a:ext cx="128283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데이터센터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EE77AE1-82E9-EA3D-DF79-BF8AF6D7B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0" y="1408517"/>
            <a:ext cx="351000" cy="351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0358D50-EB75-51BC-B951-1C5E4A33436B}"/>
              </a:ext>
            </a:extLst>
          </p:cNvPr>
          <p:cNvSpPr txBox="1"/>
          <p:nvPr/>
        </p:nvSpPr>
        <p:spPr>
          <a:xfrm>
            <a:off x="553810" y="1506961"/>
            <a:ext cx="6511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기지국</a:t>
            </a:r>
            <a:endParaRPr lang="en-US" altLang="ko-KR" sz="135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98205A-ADC0-0F72-11FB-E7288B3BEE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0" y="957877"/>
            <a:ext cx="351000" cy="351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337A241-FA76-B1DC-C3BA-42314059EA49}"/>
              </a:ext>
            </a:extLst>
          </p:cNvPr>
          <p:cNvSpPr txBox="1"/>
          <p:nvPr/>
        </p:nvSpPr>
        <p:spPr>
          <a:xfrm>
            <a:off x="494194" y="1052481"/>
            <a:ext cx="6511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사용자</a:t>
            </a:r>
            <a:endParaRPr lang="en-US" altLang="ko-KR" sz="135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B3E31A-2584-E174-1532-20097242E030}"/>
              </a:ext>
            </a:extLst>
          </p:cNvPr>
          <p:cNvSpPr txBox="1"/>
          <p:nvPr/>
        </p:nvSpPr>
        <p:spPr>
          <a:xfrm>
            <a:off x="4521242" y="1922445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백본 서버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96727D7-2C6D-F8ED-2338-0E29778C808E}"/>
              </a:ext>
            </a:extLst>
          </p:cNvPr>
          <p:cNvCxnSpPr>
            <a:cxnSpLocks/>
            <a:stCxn id="44" idx="1"/>
            <a:endCxn id="65" idx="0"/>
          </p:cNvCxnSpPr>
          <p:nvPr/>
        </p:nvCxnSpPr>
        <p:spPr>
          <a:xfrm rot="10800000" flipV="1">
            <a:off x="3052947" y="1666646"/>
            <a:ext cx="1111374" cy="992780"/>
          </a:xfrm>
          <a:prstGeom prst="bentConnector2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FB57ECD-C184-059D-3AA4-55345C3078EF}"/>
              </a:ext>
            </a:extLst>
          </p:cNvPr>
          <p:cNvGrpSpPr/>
          <p:nvPr/>
        </p:nvGrpSpPr>
        <p:grpSpPr>
          <a:xfrm>
            <a:off x="4164321" y="1502952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285EE405-57CD-F7B1-D437-6DD7B616F40C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447DA22-654C-AA17-4A76-3C0D3437628D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DA63244-2D87-E2EF-BD12-B39E5FA7FDA7}"/>
              </a:ext>
            </a:extLst>
          </p:cNvPr>
          <p:cNvGrpSpPr/>
          <p:nvPr/>
        </p:nvGrpSpPr>
        <p:grpSpPr>
          <a:xfrm>
            <a:off x="817750" y="2645773"/>
            <a:ext cx="468398" cy="313735"/>
            <a:chOff x="4694347" y="902027"/>
            <a:chExt cx="624530" cy="418313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B275915-F3E0-2B7F-0DE9-0FAFEB5EFC7C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FAA537F-9E53-34C8-D578-C391D72220CB}"/>
                </a:ext>
              </a:extLst>
            </p:cNvPr>
            <p:cNvSpPr txBox="1"/>
            <p:nvPr/>
          </p:nvSpPr>
          <p:spPr>
            <a:xfrm>
              <a:off x="4694347" y="920231"/>
              <a:ext cx="62453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DNS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A744EC8-ED7D-E85B-D370-CC5309136EC7}"/>
              </a:ext>
            </a:extLst>
          </p:cNvPr>
          <p:cNvGrpSpPr/>
          <p:nvPr/>
        </p:nvGrpSpPr>
        <p:grpSpPr>
          <a:xfrm>
            <a:off x="1895690" y="2645773"/>
            <a:ext cx="537327" cy="313735"/>
            <a:chOff x="4694347" y="902027"/>
            <a:chExt cx="666615" cy="418313"/>
          </a:xfrm>
          <a:solidFill>
            <a:schemeClr val="accent6">
              <a:lumMod val="75000"/>
            </a:schemeClr>
          </a:solidFill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879130B-5FAF-5DDD-55E4-C1DB72E33DBC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D81F8AF-2829-B965-4CA8-198EA2335CB1}"/>
                </a:ext>
              </a:extLst>
            </p:cNvPr>
            <p:cNvSpPr txBox="1"/>
            <p:nvPr/>
          </p:nvSpPr>
          <p:spPr>
            <a:xfrm>
              <a:off x="4694347" y="920231"/>
              <a:ext cx="666615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iSCSI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0933CFB-374B-772F-2FA0-5CD363698875}"/>
              </a:ext>
            </a:extLst>
          </p:cNvPr>
          <p:cNvGrpSpPr/>
          <p:nvPr/>
        </p:nvGrpSpPr>
        <p:grpSpPr>
          <a:xfrm>
            <a:off x="1289208" y="2645773"/>
            <a:ext cx="629647" cy="521484"/>
            <a:chOff x="4694347" y="902027"/>
            <a:chExt cx="640407" cy="695311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D875C1E-4BA7-22E0-4CE2-A50306D8DE38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D7EF7DA-B148-7D93-22C8-ECF5005280A2}"/>
                </a:ext>
              </a:extLst>
            </p:cNvPr>
            <p:cNvSpPr txBox="1"/>
            <p:nvPr/>
          </p:nvSpPr>
          <p:spPr>
            <a:xfrm>
              <a:off x="4694347" y="920231"/>
              <a:ext cx="640407" cy="677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X-RDP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C0CDB4D-568F-22F4-27A1-3FC0620D041A}"/>
              </a:ext>
            </a:extLst>
          </p:cNvPr>
          <p:cNvGrpSpPr/>
          <p:nvPr/>
        </p:nvGrpSpPr>
        <p:grpSpPr>
          <a:xfrm>
            <a:off x="2813138" y="2645773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CA5B71A4-63CB-0CC7-E3FD-0B2D84A31A06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05F10C6-04D6-AD05-B23A-7D06B52B7C1E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9675436-E56C-F357-881E-E7824BA1ED8F}"/>
              </a:ext>
            </a:extLst>
          </p:cNvPr>
          <p:cNvGrpSpPr/>
          <p:nvPr/>
        </p:nvGrpSpPr>
        <p:grpSpPr>
          <a:xfrm>
            <a:off x="2400193" y="2645773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526B03DF-03D3-9AB9-5B2D-8C2EDD916C7C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CE5E24F-0603-24CA-79BF-3F260AB0D164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F2B5197-4149-CADB-8A46-8A5EDD522B23}"/>
              </a:ext>
            </a:extLst>
          </p:cNvPr>
          <p:cNvGrpSpPr/>
          <p:nvPr/>
        </p:nvGrpSpPr>
        <p:grpSpPr>
          <a:xfrm>
            <a:off x="817751" y="3957485"/>
            <a:ext cx="732893" cy="313735"/>
            <a:chOff x="4694348" y="902027"/>
            <a:chExt cx="1017914" cy="418313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2DAE8040-8F88-1E35-45EE-2AD1C2AF4794}"/>
                </a:ext>
              </a:extLst>
            </p:cNvPr>
            <p:cNvSpPr/>
            <p:nvPr/>
          </p:nvSpPr>
          <p:spPr>
            <a:xfrm>
              <a:off x="4694348" y="902027"/>
              <a:ext cx="88432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74CD9D5-998A-726D-0B14-D7FFCA78E231}"/>
                </a:ext>
              </a:extLst>
            </p:cNvPr>
            <p:cNvSpPr txBox="1"/>
            <p:nvPr/>
          </p:nvSpPr>
          <p:spPr>
            <a:xfrm>
              <a:off x="4694349" y="920231"/>
              <a:ext cx="101791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APACHE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935EB20-EAAF-D13F-ABE5-998F9B5AA41B}"/>
              </a:ext>
            </a:extLst>
          </p:cNvPr>
          <p:cNvGrpSpPr/>
          <p:nvPr/>
        </p:nvGrpSpPr>
        <p:grpSpPr>
          <a:xfrm>
            <a:off x="1500876" y="3967711"/>
            <a:ext cx="463589" cy="313735"/>
            <a:chOff x="4694348" y="902027"/>
            <a:chExt cx="643878" cy="418313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FB879494-971E-8E99-B4E2-090E721616EC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B301542-6773-BDFE-C5E9-B53F89F8B5DF}"/>
                </a:ext>
              </a:extLst>
            </p:cNvPr>
            <p:cNvSpPr txBox="1"/>
            <p:nvPr/>
          </p:nvSpPr>
          <p:spPr>
            <a:xfrm>
              <a:off x="4694349" y="920231"/>
              <a:ext cx="64387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8122B85A-F17F-9EB8-1BBB-28E3B8CB7D2D}"/>
              </a:ext>
            </a:extLst>
          </p:cNvPr>
          <p:cNvGrpSpPr/>
          <p:nvPr/>
        </p:nvGrpSpPr>
        <p:grpSpPr>
          <a:xfrm>
            <a:off x="6825045" y="1818469"/>
            <a:ext cx="450765" cy="313735"/>
            <a:chOff x="4694348" y="902027"/>
            <a:chExt cx="626066" cy="418313"/>
          </a:xfrm>
          <a:solidFill>
            <a:schemeClr val="accent4"/>
          </a:solidFill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8AEDEAA0-C2D2-416E-FC54-EBFEBBDCA164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7D30AEC-52DE-EF8A-692D-FB21042C88A8}"/>
                </a:ext>
              </a:extLst>
            </p:cNvPr>
            <p:cNvSpPr txBox="1"/>
            <p:nvPr/>
          </p:nvSpPr>
          <p:spPr>
            <a:xfrm>
              <a:off x="4694349" y="920231"/>
              <a:ext cx="626065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NFS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A6A5274A-E27E-21FE-FA4F-B7BA365304FD}"/>
              </a:ext>
            </a:extLst>
          </p:cNvPr>
          <p:cNvGrpSpPr/>
          <p:nvPr/>
        </p:nvGrpSpPr>
        <p:grpSpPr>
          <a:xfrm>
            <a:off x="3284273" y="2645772"/>
            <a:ext cx="479618" cy="313735"/>
            <a:chOff x="4694347" y="902027"/>
            <a:chExt cx="639490" cy="418313"/>
          </a:xfrm>
          <a:solidFill>
            <a:schemeClr val="accent6"/>
          </a:solidFill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99EA2BEC-033C-419C-687F-BB444457EF4C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DB5700A-05A8-4C50-158E-D8ECDDA5CE06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755AAD1-0CDA-AC8C-4391-BDB9D5447075}"/>
              </a:ext>
            </a:extLst>
          </p:cNvPr>
          <p:cNvGrpSpPr/>
          <p:nvPr/>
        </p:nvGrpSpPr>
        <p:grpSpPr>
          <a:xfrm>
            <a:off x="6825045" y="2514099"/>
            <a:ext cx="450765" cy="313735"/>
            <a:chOff x="4694348" y="902027"/>
            <a:chExt cx="626066" cy="418313"/>
          </a:xfrm>
          <a:solidFill>
            <a:schemeClr val="accent4"/>
          </a:solidFill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C0A0802E-6858-9D46-3160-58987A734257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88303C9C-FAF0-9430-954D-DBA4A0635E57}"/>
                </a:ext>
              </a:extLst>
            </p:cNvPr>
            <p:cNvSpPr txBox="1"/>
            <p:nvPr/>
          </p:nvSpPr>
          <p:spPr>
            <a:xfrm>
              <a:off x="4694349" y="920231"/>
              <a:ext cx="626065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NFS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A749718C-555D-D5A2-9696-92D42829C3EF}"/>
              </a:ext>
            </a:extLst>
          </p:cNvPr>
          <p:cNvGrpSpPr/>
          <p:nvPr/>
        </p:nvGrpSpPr>
        <p:grpSpPr>
          <a:xfrm>
            <a:off x="7260999" y="1807259"/>
            <a:ext cx="566182" cy="313735"/>
            <a:chOff x="4694348" y="902027"/>
            <a:chExt cx="623074" cy="418313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3BA7FA24-ADB7-19F9-952F-FB73D8BDD143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6A0B3872-C388-2301-6E88-93D2286FF8E3}"/>
                </a:ext>
              </a:extLst>
            </p:cNvPr>
            <p:cNvSpPr txBox="1"/>
            <p:nvPr/>
          </p:nvSpPr>
          <p:spPr>
            <a:xfrm>
              <a:off x="4694349" y="920231"/>
              <a:ext cx="62307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DHCP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F553B869-2A02-67FF-C810-A48A501D6389}"/>
              </a:ext>
            </a:extLst>
          </p:cNvPr>
          <p:cNvGrpSpPr/>
          <p:nvPr/>
        </p:nvGrpSpPr>
        <p:grpSpPr>
          <a:xfrm>
            <a:off x="7797852" y="1807258"/>
            <a:ext cx="478017" cy="313735"/>
            <a:chOff x="4694348" y="902027"/>
            <a:chExt cx="590121" cy="418313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2A88561A-E531-C3E8-761A-3CAE9003C4D0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E44731B-3077-C5D3-56DF-067B90905886}"/>
                </a:ext>
              </a:extLst>
            </p:cNvPr>
            <p:cNvSpPr txBox="1"/>
            <p:nvPr/>
          </p:nvSpPr>
          <p:spPr>
            <a:xfrm>
              <a:off x="4694349" y="920231"/>
              <a:ext cx="59012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KVM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B791AC1-C443-911F-A443-A72495D64FEF}"/>
              </a:ext>
            </a:extLst>
          </p:cNvPr>
          <p:cNvGrpSpPr/>
          <p:nvPr/>
        </p:nvGrpSpPr>
        <p:grpSpPr>
          <a:xfrm>
            <a:off x="6825041" y="3172095"/>
            <a:ext cx="479618" cy="313735"/>
            <a:chOff x="4694347" y="902027"/>
            <a:chExt cx="639490" cy="418313"/>
          </a:xfrm>
          <a:solidFill>
            <a:schemeClr val="accent6"/>
          </a:solidFill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5962D639-9272-9469-97E9-600591DB9C36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1291DD8-0EEE-1A92-F8B0-DB1FBB069E09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F6B7BCB5-2F8D-BE17-BF6A-28169A4AF9FE}"/>
              </a:ext>
            </a:extLst>
          </p:cNvPr>
          <p:cNvGrpSpPr/>
          <p:nvPr/>
        </p:nvGrpSpPr>
        <p:grpSpPr>
          <a:xfrm>
            <a:off x="320563" y="2596467"/>
            <a:ext cx="405000" cy="405000"/>
            <a:chOff x="319942" y="2252503"/>
            <a:chExt cx="720000" cy="720000"/>
          </a:xfrm>
        </p:grpSpPr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6441746A-EC31-2FF4-A6DC-523687B53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942" y="2252503"/>
              <a:ext cx="720000" cy="720000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527B7B5-DA78-E3C3-E92E-CB4B5AB4598F}"/>
                </a:ext>
              </a:extLst>
            </p:cNvPr>
            <p:cNvSpPr txBox="1"/>
            <p:nvPr/>
          </p:nvSpPr>
          <p:spPr>
            <a:xfrm>
              <a:off x="501522" y="2356732"/>
              <a:ext cx="4707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ADC80C1-20FC-A6CA-D42E-9A111BAF5606}"/>
              </a:ext>
            </a:extLst>
          </p:cNvPr>
          <p:cNvGrpSpPr/>
          <p:nvPr/>
        </p:nvGrpSpPr>
        <p:grpSpPr>
          <a:xfrm>
            <a:off x="1756543" y="965998"/>
            <a:ext cx="540000" cy="540000"/>
            <a:chOff x="5965098" y="2612503"/>
            <a:chExt cx="720000" cy="720000"/>
          </a:xfrm>
        </p:grpSpPr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782527F6-C3CE-670D-BE62-C7CFAAF57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098" y="2612503"/>
              <a:ext cx="720000" cy="720000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BAD6ED3-5DD0-2BBA-4C55-0F05A3FB47B8}"/>
                </a:ext>
              </a:extLst>
            </p:cNvPr>
            <p:cNvSpPr txBox="1"/>
            <p:nvPr/>
          </p:nvSpPr>
          <p:spPr>
            <a:xfrm>
              <a:off x="6147806" y="2738239"/>
              <a:ext cx="417208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C9663BF6-58DD-AAF5-97F5-B15F31EF4A9C}"/>
              </a:ext>
            </a:extLst>
          </p:cNvPr>
          <p:cNvGrpSpPr/>
          <p:nvPr/>
        </p:nvGrpSpPr>
        <p:grpSpPr>
          <a:xfrm>
            <a:off x="2526181" y="1060300"/>
            <a:ext cx="540000" cy="540000"/>
            <a:chOff x="5951487" y="3751638"/>
            <a:chExt cx="720000" cy="720000"/>
          </a:xfrm>
        </p:grpSpPr>
        <p:pic>
          <p:nvPicPr>
            <p:cNvPr id="138" name="그림 137">
              <a:extLst>
                <a:ext uri="{FF2B5EF4-FFF2-40B4-BE49-F238E27FC236}">
                  <a16:creationId xmlns:a16="http://schemas.microsoft.com/office/drawing/2014/main" id="{93D2FD65-C8C9-D608-F1A2-39DC4917F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487" y="3751638"/>
              <a:ext cx="720000" cy="720000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2BB0F67-3979-DAB1-CFA6-6F5DBA31FF18}"/>
                </a:ext>
              </a:extLst>
            </p:cNvPr>
            <p:cNvSpPr txBox="1"/>
            <p:nvPr/>
          </p:nvSpPr>
          <p:spPr>
            <a:xfrm>
              <a:off x="6103738" y="3874851"/>
              <a:ext cx="47705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E58BD09A-06D0-47D3-072A-367B4FAC75F6}"/>
              </a:ext>
            </a:extLst>
          </p:cNvPr>
          <p:cNvGrpSpPr/>
          <p:nvPr/>
        </p:nvGrpSpPr>
        <p:grpSpPr>
          <a:xfrm>
            <a:off x="320563" y="3938853"/>
            <a:ext cx="405000" cy="405000"/>
            <a:chOff x="5965098" y="2612503"/>
            <a:chExt cx="720000" cy="720000"/>
          </a:xfrm>
        </p:grpSpPr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888164F6-7BBC-9FA9-38EF-A144DB9C0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098" y="2612503"/>
              <a:ext cx="720000" cy="720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DF2C18D-9618-EB33-443D-7C17369BE028}"/>
                </a:ext>
              </a:extLst>
            </p:cNvPr>
            <p:cNvSpPr txBox="1"/>
            <p:nvPr/>
          </p:nvSpPr>
          <p:spPr>
            <a:xfrm>
              <a:off x="6147806" y="2738240"/>
              <a:ext cx="47933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D962451-8846-E3E1-8D67-59A33E1C22FD}"/>
              </a:ext>
            </a:extLst>
          </p:cNvPr>
          <p:cNvGrpSpPr/>
          <p:nvPr/>
        </p:nvGrpSpPr>
        <p:grpSpPr>
          <a:xfrm>
            <a:off x="1184462" y="927578"/>
            <a:ext cx="540000" cy="540000"/>
            <a:chOff x="319942" y="2252503"/>
            <a:chExt cx="720000" cy="720000"/>
          </a:xfrm>
        </p:grpSpPr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03C00690-F0DC-AE64-6522-E0AFD3BFC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942" y="2252503"/>
              <a:ext cx="720000" cy="720000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4F285883-E33B-E219-3F65-A80D4BA4A125}"/>
                </a:ext>
              </a:extLst>
            </p:cNvPr>
            <p:cNvSpPr txBox="1"/>
            <p:nvPr/>
          </p:nvSpPr>
          <p:spPr>
            <a:xfrm>
              <a:off x="501523" y="2356732"/>
              <a:ext cx="40865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79923164-D971-9E18-58AC-D42F04B3979D}"/>
              </a:ext>
            </a:extLst>
          </p:cNvPr>
          <p:cNvGrpSpPr/>
          <p:nvPr/>
        </p:nvGrpSpPr>
        <p:grpSpPr>
          <a:xfrm>
            <a:off x="4662059" y="1452603"/>
            <a:ext cx="405000" cy="405000"/>
            <a:chOff x="319942" y="2252503"/>
            <a:chExt cx="720000" cy="720000"/>
          </a:xfrm>
        </p:grpSpPr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836667FF-F46D-B739-3C00-209D5C623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942" y="2252503"/>
              <a:ext cx="720000" cy="720000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9B787DF1-E64C-2B23-BCDF-A31868894A19}"/>
                </a:ext>
              </a:extLst>
            </p:cNvPr>
            <p:cNvSpPr txBox="1"/>
            <p:nvPr/>
          </p:nvSpPr>
          <p:spPr>
            <a:xfrm>
              <a:off x="501522" y="2356732"/>
              <a:ext cx="4707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D99443A0-E1BD-DFF7-BB39-AF7536DF21F4}"/>
              </a:ext>
            </a:extLst>
          </p:cNvPr>
          <p:cNvGrpSpPr/>
          <p:nvPr/>
        </p:nvGrpSpPr>
        <p:grpSpPr>
          <a:xfrm>
            <a:off x="6366503" y="1783961"/>
            <a:ext cx="405000" cy="405000"/>
            <a:chOff x="319942" y="2252503"/>
            <a:chExt cx="720000" cy="720000"/>
          </a:xfrm>
        </p:grpSpPr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A87BF9C0-CC4C-9D95-B811-46A52A43A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942" y="2252503"/>
              <a:ext cx="720000" cy="720000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65FB3F4-6574-2459-6952-781C244E1908}"/>
                </a:ext>
              </a:extLst>
            </p:cNvPr>
            <p:cNvSpPr txBox="1"/>
            <p:nvPr/>
          </p:nvSpPr>
          <p:spPr>
            <a:xfrm>
              <a:off x="501522" y="2356732"/>
              <a:ext cx="4707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071028AB-EF70-363A-B4CF-E6A71FCB2C1D}"/>
              </a:ext>
            </a:extLst>
          </p:cNvPr>
          <p:cNvGrpSpPr/>
          <p:nvPr/>
        </p:nvGrpSpPr>
        <p:grpSpPr>
          <a:xfrm>
            <a:off x="6366503" y="2466890"/>
            <a:ext cx="405000" cy="405000"/>
            <a:chOff x="5951487" y="3751638"/>
            <a:chExt cx="720000" cy="720000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7ADDE890-EDC6-EBEC-FFD3-DBC4C76A8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487" y="3751638"/>
              <a:ext cx="720000" cy="720000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6A5EAD4-CBC0-307C-7C63-6BAEB22A3B70}"/>
                </a:ext>
              </a:extLst>
            </p:cNvPr>
            <p:cNvSpPr txBox="1"/>
            <p:nvPr/>
          </p:nvSpPr>
          <p:spPr>
            <a:xfrm>
              <a:off x="6103738" y="3874850"/>
              <a:ext cx="53347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28827A07-359E-BA76-099B-9F8D37D69D79}"/>
              </a:ext>
            </a:extLst>
          </p:cNvPr>
          <p:cNvGrpSpPr/>
          <p:nvPr/>
        </p:nvGrpSpPr>
        <p:grpSpPr>
          <a:xfrm>
            <a:off x="6366503" y="3149819"/>
            <a:ext cx="405000" cy="405000"/>
            <a:chOff x="5965098" y="2612503"/>
            <a:chExt cx="720000" cy="720000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B15669DA-67B1-1C3D-B259-73A629312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098" y="2612503"/>
              <a:ext cx="720000" cy="720000"/>
            </a:xfrm>
            <a:prstGeom prst="rect">
              <a:avLst/>
            </a:prstGeom>
          </p:spPr>
        </p:pic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7665F589-AC8E-72AF-2345-CD0559200B2F}"/>
                </a:ext>
              </a:extLst>
            </p:cNvPr>
            <p:cNvSpPr txBox="1"/>
            <p:nvPr/>
          </p:nvSpPr>
          <p:spPr>
            <a:xfrm>
              <a:off x="6147806" y="2738240"/>
              <a:ext cx="47933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929D2221-08A2-C7C4-BE8F-1405D8AE109F}"/>
              </a:ext>
            </a:extLst>
          </p:cNvPr>
          <p:cNvGrpSpPr/>
          <p:nvPr/>
        </p:nvGrpSpPr>
        <p:grpSpPr>
          <a:xfrm>
            <a:off x="5588834" y="4691945"/>
            <a:ext cx="405000" cy="405000"/>
            <a:chOff x="5965098" y="2612503"/>
            <a:chExt cx="720000" cy="720000"/>
          </a:xfrm>
        </p:grpSpPr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3EB3B1DA-0E62-56EE-8A5F-8B20C9890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098" y="2612503"/>
              <a:ext cx="720000" cy="720000"/>
            </a:xfrm>
            <a:prstGeom prst="rect">
              <a:avLst/>
            </a:prstGeom>
          </p:spPr>
        </p:pic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5E2E8CC2-3EE8-7EBC-583F-9044D22D098B}"/>
                </a:ext>
              </a:extLst>
            </p:cNvPr>
            <p:cNvSpPr txBox="1"/>
            <p:nvPr/>
          </p:nvSpPr>
          <p:spPr>
            <a:xfrm>
              <a:off x="6147806" y="2738240"/>
              <a:ext cx="47933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84A32BC8-2AFD-340B-FFAA-8C609ACB5149}"/>
              </a:ext>
            </a:extLst>
          </p:cNvPr>
          <p:cNvCxnSpPr>
            <a:cxnSpLocks/>
            <a:stCxn id="119" idx="2"/>
            <a:endCxn id="130" idx="2"/>
          </p:cNvCxnSpPr>
          <p:nvPr/>
        </p:nvCxnSpPr>
        <p:spPr>
          <a:xfrm rot="16200000" flipH="1">
            <a:off x="5024677" y="1458912"/>
            <a:ext cx="516894" cy="3518084"/>
          </a:xfrm>
          <a:prstGeom prst="bentConnector3">
            <a:avLst>
              <a:gd name="adj1" fmla="val 144226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B234C148-300F-6581-3867-D869147F4AC4}"/>
              </a:ext>
            </a:extLst>
          </p:cNvPr>
          <p:cNvCxnSpPr>
            <a:cxnSpLocks/>
            <a:stCxn id="115" idx="2"/>
            <a:endCxn id="122" idx="0"/>
          </p:cNvCxnSpPr>
          <p:nvPr/>
        </p:nvCxnSpPr>
        <p:spPr>
          <a:xfrm>
            <a:off x="7017526" y="2122775"/>
            <a:ext cx="32902" cy="404977"/>
          </a:xfrm>
          <a:prstGeom prst="straightConnector1">
            <a:avLst/>
          </a:prstGeom>
          <a:ln w="50800">
            <a:solidFill>
              <a:schemeClr val="accent4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000FCE3D-411F-7487-00D6-045B82D41828}"/>
              </a:ext>
            </a:extLst>
          </p:cNvPr>
          <p:cNvSpPr/>
          <p:nvPr/>
        </p:nvSpPr>
        <p:spPr>
          <a:xfrm>
            <a:off x="267248" y="3213546"/>
            <a:ext cx="2138255" cy="500392"/>
          </a:xfrm>
          <a:prstGeom prst="round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3367043-B4D6-500C-5092-E3A70B68F64A}"/>
              </a:ext>
            </a:extLst>
          </p:cNvPr>
          <p:cNvGrpSpPr/>
          <p:nvPr/>
        </p:nvGrpSpPr>
        <p:grpSpPr>
          <a:xfrm>
            <a:off x="320563" y="3267660"/>
            <a:ext cx="405000" cy="405000"/>
            <a:chOff x="5951487" y="3751638"/>
            <a:chExt cx="720000" cy="720000"/>
          </a:xfrm>
        </p:grpSpPr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02D6CD19-56A7-B4F0-F2A1-96C91FF4A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1487" y="3751638"/>
              <a:ext cx="720000" cy="720000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8A4F9D8-E638-B2CA-4C22-0332DDAF45BB}"/>
                </a:ext>
              </a:extLst>
            </p:cNvPr>
            <p:cNvSpPr txBox="1"/>
            <p:nvPr/>
          </p:nvSpPr>
          <p:spPr>
            <a:xfrm>
              <a:off x="6103738" y="3874850"/>
              <a:ext cx="533479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8218FA7-EBFA-7D9A-9B38-3599001301B5}"/>
              </a:ext>
            </a:extLst>
          </p:cNvPr>
          <p:cNvGrpSpPr/>
          <p:nvPr/>
        </p:nvGrpSpPr>
        <p:grpSpPr>
          <a:xfrm>
            <a:off x="817746" y="3311589"/>
            <a:ext cx="465192" cy="313735"/>
            <a:chOff x="4694347" y="902027"/>
            <a:chExt cx="646106" cy="418313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E4DCA659-E761-DE66-B8CB-2B410566EE70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530EF33-64AA-852E-1151-E0063013BDC9}"/>
                </a:ext>
              </a:extLst>
            </p:cNvPr>
            <p:cNvSpPr txBox="1"/>
            <p:nvPr/>
          </p:nvSpPr>
          <p:spPr>
            <a:xfrm>
              <a:off x="4694347" y="920231"/>
              <a:ext cx="64610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RDP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D8AB355-ED4D-513B-77FC-FCB0606DD182}"/>
              </a:ext>
            </a:extLst>
          </p:cNvPr>
          <p:cNvGrpSpPr/>
          <p:nvPr/>
        </p:nvGrpSpPr>
        <p:grpSpPr>
          <a:xfrm>
            <a:off x="1289206" y="3311589"/>
            <a:ext cx="540404" cy="313735"/>
            <a:chOff x="4694347" y="902027"/>
            <a:chExt cx="670432" cy="418313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1571BD32-EE6A-2AC5-8550-87D2E01E3E2B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9194D86-0ED9-D8E3-EEFE-D675BF6F51A2}"/>
                </a:ext>
              </a:extLst>
            </p:cNvPr>
            <p:cNvSpPr txBox="1"/>
            <p:nvPr/>
          </p:nvSpPr>
          <p:spPr>
            <a:xfrm>
              <a:off x="4694347" y="920231"/>
              <a:ext cx="67043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Putty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EB34AFB5-4D47-907F-2FFA-BC7B273450F7}"/>
              </a:ext>
            </a:extLst>
          </p:cNvPr>
          <p:cNvGrpSpPr/>
          <p:nvPr/>
        </p:nvGrpSpPr>
        <p:grpSpPr>
          <a:xfrm>
            <a:off x="1806640" y="3311589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1E1524BB-A214-F8D4-51D0-5C708B71B0B3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321CE15-5E43-6B6F-9ABD-F58A7BBCCD35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855A75DF-99C5-8A09-3578-B57C57440A6F}"/>
              </a:ext>
            </a:extLst>
          </p:cNvPr>
          <p:cNvCxnSpPr>
            <a:cxnSpLocks/>
          </p:cNvCxnSpPr>
          <p:nvPr/>
        </p:nvCxnSpPr>
        <p:spPr>
          <a:xfrm flipV="1">
            <a:off x="2144150" y="2946913"/>
            <a:ext cx="0" cy="259499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A586F767-6E7F-4AB9-710E-B830388FC211}"/>
              </a:ext>
            </a:extLst>
          </p:cNvPr>
          <p:cNvCxnSpPr>
            <a:cxnSpLocks/>
            <a:stCxn id="69" idx="2"/>
            <a:endCxn id="80" idx="0"/>
          </p:cNvCxnSpPr>
          <p:nvPr/>
        </p:nvCxnSpPr>
        <p:spPr>
          <a:xfrm rot="5400000">
            <a:off x="2118135" y="2855151"/>
            <a:ext cx="375163" cy="565019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2BCEA3DA-387B-0364-77B8-9F61EEC45F87}"/>
              </a:ext>
            </a:extLst>
          </p:cNvPr>
          <p:cNvGrpSpPr/>
          <p:nvPr/>
        </p:nvGrpSpPr>
        <p:grpSpPr>
          <a:xfrm>
            <a:off x="6090301" y="4745901"/>
            <a:ext cx="566183" cy="313735"/>
            <a:chOff x="4694348" y="902027"/>
            <a:chExt cx="627761" cy="418313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AE18C88-16BF-A5D8-F6C5-F78063A3CA67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47296D4-EC13-4668-58AF-D52C2FD91342}"/>
                </a:ext>
              </a:extLst>
            </p:cNvPr>
            <p:cNvSpPr txBox="1"/>
            <p:nvPr/>
          </p:nvSpPr>
          <p:spPr>
            <a:xfrm>
              <a:off x="4694350" y="920231"/>
              <a:ext cx="62775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DHCP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2DCD07FA-7601-4676-0871-97FCFA589F3D}"/>
              </a:ext>
            </a:extLst>
          </p:cNvPr>
          <p:cNvGrpSpPr/>
          <p:nvPr/>
        </p:nvGrpSpPr>
        <p:grpSpPr>
          <a:xfrm>
            <a:off x="7097569" y="4745901"/>
            <a:ext cx="479619" cy="313735"/>
            <a:chOff x="4694348" y="902027"/>
            <a:chExt cx="619944" cy="418313"/>
          </a:xfrm>
        </p:grpSpPr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23896310-E77C-DE31-7987-6007544FB99A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5C3C1F9B-B6A7-1346-31D9-7DE290327B58}"/>
                </a:ext>
              </a:extLst>
            </p:cNvPr>
            <p:cNvSpPr txBox="1"/>
            <p:nvPr/>
          </p:nvSpPr>
          <p:spPr>
            <a:xfrm>
              <a:off x="4694349" y="920231"/>
              <a:ext cx="61994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5AB972C5-0C38-B9F1-35CA-A50A59D4DF73}"/>
              </a:ext>
            </a:extLst>
          </p:cNvPr>
          <p:cNvGrpSpPr/>
          <p:nvPr/>
        </p:nvGrpSpPr>
        <p:grpSpPr>
          <a:xfrm>
            <a:off x="6629886" y="4745901"/>
            <a:ext cx="463589" cy="313735"/>
            <a:chOff x="4694348" y="902027"/>
            <a:chExt cx="599224" cy="418313"/>
          </a:xfrm>
        </p:grpSpPr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FC8E8949-A9F2-7FD3-0397-CFC5F4CC9ECD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3B48F39A-DF54-7C38-D831-E2C976630404}"/>
                </a:ext>
              </a:extLst>
            </p:cNvPr>
            <p:cNvSpPr txBox="1"/>
            <p:nvPr/>
          </p:nvSpPr>
          <p:spPr>
            <a:xfrm>
              <a:off x="4694349" y="920231"/>
              <a:ext cx="59922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199" name="연결선: 꺾임 198">
            <a:extLst>
              <a:ext uri="{FF2B5EF4-FFF2-40B4-BE49-F238E27FC236}">
                <a16:creationId xmlns:a16="http://schemas.microsoft.com/office/drawing/2014/main" id="{F5C8FD16-5498-1758-435E-DE0E8E85F8AB}"/>
              </a:ext>
            </a:extLst>
          </p:cNvPr>
          <p:cNvCxnSpPr>
            <a:cxnSpLocks/>
            <a:endCxn id="193" idx="0"/>
          </p:cNvCxnSpPr>
          <p:nvPr/>
        </p:nvCxnSpPr>
        <p:spPr>
          <a:xfrm>
            <a:off x="5009555" y="3798689"/>
            <a:ext cx="2294837" cy="947211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연결선: 꺾임 207">
            <a:extLst>
              <a:ext uri="{FF2B5EF4-FFF2-40B4-BE49-F238E27FC236}">
                <a16:creationId xmlns:a16="http://schemas.microsoft.com/office/drawing/2014/main" id="{91664578-C67D-EB05-3AA3-8A5A8D1EE7DC}"/>
              </a:ext>
            </a:extLst>
          </p:cNvPr>
          <p:cNvCxnSpPr>
            <a:cxnSpLocks/>
            <a:stCxn id="110" idx="2"/>
            <a:endCxn id="196" idx="2"/>
          </p:cNvCxnSpPr>
          <p:nvPr/>
        </p:nvCxnSpPr>
        <p:spPr>
          <a:xfrm rot="16200000" flipH="1">
            <a:off x="3875938" y="2089434"/>
            <a:ext cx="778190" cy="5143355"/>
          </a:xfrm>
          <a:prstGeom prst="bentConnector3">
            <a:avLst>
              <a:gd name="adj1" fmla="val 143396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20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2CD12C-DCE2-B059-3FC2-FF2B7EEF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01C13E6F-E058-7BFC-9CD5-1F9421C32D1D}"/>
              </a:ext>
            </a:extLst>
          </p:cNvPr>
          <p:cNvSpPr/>
          <p:nvPr/>
        </p:nvSpPr>
        <p:spPr>
          <a:xfrm>
            <a:off x="4253097" y="4137118"/>
            <a:ext cx="2440040" cy="1473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12463E94-330A-C178-FEA0-4D097F51E058}"/>
              </a:ext>
            </a:extLst>
          </p:cNvPr>
          <p:cNvSpPr/>
          <p:nvPr/>
        </p:nvSpPr>
        <p:spPr>
          <a:xfrm>
            <a:off x="5987023" y="1016428"/>
            <a:ext cx="2663030" cy="300550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4B21021-509C-FC55-9F81-F31CA040302A}"/>
              </a:ext>
            </a:extLst>
          </p:cNvPr>
          <p:cNvSpPr/>
          <p:nvPr/>
        </p:nvSpPr>
        <p:spPr>
          <a:xfrm>
            <a:off x="173481" y="1873906"/>
            <a:ext cx="3827084" cy="27121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28F2517-4C33-27E7-13CF-45D8769EB2CD}"/>
              </a:ext>
            </a:extLst>
          </p:cNvPr>
          <p:cNvSpPr/>
          <p:nvPr/>
        </p:nvSpPr>
        <p:spPr>
          <a:xfrm>
            <a:off x="4129146" y="949797"/>
            <a:ext cx="1059550" cy="1241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99F245B-923C-7876-AFB4-91F61BB9EEB0}"/>
              </a:ext>
            </a:extLst>
          </p:cNvPr>
          <p:cNvGrpSpPr/>
          <p:nvPr/>
        </p:nvGrpSpPr>
        <p:grpSpPr>
          <a:xfrm>
            <a:off x="4164318" y="1017674"/>
            <a:ext cx="987124" cy="351000"/>
            <a:chOff x="5440171" y="2865268"/>
            <a:chExt cx="1316166" cy="4680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23F73B0-DF31-03CE-09F9-A41D20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171" y="2865268"/>
              <a:ext cx="468000" cy="468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EBCCDB-722F-F026-F251-40A38E589420}"/>
                </a:ext>
              </a:extLst>
            </p:cNvPr>
            <p:cNvSpPr txBox="1"/>
            <p:nvPr/>
          </p:nvSpPr>
          <p:spPr>
            <a:xfrm>
              <a:off x="5888150" y="2911677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 err="1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백본망</a:t>
              </a:r>
              <a:endPara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FDD5AF-1254-8A93-68E6-56BB63461E67}"/>
              </a:ext>
            </a:extLst>
          </p:cNvPr>
          <p:cNvGrpSpPr/>
          <p:nvPr/>
        </p:nvGrpSpPr>
        <p:grpSpPr>
          <a:xfrm>
            <a:off x="302063" y="2051260"/>
            <a:ext cx="1016839" cy="351000"/>
            <a:chOff x="4523896" y="3812797"/>
            <a:chExt cx="1355785" cy="468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818EB30-209C-0EF2-E2AB-A95AF877A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896" y="3812797"/>
              <a:ext cx="468000" cy="4680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BA747E-FDC7-E933-8CA0-595DF6830AD3}"/>
                </a:ext>
              </a:extLst>
            </p:cNvPr>
            <p:cNvSpPr txBox="1"/>
            <p:nvPr/>
          </p:nvSpPr>
          <p:spPr>
            <a:xfrm>
              <a:off x="4932413" y="3862132"/>
              <a:ext cx="94726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LB </a:t>
              </a:r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본사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F9CCE3D-2D0C-B151-1664-401B1FDC60E0}"/>
              </a:ext>
            </a:extLst>
          </p:cNvPr>
          <p:cNvGrpSpPr/>
          <p:nvPr/>
        </p:nvGrpSpPr>
        <p:grpSpPr>
          <a:xfrm>
            <a:off x="4403117" y="4243047"/>
            <a:ext cx="1002140" cy="351000"/>
            <a:chOff x="5453912" y="4693164"/>
            <a:chExt cx="1336187" cy="46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B94892-14FB-D7EA-B863-F38C91D5D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912" y="4693164"/>
              <a:ext cx="468000" cy="468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C10567-1C96-5675-F924-27A0637B728C}"/>
                </a:ext>
              </a:extLst>
            </p:cNvPr>
            <p:cNvSpPr txBox="1"/>
            <p:nvPr/>
          </p:nvSpPr>
          <p:spPr>
            <a:xfrm>
              <a:off x="5921912" y="4742499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대리점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A491444A-E90A-7E10-F30A-AFA64A91DFEB}"/>
              </a:ext>
            </a:extLst>
          </p:cNvPr>
          <p:cNvGrpSpPr/>
          <p:nvPr/>
        </p:nvGrpSpPr>
        <p:grpSpPr>
          <a:xfrm>
            <a:off x="6300205" y="1190981"/>
            <a:ext cx="1367123" cy="405000"/>
            <a:chOff x="5255932" y="5366731"/>
            <a:chExt cx="1822831" cy="54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F3221EE-AC0B-45FC-CD83-184F66D7A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932" y="5366731"/>
              <a:ext cx="540000" cy="54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AABF48-5630-5A77-97B1-97EAAA622813}"/>
                </a:ext>
              </a:extLst>
            </p:cNvPr>
            <p:cNvSpPr txBox="1"/>
            <p:nvPr/>
          </p:nvSpPr>
          <p:spPr>
            <a:xfrm>
              <a:off x="5795932" y="5452066"/>
              <a:ext cx="128283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데이터센터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B8FC6E06-5AD7-A2D4-7CC8-9989F8785BD8}"/>
              </a:ext>
            </a:extLst>
          </p:cNvPr>
          <p:cNvSpPr txBox="1"/>
          <p:nvPr/>
        </p:nvSpPr>
        <p:spPr>
          <a:xfrm>
            <a:off x="4521242" y="1922445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백본 서버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32A729F-4EA4-A215-3103-35FD9843E74B}"/>
              </a:ext>
            </a:extLst>
          </p:cNvPr>
          <p:cNvCxnSpPr>
            <a:cxnSpLocks/>
            <a:endCxn id="65" idx="0"/>
          </p:cNvCxnSpPr>
          <p:nvPr/>
        </p:nvCxnSpPr>
        <p:spPr>
          <a:xfrm rot="10800000" flipV="1">
            <a:off x="3052947" y="1666646"/>
            <a:ext cx="1111374" cy="992780"/>
          </a:xfrm>
          <a:prstGeom prst="bentConnector2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E9DB9A12-D6A7-1E10-09FE-D309681ADB3E}"/>
              </a:ext>
            </a:extLst>
          </p:cNvPr>
          <p:cNvGrpSpPr/>
          <p:nvPr/>
        </p:nvGrpSpPr>
        <p:grpSpPr>
          <a:xfrm>
            <a:off x="817750" y="2645773"/>
            <a:ext cx="468398" cy="313735"/>
            <a:chOff x="4694347" y="902027"/>
            <a:chExt cx="624530" cy="418313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E59D7381-E769-7BF7-B93A-BDD6CDBD62C6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5DB501B-65F7-754B-095F-9E0518B8C866}"/>
                </a:ext>
              </a:extLst>
            </p:cNvPr>
            <p:cNvSpPr txBox="1"/>
            <p:nvPr/>
          </p:nvSpPr>
          <p:spPr>
            <a:xfrm>
              <a:off x="4694347" y="920231"/>
              <a:ext cx="62453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DNS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6604C87-0D67-AAC0-CD90-FDF591AC082C}"/>
              </a:ext>
            </a:extLst>
          </p:cNvPr>
          <p:cNvSpPr/>
          <p:nvPr/>
        </p:nvSpPr>
        <p:spPr>
          <a:xfrm>
            <a:off x="1895690" y="2645773"/>
            <a:ext cx="466709" cy="30430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061D31C-6142-C89C-CAD3-C3264DAB3E06}"/>
              </a:ext>
            </a:extLst>
          </p:cNvPr>
          <p:cNvGrpSpPr/>
          <p:nvPr/>
        </p:nvGrpSpPr>
        <p:grpSpPr>
          <a:xfrm>
            <a:off x="1289209" y="2645773"/>
            <a:ext cx="695954" cy="313735"/>
            <a:chOff x="4694347" y="902027"/>
            <a:chExt cx="707847" cy="418313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0D03A04-F30F-9E7E-7E68-56162A5CF0E1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88E69C-04D9-4F11-3E57-65BDF85BAA40}"/>
                </a:ext>
              </a:extLst>
            </p:cNvPr>
            <p:cNvSpPr txBox="1"/>
            <p:nvPr/>
          </p:nvSpPr>
          <p:spPr>
            <a:xfrm>
              <a:off x="4694347" y="920231"/>
              <a:ext cx="70784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X-RDP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E4537627-5B09-AB92-C326-A9647C99C155}"/>
              </a:ext>
            </a:extLst>
          </p:cNvPr>
          <p:cNvGrpSpPr/>
          <p:nvPr/>
        </p:nvGrpSpPr>
        <p:grpSpPr>
          <a:xfrm>
            <a:off x="2813138" y="2645773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358F2045-20C6-1C8E-EC8F-B0539E2DC5EA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E84A309-D2CD-B3A3-A3AF-A223CDDED2CA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DE5D076B-C05C-0106-93A2-760684588473}"/>
              </a:ext>
            </a:extLst>
          </p:cNvPr>
          <p:cNvGrpSpPr/>
          <p:nvPr/>
        </p:nvGrpSpPr>
        <p:grpSpPr>
          <a:xfrm>
            <a:off x="2400193" y="2645773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7AA840B8-B17C-363D-2D16-190725D18234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83D447C-884F-F233-BD25-F7AE270C38D9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15C789E-7865-30B0-E4E0-AB68259A240C}"/>
              </a:ext>
            </a:extLst>
          </p:cNvPr>
          <p:cNvSpPr/>
          <p:nvPr/>
        </p:nvSpPr>
        <p:spPr>
          <a:xfrm>
            <a:off x="817754" y="3957485"/>
            <a:ext cx="430588" cy="304306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CCA0685-F74F-B14C-564C-E4A1371B67B4}"/>
              </a:ext>
            </a:extLst>
          </p:cNvPr>
          <p:cNvGrpSpPr/>
          <p:nvPr/>
        </p:nvGrpSpPr>
        <p:grpSpPr>
          <a:xfrm>
            <a:off x="1286361" y="3953898"/>
            <a:ext cx="463589" cy="313735"/>
            <a:chOff x="4694348" y="902027"/>
            <a:chExt cx="643878" cy="418313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A0C83950-E057-6533-82F4-AB782D6F3C67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BCC6149-967C-116C-EF31-C191E888FBAF}"/>
                </a:ext>
              </a:extLst>
            </p:cNvPr>
            <p:cNvSpPr txBox="1"/>
            <p:nvPr/>
          </p:nvSpPr>
          <p:spPr>
            <a:xfrm>
              <a:off x="4694349" y="920231"/>
              <a:ext cx="64387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158D4C31-9716-3FEA-3B0F-520146782ACA}"/>
              </a:ext>
            </a:extLst>
          </p:cNvPr>
          <p:cNvGrpSpPr/>
          <p:nvPr/>
        </p:nvGrpSpPr>
        <p:grpSpPr>
          <a:xfrm>
            <a:off x="3284273" y="2645772"/>
            <a:ext cx="479618" cy="313735"/>
            <a:chOff x="4694347" y="902027"/>
            <a:chExt cx="639490" cy="418313"/>
          </a:xfrm>
          <a:solidFill>
            <a:schemeClr val="accent6"/>
          </a:solidFill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4725DDA-9CA4-E79B-5FE4-D0ABE521BA2A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E28DA77-601F-DFD4-AE13-188856B0F8D9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3B7EA77-A9C3-1710-15EC-9F4F5D159BBF}"/>
              </a:ext>
            </a:extLst>
          </p:cNvPr>
          <p:cNvGrpSpPr/>
          <p:nvPr/>
        </p:nvGrpSpPr>
        <p:grpSpPr>
          <a:xfrm>
            <a:off x="7797852" y="1807258"/>
            <a:ext cx="478017" cy="313735"/>
            <a:chOff x="4694348" y="902027"/>
            <a:chExt cx="590121" cy="418313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9F6A6D94-B2D5-5754-3009-26997AD90EF1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07204E0-0CB0-674F-58F6-1451A95CC7F7}"/>
                </a:ext>
              </a:extLst>
            </p:cNvPr>
            <p:cNvSpPr txBox="1"/>
            <p:nvPr/>
          </p:nvSpPr>
          <p:spPr>
            <a:xfrm>
              <a:off x="4694349" y="920231"/>
              <a:ext cx="59012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KVM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FFA404E-132B-0141-4465-5996795036B8}"/>
              </a:ext>
            </a:extLst>
          </p:cNvPr>
          <p:cNvGrpSpPr/>
          <p:nvPr/>
        </p:nvGrpSpPr>
        <p:grpSpPr>
          <a:xfrm>
            <a:off x="6825041" y="3172095"/>
            <a:ext cx="479618" cy="313735"/>
            <a:chOff x="4694347" y="902027"/>
            <a:chExt cx="639490" cy="418313"/>
          </a:xfrm>
          <a:solidFill>
            <a:schemeClr val="accent6"/>
          </a:solidFill>
        </p:grpSpPr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C265F99F-06B1-5C38-16E8-1703A1CD07E3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6A1BE9A-7C03-458E-D43B-39317388343B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7CDD3723-5541-D916-F5AC-F4A769588144}"/>
              </a:ext>
            </a:extLst>
          </p:cNvPr>
          <p:cNvSpPr txBox="1"/>
          <p:nvPr/>
        </p:nvSpPr>
        <p:spPr>
          <a:xfrm>
            <a:off x="2640370" y="1152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HG꼬딕씨 99g" panose="02020603020101020101" pitchFamily="18" charset="-127"/>
              <a:ea typeface="HG꼬딕씨 99g" panose="02020603020101020101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623A72A-1E4C-DD2E-E4A1-DD56E0871EFA}"/>
              </a:ext>
            </a:extLst>
          </p:cNvPr>
          <p:cNvGrpSpPr/>
          <p:nvPr/>
        </p:nvGrpSpPr>
        <p:grpSpPr>
          <a:xfrm>
            <a:off x="6366503" y="1783961"/>
            <a:ext cx="405000" cy="405000"/>
            <a:chOff x="6366503" y="1783961"/>
            <a:chExt cx="405000" cy="405000"/>
          </a:xfrm>
        </p:grpSpPr>
        <p:pic>
          <p:nvPicPr>
            <p:cNvPr id="163" name="그림 162">
              <a:extLst>
                <a:ext uri="{FF2B5EF4-FFF2-40B4-BE49-F238E27FC236}">
                  <a16:creationId xmlns:a16="http://schemas.microsoft.com/office/drawing/2014/main" id="{D2F7A51A-1D19-80AE-AACC-2027CD726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1783961"/>
              <a:ext cx="405000" cy="405000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26821AB-99CE-156E-7429-66A49DA0EBE2}"/>
                </a:ext>
              </a:extLst>
            </p:cNvPr>
            <p:cNvSpPr txBox="1"/>
            <p:nvPr/>
          </p:nvSpPr>
          <p:spPr>
            <a:xfrm>
              <a:off x="6436595" y="1847962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169805-AB3C-2F32-5CA8-77574827ED53}"/>
              </a:ext>
            </a:extLst>
          </p:cNvPr>
          <p:cNvGrpSpPr/>
          <p:nvPr/>
        </p:nvGrpSpPr>
        <p:grpSpPr>
          <a:xfrm>
            <a:off x="6366503" y="2466890"/>
            <a:ext cx="405000" cy="405000"/>
            <a:chOff x="6366503" y="2466890"/>
            <a:chExt cx="405000" cy="405000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FA46B4ED-30BF-3E68-3DF8-59A963246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2466890"/>
              <a:ext cx="405000" cy="405000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9010436-DDF0-6482-FFEE-845D3CF456FE}"/>
                </a:ext>
              </a:extLst>
            </p:cNvPr>
            <p:cNvSpPr txBox="1"/>
            <p:nvPr/>
          </p:nvSpPr>
          <p:spPr>
            <a:xfrm>
              <a:off x="6418962" y="2530891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D8CBE0F-95FB-F623-64E5-85B99633E7AC}"/>
              </a:ext>
            </a:extLst>
          </p:cNvPr>
          <p:cNvGrpSpPr/>
          <p:nvPr/>
        </p:nvGrpSpPr>
        <p:grpSpPr>
          <a:xfrm>
            <a:off x="6366503" y="3149819"/>
            <a:ext cx="405000" cy="405000"/>
            <a:chOff x="6366503" y="3149819"/>
            <a:chExt cx="405000" cy="405000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95E4B952-E89D-2DB2-6ACF-9D33CF03C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3149819"/>
              <a:ext cx="405000" cy="405000"/>
            </a:xfrm>
            <a:prstGeom prst="rect">
              <a:avLst/>
            </a:prstGeom>
          </p:spPr>
        </p:pic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FDD7AC1-93D7-272E-2BCC-40383627F724}"/>
                </a:ext>
              </a:extLst>
            </p:cNvPr>
            <p:cNvSpPr txBox="1"/>
            <p:nvPr/>
          </p:nvSpPr>
          <p:spPr>
            <a:xfrm>
              <a:off x="6434190" y="319940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B265B158-99B7-462B-5D5C-D3F71000DCCB}"/>
              </a:ext>
            </a:extLst>
          </p:cNvPr>
          <p:cNvCxnSpPr>
            <a:cxnSpLocks/>
            <a:stCxn id="119" idx="2"/>
            <a:endCxn id="130" idx="2"/>
          </p:cNvCxnSpPr>
          <p:nvPr/>
        </p:nvCxnSpPr>
        <p:spPr>
          <a:xfrm rot="16200000" flipH="1">
            <a:off x="5024677" y="1458912"/>
            <a:ext cx="516894" cy="3518084"/>
          </a:xfrm>
          <a:prstGeom prst="bentConnector3">
            <a:avLst>
              <a:gd name="adj1" fmla="val 188452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1A01F8E2-335E-E684-D45B-93157D731211}"/>
              </a:ext>
            </a:extLst>
          </p:cNvPr>
          <p:cNvCxnSpPr>
            <a:cxnSpLocks/>
          </p:cNvCxnSpPr>
          <p:nvPr/>
        </p:nvCxnSpPr>
        <p:spPr>
          <a:xfrm>
            <a:off x="7017526" y="2122775"/>
            <a:ext cx="0" cy="391324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04EDE242-EBD7-3EE1-DDB5-4689E0637217}"/>
              </a:ext>
            </a:extLst>
          </p:cNvPr>
          <p:cNvSpPr/>
          <p:nvPr/>
        </p:nvSpPr>
        <p:spPr>
          <a:xfrm>
            <a:off x="267248" y="3213546"/>
            <a:ext cx="2138255" cy="500392"/>
          </a:xfrm>
          <a:prstGeom prst="round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0FF16D8-1B39-8A03-FCA4-9DC7343119B7}"/>
              </a:ext>
            </a:extLst>
          </p:cNvPr>
          <p:cNvSpPr/>
          <p:nvPr/>
        </p:nvSpPr>
        <p:spPr>
          <a:xfrm>
            <a:off x="817746" y="3311589"/>
            <a:ext cx="416880" cy="304306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814CFB3-2E0E-4309-1640-D21E9D7D2F27}"/>
              </a:ext>
            </a:extLst>
          </p:cNvPr>
          <p:cNvSpPr/>
          <p:nvPr/>
        </p:nvSpPr>
        <p:spPr>
          <a:xfrm>
            <a:off x="1289209" y="3311589"/>
            <a:ext cx="466709" cy="304306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7E319F60-EB2D-2BA5-1F3B-6A73CA42771D}"/>
              </a:ext>
            </a:extLst>
          </p:cNvPr>
          <p:cNvGrpSpPr/>
          <p:nvPr/>
        </p:nvGrpSpPr>
        <p:grpSpPr>
          <a:xfrm>
            <a:off x="1806640" y="3311589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E991201E-BB98-2EAC-15B6-431AD08862AE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DC1ABFB-D37C-BE1D-281D-1F065D7021B6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AF9EFEA3-7608-9583-2270-22D7510CA217}"/>
              </a:ext>
            </a:extLst>
          </p:cNvPr>
          <p:cNvCxnSpPr>
            <a:cxnSpLocks/>
          </p:cNvCxnSpPr>
          <p:nvPr/>
        </p:nvCxnSpPr>
        <p:spPr>
          <a:xfrm flipV="1">
            <a:off x="2144150" y="2946913"/>
            <a:ext cx="0" cy="259499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748D17B9-69E2-A929-A8FE-E16AFAC4CB9D}"/>
              </a:ext>
            </a:extLst>
          </p:cNvPr>
          <p:cNvCxnSpPr>
            <a:cxnSpLocks/>
            <a:stCxn id="69" idx="2"/>
            <a:endCxn id="80" idx="0"/>
          </p:cNvCxnSpPr>
          <p:nvPr/>
        </p:nvCxnSpPr>
        <p:spPr>
          <a:xfrm rot="5400000">
            <a:off x="2118135" y="2855151"/>
            <a:ext cx="375163" cy="565019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4F84FB90-1149-862F-E60E-2F92B391431A}"/>
              </a:ext>
            </a:extLst>
          </p:cNvPr>
          <p:cNvGrpSpPr/>
          <p:nvPr/>
        </p:nvGrpSpPr>
        <p:grpSpPr>
          <a:xfrm>
            <a:off x="5992854" y="4753932"/>
            <a:ext cx="479619" cy="313735"/>
            <a:chOff x="4694348" y="902027"/>
            <a:chExt cx="619944" cy="418313"/>
          </a:xfrm>
        </p:grpSpPr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FDE413AB-4B59-A60A-1E93-B2FD72C4A028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2F131784-3514-670F-7E18-79F6C737A18F}"/>
                </a:ext>
              </a:extLst>
            </p:cNvPr>
            <p:cNvSpPr txBox="1"/>
            <p:nvPr/>
          </p:nvSpPr>
          <p:spPr>
            <a:xfrm>
              <a:off x="4694349" y="920231"/>
              <a:ext cx="61994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F9EF99E2-F7A8-CCD7-EE76-F062E14A8DB7}"/>
              </a:ext>
            </a:extLst>
          </p:cNvPr>
          <p:cNvGrpSpPr/>
          <p:nvPr/>
        </p:nvGrpSpPr>
        <p:grpSpPr>
          <a:xfrm>
            <a:off x="5525170" y="4753932"/>
            <a:ext cx="463589" cy="313735"/>
            <a:chOff x="4694348" y="902027"/>
            <a:chExt cx="599224" cy="418313"/>
          </a:xfrm>
        </p:grpSpPr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2CFF9662-8AA0-2609-59FE-1D5B7F3F7012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83CC9992-8889-F8EB-83A9-84B92C4EB4F2}"/>
                </a:ext>
              </a:extLst>
            </p:cNvPr>
            <p:cNvSpPr txBox="1"/>
            <p:nvPr/>
          </p:nvSpPr>
          <p:spPr>
            <a:xfrm>
              <a:off x="4694349" y="920231"/>
              <a:ext cx="59922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208" name="연결선: 꺾임 207">
            <a:extLst>
              <a:ext uri="{FF2B5EF4-FFF2-40B4-BE49-F238E27FC236}">
                <a16:creationId xmlns:a16="http://schemas.microsoft.com/office/drawing/2014/main" id="{4299A6A7-99AD-6251-00CE-02632E1BF11C}"/>
              </a:ext>
            </a:extLst>
          </p:cNvPr>
          <p:cNvCxnSpPr>
            <a:cxnSpLocks/>
            <a:stCxn id="110" idx="2"/>
            <a:endCxn id="196" idx="2"/>
          </p:cNvCxnSpPr>
          <p:nvPr/>
        </p:nvCxnSpPr>
        <p:spPr>
          <a:xfrm rot="16200000" flipH="1">
            <a:off x="3205402" y="2531644"/>
            <a:ext cx="800033" cy="4253153"/>
          </a:xfrm>
          <a:prstGeom prst="bentConnector3">
            <a:avLst>
              <a:gd name="adj1" fmla="val 154576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D3A8FC5-4311-D2E1-4380-21C17F97688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68689" y="2440444"/>
            <a:ext cx="1014805" cy="517130"/>
          </a:xfrm>
          <a:prstGeom prst="bentConnector3">
            <a:avLst>
              <a:gd name="adj1" fmla="val 5848"/>
            </a:avLst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8B84F00-931D-E841-DC38-60EC9214AC82}"/>
              </a:ext>
            </a:extLst>
          </p:cNvPr>
          <p:cNvGrpSpPr/>
          <p:nvPr/>
        </p:nvGrpSpPr>
        <p:grpSpPr>
          <a:xfrm>
            <a:off x="4658921" y="1456902"/>
            <a:ext cx="405000" cy="405000"/>
            <a:chOff x="6366503" y="1783961"/>
            <a:chExt cx="405000" cy="4050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4166BF9-8D05-D167-9C4A-8BBD41FED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1783961"/>
              <a:ext cx="405000" cy="405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25996D-E898-078B-B08F-2D48B633444D}"/>
                </a:ext>
              </a:extLst>
            </p:cNvPr>
            <p:cNvSpPr txBox="1"/>
            <p:nvPr/>
          </p:nvSpPr>
          <p:spPr>
            <a:xfrm>
              <a:off x="6436595" y="1847962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B979AEF-787A-4B72-9B76-095898C09DF1}"/>
              </a:ext>
            </a:extLst>
          </p:cNvPr>
          <p:cNvGrpSpPr/>
          <p:nvPr/>
        </p:nvGrpSpPr>
        <p:grpSpPr>
          <a:xfrm>
            <a:off x="333763" y="2602479"/>
            <a:ext cx="405000" cy="405000"/>
            <a:chOff x="6366503" y="1783961"/>
            <a:chExt cx="405000" cy="40500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E39518A-F52D-B100-9CB6-4F2422677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1783961"/>
              <a:ext cx="405000" cy="405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FF727A5-5BB2-6EA0-486D-82FA8C8D9733}"/>
                </a:ext>
              </a:extLst>
            </p:cNvPr>
            <p:cNvSpPr txBox="1"/>
            <p:nvPr/>
          </p:nvSpPr>
          <p:spPr>
            <a:xfrm>
              <a:off x="6436595" y="1847962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B8A9396-63EE-E60F-5A24-7F12C542A6C6}"/>
              </a:ext>
            </a:extLst>
          </p:cNvPr>
          <p:cNvGrpSpPr/>
          <p:nvPr/>
        </p:nvGrpSpPr>
        <p:grpSpPr>
          <a:xfrm>
            <a:off x="333763" y="3273901"/>
            <a:ext cx="405000" cy="405000"/>
            <a:chOff x="6366503" y="2466890"/>
            <a:chExt cx="405000" cy="4050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2007E7F-EAD4-0F24-1265-EEBBE2F7D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2466890"/>
              <a:ext cx="405000" cy="4050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AED4D68-22FD-0A13-FC8E-423F81D474DD}"/>
                </a:ext>
              </a:extLst>
            </p:cNvPr>
            <p:cNvSpPr txBox="1"/>
            <p:nvPr/>
          </p:nvSpPr>
          <p:spPr>
            <a:xfrm>
              <a:off x="6418962" y="2530891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2C66319-62C8-4941-48A3-F772FAE36E17}"/>
              </a:ext>
            </a:extLst>
          </p:cNvPr>
          <p:cNvGrpSpPr/>
          <p:nvPr/>
        </p:nvGrpSpPr>
        <p:grpSpPr>
          <a:xfrm>
            <a:off x="333763" y="3912150"/>
            <a:ext cx="405000" cy="405000"/>
            <a:chOff x="6366503" y="3149819"/>
            <a:chExt cx="405000" cy="405000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5BCB2714-A51B-4711-B1F5-059CEB1B1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3149819"/>
              <a:ext cx="405000" cy="405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3CBD16B-5394-F5EB-1B77-8D08DA2F30A9}"/>
                </a:ext>
              </a:extLst>
            </p:cNvPr>
            <p:cNvSpPr txBox="1"/>
            <p:nvPr/>
          </p:nvSpPr>
          <p:spPr>
            <a:xfrm>
              <a:off x="6434190" y="319940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483CEDD-D23D-0E6A-64F4-7823E1D0AB5A}"/>
              </a:ext>
            </a:extLst>
          </p:cNvPr>
          <p:cNvGrpSpPr/>
          <p:nvPr/>
        </p:nvGrpSpPr>
        <p:grpSpPr>
          <a:xfrm>
            <a:off x="4456421" y="4703584"/>
            <a:ext cx="405000" cy="405000"/>
            <a:chOff x="6366503" y="3149819"/>
            <a:chExt cx="405000" cy="405000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C55F06DD-2ED0-B4C7-7FF9-C91B1F1F8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3149819"/>
              <a:ext cx="405000" cy="405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0C7A3EF-0A03-387E-C4CB-B9A6F06F3F0A}"/>
                </a:ext>
              </a:extLst>
            </p:cNvPr>
            <p:cNvSpPr txBox="1"/>
            <p:nvPr/>
          </p:nvSpPr>
          <p:spPr>
            <a:xfrm>
              <a:off x="6434190" y="319940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2E6F278-E178-D316-CB4B-398DB5B59E2C}"/>
              </a:ext>
            </a:extLst>
          </p:cNvPr>
          <p:cNvCxnSpPr>
            <a:cxnSpLocks/>
            <a:endCxn id="193" idx="0"/>
          </p:cNvCxnSpPr>
          <p:nvPr/>
        </p:nvCxnSpPr>
        <p:spPr>
          <a:xfrm>
            <a:off x="6199679" y="3713938"/>
            <a:ext cx="0" cy="1039994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20A593-DF8C-5EE1-E0E3-C52716D2258D}"/>
              </a:ext>
            </a:extLst>
          </p:cNvPr>
          <p:cNvSpPr txBox="1"/>
          <p:nvPr/>
        </p:nvSpPr>
        <p:spPr>
          <a:xfrm>
            <a:off x="981149" y="594350"/>
            <a:ext cx="104227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현재 남은 거</a:t>
            </a:r>
          </a:p>
        </p:txBody>
      </p:sp>
    </p:spTree>
    <p:extLst>
      <p:ext uri="{BB962C8B-B14F-4D97-AF65-F5344CB8AC3E}">
        <p14:creationId xmlns:p14="http://schemas.microsoft.com/office/powerpoint/2010/main" val="118033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97A6-CD13-ACDA-76F5-AFC47867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835466BE-4C18-FE49-8B8E-204C361F81B7}"/>
              </a:ext>
            </a:extLst>
          </p:cNvPr>
          <p:cNvSpPr/>
          <p:nvPr/>
        </p:nvSpPr>
        <p:spPr>
          <a:xfrm>
            <a:off x="4120002" y="4856837"/>
            <a:ext cx="2440040" cy="1473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9A8A4070-1E83-C8B2-D0CB-E1FE875EB200}"/>
              </a:ext>
            </a:extLst>
          </p:cNvPr>
          <p:cNvSpPr/>
          <p:nvPr/>
        </p:nvSpPr>
        <p:spPr>
          <a:xfrm>
            <a:off x="5977879" y="403780"/>
            <a:ext cx="2663030" cy="40859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B97F6D3-87B4-9C54-98D2-37467CE912A4}"/>
              </a:ext>
            </a:extLst>
          </p:cNvPr>
          <p:cNvSpPr/>
          <p:nvPr/>
        </p:nvSpPr>
        <p:spPr>
          <a:xfrm>
            <a:off x="164337" y="1261258"/>
            <a:ext cx="3827084" cy="27121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EBBE9A0-1154-8767-A3B3-A32EF313E3B0}"/>
              </a:ext>
            </a:extLst>
          </p:cNvPr>
          <p:cNvSpPr/>
          <p:nvPr/>
        </p:nvSpPr>
        <p:spPr>
          <a:xfrm>
            <a:off x="4120002" y="337149"/>
            <a:ext cx="1059550" cy="1241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B437431-5A37-F001-CD94-EA2E8C724D19}"/>
              </a:ext>
            </a:extLst>
          </p:cNvPr>
          <p:cNvGrpSpPr/>
          <p:nvPr/>
        </p:nvGrpSpPr>
        <p:grpSpPr>
          <a:xfrm>
            <a:off x="4155174" y="405026"/>
            <a:ext cx="987124" cy="351000"/>
            <a:chOff x="5440171" y="2865268"/>
            <a:chExt cx="1316166" cy="4680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E832C48-B9D7-B013-9FF9-A91B98187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171" y="2865268"/>
              <a:ext cx="468000" cy="468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A864A1-E8DA-52D0-AEC2-1E9B30B1E62C}"/>
                </a:ext>
              </a:extLst>
            </p:cNvPr>
            <p:cNvSpPr txBox="1"/>
            <p:nvPr/>
          </p:nvSpPr>
          <p:spPr>
            <a:xfrm>
              <a:off x="5888150" y="2911677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 err="1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백본망</a:t>
              </a:r>
              <a:endPara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DF01B36-57F6-4F96-D5A3-F2FB21C10FFB}"/>
              </a:ext>
            </a:extLst>
          </p:cNvPr>
          <p:cNvGrpSpPr/>
          <p:nvPr/>
        </p:nvGrpSpPr>
        <p:grpSpPr>
          <a:xfrm>
            <a:off x="292919" y="1438612"/>
            <a:ext cx="1016839" cy="351000"/>
            <a:chOff x="4523896" y="3812797"/>
            <a:chExt cx="1355785" cy="468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4A99EA8-2784-9A91-5452-E97606D16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896" y="3812797"/>
              <a:ext cx="468000" cy="4680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944B8B-9A9D-1306-23CD-9254F56CDDAA}"/>
                </a:ext>
              </a:extLst>
            </p:cNvPr>
            <p:cNvSpPr txBox="1"/>
            <p:nvPr/>
          </p:nvSpPr>
          <p:spPr>
            <a:xfrm>
              <a:off x="4932413" y="3862132"/>
              <a:ext cx="94726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LB </a:t>
              </a:r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본사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A59FD53-1E5D-5CD9-4E94-02FED4646B44}"/>
              </a:ext>
            </a:extLst>
          </p:cNvPr>
          <p:cNvGrpSpPr/>
          <p:nvPr/>
        </p:nvGrpSpPr>
        <p:grpSpPr>
          <a:xfrm>
            <a:off x="4270022" y="4962766"/>
            <a:ext cx="1002140" cy="351000"/>
            <a:chOff x="5453912" y="4693164"/>
            <a:chExt cx="1336187" cy="46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B854596-67A3-8762-ED57-DEDEA64B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912" y="4693164"/>
              <a:ext cx="468000" cy="468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86824C-5AE4-F22D-93C2-B32EEDFEAE90}"/>
                </a:ext>
              </a:extLst>
            </p:cNvPr>
            <p:cNvSpPr txBox="1"/>
            <p:nvPr/>
          </p:nvSpPr>
          <p:spPr>
            <a:xfrm>
              <a:off x="5921912" y="4742499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대리점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FACD6C4E-018F-8F79-F76E-179B1203C061}"/>
              </a:ext>
            </a:extLst>
          </p:cNvPr>
          <p:cNvGrpSpPr/>
          <p:nvPr/>
        </p:nvGrpSpPr>
        <p:grpSpPr>
          <a:xfrm>
            <a:off x="6291061" y="578333"/>
            <a:ext cx="1367123" cy="405000"/>
            <a:chOff x="5255932" y="5366731"/>
            <a:chExt cx="1822831" cy="54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CE7FC489-15FE-5020-F838-3410EA1D2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932" y="5366731"/>
              <a:ext cx="540000" cy="54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BF5409C-4F17-8EC5-94BC-D90846813252}"/>
                </a:ext>
              </a:extLst>
            </p:cNvPr>
            <p:cNvSpPr txBox="1"/>
            <p:nvPr/>
          </p:nvSpPr>
          <p:spPr>
            <a:xfrm>
              <a:off x="5795932" y="5452066"/>
              <a:ext cx="128283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데이터센터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6F96106-AA69-6708-F82F-955B13E8EB9B}"/>
              </a:ext>
            </a:extLst>
          </p:cNvPr>
          <p:cNvSpPr txBox="1"/>
          <p:nvPr/>
        </p:nvSpPr>
        <p:spPr>
          <a:xfrm>
            <a:off x="4512098" y="1309797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백본 서버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1E67519-5899-65A6-6A58-3DB183BC4E0B}"/>
              </a:ext>
            </a:extLst>
          </p:cNvPr>
          <p:cNvCxnSpPr>
            <a:cxnSpLocks/>
            <a:stCxn id="65" idx="0"/>
            <a:endCxn id="44" idx="1"/>
          </p:cNvCxnSpPr>
          <p:nvPr/>
        </p:nvCxnSpPr>
        <p:spPr>
          <a:xfrm rot="5400000" flipH="1" flipV="1">
            <a:off x="3103100" y="994701"/>
            <a:ext cx="992780" cy="1111374"/>
          </a:xfrm>
          <a:prstGeom prst="bentConnector2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B7CA57A-AD6F-CF46-51A3-78ED56480B60}"/>
              </a:ext>
            </a:extLst>
          </p:cNvPr>
          <p:cNvGrpSpPr/>
          <p:nvPr/>
        </p:nvGrpSpPr>
        <p:grpSpPr>
          <a:xfrm>
            <a:off x="4155177" y="890304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30C2C7EA-9677-B158-6991-BEBECFE64A6F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E5F7D5-4EA1-4FE1-BD4D-D8363FF45C4C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CF42BB2D-1633-AD17-0812-72688401C674}"/>
              </a:ext>
            </a:extLst>
          </p:cNvPr>
          <p:cNvGrpSpPr/>
          <p:nvPr/>
        </p:nvGrpSpPr>
        <p:grpSpPr>
          <a:xfrm>
            <a:off x="808606" y="2033125"/>
            <a:ext cx="468398" cy="313735"/>
            <a:chOff x="4694347" y="902027"/>
            <a:chExt cx="624530" cy="418313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C52D931-170E-B58F-2C76-069BB8B18E84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7824884-97D1-938E-6E02-471A5F4BA36B}"/>
                </a:ext>
              </a:extLst>
            </p:cNvPr>
            <p:cNvSpPr txBox="1"/>
            <p:nvPr/>
          </p:nvSpPr>
          <p:spPr>
            <a:xfrm>
              <a:off x="4694347" y="920231"/>
              <a:ext cx="62453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DNS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444E1D7-8FDE-4DDC-2A68-692542284AD0}"/>
              </a:ext>
            </a:extLst>
          </p:cNvPr>
          <p:cNvGrpSpPr/>
          <p:nvPr/>
        </p:nvGrpSpPr>
        <p:grpSpPr>
          <a:xfrm>
            <a:off x="1886546" y="2033125"/>
            <a:ext cx="537327" cy="313735"/>
            <a:chOff x="4694347" y="902027"/>
            <a:chExt cx="666615" cy="418313"/>
          </a:xfrm>
          <a:solidFill>
            <a:schemeClr val="accent6">
              <a:lumMod val="75000"/>
            </a:schemeClr>
          </a:solidFill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DB9684AE-C4BE-79B3-394F-C0879D1527B0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B44AA72-D3C2-5299-04DE-D116E54D486B}"/>
                </a:ext>
              </a:extLst>
            </p:cNvPr>
            <p:cNvSpPr txBox="1"/>
            <p:nvPr/>
          </p:nvSpPr>
          <p:spPr>
            <a:xfrm>
              <a:off x="4694347" y="920231"/>
              <a:ext cx="666615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iSCSI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CFE10B0-0618-137E-38D6-1D7CD3AFC826}"/>
              </a:ext>
            </a:extLst>
          </p:cNvPr>
          <p:cNvGrpSpPr/>
          <p:nvPr/>
        </p:nvGrpSpPr>
        <p:grpSpPr>
          <a:xfrm>
            <a:off x="1280065" y="2033125"/>
            <a:ext cx="695954" cy="313735"/>
            <a:chOff x="4694347" y="902027"/>
            <a:chExt cx="707847" cy="418313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FDC42F92-CCDD-10A5-C360-0CD8D29A159F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7BD8CA6-CDAE-AA3E-0F03-B4983254E5E9}"/>
                </a:ext>
              </a:extLst>
            </p:cNvPr>
            <p:cNvSpPr txBox="1"/>
            <p:nvPr/>
          </p:nvSpPr>
          <p:spPr>
            <a:xfrm>
              <a:off x="4694347" y="920231"/>
              <a:ext cx="70784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X-RDP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0745B81-563B-DCC2-73FF-D016A12C58F9}"/>
              </a:ext>
            </a:extLst>
          </p:cNvPr>
          <p:cNvGrpSpPr/>
          <p:nvPr/>
        </p:nvGrpSpPr>
        <p:grpSpPr>
          <a:xfrm>
            <a:off x="2803994" y="2033125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A17E29C5-AFA4-470B-F02D-74730A074EB4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90AEC9-7E71-1CFD-6CBF-3217A219982C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C91AFF1-D7B1-3A87-DE94-7D84F9080080}"/>
              </a:ext>
            </a:extLst>
          </p:cNvPr>
          <p:cNvGrpSpPr/>
          <p:nvPr/>
        </p:nvGrpSpPr>
        <p:grpSpPr>
          <a:xfrm>
            <a:off x="2391049" y="2033125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AFE3118F-D48B-666F-8D8D-68D9A93C189B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FF9051-87CD-62DE-9E48-34DB810741FE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C1E95DF3-1A4F-3346-1264-27CFF13CDFF5}"/>
              </a:ext>
            </a:extLst>
          </p:cNvPr>
          <p:cNvGrpSpPr/>
          <p:nvPr/>
        </p:nvGrpSpPr>
        <p:grpSpPr>
          <a:xfrm>
            <a:off x="808611" y="3344837"/>
            <a:ext cx="492444" cy="313735"/>
            <a:chOff x="4694348" y="902027"/>
            <a:chExt cx="1011362" cy="418313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054D0A16-F615-6834-0AAF-519EC9421838}"/>
                </a:ext>
              </a:extLst>
            </p:cNvPr>
            <p:cNvSpPr/>
            <p:nvPr/>
          </p:nvSpPr>
          <p:spPr>
            <a:xfrm>
              <a:off x="4694348" y="902027"/>
              <a:ext cx="88432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DDD73B8-009F-E01B-BA84-3012AD5C062C}"/>
                </a:ext>
              </a:extLst>
            </p:cNvPr>
            <p:cNvSpPr txBox="1"/>
            <p:nvPr/>
          </p:nvSpPr>
          <p:spPr>
            <a:xfrm>
              <a:off x="4694350" y="920231"/>
              <a:ext cx="10113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WEB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DB899269-EAF3-9B7E-BBF6-68A3203786AB}"/>
              </a:ext>
            </a:extLst>
          </p:cNvPr>
          <p:cNvGrpSpPr/>
          <p:nvPr/>
        </p:nvGrpSpPr>
        <p:grpSpPr>
          <a:xfrm>
            <a:off x="1277217" y="3341250"/>
            <a:ext cx="463589" cy="313735"/>
            <a:chOff x="4694348" y="902027"/>
            <a:chExt cx="643878" cy="418313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571E364A-658E-D73D-7CC1-0EC8EF2A37B3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BBCC1F4-7783-9C2C-EB9C-6CBAE4F06B6F}"/>
                </a:ext>
              </a:extLst>
            </p:cNvPr>
            <p:cNvSpPr txBox="1"/>
            <p:nvPr/>
          </p:nvSpPr>
          <p:spPr>
            <a:xfrm>
              <a:off x="4694349" y="920231"/>
              <a:ext cx="64387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3C785F90-FF53-426C-8801-EE5BDE06DB54}"/>
              </a:ext>
            </a:extLst>
          </p:cNvPr>
          <p:cNvGrpSpPr/>
          <p:nvPr/>
        </p:nvGrpSpPr>
        <p:grpSpPr>
          <a:xfrm>
            <a:off x="3275129" y="2033124"/>
            <a:ext cx="479618" cy="313735"/>
            <a:chOff x="4694347" y="902027"/>
            <a:chExt cx="639490" cy="418313"/>
          </a:xfrm>
          <a:solidFill>
            <a:schemeClr val="accent6"/>
          </a:solidFill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77361B7F-4FBA-87EC-5E0A-8211E2AC1240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009A520-0A84-5ABC-30B6-527C4428E2B5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6A0EF0AC-B699-E97D-2C27-E25B51B7D1E5}"/>
              </a:ext>
            </a:extLst>
          </p:cNvPr>
          <p:cNvSpPr txBox="1"/>
          <p:nvPr/>
        </p:nvSpPr>
        <p:spPr>
          <a:xfrm>
            <a:off x="2631226" y="5400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HG꼬딕씨 99g" panose="02020603020101020101" pitchFamily="18" charset="-127"/>
              <a:ea typeface="HG꼬딕씨 99g" panose="02020603020101020101" pitchFamily="18" charset="-127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A227DC1-C932-D3A0-336D-DDF536BFFF86}"/>
              </a:ext>
            </a:extLst>
          </p:cNvPr>
          <p:cNvGrpSpPr/>
          <p:nvPr/>
        </p:nvGrpSpPr>
        <p:grpSpPr>
          <a:xfrm>
            <a:off x="6289448" y="2132198"/>
            <a:ext cx="1460678" cy="405000"/>
            <a:chOff x="6300205" y="2390163"/>
            <a:chExt cx="1460678" cy="405000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7405E624-504D-B707-7C23-AB166266D0F8}"/>
                </a:ext>
              </a:extLst>
            </p:cNvPr>
            <p:cNvGrpSpPr/>
            <p:nvPr/>
          </p:nvGrpSpPr>
          <p:grpSpPr>
            <a:xfrm>
              <a:off x="6758747" y="2435796"/>
              <a:ext cx="450765" cy="313735"/>
              <a:chOff x="4694348" y="902027"/>
              <a:chExt cx="626066" cy="418313"/>
            </a:xfrm>
            <a:solidFill>
              <a:schemeClr val="accent4"/>
            </a:solidFill>
          </p:grpSpPr>
          <p:sp>
            <p:nvSpPr>
              <p:cNvPr id="115" name="사각형: 둥근 모서리 114">
                <a:extLst>
                  <a:ext uri="{FF2B5EF4-FFF2-40B4-BE49-F238E27FC236}">
                    <a16:creationId xmlns:a16="http://schemas.microsoft.com/office/drawing/2014/main" id="{53E1EEF6-176C-C0B7-8922-68CF882EBBA4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grp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F2CFCC3-4882-D01E-2DB7-4ACB038B7937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626065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NFS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47E836BB-AFCE-2E66-4BA1-DBFCA5F8400B}"/>
                </a:ext>
              </a:extLst>
            </p:cNvPr>
            <p:cNvGrpSpPr/>
            <p:nvPr/>
          </p:nvGrpSpPr>
          <p:grpSpPr>
            <a:xfrm>
              <a:off x="7194701" y="2435796"/>
              <a:ext cx="566182" cy="313735"/>
              <a:chOff x="4694348" y="902027"/>
              <a:chExt cx="623074" cy="418313"/>
            </a:xfrm>
          </p:grpSpPr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00CB34E3-52B6-F41F-8184-2CF6CE79EA48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EBFA52E1-A000-18E8-1A51-08AB50FEAA0A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62307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DHCP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9DCC337-4793-F4B9-D0DA-6668F9CFFFDF}"/>
                </a:ext>
              </a:extLst>
            </p:cNvPr>
            <p:cNvGrpSpPr/>
            <p:nvPr/>
          </p:nvGrpSpPr>
          <p:grpSpPr>
            <a:xfrm>
              <a:off x="6300205" y="2390163"/>
              <a:ext cx="405000" cy="405000"/>
              <a:chOff x="6366503" y="1783961"/>
              <a:chExt cx="405000" cy="405000"/>
            </a:xfrm>
          </p:grpSpPr>
          <p:pic>
            <p:nvPicPr>
              <p:cNvPr id="163" name="그림 162">
                <a:extLst>
                  <a:ext uri="{FF2B5EF4-FFF2-40B4-BE49-F238E27FC236}">
                    <a16:creationId xmlns:a16="http://schemas.microsoft.com/office/drawing/2014/main" id="{F56DCF6C-983A-C53E-EF3D-D21E4DD23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503" y="1783961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461941EF-4DC7-BD79-0997-F17EF423DA2F}"/>
                  </a:ext>
                </a:extLst>
              </p:cNvPr>
              <p:cNvSpPr txBox="1"/>
              <p:nvPr/>
            </p:nvSpPr>
            <p:spPr>
              <a:xfrm>
                <a:off x="6436595" y="1847962"/>
                <a:ext cx="264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R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6F44F4C6-BFA2-6C48-498E-51BD46DEAD73}"/>
              </a:ext>
            </a:extLst>
          </p:cNvPr>
          <p:cNvGrpSpPr/>
          <p:nvPr/>
        </p:nvGrpSpPr>
        <p:grpSpPr>
          <a:xfrm>
            <a:off x="6747990" y="3000480"/>
            <a:ext cx="450765" cy="313735"/>
            <a:chOff x="4694348" y="902027"/>
            <a:chExt cx="626066" cy="418313"/>
          </a:xfrm>
          <a:solidFill>
            <a:schemeClr val="accent4"/>
          </a:solidFill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DB2DC92B-9FA2-307C-9641-5872893AF511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6571148-2684-0E5A-488C-1F69C62E5ED5}"/>
                </a:ext>
              </a:extLst>
            </p:cNvPr>
            <p:cNvSpPr txBox="1"/>
            <p:nvPr/>
          </p:nvSpPr>
          <p:spPr>
            <a:xfrm>
              <a:off x="4694349" y="920231"/>
              <a:ext cx="626065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NFS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6909248-499F-8284-2999-F2409750F5AC}"/>
              </a:ext>
            </a:extLst>
          </p:cNvPr>
          <p:cNvGrpSpPr/>
          <p:nvPr/>
        </p:nvGrpSpPr>
        <p:grpSpPr>
          <a:xfrm>
            <a:off x="6289448" y="2954847"/>
            <a:ext cx="405000" cy="405000"/>
            <a:chOff x="6366503" y="2466890"/>
            <a:chExt cx="405000" cy="405000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63D694DC-6BB1-97FE-A260-886ABE457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2466890"/>
              <a:ext cx="405000" cy="405000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22ED0D5-941A-AFB3-CA18-5E24E1D2FD1D}"/>
                </a:ext>
              </a:extLst>
            </p:cNvPr>
            <p:cNvSpPr txBox="1"/>
            <p:nvPr/>
          </p:nvSpPr>
          <p:spPr>
            <a:xfrm>
              <a:off x="6418962" y="2530891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3F370CB9-5FA4-C34B-E1F6-2E8494D0CEA9}"/>
              </a:ext>
            </a:extLst>
          </p:cNvPr>
          <p:cNvCxnSpPr>
            <a:cxnSpLocks/>
            <a:stCxn id="131" idx="2"/>
            <a:endCxn id="119" idx="2"/>
          </p:cNvCxnSpPr>
          <p:nvPr/>
        </p:nvCxnSpPr>
        <p:spPr>
          <a:xfrm rot="5400000" flipH="1">
            <a:off x="4356364" y="1505434"/>
            <a:ext cx="1790006" cy="3472857"/>
          </a:xfrm>
          <a:prstGeom prst="bentConnector3">
            <a:avLst>
              <a:gd name="adj1" fmla="val -12771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8C72868F-CD48-098A-0E45-3C54784E7F68}"/>
              </a:ext>
            </a:extLst>
          </p:cNvPr>
          <p:cNvCxnSpPr>
            <a:cxnSpLocks/>
            <a:stCxn id="122" idx="0"/>
            <a:endCxn id="116" idx="2"/>
          </p:cNvCxnSpPr>
          <p:nvPr/>
        </p:nvCxnSpPr>
        <p:spPr>
          <a:xfrm flipV="1">
            <a:off x="6973373" y="2491566"/>
            <a:ext cx="0" cy="522567"/>
          </a:xfrm>
          <a:prstGeom prst="straightConnector1">
            <a:avLst/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1553918-D521-05DF-3FBD-5DC537625021}"/>
              </a:ext>
            </a:extLst>
          </p:cNvPr>
          <p:cNvSpPr/>
          <p:nvPr/>
        </p:nvSpPr>
        <p:spPr>
          <a:xfrm>
            <a:off x="258104" y="2600898"/>
            <a:ext cx="2138255" cy="500392"/>
          </a:xfrm>
          <a:prstGeom prst="roundRect">
            <a:avLst/>
          </a:prstGeom>
          <a:noFill/>
          <a:ln w="508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A2DCCD4-8E74-FE56-1101-A16CF5DAC238}"/>
              </a:ext>
            </a:extLst>
          </p:cNvPr>
          <p:cNvGrpSpPr/>
          <p:nvPr/>
        </p:nvGrpSpPr>
        <p:grpSpPr>
          <a:xfrm>
            <a:off x="808602" y="2698941"/>
            <a:ext cx="465192" cy="313735"/>
            <a:chOff x="4694347" y="902027"/>
            <a:chExt cx="646106" cy="418313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12A35CD6-169C-2F29-4962-DC4591816A70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5872182-4D71-5AC7-4BDB-734A4F1B30B5}"/>
                </a:ext>
              </a:extLst>
            </p:cNvPr>
            <p:cNvSpPr txBox="1"/>
            <p:nvPr/>
          </p:nvSpPr>
          <p:spPr>
            <a:xfrm>
              <a:off x="4694347" y="920231"/>
              <a:ext cx="64610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RDP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0CAD647-A627-5F4F-C56F-1B7113D8F394}"/>
              </a:ext>
            </a:extLst>
          </p:cNvPr>
          <p:cNvGrpSpPr/>
          <p:nvPr/>
        </p:nvGrpSpPr>
        <p:grpSpPr>
          <a:xfrm>
            <a:off x="1280062" y="2698941"/>
            <a:ext cx="540404" cy="313735"/>
            <a:chOff x="4694347" y="902027"/>
            <a:chExt cx="670432" cy="418313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FA7F1451-6B44-6208-856A-136E07427026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3FEFB5A-4FE4-D537-6F24-C0B8DA082571}"/>
                </a:ext>
              </a:extLst>
            </p:cNvPr>
            <p:cNvSpPr txBox="1"/>
            <p:nvPr/>
          </p:nvSpPr>
          <p:spPr>
            <a:xfrm>
              <a:off x="4694347" y="920231"/>
              <a:ext cx="67043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Putty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59F44629-6B35-9EE7-76D5-FC18720D9F58}"/>
              </a:ext>
            </a:extLst>
          </p:cNvPr>
          <p:cNvGrpSpPr/>
          <p:nvPr/>
        </p:nvGrpSpPr>
        <p:grpSpPr>
          <a:xfrm>
            <a:off x="1797496" y="2698941"/>
            <a:ext cx="433132" cy="313735"/>
            <a:chOff x="4694347" y="902027"/>
            <a:chExt cx="537350" cy="418313"/>
          </a:xfrm>
          <a:solidFill>
            <a:schemeClr val="accent3"/>
          </a:solidFill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7FBBFF19-A347-7928-4336-57A68652DAC3}"/>
                </a:ext>
              </a:extLst>
            </p:cNvPr>
            <p:cNvSpPr/>
            <p:nvPr/>
          </p:nvSpPr>
          <p:spPr>
            <a:xfrm>
              <a:off x="4694347" y="902027"/>
              <a:ext cx="466551" cy="405741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12E0B8E-174B-52DF-6125-9B5AD69EE7E8}"/>
                </a:ext>
              </a:extLst>
            </p:cNvPr>
            <p:cNvSpPr txBox="1"/>
            <p:nvPr/>
          </p:nvSpPr>
          <p:spPr>
            <a:xfrm>
              <a:off x="4694347" y="920231"/>
              <a:ext cx="53735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FTP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FE9D16B-340E-1E73-ABC0-DA7E8ED122F4}"/>
              </a:ext>
            </a:extLst>
          </p:cNvPr>
          <p:cNvCxnSpPr>
            <a:cxnSpLocks/>
          </p:cNvCxnSpPr>
          <p:nvPr/>
        </p:nvCxnSpPr>
        <p:spPr>
          <a:xfrm flipV="1">
            <a:off x="2135006" y="2334265"/>
            <a:ext cx="0" cy="259499"/>
          </a:xfrm>
          <a:prstGeom prst="line">
            <a:avLst/>
          </a:prstGeom>
          <a:ln w="508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39200B47-826D-A4FD-53F9-EDF650D7BF93}"/>
              </a:ext>
            </a:extLst>
          </p:cNvPr>
          <p:cNvCxnSpPr>
            <a:cxnSpLocks/>
            <a:stCxn id="69" idx="2"/>
            <a:endCxn id="80" idx="0"/>
          </p:cNvCxnSpPr>
          <p:nvPr/>
        </p:nvCxnSpPr>
        <p:spPr>
          <a:xfrm rot="5400000">
            <a:off x="2108991" y="2242503"/>
            <a:ext cx="375163" cy="565019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FA8FD1AF-AEA7-21C3-5966-F06488E8CF4F}"/>
              </a:ext>
            </a:extLst>
          </p:cNvPr>
          <p:cNvGrpSpPr/>
          <p:nvPr/>
        </p:nvGrpSpPr>
        <p:grpSpPr>
          <a:xfrm>
            <a:off x="4767852" y="5436150"/>
            <a:ext cx="581388" cy="313735"/>
            <a:chOff x="4694348" y="902027"/>
            <a:chExt cx="619944" cy="418313"/>
          </a:xfrm>
        </p:grpSpPr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A35DD658-8401-64D4-8F04-CE1E6E2E1F68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5204B4A-4C80-D0C0-4053-8B6E30B48463}"/>
                </a:ext>
              </a:extLst>
            </p:cNvPr>
            <p:cNvSpPr txBox="1"/>
            <p:nvPr/>
          </p:nvSpPr>
          <p:spPr>
            <a:xfrm>
              <a:off x="4694349" y="920231"/>
              <a:ext cx="61994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3D7915E2-5D1A-727C-F7FC-12CB1DE8C04D}"/>
              </a:ext>
            </a:extLst>
          </p:cNvPr>
          <p:cNvGrpSpPr/>
          <p:nvPr/>
        </p:nvGrpSpPr>
        <p:grpSpPr>
          <a:xfrm>
            <a:off x="7780397" y="3823131"/>
            <a:ext cx="463589" cy="313735"/>
            <a:chOff x="4694348" y="902027"/>
            <a:chExt cx="599224" cy="418313"/>
          </a:xfrm>
        </p:grpSpPr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4210962F-F722-D653-CF1A-72E8AA20CA2A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B518675-3255-514A-DF58-79112BA943DC}"/>
                </a:ext>
              </a:extLst>
            </p:cNvPr>
            <p:cNvSpPr txBox="1"/>
            <p:nvPr/>
          </p:nvSpPr>
          <p:spPr>
            <a:xfrm>
              <a:off x="4694349" y="920231"/>
              <a:ext cx="59922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cxnSp>
        <p:nvCxnSpPr>
          <p:cNvPr id="208" name="연결선: 꺾임 207">
            <a:extLst>
              <a:ext uri="{FF2B5EF4-FFF2-40B4-BE49-F238E27FC236}">
                <a16:creationId xmlns:a16="http://schemas.microsoft.com/office/drawing/2014/main" id="{EBA56B4D-0A93-B6F1-A9F0-B50F56F13A27}"/>
              </a:ext>
            </a:extLst>
          </p:cNvPr>
          <p:cNvCxnSpPr>
            <a:cxnSpLocks/>
            <a:stCxn id="111" idx="2"/>
            <a:endCxn id="197" idx="2"/>
          </p:cNvCxnSpPr>
          <p:nvPr/>
        </p:nvCxnSpPr>
        <p:spPr>
          <a:xfrm rot="16200000" flipH="1">
            <a:off x="4519662" y="644335"/>
            <a:ext cx="481881" cy="6503180"/>
          </a:xfrm>
          <a:prstGeom prst="bentConnector3">
            <a:avLst>
              <a:gd name="adj1" fmla="val 21385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87D9EE1-3198-8824-FA5A-AF642BC3B47D}"/>
              </a:ext>
            </a:extLst>
          </p:cNvPr>
          <p:cNvGrpSpPr/>
          <p:nvPr/>
        </p:nvGrpSpPr>
        <p:grpSpPr>
          <a:xfrm>
            <a:off x="6289448" y="3777497"/>
            <a:ext cx="1437405" cy="405000"/>
            <a:chOff x="6300205" y="3756021"/>
            <a:chExt cx="1437405" cy="405000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741AC0C6-C7B9-829A-ECB5-E12E2B570723}"/>
                </a:ext>
              </a:extLst>
            </p:cNvPr>
            <p:cNvGrpSpPr/>
            <p:nvPr/>
          </p:nvGrpSpPr>
          <p:grpSpPr>
            <a:xfrm>
              <a:off x="6758743" y="3801654"/>
              <a:ext cx="479618" cy="313735"/>
              <a:chOff x="4694347" y="902027"/>
              <a:chExt cx="639490" cy="418313"/>
            </a:xfrm>
            <a:solidFill>
              <a:schemeClr val="accent6"/>
            </a:solidFill>
          </p:grpSpPr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2EA079B7-AB5E-39C3-66AB-4148B23D6F2A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C2D04BD-A3E3-7B64-58F7-E2873DB428ED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3949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18B6EB2-972B-7F69-4A07-C72CDDA18758}"/>
                </a:ext>
              </a:extLst>
            </p:cNvPr>
            <p:cNvGrpSpPr/>
            <p:nvPr/>
          </p:nvGrpSpPr>
          <p:grpSpPr>
            <a:xfrm>
              <a:off x="6300205" y="3756021"/>
              <a:ext cx="405000" cy="405000"/>
              <a:chOff x="6366503" y="3149819"/>
              <a:chExt cx="405000" cy="405000"/>
            </a:xfrm>
          </p:grpSpPr>
          <p:pic>
            <p:nvPicPr>
              <p:cNvPr id="169" name="그림 168">
                <a:extLst>
                  <a:ext uri="{FF2B5EF4-FFF2-40B4-BE49-F238E27FC236}">
                    <a16:creationId xmlns:a16="http://schemas.microsoft.com/office/drawing/2014/main" id="{7B98D926-1084-2651-F266-0446B02552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503" y="3149819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D76D56C-CB54-D6E6-0102-A0C601F88C0D}"/>
                  </a:ext>
                </a:extLst>
              </p:cNvPr>
              <p:cNvSpPr txBox="1"/>
              <p:nvPr/>
            </p:nvSpPr>
            <p:spPr>
              <a:xfrm>
                <a:off x="6434190" y="3199402"/>
                <a:ext cx="2696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U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FCD0D091-81A7-71E1-DB69-5F9D97B73E4A}"/>
                </a:ext>
              </a:extLst>
            </p:cNvPr>
            <p:cNvGrpSpPr/>
            <p:nvPr/>
          </p:nvGrpSpPr>
          <p:grpSpPr>
            <a:xfrm>
              <a:off x="7286845" y="3801654"/>
              <a:ext cx="450765" cy="313735"/>
              <a:chOff x="4694348" y="902027"/>
              <a:chExt cx="626066" cy="418313"/>
            </a:xfrm>
            <a:solidFill>
              <a:schemeClr val="accent4"/>
            </a:solidFill>
          </p:grpSpPr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8C6860C8-AB5D-9810-1323-4AB104981161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grp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25AFF0-C66A-B356-D4F1-7CDD77B7179C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626065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NFS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</p:grp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2F7F87-4B7F-BE11-D79E-6640EE5672C7}"/>
              </a:ext>
            </a:extLst>
          </p:cNvPr>
          <p:cNvCxnSpPr>
            <a:cxnSpLocks/>
            <a:stCxn id="4" idx="0"/>
            <a:endCxn id="116" idx="2"/>
          </p:cNvCxnSpPr>
          <p:nvPr/>
        </p:nvCxnSpPr>
        <p:spPr>
          <a:xfrm rot="16200000" flipV="1">
            <a:off x="6564814" y="2900126"/>
            <a:ext cx="1345217" cy="528098"/>
          </a:xfrm>
          <a:prstGeom prst="bentConnector3">
            <a:avLst>
              <a:gd name="adj1" fmla="val 73111"/>
            </a:avLst>
          </a:prstGeom>
          <a:ln w="508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4729D9B-E903-E4F7-E74D-9637FAE2C6D7}"/>
              </a:ext>
            </a:extLst>
          </p:cNvPr>
          <p:cNvGrpSpPr/>
          <p:nvPr/>
        </p:nvGrpSpPr>
        <p:grpSpPr>
          <a:xfrm>
            <a:off x="4649777" y="844254"/>
            <a:ext cx="405000" cy="405000"/>
            <a:chOff x="6366503" y="1783961"/>
            <a:chExt cx="405000" cy="405000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4ED4038-0160-C8E9-9818-587FE74F3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1783961"/>
              <a:ext cx="405000" cy="405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59D72E-377B-1B1F-1AA3-853C0F8DA316}"/>
                </a:ext>
              </a:extLst>
            </p:cNvPr>
            <p:cNvSpPr txBox="1"/>
            <p:nvPr/>
          </p:nvSpPr>
          <p:spPr>
            <a:xfrm>
              <a:off x="6436595" y="1847962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D410A51-8641-C77F-CD94-18DF4EB5BE16}"/>
              </a:ext>
            </a:extLst>
          </p:cNvPr>
          <p:cNvGrpSpPr/>
          <p:nvPr/>
        </p:nvGrpSpPr>
        <p:grpSpPr>
          <a:xfrm>
            <a:off x="324619" y="1989831"/>
            <a:ext cx="405000" cy="405000"/>
            <a:chOff x="6366503" y="1783961"/>
            <a:chExt cx="405000" cy="405000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EDEF0EA-D3C7-6675-F225-CE752416D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1783961"/>
              <a:ext cx="405000" cy="4050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0705BA-F86B-D473-1546-E3EE28FB76C4}"/>
                </a:ext>
              </a:extLst>
            </p:cNvPr>
            <p:cNvSpPr txBox="1"/>
            <p:nvPr/>
          </p:nvSpPr>
          <p:spPr>
            <a:xfrm>
              <a:off x="6436595" y="1847962"/>
              <a:ext cx="2648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2976FF5-116A-69AD-9D83-E872D76779A5}"/>
              </a:ext>
            </a:extLst>
          </p:cNvPr>
          <p:cNvGrpSpPr/>
          <p:nvPr/>
        </p:nvGrpSpPr>
        <p:grpSpPr>
          <a:xfrm>
            <a:off x="324619" y="2661253"/>
            <a:ext cx="405000" cy="405000"/>
            <a:chOff x="6366503" y="2466890"/>
            <a:chExt cx="405000" cy="405000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4FF67CA1-11CF-D5CD-A001-00BBE3814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2466890"/>
              <a:ext cx="405000" cy="4050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69ADC7-C389-473B-ECC6-ACF8D79CB064}"/>
                </a:ext>
              </a:extLst>
            </p:cNvPr>
            <p:cNvSpPr txBox="1"/>
            <p:nvPr/>
          </p:nvSpPr>
          <p:spPr>
            <a:xfrm>
              <a:off x="6418962" y="2530891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EACFCA2-52D1-F29D-18A2-5C1B42838029}"/>
              </a:ext>
            </a:extLst>
          </p:cNvPr>
          <p:cNvGrpSpPr/>
          <p:nvPr/>
        </p:nvGrpSpPr>
        <p:grpSpPr>
          <a:xfrm>
            <a:off x="324619" y="3299502"/>
            <a:ext cx="405000" cy="405000"/>
            <a:chOff x="6366503" y="3149819"/>
            <a:chExt cx="405000" cy="405000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526D5265-A743-A35B-C320-68C448D61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3149819"/>
              <a:ext cx="405000" cy="405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A657255-27F8-CA70-F45B-15C13FF66DCD}"/>
                </a:ext>
              </a:extLst>
            </p:cNvPr>
            <p:cNvSpPr txBox="1"/>
            <p:nvPr/>
          </p:nvSpPr>
          <p:spPr>
            <a:xfrm>
              <a:off x="6434190" y="319940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35EEDDA-B9F4-96A5-1928-A97702E3AC20}"/>
              </a:ext>
            </a:extLst>
          </p:cNvPr>
          <p:cNvGrpSpPr/>
          <p:nvPr/>
        </p:nvGrpSpPr>
        <p:grpSpPr>
          <a:xfrm>
            <a:off x="4323326" y="5423303"/>
            <a:ext cx="405000" cy="405000"/>
            <a:chOff x="6366503" y="3149819"/>
            <a:chExt cx="405000" cy="405000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37B1287A-2AD0-1E0F-1455-DD26E70A9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6503" y="3149819"/>
              <a:ext cx="405000" cy="405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7F68653-FD05-73E2-91D0-C58E6948AC5F}"/>
                </a:ext>
              </a:extLst>
            </p:cNvPr>
            <p:cNvSpPr txBox="1"/>
            <p:nvPr/>
          </p:nvSpPr>
          <p:spPr>
            <a:xfrm>
              <a:off x="6434190" y="3199402"/>
              <a:ext cx="300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W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0B5FDCB-BF7B-4659-719B-0A8DA8131644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7088981" y="1499497"/>
            <a:ext cx="379589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259557A1-C6F6-0087-CDCD-3906C2382B84}"/>
              </a:ext>
            </a:extLst>
          </p:cNvPr>
          <p:cNvGrpSpPr/>
          <p:nvPr/>
        </p:nvGrpSpPr>
        <p:grpSpPr>
          <a:xfrm>
            <a:off x="6273408" y="1309549"/>
            <a:ext cx="960165" cy="405000"/>
            <a:chOff x="6290241" y="1873906"/>
            <a:chExt cx="960165" cy="405000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18F57CE-BE14-53C8-DAC2-598A32EEE066}"/>
                </a:ext>
              </a:extLst>
            </p:cNvPr>
            <p:cNvGrpSpPr/>
            <p:nvPr/>
          </p:nvGrpSpPr>
          <p:grpSpPr>
            <a:xfrm>
              <a:off x="6290241" y="1873906"/>
              <a:ext cx="405000" cy="405000"/>
              <a:chOff x="6366503" y="1783961"/>
              <a:chExt cx="405000" cy="405000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66558B3A-9C1C-B9E3-A979-C5E917F16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503" y="1783961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A5C3D0-5A78-B8F2-3BCD-1EBD56CAF1C9}"/>
                  </a:ext>
                </a:extLst>
              </p:cNvPr>
              <p:cNvSpPr txBox="1"/>
              <p:nvPr/>
            </p:nvSpPr>
            <p:spPr>
              <a:xfrm>
                <a:off x="6436595" y="1847962"/>
                <a:ext cx="26481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R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62CA58D-77C2-2D9C-C8B9-D86F7750BD48}"/>
                </a:ext>
              </a:extLst>
            </p:cNvPr>
            <p:cNvGrpSpPr/>
            <p:nvPr/>
          </p:nvGrpSpPr>
          <p:grpSpPr>
            <a:xfrm>
              <a:off x="6772389" y="1919539"/>
              <a:ext cx="478017" cy="313735"/>
              <a:chOff x="4694348" y="902027"/>
              <a:chExt cx="590121" cy="418313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958503CC-CB1B-F9C5-B416-E0365D70C743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B353969-C50B-53D7-1E1F-08EC109CF384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590120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KVM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7EE625C-51C6-9FBA-47AD-B47B50F2F222}"/>
              </a:ext>
            </a:extLst>
          </p:cNvPr>
          <p:cNvGrpSpPr/>
          <p:nvPr/>
        </p:nvGrpSpPr>
        <p:grpSpPr>
          <a:xfrm>
            <a:off x="7468570" y="1176878"/>
            <a:ext cx="660446" cy="645238"/>
            <a:chOff x="7468570" y="1176878"/>
            <a:chExt cx="660446" cy="645238"/>
          </a:xfrm>
        </p:grpSpPr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17049C85-7984-3458-D8E0-720C07FDB727}"/>
                </a:ext>
              </a:extLst>
            </p:cNvPr>
            <p:cNvSpPr/>
            <p:nvPr/>
          </p:nvSpPr>
          <p:spPr>
            <a:xfrm>
              <a:off x="7468570" y="1176878"/>
              <a:ext cx="660446" cy="645238"/>
            </a:xfrm>
            <a:prstGeom prst="round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B78EAE0B-4044-9196-5780-186CD0B02561}"/>
                </a:ext>
              </a:extLst>
            </p:cNvPr>
            <p:cNvGrpSpPr/>
            <p:nvPr/>
          </p:nvGrpSpPr>
          <p:grpSpPr>
            <a:xfrm>
              <a:off x="7596293" y="1296997"/>
              <a:ext cx="405000" cy="405000"/>
              <a:chOff x="6366503" y="2466890"/>
              <a:chExt cx="405000" cy="405000"/>
            </a:xfrm>
          </p:grpSpPr>
          <p:pic>
            <p:nvPicPr>
              <p:cNvPr id="97" name="그림 96">
                <a:extLst>
                  <a:ext uri="{FF2B5EF4-FFF2-40B4-BE49-F238E27FC236}">
                    <a16:creationId xmlns:a16="http://schemas.microsoft.com/office/drawing/2014/main" id="{F91336EA-DA86-ED1F-2D0D-11B231AE18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6503" y="2466890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145FB4C-E000-CFA9-9C74-24B34726C00F}"/>
                  </a:ext>
                </a:extLst>
              </p:cNvPr>
              <p:cNvSpPr txBox="1"/>
              <p:nvPr/>
            </p:nvSpPr>
            <p:spPr>
              <a:xfrm>
                <a:off x="6418962" y="2530891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</p:grp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ADB47AF7-A293-9F4B-060C-440000B1EDF8}"/>
              </a:ext>
            </a:extLst>
          </p:cNvPr>
          <p:cNvCxnSpPr>
            <a:cxnSpLocks/>
          </p:cNvCxnSpPr>
          <p:nvPr/>
        </p:nvCxnSpPr>
        <p:spPr>
          <a:xfrm rot="5400000">
            <a:off x="4694408" y="4865134"/>
            <a:ext cx="1280161" cy="236699"/>
          </a:xfrm>
          <a:prstGeom prst="bentConnector3">
            <a:avLst>
              <a:gd name="adj1" fmla="val 97857"/>
            </a:avLst>
          </a:prstGeom>
          <a:ln w="57150">
            <a:solidFill>
              <a:srgbClr val="70AD47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96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8E409-BDB1-7856-7820-632DE5D8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88C66AB-9E56-9C57-864D-8FBF6364CDC3}"/>
              </a:ext>
            </a:extLst>
          </p:cNvPr>
          <p:cNvSpPr/>
          <p:nvPr/>
        </p:nvSpPr>
        <p:spPr>
          <a:xfrm>
            <a:off x="5063607" y="5523988"/>
            <a:ext cx="3906911" cy="11980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68099C0-F622-76BC-190B-F4ADD910429A}"/>
              </a:ext>
            </a:extLst>
          </p:cNvPr>
          <p:cNvSpPr/>
          <p:nvPr/>
        </p:nvSpPr>
        <p:spPr>
          <a:xfrm>
            <a:off x="5063607" y="212851"/>
            <a:ext cx="3906911" cy="459280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162EC79-36DE-3665-F364-EE1737DE0E77}"/>
              </a:ext>
            </a:extLst>
          </p:cNvPr>
          <p:cNvSpPr/>
          <p:nvPr/>
        </p:nvSpPr>
        <p:spPr>
          <a:xfrm>
            <a:off x="173480" y="1873905"/>
            <a:ext cx="4660125" cy="48481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43DBF08-EA78-0531-8E8E-D59014DED69C}"/>
              </a:ext>
            </a:extLst>
          </p:cNvPr>
          <p:cNvSpPr/>
          <p:nvPr/>
        </p:nvSpPr>
        <p:spPr>
          <a:xfrm>
            <a:off x="380536" y="135965"/>
            <a:ext cx="2207689" cy="1241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B645E5C-6CA9-FCC9-1427-047960F2FAA6}"/>
              </a:ext>
            </a:extLst>
          </p:cNvPr>
          <p:cNvGrpSpPr/>
          <p:nvPr/>
        </p:nvGrpSpPr>
        <p:grpSpPr>
          <a:xfrm>
            <a:off x="489548" y="205586"/>
            <a:ext cx="987124" cy="351000"/>
            <a:chOff x="5440171" y="2865268"/>
            <a:chExt cx="1316166" cy="46800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42515899-955D-3E07-6EAA-3F96FAD57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0171" y="2865268"/>
              <a:ext cx="468000" cy="468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CF1264C-BD89-6573-72A0-BA0ED5B2DC9C}"/>
                </a:ext>
              </a:extLst>
            </p:cNvPr>
            <p:cNvSpPr txBox="1"/>
            <p:nvPr/>
          </p:nvSpPr>
          <p:spPr>
            <a:xfrm>
              <a:off x="5888150" y="2911677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 err="1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백본망</a:t>
              </a:r>
              <a:endParaRPr lang="ko-KR" altLang="en-US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635428D-A555-ECBF-DDF6-46FF876CD22B}"/>
              </a:ext>
            </a:extLst>
          </p:cNvPr>
          <p:cNvGrpSpPr/>
          <p:nvPr/>
        </p:nvGrpSpPr>
        <p:grpSpPr>
          <a:xfrm>
            <a:off x="467541" y="2150876"/>
            <a:ext cx="1016839" cy="351000"/>
            <a:chOff x="4523896" y="3812797"/>
            <a:chExt cx="1355785" cy="468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877FA219-E139-3406-85C6-D374E5330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896" y="3812797"/>
              <a:ext cx="468000" cy="4680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C826CE-A106-EC9C-F299-6000F931ACFE}"/>
                </a:ext>
              </a:extLst>
            </p:cNvPr>
            <p:cNvSpPr txBox="1"/>
            <p:nvPr/>
          </p:nvSpPr>
          <p:spPr>
            <a:xfrm>
              <a:off x="4932413" y="3862132"/>
              <a:ext cx="94726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LB </a:t>
              </a:r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본사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A8C498A4-F0EF-D104-7A7E-DCA375D30643}"/>
              </a:ext>
            </a:extLst>
          </p:cNvPr>
          <p:cNvGrpSpPr/>
          <p:nvPr/>
        </p:nvGrpSpPr>
        <p:grpSpPr>
          <a:xfrm>
            <a:off x="5309467" y="5684202"/>
            <a:ext cx="1002140" cy="351000"/>
            <a:chOff x="5453912" y="4693164"/>
            <a:chExt cx="1336187" cy="46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95926F4-7552-0029-730A-91A8EAE1C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912" y="4693164"/>
              <a:ext cx="468000" cy="468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27E776-4225-996A-A466-DCB8AE404FCC}"/>
                </a:ext>
              </a:extLst>
            </p:cNvPr>
            <p:cNvSpPr txBox="1"/>
            <p:nvPr/>
          </p:nvSpPr>
          <p:spPr>
            <a:xfrm>
              <a:off x="5921912" y="4742499"/>
              <a:ext cx="8681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대리점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EFA2A4FF-2E5D-6C30-C546-AF9657660E7F}"/>
              </a:ext>
            </a:extLst>
          </p:cNvPr>
          <p:cNvGrpSpPr/>
          <p:nvPr/>
        </p:nvGrpSpPr>
        <p:grpSpPr>
          <a:xfrm>
            <a:off x="5319376" y="405270"/>
            <a:ext cx="1367123" cy="405000"/>
            <a:chOff x="5255932" y="5366731"/>
            <a:chExt cx="1822831" cy="540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23BD31D-4A70-7EDB-CE27-CFCDA163A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5932" y="5366731"/>
              <a:ext cx="540000" cy="540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9AB72E-8095-53B2-8D00-107AB8102ADA}"/>
                </a:ext>
              </a:extLst>
            </p:cNvPr>
            <p:cNvSpPr txBox="1"/>
            <p:nvPr/>
          </p:nvSpPr>
          <p:spPr>
            <a:xfrm>
              <a:off x="5795932" y="5452066"/>
              <a:ext cx="128283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350" dirty="0">
                  <a:latin typeface="HG꼬딕씨 80g" panose="02020603020101020101" pitchFamily="18" charset="-127"/>
                  <a:ea typeface="HG꼬딕씨 80g" panose="02020603020101020101" pitchFamily="18" charset="-127"/>
                </a:rPr>
                <a:t>데이터센터</a:t>
              </a:r>
              <a:endParaRPr lang="en-US" altLang="ko-KR" sz="1350" dirty="0">
                <a:latin typeface="HG꼬딕씨 80g" panose="02020603020101020101" pitchFamily="18" charset="-127"/>
                <a:ea typeface="HG꼬딕씨 80g" panose="02020603020101020101" pitchFamily="18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33C570F-9459-A530-92D3-FA60AD40767E}"/>
              </a:ext>
            </a:extLst>
          </p:cNvPr>
          <p:cNvSpPr txBox="1"/>
          <p:nvPr/>
        </p:nvSpPr>
        <p:spPr>
          <a:xfrm>
            <a:off x="772633" y="1108613"/>
            <a:ext cx="7040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백본 서버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DB35D78-776F-F4BA-1AB6-6BF03530FCD6}"/>
              </a:ext>
            </a:extLst>
          </p:cNvPr>
          <p:cNvGrpSpPr/>
          <p:nvPr/>
        </p:nvGrpSpPr>
        <p:grpSpPr>
          <a:xfrm>
            <a:off x="415712" y="689120"/>
            <a:ext cx="479618" cy="313735"/>
            <a:chOff x="4694347" y="902027"/>
            <a:chExt cx="639490" cy="418313"/>
          </a:xfrm>
          <a:solidFill>
            <a:schemeClr val="accent1"/>
          </a:solidFill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A947DF3E-3433-DEB6-77AD-1F0EDC683E5D}"/>
                </a:ext>
              </a:extLst>
            </p:cNvPr>
            <p:cNvSpPr/>
            <p:nvPr/>
          </p:nvSpPr>
          <p:spPr>
            <a:xfrm>
              <a:off x="4694347" y="902027"/>
              <a:ext cx="579005" cy="405741"/>
            </a:xfrm>
            <a:prstGeom prst="round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91A351F-BFEE-E0DA-99CA-AFF45FF2A205}"/>
                </a:ext>
              </a:extLst>
            </p:cNvPr>
            <p:cNvSpPr txBox="1"/>
            <p:nvPr/>
          </p:nvSpPr>
          <p:spPr>
            <a:xfrm>
              <a:off x="4694347" y="920231"/>
              <a:ext cx="639490" cy="400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SMB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B57DB2AF-B2A3-3B2A-05AE-4C4B2B1EAEBC}"/>
              </a:ext>
            </a:extLst>
          </p:cNvPr>
          <p:cNvGrpSpPr/>
          <p:nvPr/>
        </p:nvGrpSpPr>
        <p:grpSpPr>
          <a:xfrm>
            <a:off x="858850" y="5474066"/>
            <a:ext cx="492444" cy="313735"/>
            <a:chOff x="4694348" y="902027"/>
            <a:chExt cx="1011362" cy="418313"/>
          </a:xfrm>
        </p:grpSpPr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4797D9A9-BB4A-DF98-161E-19EDA6F3181A}"/>
                </a:ext>
              </a:extLst>
            </p:cNvPr>
            <p:cNvSpPr/>
            <p:nvPr/>
          </p:nvSpPr>
          <p:spPr>
            <a:xfrm>
              <a:off x="4694348" y="902027"/>
              <a:ext cx="884325" cy="40574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ED92DFF-54FE-AD41-738F-8DD531CA1CDB}"/>
                </a:ext>
              </a:extLst>
            </p:cNvPr>
            <p:cNvSpPr txBox="1"/>
            <p:nvPr/>
          </p:nvSpPr>
          <p:spPr>
            <a:xfrm>
              <a:off x="4694350" y="920231"/>
              <a:ext cx="10113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WEB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201FF85A-A8B4-C9F6-D8C4-A3EB6E9EA04C}"/>
              </a:ext>
            </a:extLst>
          </p:cNvPr>
          <p:cNvSpPr txBox="1"/>
          <p:nvPr/>
        </p:nvSpPr>
        <p:spPr>
          <a:xfrm>
            <a:off x="2640370" y="11527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HG꼬딕씨 99g" panose="02020603020101020101" pitchFamily="18" charset="-127"/>
              <a:ea typeface="HG꼬딕씨 99g" panose="02020603020101020101" pitchFamily="18" charset="-127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721EA293-B942-E2A0-4AAA-B682A81B2A51}"/>
              </a:ext>
            </a:extLst>
          </p:cNvPr>
          <p:cNvGrpSpPr/>
          <p:nvPr/>
        </p:nvGrpSpPr>
        <p:grpSpPr>
          <a:xfrm>
            <a:off x="361658" y="5428433"/>
            <a:ext cx="405000" cy="405000"/>
            <a:chOff x="5965098" y="2612503"/>
            <a:chExt cx="720000" cy="720000"/>
          </a:xfrm>
        </p:grpSpPr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5693E32F-FD08-A380-3020-55A3E0B0B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5098" y="2612503"/>
              <a:ext cx="720000" cy="720000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D279E22-9591-7071-4265-056FBBCF8110}"/>
                </a:ext>
              </a:extLst>
            </p:cNvPr>
            <p:cNvSpPr txBox="1"/>
            <p:nvPr/>
          </p:nvSpPr>
          <p:spPr>
            <a:xfrm>
              <a:off x="6085430" y="2726283"/>
              <a:ext cx="479335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U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780059D5-FC65-5B00-7DB9-6C85B93C2368}"/>
              </a:ext>
            </a:extLst>
          </p:cNvPr>
          <p:cNvGrpSpPr/>
          <p:nvPr/>
        </p:nvGrpSpPr>
        <p:grpSpPr>
          <a:xfrm>
            <a:off x="913450" y="638771"/>
            <a:ext cx="405000" cy="405000"/>
            <a:chOff x="319942" y="2252503"/>
            <a:chExt cx="720000" cy="720000"/>
          </a:xfrm>
        </p:grpSpPr>
        <p:pic>
          <p:nvPicPr>
            <p:cNvPr id="160" name="그림 159">
              <a:extLst>
                <a:ext uri="{FF2B5EF4-FFF2-40B4-BE49-F238E27FC236}">
                  <a16:creationId xmlns:a16="http://schemas.microsoft.com/office/drawing/2014/main" id="{64426585-DCFC-9008-9D64-54B3B54CA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942" y="2252503"/>
              <a:ext cx="720000" cy="720000"/>
            </a:xfrm>
            <a:prstGeom prst="rect">
              <a:avLst/>
            </a:prstGeom>
          </p:spPr>
        </p:pic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C7810C9-E9CC-FAE8-3BE5-6C5608194EF8}"/>
                </a:ext>
              </a:extLst>
            </p:cNvPr>
            <p:cNvSpPr txBox="1"/>
            <p:nvPr/>
          </p:nvSpPr>
          <p:spPr>
            <a:xfrm>
              <a:off x="444550" y="2366283"/>
              <a:ext cx="47078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HG꼬딕씨 99g" panose="02020603020101020101" pitchFamily="18" charset="-127"/>
                  <a:ea typeface="HG꼬딕씨 99g" panose="02020603020101020101" pitchFamily="18" charset="-127"/>
                </a:rPr>
                <a:t>R</a:t>
              </a:r>
              <a:endParaRPr lang="ko-KR" altLang="en-US" sz="1200" dirty="0">
                <a:latin typeface="HG꼬딕씨 99g" panose="02020603020101020101" pitchFamily="18" charset="-127"/>
                <a:ea typeface="HG꼬딕씨 99g" panose="02020603020101020101" pitchFamily="18" charset="-127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62629BB-3ABC-C91E-9B08-33449C27CC3F}"/>
              </a:ext>
            </a:extLst>
          </p:cNvPr>
          <p:cNvGrpSpPr/>
          <p:nvPr/>
        </p:nvGrpSpPr>
        <p:grpSpPr>
          <a:xfrm>
            <a:off x="6855021" y="3836443"/>
            <a:ext cx="463589" cy="313735"/>
            <a:chOff x="4694348" y="902027"/>
            <a:chExt cx="599224" cy="418313"/>
          </a:xfrm>
        </p:grpSpPr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C079D6F4-CD48-36F7-4598-72415B718858}"/>
                </a:ext>
              </a:extLst>
            </p:cNvPr>
            <p:cNvSpPr/>
            <p:nvPr/>
          </p:nvSpPr>
          <p:spPr>
            <a:xfrm>
              <a:off x="4694348" y="902027"/>
              <a:ext cx="534673" cy="405741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 dirty="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2F633AB-7BE4-51EC-AD70-0877C07C2508}"/>
                </a:ext>
              </a:extLst>
            </p:cNvPr>
            <p:cNvSpPr txBox="1"/>
            <p:nvPr/>
          </p:nvSpPr>
          <p:spPr>
            <a:xfrm>
              <a:off x="4694349" y="920231"/>
              <a:ext cx="59922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rPr>
                <a:t>VNC</a:t>
              </a:r>
              <a:endParaRPr lang="ko-KR" altLang="en-US" sz="1350" dirty="0">
                <a:solidFill>
                  <a:schemeClr val="bg1"/>
                </a:solidFill>
                <a:latin typeface="HG꼬딕씨 60g" panose="02020603020101020101" pitchFamily="18" charset="-127"/>
                <a:ea typeface="HG꼬딕씨 60g" panose="02020603020101020101" pitchFamily="18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B75757C-3EEC-8A69-28AE-BDCDFA4E80F4}"/>
              </a:ext>
            </a:extLst>
          </p:cNvPr>
          <p:cNvSpPr txBox="1"/>
          <p:nvPr/>
        </p:nvSpPr>
        <p:spPr>
          <a:xfrm>
            <a:off x="1350320" y="636392"/>
            <a:ext cx="1229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운영체제 </a:t>
            </a:r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: Rocky</a:t>
            </a:r>
          </a:p>
          <a:p>
            <a:r>
              <a: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도메인 </a:t>
            </a:r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: </a:t>
            </a:r>
          </a:p>
          <a:p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IP : 37.128.0.2/13</a:t>
            </a:r>
            <a:endParaRPr lang="ko-KR" altLang="en-US" sz="1200" dirty="0">
              <a:latin typeface="HG꼬딕씨 40g" panose="02020603020101020101" pitchFamily="18" charset="-127"/>
              <a:ea typeface="HG꼬딕씨 40g" panose="02020603020101020101" pitchFamily="18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697189B-AAEC-FA04-A374-BEB185AA6532}"/>
              </a:ext>
            </a:extLst>
          </p:cNvPr>
          <p:cNvGrpSpPr/>
          <p:nvPr/>
        </p:nvGrpSpPr>
        <p:grpSpPr>
          <a:xfrm>
            <a:off x="5438146" y="979771"/>
            <a:ext cx="3405545" cy="646331"/>
            <a:chOff x="5438146" y="979771"/>
            <a:chExt cx="3405545" cy="64633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3F5CB79-041B-61A3-080E-1CD870312604}"/>
                </a:ext>
              </a:extLst>
            </p:cNvPr>
            <p:cNvGrpSpPr/>
            <p:nvPr/>
          </p:nvGrpSpPr>
          <p:grpSpPr>
            <a:xfrm>
              <a:off x="5438146" y="1080222"/>
              <a:ext cx="1449105" cy="405000"/>
              <a:chOff x="5438146" y="1016778"/>
              <a:chExt cx="1449105" cy="40500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DE6E8712-BA13-9410-C5BB-27B4D4195865}"/>
                  </a:ext>
                </a:extLst>
              </p:cNvPr>
              <p:cNvGrpSpPr/>
              <p:nvPr/>
            </p:nvGrpSpPr>
            <p:grpSpPr>
              <a:xfrm>
                <a:off x="5885115" y="1062411"/>
                <a:ext cx="450765" cy="313735"/>
                <a:chOff x="4694348" y="902027"/>
                <a:chExt cx="626066" cy="418313"/>
              </a:xfrm>
              <a:solidFill>
                <a:schemeClr val="accent4"/>
              </a:solidFill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F6C52E4C-B8CA-6622-F655-817C42D17FF3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72DCE812-EB36-859B-41F9-971FB0CE32CD}"/>
                    </a:ext>
                  </a:extLst>
                </p:cNvPr>
                <p:cNvSpPr txBox="1"/>
                <p:nvPr/>
              </p:nvSpPr>
              <p:spPr>
                <a:xfrm>
                  <a:off x="4694349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622D43C5-9C93-C38E-5647-4672731931A4}"/>
                  </a:ext>
                </a:extLst>
              </p:cNvPr>
              <p:cNvGrpSpPr/>
              <p:nvPr/>
            </p:nvGrpSpPr>
            <p:grpSpPr>
              <a:xfrm>
                <a:off x="6321069" y="1062411"/>
                <a:ext cx="566182" cy="313735"/>
                <a:chOff x="4694348" y="902027"/>
                <a:chExt cx="623074" cy="418313"/>
              </a:xfrm>
            </p:grpSpPr>
            <p:sp>
              <p:nvSpPr>
                <p:cNvPr id="124" name="사각형: 둥근 모서리 123">
                  <a:extLst>
                    <a:ext uri="{FF2B5EF4-FFF2-40B4-BE49-F238E27FC236}">
                      <a16:creationId xmlns:a16="http://schemas.microsoft.com/office/drawing/2014/main" id="{DA3D0D92-A984-5DC4-741D-400280F96280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937EC493-6484-25BD-8FF9-46C7FD3E658C}"/>
                    </a:ext>
                  </a:extLst>
                </p:cNvPr>
                <p:cNvSpPr txBox="1"/>
                <p:nvPr/>
              </p:nvSpPr>
              <p:spPr>
                <a:xfrm>
                  <a:off x="4694349" y="920231"/>
                  <a:ext cx="62307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DHCP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CDA4B61B-8316-E387-6A5C-A3C5ECCFEF9B}"/>
                  </a:ext>
                </a:extLst>
              </p:cNvPr>
              <p:cNvGrpSpPr/>
              <p:nvPr/>
            </p:nvGrpSpPr>
            <p:grpSpPr>
              <a:xfrm>
                <a:off x="5438146" y="1016778"/>
                <a:ext cx="405000" cy="405000"/>
                <a:chOff x="319942" y="2252503"/>
                <a:chExt cx="720000" cy="720000"/>
              </a:xfrm>
            </p:grpSpPr>
            <p:pic>
              <p:nvPicPr>
                <p:cNvPr id="163" name="그림 162">
                  <a:extLst>
                    <a:ext uri="{FF2B5EF4-FFF2-40B4-BE49-F238E27FC236}">
                      <a16:creationId xmlns:a16="http://schemas.microsoft.com/office/drawing/2014/main" id="{9142BC7D-D31F-562F-4E12-26A7E2810C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9942" y="225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9EBC25D9-F537-6CC9-BB61-62BF65262717}"/>
                    </a:ext>
                  </a:extLst>
                </p:cNvPr>
                <p:cNvSpPr txBox="1"/>
                <p:nvPr/>
              </p:nvSpPr>
              <p:spPr>
                <a:xfrm>
                  <a:off x="444550" y="2366283"/>
                  <a:ext cx="470784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R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68C612-4DE2-4DBB-59FF-04708408E5BD}"/>
                </a:ext>
              </a:extLst>
            </p:cNvPr>
            <p:cNvSpPr txBox="1"/>
            <p:nvPr/>
          </p:nvSpPr>
          <p:spPr>
            <a:xfrm>
              <a:off x="7280443" y="979771"/>
              <a:ext cx="15632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Rocky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ndk.data.com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37.96.0.2/11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281D158-47E6-D5E0-6254-227AACB30290}"/>
              </a:ext>
            </a:extLst>
          </p:cNvPr>
          <p:cNvGrpSpPr/>
          <p:nvPr/>
        </p:nvGrpSpPr>
        <p:grpSpPr>
          <a:xfrm>
            <a:off x="5438146" y="2690868"/>
            <a:ext cx="3436739" cy="646331"/>
            <a:chOff x="5438146" y="2690868"/>
            <a:chExt cx="3436739" cy="646331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39B0023-2735-8DF9-7D01-A1021A93A0C2}"/>
                </a:ext>
              </a:extLst>
            </p:cNvPr>
            <p:cNvGrpSpPr/>
            <p:nvPr/>
          </p:nvGrpSpPr>
          <p:grpSpPr>
            <a:xfrm>
              <a:off x="5438146" y="2811533"/>
              <a:ext cx="897734" cy="405000"/>
              <a:chOff x="5438146" y="2000870"/>
              <a:chExt cx="897734" cy="405000"/>
            </a:xfrm>
          </p:grpSpPr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01541379-E4C8-8FB0-4103-1A05C2584BD9}"/>
                  </a:ext>
                </a:extLst>
              </p:cNvPr>
              <p:cNvGrpSpPr/>
              <p:nvPr/>
            </p:nvGrpSpPr>
            <p:grpSpPr>
              <a:xfrm>
                <a:off x="5885111" y="2046503"/>
                <a:ext cx="450769" cy="313735"/>
                <a:chOff x="4694348" y="902027"/>
                <a:chExt cx="626072" cy="418313"/>
              </a:xfrm>
              <a:solidFill>
                <a:schemeClr val="accent4"/>
              </a:solidFill>
            </p:grpSpPr>
            <p:sp>
              <p:nvSpPr>
                <p:cNvPr id="121" name="사각형: 둥근 모서리 120">
                  <a:extLst>
                    <a:ext uri="{FF2B5EF4-FFF2-40B4-BE49-F238E27FC236}">
                      <a16:creationId xmlns:a16="http://schemas.microsoft.com/office/drawing/2014/main" id="{76C06AF4-A7C6-7A69-F7CF-E2CC6A5341C1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B98F64DC-422B-E183-ECDF-71A95AF967C4}"/>
                    </a:ext>
                  </a:extLst>
                </p:cNvPr>
                <p:cNvSpPr txBox="1"/>
                <p:nvPr/>
              </p:nvSpPr>
              <p:spPr>
                <a:xfrm>
                  <a:off x="4694355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1B696B4A-8D11-BB44-651A-349293C6CF5E}"/>
                  </a:ext>
                </a:extLst>
              </p:cNvPr>
              <p:cNvGrpSpPr/>
              <p:nvPr/>
            </p:nvGrpSpPr>
            <p:grpSpPr>
              <a:xfrm>
                <a:off x="5438146" y="2000870"/>
                <a:ext cx="405000" cy="405000"/>
                <a:chOff x="5951487" y="3751638"/>
                <a:chExt cx="720000" cy="720000"/>
              </a:xfrm>
            </p:grpSpPr>
            <p:pic>
              <p:nvPicPr>
                <p:cNvPr id="166" name="그림 165">
                  <a:extLst>
                    <a:ext uri="{FF2B5EF4-FFF2-40B4-BE49-F238E27FC236}">
                      <a16:creationId xmlns:a16="http://schemas.microsoft.com/office/drawing/2014/main" id="{65368F3B-EB01-0A0C-2950-FDC8BEAB55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51487" y="3751638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A904ACB-F7BA-6049-4A71-E89444D9655A}"/>
                    </a:ext>
                  </a:extLst>
                </p:cNvPr>
                <p:cNvSpPr txBox="1"/>
                <p:nvPr/>
              </p:nvSpPr>
              <p:spPr>
                <a:xfrm>
                  <a:off x="6044747" y="3865418"/>
                  <a:ext cx="533479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W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4CB30F-2B89-1817-CBF7-94F3C4FB07B8}"/>
                </a:ext>
              </a:extLst>
            </p:cNvPr>
            <p:cNvSpPr txBox="1"/>
            <p:nvPr/>
          </p:nvSpPr>
          <p:spPr>
            <a:xfrm>
              <a:off x="7253928" y="2690868"/>
              <a:ext cx="16209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wn.data.com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37.96.0.12/11 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DD276414-13C5-8225-B62A-615CB8AE1EFB}"/>
              </a:ext>
            </a:extLst>
          </p:cNvPr>
          <p:cNvGrpSpPr/>
          <p:nvPr/>
        </p:nvGrpSpPr>
        <p:grpSpPr>
          <a:xfrm>
            <a:off x="5255467" y="5959769"/>
            <a:ext cx="3583234" cy="646331"/>
            <a:chOff x="5255467" y="5959769"/>
            <a:chExt cx="3583234" cy="646331"/>
          </a:xfrm>
        </p:grpSpPr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D774A134-70B7-D060-DF88-B7B7F6D14F88}"/>
                </a:ext>
              </a:extLst>
            </p:cNvPr>
            <p:cNvGrpSpPr/>
            <p:nvPr/>
          </p:nvGrpSpPr>
          <p:grpSpPr>
            <a:xfrm>
              <a:off x="5255467" y="6099234"/>
              <a:ext cx="405000" cy="405000"/>
              <a:chOff x="5965098" y="2612503"/>
              <a:chExt cx="720000" cy="720000"/>
            </a:xfrm>
          </p:grpSpPr>
          <p:pic>
            <p:nvPicPr>
              <p:cNvPr id="173" name="그림 172">
                <a:extLst>
                  <a:ext uri="{FF2B5EF4-FFF2-40B4-BE49-F238E27FC236}">
                    <a16:creationId xmlns:a16="http://schemas.microsoft.com/office/drawing/2014/main" id="{24C8A23F-C9BC-315F-E4E0-99BDBB8DC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5098" y="2612503"/>
                <a:ext cx="720000" cy="720000"/>
              </a:xfrm>
              <a:prstGeom prst="rect">
                <a:avLst/>
              </a:prstGeom>
            </p:spPr>
          </p:pic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FD24D57-4A98-006E-6647-D3BBC690AB0F}"/>
                  </a:ext>
                </a:extLst>
              </p:cNvPr>
              <p:cNvSpPr txBox="1"/>
              <p:nvPr/>
            </p:nvSpPr>
            <p:spPr>
              <a:xfrm>
                <a:off x="6085430" y="2726283"/>
                <a:ext cx="51923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AA24827C-12BD-A95B-A2D3-6742E12348D5}"/>
                </a:ext>
              </a:extLst>
            </p:cNvPr>
            <p:cNvGrpSpPr/>
            <p:nvPr/>
          </p:nvGrpSpPr>
          <p:grpSpPr>
            <a:xfrm>
              <a:off x="5722708" y="6155104"/>
              <a:ext cx="479619" cy="313735"/>
              <a:chOff x="4694348" y="902027"/>
              <a:chExt cx="619944" cy="418313"/>
            </a:xfrm>
          </p:grpSpPr>
          <p:sp>
            <p:nvSpPr>
              <p:cNvPr id="193" name="사각형: 둥근 모서리 192">
                <a:extLst>
                  <a:ext uri="{FF2B5EF4-FFF2-40B4-BE49-F238E27FC236}">
                    <a16:creationId xmlns:a16="http://schemas.microsoft.com/office/drawing/2014/main" id="{3AFFA882-2BAF-C427-C431-D48E9B59B198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856AE70-3269-05F8-B1F8-A4DA554B2FF5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61994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7566BBA-7A98-41E9-8F04-C329D0DA747F}"/>
                </a:ext>
              </a:extLst>
            </p:cNvPr>
            <p:cNvSpPr txBox="1"/>
            <p:nvPr/>
          </p:nvSpPr>
          <p:spPr>
            <a:xfrm>
              <a:off x="7341047" y="5959769"/>
              <a:ext cx="1497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d2.dae.com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37.224.0.3/13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E594AF2-19BD-89BC-9E30-1A02D9486571}"/>
              </a:ext>
            </a:extLst>
          </p:cNvPr>
          <p:cNvSpPr txBox="1"/>
          <p:nvPr/>
        </p:nvSpPr>
        <p:spPr>
          <a:xfrm>
            <a:off x="2971140" y="5437577"/>
            <a:ext cx="1457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운영체제 </a:t>
            </a:r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: Ubuntu</a:t>
            </a:r>
            <a:b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</a:br>
            <a:r>
              <a: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도메인 </a:t>
            </a:r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: wv.bon.com</a:t>
            </a:r>
          </a:p>
          <a:p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IP : 37.0.0.0/11(</a:t>
            </a:r>
            <a:r>
              <a:rPr lang="en-US" altLang="ko-KR" sz="1200" dirty="0" err="1">
                <a:latin typeface="HG꼬딕씨 40g" panose="02020603020101020101" pitchFamily="18" charset="-127"/>
                <a:ea typeface="HG꼬딕씨 40g" panose="02020603020101020101" pitchFamily="18" charset="-127"/>
              </a:rPr>
              <a:t>dhcp</a:t>
            </a:r>
            <a:r>
              <a:rPr lang="en-US" altLang="ko-KR" sz="1200" dirty="0">
                <a:latin typeface="HG꼬딕씨 40g" panose="02020603020101020101" pitchFamily="18" charset="-127"/>
                <a:ea typeface="HG꼬딕씨 40g" panose="02020603020101020101" pitchFamily="18" charset="-127"/>
              </a:rPr>
              <a:t>)</a:t>
            </a:r>
            <a:endParaRPr lang="ko-KR" altLang="en-US" sz="1200" dirty="0">
              <a:latin typeface="HG꼬딕씨 40g" panose="02020603020101020101" pitchFamily="18" charset="-127"/>
              <a:ea typeface="HG꼬딕씨 40g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9B4838A-B572-5881-CFE6-2380B3EFD553}"/>
              </a:ext>
            </a:extLst>
          </p:cNvPr>
          <p:cNvGrpSpPr/>
          <p:nvPr/>
        </p:nvGrpSpPr>
        <p:grpSpPr>
          <a:xfrm>
            <a:off x="319096" y="4159322"/>
            <a:ext cx="4129596" cy="655475"/>
            <a:chOff x="319096" y="4159322"/>
            <a:chExt cx="4129596" cy="655475"/>
          </a:xfrm>
        </p:grpSpPr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A6B2BCE6-980A-C037-F575-36AD363F9EAA}"/>
                </a:ext>
              </a:extLst>
            </p:cNvPr>
            <p:cNvGrpSpPr/>
            <p:nvPr/>
          </p:nvGrpSpPr>
          <p:grpSpPr>
            <a:xfrm>
              <a:off x="319096" y="4159322"/>
              <a:ext cx="405000" cy="405000"/>
              <a:chOff x="5951487" y="3751638"/>
              <a:chExt cx="720000" cy="720000"/>
            </a:xfrm>
          </p:grpSpPr>
          <p:pic>
            <p:nvPicPr>
              <p:cNvPr id="154" name="그림 153">
                <a:extLst>
                  <a:ext uri="{FF2B5EF4-FFF2-40B4-BE49-F238E27FC236}">
                    <a16:creationId xmlns:a16="http://schemas.microsoft.com/office/drawing/2014/main" id="{B767F0D3-6F5F-63BF-E6DF-23E2B29895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1487" y="3751638"/>
                <a:ext cx="720000" cy="720000"/>
              </a:xfrm>
              <a:prstGeom prst="rect">
                <a:avLst/>
              </a:prstGeom>
            </p:spPr>
          </p:pic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B47B51B-E9BA-E0FF-94C8-EDDF9910FB21}"/>
                  </a:ext>
                </a:extLst>
              </p:cNvPr>
              <p:cNvSpPr txBox="1"/>
              <p:nvPr/>
            </p:nvSpPr>
            <p:spPr>
              <a:xfrm>
                <a:off x="6044747" y="3865418"/>
                <a:ext cx="53347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1146D89E-CC93-EFDF-7511-CFD69DADBB6A}"/>
                </a:ext>
              </a:extLst>
            </p:cNvPr>
            <p:cNvGrpSpPr/>
            <p:nvPr/>
          </p:nvGrpSpPr>
          <p:grpSpPr>
            <a:xfrm>
              <a:off x="816279" y="4203251"/>
              <a:ext cx="465192" cy="313735"/>
              <a:chOff x="4694347" y="902027"/>
              <a:chExt cx="646106" cy="418313"/>
            </a:xfrm>
          </p:grpSpPr>
          <p:sp>
            <p:nvSpPr>
              <p:cNvPr id="73" name="사각형: 둥근 모서리 72">
                <a:extLst>
                  <a:ext uri="{FF2B5EF4-FFF2-40B4-BE49-F238E27FC236}">
                    <a16:creationId xmlns:a16="http://schemas.microsoft.com/office/drawing/2014/main" id="{0525A8A2-1C97-A7F9-6F4A-D60963BCAF7C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D0BDE58-FF0B-8771-7554-E2398F07B583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4610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RDP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474E7C33-DB16-42AD-7C7C-066DEAB62759}"/>
                </a:ext>
              </a:extLst>
            </p:cNvPr>
            <p:cNvGrpSpPr/>
            <p:nvPr/>
          </p:nvGrpSpPr>
          <p:grpSpPr>
            <a:xfrm>
              <a:off x="1287739" y="4203251"/>
              <a:ext cx="540404" cy="313735"/>
              <a:chOff x="4694347" y="902027"/>
              <a:chExt cx="670432" cy="418313"/>
            </a:xfrm>
          </p:grpSpPr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629F56FF-3FA5-1514-C06F-6777C52EDA5E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F708057-1849-AB9C-D22F-C3596726DD5A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7043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Putty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46D16EA6-E178-7FEF-869B-BAE5402F7A9E}"/>
                </a:ext>
              </a:extLst>
            </p:cNvPr>
            <p:cNvGrpSpPr/>
            <p:nvPr/>
          </p:nvGrpSpPr>
          <p:grpSpPr>
            <a:xfrm>
              <a:off x="1805173" y="4203251"/>
              <a:ext cx="433132" cy="313735"/>
              <a:chOff x="4694347" y="902027"/>
              <a:chExt cx="537350" cy="418313"/>
            </a:xfrm>
            <a:solidFill>
              <a:schemeClr val="accent3"/>
            </a:solidFill>
          </p:grpSpPr>
          <p:sp>
            <p:nvSpPr>
              <p:cNvPr id="79" name="사각형: 둥근 모서리 78">
                <a:extLst>
                  <a:ext uri="{FF2B5EF4-FFF2-40B4-BE49-F238E27FC236}">
                    <a16:creationId xmlns:a16="http://schemas.microsoft.com/office/drawing/2014/main" id="{2C2EE1E5-94BD-3616-8A17-2C6F5654F7E1}"/>
                  </a:ext>
                </a:extLst>
              </p:cNvPr>
              <p:cNvSpPr/>
              <p:nvPr/>
            </p:nvSpPr>
            <p:spPr>
              <a:xfrm>
                <a:off x="4694347" y="902027"/>
                <a:ext cx="466551" cy="40574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4DBBB54-8515-6E49-29DB-4F2E0FD54880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53735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FTP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571339-EB68-BF45-3236-5274F266AFEE}"/>
                </a:ext>
              </a:extLst>
            </p:cNvPr>
            <p:cNvSpPr txBox="1"/>
            <p:nvPr/>
          </p:nvSpPr>
          <p:spPr>
            <a:xfrm>
              <a:off x="2951038" y="4168466"/>
              <a:ext cx="1497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frp.bon.com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37.0.0.0/11(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DCC353C-ABB0-1DED-EBD2-366DC89070D3}"/>
              </a:ext>
            </a:extLst>
          </p:cNvPr>
          <p:cNvGrpSpPr/>
          <p:nvPr/>
        </p:nvGrpSpPr>
        <p:grpSpPr>
          <a:xfrm>
            <a:off x="360665" y="2609034"/>
            <a:ext cx="4067124" cy="1151637"/>
            <a:chOff x="360665" y="2609034"/>
            <a:chExt cx="4067124" cy="1151637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F56005DB-616F-E48F-20BE-6FCAABF078BC}"/>
                </a:ext>
              </a:extLst>
            </p:cNvPr>
            <p:cNvGrpSpPr/>
            <p:nvPr/>
          </p:nvGrpSpPr>
          <p:grpSpPr>
            <a:xfrm>
              <a:off x="857852" y="2658340"/>
              <a:ext cx="468398" cy="313735"/>
              <a:chOff x="4694347" y="902027"/>
              <a:chExt cx="624530" cy="418313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FEC79B7F-8FB5-CC1C-6DD3-EA0EDD7FE656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9B7A221-4AF1-5CF0-0020-79AE804696F2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24530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DNS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FAD0A031-3613-F1B8-7C88-B36570759399}"/>
                </a:ext>
              </a:extLst>
            </p:cNvPr>
            <p:cNvGrpSpPr/>
            <p:nvPr/>
          </p:nvGrpSpPr>
          <p:grpSpPr>
            <a:xfrm>
              <a:off x="1935792" y="2658340"/>
              <a:ext cx="537327" cy="313735"/>
              <a:chOff x="4694347" y="902027"/>
              <a:chExt cx="666615" cy="418313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EB35DF9B-77DD-D70D-8E4C-36D743D4770B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F2599DC-E28F-134A-6254-A65240235D67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66615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iSCSI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C2BE0A92-7A95-E0BD-D6F0-63D31874BF2E}"/>
                </a:ext>
              </a:extLst>
            </p:cNvPr>
            <p:cNvGrpSpPr/>
            <p:nvPr/>
          </p:nvGrpSpPr>
          <p:grpSpPr>
            <a:xfrm>
              <a:off x="1329311" y="2658340"/>
              <a:ext cx="695954" cy="313735"/>
              <a:chOff x="4694347" y="902027"/>
              <a:chExt cx="707847" cy="418313"/>
            </a:xfrm>
          </p:grpSpPr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6133302D-B906-BC96-51B5-C503369F1169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F41EE92-9D8C-EC9B-2595-CF8ABF83CFB9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707847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X-RDP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D9E2EE91-E8A7-0439-EC6B-0329906F7426}"/>
                </a:ext>
              </a:extLst>
            </p:cNvPr>
            <p:cNvGrpSpPr/>
            <p:nvPr/>
          </p:nvGrpSpPr>
          <p:grpSpPr>
            <a:xfrm>
              <a:off x="2853240" y="2658340"/>
              <a:ext cx="479618" cy="313735"/>
              <a:chOff x="4694347" y="902027"/>
              <a:chExt cx="639490" cy="418313"/>
            </a:xfrm>
            <a:solidFill>
              <a:schemeClr val="accent1"/>
            </a:solidFill>
          </p:grpSpPr>
          <p:sp>
            <p:nvSpPr>
              <p:cNvPr id="64" name="사각형: 둥근 모서리 63">
                <a:extLst>
                  <a:ext uri="{FF2B5EF4-FFF2-40B4-BE49-F238E27FC236}">
                    <a16:creationId xmlns:a16="http://schemas.microsoft.com/office/drawing/2014/main" id="{922B548F-63BA-6F35-73A9-B2740FA29B25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D9EB614-C742-7D6D-EBB0-C967A5DDAEBB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3949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C548C917-E614-1E9D-26A0-3BEE7E25256F}"/>
                </a:ext>
              </a:extLst>
            </p:cNvPr>
            <p:cNvGrpSpPr/>
            <p:nvPr/>
          </p:nvGrpSpPr>
          <p:grpSpPr>
            <a:xfrm>
              <a:off x="2440295" y="2658340"/>
              <a:ext cx="433132" cy="313735"/>
              <a:chOff x="4694347" y="902027"/>
              <a:chExt cx="537350" cy="418313"/>
            </a:xfrm>
            <a:solidFill>
              <a:schemeClr val="accent3"/>
            </a:solidFill>
          </p:grpSpPr>
          <p:sp>
            <p:nvSpPr>
              <p:cNvPr id="69" name="사각형: 둥근 모서리 68">
                <a:extLst>
                  <a:ext uri="{FF2B5EF4-FFF2-40B4-BE49-F238E27FC236}">
                    <a16:creationId xmlns:a16="http://schemas.microsoft.com/office/drawing/2014/main" id="{26405999-5285-5735-1385-5CADCCAAA882}"/>
                  </a:ext>
                </a:extLst>
              </p:cNvPr>
              <p:cNvSpPr/>
              <p:nvPr/>
            </p:nvSpPr>
            <p:spPr>
              <a:xfrm>
                <a:off x="4694347" y="902027"/>
                <a:ext cx="466551" cy="40574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291604E-2968-F003-387E-FBFFE3B8B4A3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53735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FTP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C27DF5C-8D72-67FE-A726-8A07DDBDA9A3}"/>
                </a:ext>
              </a:extLst>
            </p:cNvPr>
            <p:cNvGrpSpPr/>
            <p:nvPr/>
          </p:nvGrpSpPr>
          <p:grpSpPr>
            <a:xfrm>
              <a:off x="3324375" y="2658339"/>
              <a:ext cx="479618" cy="313735"/>
              <a:chOff x="4694347" y="902027"/>
              <a:chExt cx="639490" cy="418313"/>
            </a:xfrm>
            <a:solidFill>
              <a:schemeClr val="accent6"/>
            </a:solidFill>
          </p:grpSpPr>
          <p:sp>
            <p:nvSpPr>
              <p:cNvPr id="118" name="사각형: 둥근 모서리 117">
                <a:extLst>
                  <a:ext uri="{FF2B5EF4-FFF2-40B4-BE49-F238E27FC236}">
                    <a16:creationId xmlns:a16="http://schemas.microsoft.com/office/drawing/2014/main" id="{7A213E3A-E267-D59B-F5BA-27BEFCDF0547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E53C01E2-A616-4009-FDFD-284EE7B7B1D4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3949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F5A2EE4E-2D12-2EB9-FD9E-500BCF737A62}"/>
                </a:ext>
              </a:extLst>
            </p:cNvPr>
            <p:cNvGrpSpPr/>
            <p:nvPr/>
          </p:nvGrpSpPr>
          <p:grpSpPr>
            <a:xfrm>
              <a:off x="360665" y="2609034"/>
              <a:ext cx="405000" cy="405000"/>
              <a:chOff x="319942" y="2252503"/>
              <a:chExt cx="720000" cy="720000"/>
            </a:xfrm>
          </p:grpSpPr>
          <p:pic>
            <p:nvPicPr>
              <p:cNvPr id="134" name="그림 133">
                <a:extLst>
                  <a:ext uri="{FF2B5EF4-FFF2-40B4-BE49-F238E27FC236}">
                    <a16:creationId xmlns:a16="http://schemas.microsoft.com/office/drawing/2014/main" id="{B0E0CCA2-3441-1560-B6B5-F9DCDFA314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942" y="2252503"/>
                <a:ext cx="720000" cy="720000"/>
              </a:xfrm>
              <a:prstGeom prst="rect">
                <a:avLst/>
              </a:prstGeom>
            </p:spPr>
          </p:pic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CEC1EDC-1C92-2957-F8DC-186185918A98}"/>
                  </a:ext>
                </a:extLst>
              </p:cNvPr>
              <p:cNvSpPr txBox="1"/>
              <p:nvPr/>
            </p:nvSpPr>
            <p:spPr>
              <a:xfrm>
                <a:off x="444550" y="2366283"/>
                <a:ext cx="470784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R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441E4F7-F218-803E-40B6-92401BA1F60C}"/>
                </a:ext>
              </a:extLst>
            </p:cNvPr>
            <p:cNvSpPr txBox="1"/>
            <p:nvPr/>
          </p:nvSpPr>
          <p:spPr>
            <a:xfrm>
              <a:off x="2971941" y="3114340"/>
              <a:ext cx="14558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Rocky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mr.bon.com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37.0.0.3/11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D969D2D-917C-1811-BFAF-02A0254DB48B}"/>
              </a:ext>
            </a:extLst>
          </p:cNvPr>
          <p:cNvGrpSpPr/>
          <p:nvPr/>
        </p:nvGrpSpPr>
        <p:grpSpPr>
          <a:xfrm>
            <a:off x="5438146" y="3709073"/>
            <a:ext cx="3446275" cy="646331"/>
            <a:chOff x="5438146" y="3709073"/>
            <a:chExt cx="3446275" cy="64633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2CC120-4F00-CDF8-3114-28F523EDD7D5}"/>
                </a:ext>
              </a:extLst>
            </p:cNvPr>
            <p:cNvSpPr txBox="1"/>
            <p:nvPr/>
          </p:nvSpPr>
          <p:spPr>
            <a:xfrm>
              <a:off x="7298731" y="3709073"/>
              <a:ext cx="1585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Ubuntu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us.data.com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37.96.0.13/11(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27DAFA58-3F19-7DEC-206D-40FC45DFBDA6}"/>
                </a:ext>
              </a:extLst>
            </p:cNvPr>
            <p:cNvGrpSpPr/>
            <p:nvPr/>
          </p:nvGrpSpPr>
          <p:grpSpPr>
            <a:xfrm>
              <a:off x="5438146" y="3795624"/>
              <a:ext cx="1431675" cy="405000"/>
              <a:chOff x="5438146" y="2984961"/>
              <a:chExt cx="1431675" cy="405000"/>
            </a:xfrm>
          </p:grpSpPr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BA90A425-9C55-F197-0D4D-D2AA628F1276}"/>
                  </a:ext>
                </a:extLst>
              </p:cNvPr>
              <p:cNvGrpSpPr/>
              <p:nvPr/>
            </p:nvGrpSpPr>
            <p:grpSpPr>
              <a:xfrm>
                <a:off x="5908258" y="3030594"/>
                <a:ext cx="479618" cy="313735"/>
                <a:chOff x="4694347" y="902027"/>
                <a:chExt cx="639490" cy="418313"/>
              </a:xfrm>
              <a:solidFill>
                <a:schemeClr val="accent6"/>
              </a:solidFill>
            </p:grpSpPr>
            <p:sp>
              <p:nvSpPr>
                <p:cNvPr id="130" name="사각형: 둥근 모서리 129">
                  <a:extLst>
                    <a:ext uri="{FF2B5EF4-FFF2-40B4-BE49-F238E27FC236}">
                      <a16:creationId xmlns:a16="http://schemas.microsoft.com/office/drawing/2014/main" id="{6ACB446A-E208-99B9-CE9E-FBA58E6B2E2B}"/>
                    </a:ext>
                  </a:extLst>
                </p:cNvPr>
                <p:cNvSpPr/>
                <p:nvPr/>
              </p:nvSpPr>
              <p:spPr>
                <a:xfrm>
                  <a:off x="4694347" y="902027"/>
                  <a:ext cx="579005" cy="405741"/>
                </a:xfrm>
                <a:prstGeom prst="roundRect">
                  <a:avLst/>
                </a:prstGeom>
                <a:grp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/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8C2A94AB-B5CF-8B98-E337-4FB21CC1C99A}"/>
                    </a:ext>
                  </a:extLst>
                </p:cNvPr>
                <p:cNvSpPr txBox="1"/>
                <p:nvPr/>
              </p:nvSpPr>
              <p:spPr>
                <a:xfrm>
                  <a:off x="4694347" y="920231"/>
                  <a:ext cx="639490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SMB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0A4B44DD-47FE-6E29-BC36-0461B79C3025}"/>
                  </a:ext>
                </a:extLst>
              </p:cNvPr>
              <p:cNvGrpSpPr/>
              <p:nvPr/>
            </p:nvGrpSpPr>
            <p:grpSpPr>
              <a:xfrm>
                <a:off x="5438146" y="2984961"/>
                <a:ext cx="405000" cy="405000"/>
                <a:chOff x="5965098" y="2612503"/>
                <a:chExt cx="720000" cy="720000"/>
              </a:xfrm>
            </p:grpSpPr>
            <p:pic>
              <p:nvPicPr>
                <p:cNvPr id="169" name="그림 168">
                  <a:extLst>
                    <a:ext uri="{FF2B5EF4-FFF2-40B4-BE49-F238E27FC236}">
                      <a16:creationId xmlns:a16="http://schemas.microsoft.com/office/drawing/2014/main" id="{3D9B369F-2080-96FE-AB88-E018BCD954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65098" y="261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64E35182-C9BB-3FCC-4091-EA8A6EB6EC1B}"/>
                    </a:ext>
                  </a:extLst>
                </p:cNvPr>
                <p:cNvSpPr txBox="1"/>
                <p:nvPr/>
              </p:nvSpPr>
              <p:spPr>
                <a:xfrm>
                  <a:off x="6085430" y="2726283"/>
                  <a:ext cx="479335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U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3C71EF58-859B-D9D0-D22E-A94DFE2CA0B7}"/>
                  </a:ext>
                </a:extLst>
              </p:cNvPr>
              <p:cNvGrpSpPr/>
              <p:nvPr/>
            </p:nvGrpSpPr>
            <p:grpSpPr>
              <a:xfrm>
                <a:off x="6419052" y="3030594"/>
                <a:ext cx="450769" cy="313735"/>
                <a:chOff x="4694348" y="902027"/>
                <a:chExt cx="626072" cy="418313"/>
              </a:xfrm>
              <a:solidFill>
                <a:schemeClr val="accent4"/>
              </a:solidFill>
            </p:grpSpPr>
            <p:sp>
              <p:nvSpPr>
                <p:cNvPr id="4" name="사각형: 둥근 모서리 3">
                  <a:extLst>
                    <a:ext uri="{FF2B5EF4-FFF2-40B4-BE49-F238E27FC236}">
                      <a16:creationId xmlns:a16="http://schemas.microsoft.com/office/drawing/2014/main" id="{6AF11FDB-287F-7C2D-9792-8E566AC157F6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8597917-EC0F-2974-0010-877645191DE6}"/>
                    </a:ext>
                  </a:extLst>
                </p:cNvPr>
                <p:cNvSpPr txBox="1"/>
                <p:nvPr/>
              </p:nvSpPr>
              <p:spPr>
                <a:xfrm>
                  <a:off x="4694355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1F7EDA8-50AF-FBFA-D200-BD876E718937}"/>
              </a:ext>
            </a:extLst>
          </p:cNvPr>
          <p:cNvSpPr txBox="1"/>
          <p:nvPr/>
        </p:nvSpPr>
        <p:spPr>
          <a:xfrm>
            <a:off x="1350320" y="2154758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bon.com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90CA4F-8789-FBE3-2A8A-F2D32C1A2CB6}"/>
              </a:ext>
            </a:extLst>
          </p:cNvPr>
          <p:cNvSpPr txBox="1"/>
          <p:nvPr/>
        </p:nvSpPr>
        <p:spPr>
          <a:xfrm>
            <a:off x="1476672" y="202786"/>
            <a:ext cx="10150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main.com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BAA88-8660-9293-5F0E-ACF0E070D221}"/>
              </a:ext>
            </a:extLst>
          </p:cNvPr>
          <p:cNvSpPr txBox="1"/>
          <p:nvPr/>
        </p:nvSpPr>
        <p:spPr>
          <a:xfrm>
            <a:off x="6659936" y="423512"/>
            <a:ext cx="971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data.com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E9417C-5C53-0DA6-B0E1-DF36C3AFB424}"/>
              </a:ext>
            </a:extLst>
          </p:cNvPr>
          <p:cNvSpPr txBox="1"/>
          <p:nvPr/>
        </p:nvSpPr>
        <p:spPr>
          <a:xfrm>
            <a:off x="6254305" y="5690425"/>
            <a:ext cx="9108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dae.com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A559FC0-509E-FDE0-7313-7275D56D7592}"/>
              </a:ext>
            </a:extLst>
          </p:cNvPr>
          <p:cNvGrpSpPr/>
          <p:nvPr/>
        </p:nvGrpSpPr>
        <p:grpSpPr>
          <a:xfrm>
            <a:off x="5457967" y="1814362"/>
            <a:ext cx="3254893" cy="646331"/>
            <a:chOff x="5457967" y="1814362"/>
            <a:chExt cx="3254893" cy="646331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1352C01-32F3-73C3-5EC6-2A04451EE6DE}"/>
                </a:ext>
              </a:extLst>
            </p:cNvPr>
            <p:cNvGrpSpPr/>
            <p:nvPr/>
          </p:nvGrpSpPr>
          <p:grpSpPr>
            <a:xfrm>
              <a:off x="5457967" y="1935027"/>
              <a:ext cx="913361" cy="405000"/>
              <a:chOff x="5457967" y="2031009"/>
              <a:chExt cx="913361" cy="405000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DE483586-A5A7-49F4-D30C-5CFCCCC0AC71}"/>
                  </a:ext>
                </a:extLst>
              </p:cNvPr>
              <p:cNvGrpSpPr/>
              <p:nvPr/>
            </p:nvGrpSpPr>
            <p:grpSpPr>
              <a:xfrm>
                <a:off x="5457967" y="2031009"/>
                <a:ext cx="405000" cy="405000"/>
                <a:chOff x="319942" y="2252503"/>
                <a:chExt cx="720000" cy="720000"/>
              </a:xfrm>
            </p:grpSpPr>
            <p:pic>
              <p:nvPicPr>
                <p:cNvPr id="39" name="그림 38">
                  <a:extLst>
                    <a:ext uri="{FF2B5EF4-FFF2-40B4-BE49-F238E27FC236}">
                      <a16:creationId xmlns:a16="http://schemas.microsoft.com/office/drawing/2014/main" id="{E5F34F6F-0FA6-E83F-F602-D311E92801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9942" y="225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32CBB26-1E9A-1E0B-1BED-8EC978AC4593}"/>
                    </a:ext>
                  </a:extLst>
                </p:cNvPr>
                <p:cNvSpPr txBox="1"/>
                <p:nvPr/>
              </p:nvSpPr>
              <p:spPr>
                <a:xfrm>
                  <a:off x="444550" y="2366283"/>
                  <a:ext cx="470784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R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9AA06980-37AF-F430-49BB-7DBB524DCF95}"/>
                  </a:ext>
                </a:extLst>
              </p:cNvPr>
              <p:cNvGrpSpPr/>
              <p:nvPr/>
            </p:nvGrpSpPr>
            <p:grpSpPr>
              <a:xfrm>
                <a:off x="5893308" y="2076641"/>
                <a:ext cx="478020" cy="313736"/>
                <a:chOff x="6069901" y="2051066"/>
                <a:chExt cx="478020" cy="313736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3E45080D-46A0-69BF-70FC-0475E3C1A7DC}"/>
                    </a:ext>
                  </a:extLst>
                </p:cNvPr>
                <p:cNvSpPr/>
                <p:nvPr/>
              </p:nvSpPr>
              <p:spPr>
                <a:xfrm>
                  <a:off x="6069901" y="2051066"/>
                  <a:ext cx="433102" cy="304306"/>
                </a:xfrm>
                <a:prstGeom prst="roundRect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7A1C920B-673D-F37B-9A9C-8A70C17ADCE8}"/>
                    </a:ext>
                  </a:extLst>
                </p:cNvPr>
                <p:cNvSpPr txBox="1"/>
                <p:nvPr/>
              </p:nvSpPr>
              <p:spPr>
                <a:xfrm>
                  <a:off x="6069905" y="2064720"/>
                  <a:ext cx="478016" cy="3000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KVM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7D71D5D-C1BB-DC84-0AD8-4FB02C3F185C}"/>
                </a:ext>
              </a:extLst>
            </p:cNvPr>
            <p:cNvSpPr txBox="1"/>
            <p:nvPr/>
          </p:nvSpPr>
          <p:spPr>
            <a:xfrm>
              <a:off x="7284264" y="1814362"/>
              <a:ext cx="1428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Rocky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r1.data.com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37.96.0.10/11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400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D51E05-0B31-DDDB-2B84-25FD8FA0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FBC7E1-DA6B-73E2-E155-03233E7A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0" y="857251"/>
            <a:ext cx="7598121" cy="5143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F3BFA9-D9B5-528B-7FE6-1C672CCED0B6}"/>
              </a:ext>
            </a:extLst>
          </p:cNvPr>
          <p:cNvSpPr txBox="1"/>
          <p:nvPr/>
        </p:nvSpPr>
        <p:spPr>
          <a:xfrm>
            <a:off x="3613639" y="1045922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37.128.0.0/11</a:t>
            </a:r>
            <a:endParaRPr lang="ko-KR" altLang="en-US" sz="97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6DDE6-FA74-E382-FCAB-174CF1B6F279}"/>
              </a:ext>
            </a:extLst>
          </p:cNvPr>
          <p:cNvSpPr txBox="1"/>
          <p:nvPr/>
        </p:nvSpPr>
        <p:spPr>
          <a:xfrm>
            <a:off x="6637826" y="1102856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37.0.0.0/9</a:t>
            </a:r>
            <a:endParaRPr lang="ko-KR" altLang="en-US" sz="975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8AE9790-EAC9-D999-F4A8-7E0B763150A1}"/>
              </a:ext>
            </a:extLst>
          </p:cNvPr>
          <p:cNvSpPr/>
          <p:nvPr/>
        </p:nvSpPr>
        <p:spPr>
          <a:xfrm>
            <a:off x="6015038" y="1478757"/>
            <a:ext cx="1621631" cy="1771650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8B14FB-4D76-1A90-A209-4B6C18FD70BE}"/>
              </a:ext>
            </a:extLst>
          </p:cNvPr>
          <p:cNvSpPr/>
          <p:nvPr/>
        </p:nvSpPr>
        <p:spPr>
          <a:xfrm>
            <a:off x="839709" y="1725930"/>
            <a:ext cx="2720909" cy="1345883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8C990-5E7C-160F-B206-28885F58E37C}"/>
              </a:ext>
            </a:extLst>
          </p:cNvPr>
          <p:cNvSpPr txBox="1"/>
          <p:nvPr/>
        </p:nvSpPr>
        <p:spPr>
          <a:xfrm>
            <a:off x="289065" y="2838748"/>
            <a:ext cx="550643" cy="219291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>
                <a:solidFill>
                  <a:srgbClr val="CDCDFF"/>
                </a:solidFill>
              </a:rPr>
              <a:t> </a:t>
            </a:r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A7269-6397-F1B0-1C73-63402F7191E0}"/>
              </a:ext>
            </a:extLst>
          </p:cNvPr>
          <p:cNvSpPr txBox="1"/>
          <p:nvPr/>
        </p:nvSpPr>
        <p:spPr>
          <a:xfrm>
            <a:off x="7176082" y="1285366"/>
            <a:ext cx="457200" cy="346249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F137D-83F2-F0EB-8A49-04C99F80E3C8}"/>
              </a:ext>
            </a:extLst>
          </p:cNvPr>
          <p:cNvSpPr txBox="1"/>
          <p:nvPr/>
        </p:nvSpPr>
        <p:spPr>
          <a:xfrm>
            <a:off x="105526" y="912147"/>
            <a:ext cx="120128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IP</a:t>
            </a:r>
            <a:r>
              <a:rPr lang="ko-KR" altLang="en-US" sz="975" b="1" dirty="0"/>
              <a:t> 대역</a:t>
            </a:r>
            <a:endParaRPr lang="en-US" altLang="ko-KR" sz="975" b="1" dirty="0"/>
          </a:p>
          <a:p>
            <a:r>
              <a:rPr lang="ko-KR" altLang="en-US" sz="975" b="1" dirty="0"/>
              <a:t>전체 </a:t>
            </a:r>
            <a:r>
              <a:rPr lang="en-US" altLang="ko-KR" sz="975" b="1" dirty="0"/>
              <a:t>: 37.0.0.0/8</a:t>
            </a:r>
            <a:endParaRPr lang="ko-KR" altLang="en-US" sz="975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DDF12A-32E5-47F5-1FD1-B9C8525567BB}"/>
              </a:ext>
            </a:extLst>
          </p:cNvPr>
          <p:cNvSpPr txBox="1"/>
          <p:nvPr/>
        </p:nvSpPr>
        <p:spPr>
          <a:xfrm>
            <a:off x="1268498" y="1304747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/>
              <a:t>외 </a:t>
            </a:r>
            <a:r>
              <a:rPr lang="en-US" altLang="ko-KR" sz="975" b="1" dirty="0"/>
              <a:t>: 37.160.0.0/11</a:t>
            </a:r>
            <a:endParaRPr lang="ko-KR" altLang="en-US" sz="975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332FB3-E85D-0F52-4B43-06D561212F43}"/>
              </a:ext>
            </a:extLst>
          </p:cNvPr>
          <p:cNvSpPr txBox="1"/>
          <p:nvPr/>
        </p:nvSpPr>
        <p:spPr>
          <a:xfrm>
            <a:off x="107453" y="3054413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2F1F9-81FF-597C-D7E8-E753B176282E}"/>
              </a:ext>
            </a:extLst>
          </p:cNvPr>
          <p:cNvSpPr txBox="1"/>
          <p:nvPr/>
        </p:nvSpPr>
        <p:spPr>
          <a:xfrm>
            <a:off x="7350559" y="1084465"/>
            <a:ext cx="100373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0F6196-D441-84D6-6399-2E58154D8E89}"/>
              </a:ext>
            </a:extLst>
          </p:cNvPr>
          <p:cNvSpPr txBox="1"/>
          <p:nvPr/>
        </p:nvSpPr>
        <p:spPr>
          <a:xfrm>
            <a:off x="1428347" y="329438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37.224.0.0/11</a:t>
            </a:r>
            <a:endParaRPr lang="ko-KR" altLang="en-US" sz="975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67651-BCB1-5BC3-4E03-8504AD5B842E}"/>
              </a:ext>
            </a:extLst>
          </p:cNvPr>
          <p:cNvSpPr txBox="1"/>
          <p:nvPr/>
        </p:nvSpPr>
        <p:spPr>
          <a:xfrm>
            <a:off x="6900732" y="373466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37.192.0.0/11</a:t>
            </a:r>
            <a:endParaRPr lang="ko-KR" altLang="en-US" sz="975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27ABBB-EF94-54BB-26DE-FE17D293D685}"/>
              </a:ext>
            </a:extLst>
          </p:cNvPr>
          <p:cNvSpPr txBox="1"/>
          <p:nvPr/>
        </p:nvSpPr>
        <p:spPr>
          <a:xfrm>
            <a:off x="5035636" y="4118913"/>
            <a:ext cx="106036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192.168.0.0/24</a:t>
            </a:r>
            <a:endParaRPr lang="ko-KR" altLang="en-US" sz="975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B063E33-939C-EC08-70C1-D0D20FDEEAB7}"/>
              </a:ext>
            </a:extLst>
          </p:cNvPr>
          <p:cNvGrpSpPr/>
          <p:nvPr/>
        </p:nvGrpSpPr>
        <p:grpSpPr>
          <a:xfrm>
            <a:off x="658338" y="1234397"/>
            <a:ext cx="667024" cy="834008"/>
            <a:chOff x="403725" y="731148"/>
            <a:chExt cx="889365" cy="11120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F7369C-FC60-79EF-92E2-B633C4BC11BE}"/>
                </a:ext>
              </a:extLst>
            </p:cNvPr>
            <p:cNvSpPr txBox="1"/>
            <p:nvPr/>
          </p:nvSpPr>
          <p:spPr>
            <a:xfrm>
              <a:off x="403726" y="731148"/>
              <a:ext cx="53783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AC40B1-C0BD-8E02-FFBB-CA578B25F3E9}"/>
                </a:ext>
              </a:extLst>
            </p:cNvPr>
            <p:cNvSpPr txBox="1"/>
            <p:nvPr/>
          </p:nvSpPr>
          <p:spPr>
            <a:xfrm>
              <a:off x="403725" y="889051"/>
              <a:ext cx="889365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DNS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iSCSI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SMB1(C)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SMB2(S)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X-RDP 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FBA309B-9E59-56F2-5A6B-6D7802093E8E}"/>
              </a:ext>
            </a:extLst>
          </p:cNvPr>
          <p:cNvGrpSpPr/>
          <p:nvPr/>
        </p:nvGrpSpPr>
        <p:grpSpPr>
          <a:xfrm>
            <a:off x="1519001" y="2248251"/>
            <a:ext cx="667024" cy="314636"/>
            <a:chOff x="1835570" y="2109643"/>
            <a:chExt cx="889365" cy="41951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0ECA29-3096-9D2E-E980-B2B9251FBA32}"/>
                </a:ext>
              </a:extLst>
            </p:cNvPr>
            <p:cNvSpPr txBox="1"/>
            <p:nvPr/>
          </p:nvSpPr>
          <p:spPr>
            <a:xfrm>
              <a:off x="1835571" y="2109643"/>
              <a:ext cx="6767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Ubuntu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9C3E25E-7DD1-2A09-6C9F-F7380AADB025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WEB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F341EB1-4F90-EAA4-8337-2BE45BE1AA0F}"/>
              </a:ext>
            </a:extLst>
          </p:cNvPr>
          <p:cNvGrpSpPr/>
          <p:nvPr/>
        </p:nvGrpSpPr>
        <p:grpSpPr>
          <a:xfrm>
            <a:off x="1320610" y="2739396"/>
            <a:ext cx="671777" cy="549993"/>
            <a:chOff x="1804209" y="1916776"/>
            <a:chExt cx="895701" cy="73332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34E8D8B-EAB1-1FFC-D92B-6B4E57509629}"/>
                </a:ext>
              </a:extLst>
            </p:cNvPr>
            <p:cNvSpPr txBox="1"/>
            <p:nvPr/>
          </p:nvSpPr>
          <p:spPr>
            <a:xfrm>
              <a:off x="1810546" y="2388490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C6DB7A-1AE3-B3D7-AACA-11984BB0B8DE}"/>
                </a:ext>
              </a:extLst>
            </p:cNvPr>
            <p:cNvSpPr txBox="1"/>
            <p:nvPr/>
          </p:nvSpPr>
          <p:spPr>
            <a:xfrm>
              <a:off x="1804209" y="1916776"/>
              <a:ext cx="889364" cy="538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RDP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Putty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8E1EA38-E679-B92F-378C-304C3DAAAA0C}"/>
              </a:ext>
            </a:extLst>
          </p:cNvPr>
          <p:cNvGrpSpPr/>
          <p:nvPr/>
        </p:nvGrpSpPr>
        <p:grpSpPr>
          <a:xfrm>
            <a:off x="5192781" y="1232487"/>
            <a:ext cx="667024" cy="314635"/>
            <a:chOff x="1835570" y="2109643"/>
            <a:chExt cx="889365" cy="41951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4E3B6BC-323A-5880-68D0-D52902AE0906}"/>
                </a:ext>
              </a:extLst>
            </p:cNvPr>
            <p:cNvSpPr txBox="1"/>
            <p:nvPr/>
          </p:nvSpPr>
          <p:spPr>
            <a:xfrm>
              <a:off x="1835571" y="2109643"/>
              <a:ext cx="676720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C161EF5-B01D-9B61-DC0C-C9FDCE7173BC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SMB(S)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957693-4027-F630-BB7B-9CED958B7CD3}"/>
              </a:ext>
            </a:extLst>
          </p:cNvPr>
          <p:cNvGrpSpPr/>
          <p:nvPr/>
        </p:nvGrpSpPr>
        <p:grpSpPr>
          <a:xfrm>
            <a:off x="6304314" y="1524038"/>
            <a:ext cx="667024" cy="314635"/>
            <a:chOff x="1835570" y="2109643"/>
            <a:chExt cx="889365" cy="41951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5DF4D9-9B9B-1A03-234B-988F8447F4E5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DDD5C9-8A63-5CAB-93A8-A1FBDBA32DF6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9ACD4F4-4F5F-2AB4-345B-A661D4BA9F53}"/>
              </a:ext>
            </a:extLst>
          </p:cNvPr>
          <p:cNvGrpSpPr/>
          <p:nvPr/>
        </p:nvGrpSpPr>
        <p:grpSpPr>
          <a:xfrm>
            <a:off x="7294999" y="1488359"/>
            <a:ext cx="667024" cy="418509"/>
            <a:chOff x="1835570" y="2109643"/>
            <a:chExt cx="889365" cy="5580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85CD55-9D9B-43A2-D4D9-DFA0C0B387BA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41FDCF8-C5AA-023B-F921-FDC95762AE5F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DHCP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96313D-82D6-1B7F-556E-5C99463E4D1B}"/>
              </a:ext>
            </a:extLst>
          </p:cNvPr>
          <p:cNvGrpSpPr/>
          <p:nvPr/>
        </p:nvGrpSpPr>
        <p:grpSpPr>
          <a:xfrm>
            <a:off x="7082825" y="3077283"/>
            <a:ext cx="667024" cy="314635"/>
            <a:chOff x="1835570" y="2109643"/>
            <a:chExt cx="889365" cy="4195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09B1FE2-DC32-E0BC-FAC6-40A5BC43F0DA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Ubuntu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C7B82D3-45EB-343F-3B21-B350C3B7181E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SMB2(C)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060A558-0183-2C5E-F10B-477AF4B42AB5}"/>
              </a:ext>
            </a:extLst>
          </p:cNvPr>
          <p:cNvSpPr txBox="1"/>
          <p:nvPr/>
        </p:nvSpPr>
        <p:spPr>
          <a:xfrm>
            <a:off x="887049" y="5116400"/>
            <a:ext cx="6311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84D1E4-ED06-4D7E-CCA7-957DDC71F33C}"/>
              </a:ext>
            </a:extLst>
          </p:cNvPr>
          <p:cNvSpPr txBox="1"/>
          <p:nvPr/>
        </p:nvSpPr>
        <p:spPr>
          <a:xfrm>
            <a:off x="887048" y="4621100"/>
            <a:ext cx="46941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EFDBEA-90B5-F01D-D9DB-3CB9F2FCF7D8}"/>
              </a:ext>
            </a:extLst>
          </p:cNvPr>
          <p:cNvSpPr txBox="1"/>
          <p:nvPr/>
        </p:nvSpPr>
        <p:spPr>
          <a:xfrm>
            <a:off x="2218148" y="5150154"/>
            <a:ext cx="3919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45E7EC-2A2C-4757-D87D-529E60AEA38F}"/>
              </a:ext>
            </a:extLst>
          </p:cNvPr>
          <p:cNvSpPr txBox="1"/>
          <p:nvPr/>
        </p:nvSpPr>
        <p:spPr>
          <a:xfrm>
            <a:off x="2772872" y="5161577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5D8D0F-AAB6-B627-60F8-34FD550C6A53}"/>
              </a:ext>
            </a:extLst>
          </p:cNvPr>
          <p:cNvSpPr txBox="1"/>
          <p:nvPr/>
        </p:nvSpPr>
        <p:spPr>
          <a:xfrm>
            <a:off x="4443650" y="5202178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513D37-0677-BC92-7CF6-4B78EE2EA240}"/>
              </a:ext>
            </a:extLst>
          </p:cNvPr>
          <p:cNvSpPr txBox="1"/>
          <p:nvPr/>
        </p:nvSpPr>
        <p:spPr>
          <a:xfrm>
            <a:off x="4777161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BAA5FF-FB2C-D1FC-FAB1-1D5B43220CA2}"/>
              </a:ext>
            </a:extLst>
          </p:cNvPr>
          <p:cNvSpPr txBox="1"/>
          <p:nvPr/>
        </p:nvSpPr>
        <p:spPr>
          <a:xfrm>
            <a:off x="5970802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7268BD-2DA0-01A8-0836-F4D02D420376}"/>
              </a:ext>
            </a:extLst>
          </p:cNvPr>
          <p:cNvSpPr txBox="1"/>
          <p:nvPr/>
        </p:nvSpPr>
        <p:spPr>
          <a:xfrm>
            <a:off x="6378688" y="521553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A8AB79-B0C2-2CD7-8F97-2B07E91DE695}"/>
              </a:ext>
            </a:extLst>
          </p:cNvPr>
          <p:cNvSpPr txBox="1"/>
          <p:nvPr/>
        </p:nvSpPr>
        <p:spPr>
          <a:xfrm>
            <a:off x="1285422" y="264184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350C09-04BA-4A8D-B8EE-68AC47D5FDBD}"/>
              </a:ext>
            </a:extLst>
          </p:cNvPr>
          <p:cNvSpPr txBox="1"/>
          <p:nvPr/>
        </p:nvSpPr>
        <p:spPr>
          <a:xfrm>
            <a:off x="532826" y="1987286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74A85B-DC29-1B2D-00C0-5AB7619B3BDE}"/>
              </a:ext>
            </a:extLst>
          </p:cNvPr>
          <p:cNvSpPr txBox="1"/>
          <p:nvPr/>
        </p:nvSpPr>
        <p:spPr>
          <a:xfrm>
            <a:off x="678655" y="2238080"/>
            <a:ext cx="4572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A3466F-3C31-A662-09E1-4D5691552833}"/>
              </a:ext>
            </a:extLst>
          </p:cNvPr>
          <p:cNvSpPr txBox="1"/>
          <p:nvPr/>
        </p:nvSpPr>
        <p:spPr>
          <a:xfrm>
            <a:off x="6052614" y="3100580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0D2959-42CF-507F-6A0F-7BC3F845CBB3}"/>
              </a:ext>
            </a:extLst>
          </p:cNvPr>
          <p:cNvSpPr txBox="1"/>
          <p:nvPr/>
        </p:nvSpPr>
        <p:spPr>
          <a:xfrm>
            <a:off x="758095" y="470766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37.224.0.2/13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0D1BFE-3A58-3600-A7E5-8CD7FA4C09A9}"/>
              </a:ext>
            </a:extLst>
          </p:cNvPr>
          <p:cNvSpPr txBox="1"/>
          <p:nvPr/>
        </p:nvSpPr>
        <p:spPr>
          <a:xfrm>
            <a:off x="859322" y="521553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37.232.0.2/13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F46C9D9-E713-CD47-9DF1-F642DD51D28C}"/>
              </a:ext>
            </a:extLst>
          </p:cNvPr>
          <p:cNvGrpSpPr/>
          <p:nvPr/>
        </p:nvGrpSpPr>
        <p:grpSpPr>
          <a:xfrm>
            <a:off x="1552604" y="5057704"/>
            <a:ext cx="2466437" cy="407038"/>
            <a:chOff x="2219871" y="5600599"/>
            <a:chExt cx="3288580" cy="54271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106BB47-19DF-08BF-4FE2-E2539412C068}"/>
                </a:ext>
              </a:extLst>
            </p:cNvPr>
            <p:cNvGrpSpPr/>
            <p:nvPr/>
          </p:nvGrpSpPr>
          <p:grpSpPr>
            <a:xfrm>
              <a:off x="2236853" y="5600599"/>
              <a:ext cx="3271598" cy="400114"/>
              <a:chOff x="1835571" y="1971140"/>
              <a:chExt cx="3271598" cy="40011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FE7A82-D564-52D5-0925-E089797998F0}"/>
                  </a:ext>
                </a:extLst>
              </p:cNvPr>
              <p:cNvSpPr txBox="1"/>
              <p:nvPr/>
            </p:nvSpPr>
            <p:spPr>
              <a:xfrm>
                <a:off x="1835571" y="2109643"/>
                <a:ext cx="676720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rgbClr val="7030A0"/>
                    </a:solidFill>
                  </a:rPr>
                  <a:t>Ubuntu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2C6048-265C-1891-993C-E93AB505AFB1}"/>
                  </a:ext>
                </a:extLst>
              </p:cNvPr>
              <p:cNvSpPr txBox="1"/>
              <p:nvPr/>
            </p:nvSpPr>
            <p:spPr>
              <a:xfrm>
                <a:off x="4217804" y="1971140"/>
                <a:ext cx="889365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SMB2(C)</a:t>
                </a:r>
              </a:p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VNC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5D3D06B-C06F-6FD6-C7FF-F5B1420798F6}"/>
                </a:ext>
              </a:extLst>
            </p:cNvPr>
            <p:cNvSpPr txBox="1"/>
            <p:nvPr/>
          </p:nvSpPr>
          <p:spPr>
            <a:xfrm>
              <a:off x="2219871" y="5881705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37.240.0.2/13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978DFB94-9C50-80ED-3FB1-F2280A8C242C}"/>
              </a:ext>
            </a:extLst>
          </p:cNvPr>
          <p:cNvSpPr txBox="1"/>
          <p:nvPr/>
        </p:nvSpPr>
        <p:spPr>
          <a:xfrm>
            <a:off x="2158544" y="5266641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37.232.0.3/13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BDCF65F-0508-7A05-CDB2-7F139C1DF72B}"/>
              </a:ext>
            </a:extLst>
          </p:cNvPr>
          <p:cNvSpPr txBox="1"/>
          <p:nvPr/>
        </p:nvSpPr>
        <p:spPr>
          <a:xfrm>
            <a:off x="2770738" y="528874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37.224.0.3/13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7C1F846-9CF1-A0D5-096E-B2C27927DD7A}"/>
              </a:ext>
            </a:extLst>
          </p:cNvPr>
          <p:cNvGrpSpPr/>
          <p:nvPr/>
        </p:nvGrpSpPr>
        <p:grpSpPr>
          <a:xfrm>
            <a:off x="3324502" y="4842155"/>
            <a:ext cx="768317" cy="297326"/>
            <a:chOff x="4367545" y="5262176"/>
            <a:chExt cx="1024422" cy="39643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9A26F71-1AF8-CA5E-9845-50BF491C4A6A}"/>
                </a:ext>
              </a:extLst>
            </p:cNvPr>
            <p:cNvSpPr txBox="1"/>
            <p:nvPr/>
          </p:nvSpPr>
          <p:spPr>
            <a:xfrm>
              <a:off x="4367545" y="5262176"/>
              <a:ext cx="88936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 10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DD7DBA-383F-1529-9DD8-30FC94504F77}"/>
                </a:ext>
              </a:extLst>
            </p:cNvPr>
            <p:cNvSpPr txBox="1"/>
            <p:nvPr/>
          </p:nvSpPr>
          <p:spPr>
            <a:xfrm>
              <a:off x="4367545" y="5397000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37.232.0.3/13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31504C95-DC43-DAB2-BB63-762CB9904B47}"/>
              </a:ext>
            </a:extLst>
          </p:cNvPr>
          <p:cNvSpPr txBox="1"/>
          <p:nvPr/>
        </p:nvSpPr>
        <p:spPr>
          <a:xfrm>
            <a:off x="4424464" y="530209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192.168.0.2/24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65421E-43CC-3A31-F0B8-E1242801B328}"/>
              </a:ext>
            </a:extLst>
          </p:cNvPr>
          <p:cNvSpPr txBox="1"/>
          <p:nvPr/>
        </p:nvSpPr>
        <p:spPr>
          <a:xfrm>
            <a:off x="4777161" y="582762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192.168.0.3/24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203536-2ABE-63AF-CB9C-481130084DB8}"/>
              </a:ext>
            </a:extLst>
          </p:cNvPr>
          <p:cNvSpPr txBox="1"/>
          <p:nvPr/>
        </p:nvSpPr>
        <p:spPr>
          <a:xfrm>
            <a:off x="5962501" y="582711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192.168.0.4/24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608735-55F2-B23A-FDB4-E6F0BE83C975}"/>
              </a:ext>
            </a:extLst>
          </p:cNvPr>
          <p:cNvSpPr txBox="1"/>
          <p:nvPr/>
        </p:nvSpPr>
        <p:spPr>
          <a:xfrm>
            <a:off x="6378688" y="532527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192.168.0.5/24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3792C2-FB02-D679-D00D-BF6304AA0574}"/>
              </a:ext>
            </a:extLst>
          </p:cNvPr>
          <p:cNvSpPr txBox="1"/>
          <p:nvPr/>
        </p:nvSpPr>
        <p:spPr>
          <a:xfrm>
            <a:off x="2184263" y="1437477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bon.com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08DDA9-0505-3051-358B-0635A1C00E66}"/>
              </a:ext>
            </a:extLst>
          </p:cNvPr>
          <p:cNvSpPr txBox="1"/>
          <p:nvPr/>
        </p:nvSpPr>
        <p:spPr>
          <a:xfrm>
            <a:off x="4482389" y="1050832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main.com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0BFDDF9-978C-13DE-CCB8-1D4BB83BA929}"/>
              </a:ext>
            </a:extLst>
          </p:cNvPr>
          <p:cNvSpPr txBox="1"/>
          <p:nvPr/>
        </p:nvSpPr>
        <p:spPr>
          <a:xfrm>
            <a:off x="7749848" y="1278930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data.com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DC1AFB-EEB4-A340-3EC5-1012992E9FE4}"/>
              </a:ext>
            </a:extLst>
          </p:cNvPr>
          <p:cNvSpPr txBox="1"/>
          <p:nvPr/>
        </p:nvSpPr>
        <p:spPr>
          <a:xfrm>
            <a:off x="944126" y="3570858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dae.com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734863-86D5-3423-A6E3-64A50C89E5D6}"/>
              </a:ext>
            </a:extLst>
          </p:cNvPr>
          <p:cNvSpPr txBox="1"/>
          <p:nvPr/>
        </p:nvSpPr>
        <p:spPr>
          <a:xfrm>
            <a:off x="6304313" y="1778519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37.96.0.12/11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B1F026-1610-CD64-92B6-51D9B7E5A768}"/>
              </a:ext>
            </a:extLst>
          </p:cNvPr>
          <p:cNvSpPr txBox="1"/>
          <p:nvPr/>
        </p:nvSpPr>
        <p:spPr>
          <a:xfrm>
            <a:off x="7103864" y="332118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37.96.0.13/11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08BB84-4288-25CE-7DC3-840A8C2E4043}"/>
              </a:ext>
            </a:extLst>
          </p:cNvPr>
          <p:cNvSpPr txBox="1"/>
          <p:nvPr/>
        </p:nvSpPr>
        <p:spPr>
          <a:xfrm>
            <a:off x="6057536" y="3230954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37.96.0.10/11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3E387E-6F88-43B6-0567-A1FCCA523289}"/>
              </a:ext>
            </a:extLst>
          </p:cNvPr>
          <p:cNvSpPr txBox="1"/>
          <p:nvPr/>
        </p:nvSpPr>
        <p:spPr>
          <a:xfrm>
            <a:off x="5172638" y="147199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37.128.0.2/13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D5DE217-EE8E-94BA-EE61-C7478874BE37}"/>
              </a:ext>
            </a:extLst>
          </p:cNvPr>
          <p:cNvSpPr txBox="1"/>
          <p:nvPr/>
        </p:nvSpPr>
        <p:spPr>
          <a:xfrm>
            <a:off x="182829" y="1242993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37.0.0.3/11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66C48C-B8BE-A113-C58D-9D439FE53D4F}"/>
              </a:ext>
            </a:extLst>
          </p:cNvPr>
          <p:cNvSpPr txBox="1"/>
          <p:nvPr/>
        </p:nvSpPr>
        <p:spPr>
          <a:xfrm>
            <a:off x="7300342" y="190184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37.96.0.2/11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80D4D-D33C-EC69-0A2A-AC43FED58C47}"/>
              </a:ext>
            </a:extLst>
          </p:cNvPr>
          <p:cNvSpPr txBox="1"/>
          <p:nvPr/>
        </p:nvSpPr>
        <p:spPr>
          <a:xfrm>
            <a:off x="991850" y="239264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37.64.0.14/11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03696-641D-B5E0-F39E-EDC36D440FC1}"/>
              </a:ext>
            </a:extLst>
          </p:cNvPr>
          <p:cNvSpPr txBox="1"/>
          <p:nvPr/>
        </p:nvSpPr>
        <p:spPr>
          <a:xfrm>
            <a:off x="907774" y="316977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37.64.0.17/11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3A68D-7265-3352-D9C1-0D26FF2F7B19}"/>
              </a:ext>
            </a:extLst>
          </p:cNvPr>
          <p:cNvSpPr txBox="1"/>
          <p:nvPr/>
        </p:nvSpPr>
        <p:spPr>
          <a:xfrm>
            <a:off x="74117" y="1987286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37.0.0.11/11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286D3-E907-BD0A-E2BD-F7952FCAE9C4}"/>
              </a:ext>
            </a:extLst>
          </p:cNvPr>
          <p:cNvSpPr txBox="1"/>
          <p:nvPr/>
        </p:nvSpPr>
        <p:spPr>
          <a:xfrm>
            <a:off x="219326" y="2240859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37.0.0.12/11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1BA25-60C2-70F7-3324-5172CC6535BB}"/>
              </a:ext>
            </a:extLst>
          </p:cNvPr>
          <p:cNvSpPr txBox="1"/>
          <p:nvPr/>
        </p:nvSpPr>
        <p:spPr>
          <a:xfrm>
            <a:off x="762325" y="2634096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37.64.0.12/11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DC47373-CFB6-E0E6-CC6D-E8CFAB8AE1BC}"/>
              </a:ext>
            </a:extLst>
          </p:cNvPr>
          <p:cNvSpPr txBox="1"/>
          <p:nvPr/>
        </p:nvSpPr>
        <p:spPr>
          <a:xfrm>
            <a:off x="6332876" y="3093181"/>
            <a:ext cx="4072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2"/>
                </a:solidFill>
              </a:rPr>
              <a:t>KVM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8B37499B-DAA5-02E7-0E9B-B96B99C6C918}"/>
              </a:ext>
            </a:extLst>
          </p:cNvPr>
          <p:cNvGrpSpPr/>
          <p:nvPr/>
        </p:nvGrpSpPr>
        <p:grpSpPr>
          <a:xfrm>
            <a:off x="4953481" y="3044494"/>
            <a:ext cx="3153197" cy="344564"/>
            <a:chOff x="1835571" y="2109643"/>
            <a:chExt cx="4204261" cy="45941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826F229-1D40-C86C-1684-B437FC581DA9}"/>
                </a:ext>
              </a:extLst>
            </p:cNvPr>
            <p:cNvSpPr txBox="1"/>
            <p:nvPr/>
          </p:nvSpPr>
          <p:spPr>
            <a:xfrm>
              <a:off x="1835571" y="2109643"/>
              <a:ext cx="6767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 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AF4E5A8-3AAD-1027-8B76-C4D596401420}"/>
                </a:ext>
              </a:extLst>
            </p:cNvPr>
            <p:cNvSpPr txBox="1"/>
            <p:nvPr/>
          </p:nvSpPr>
          <p:spPr>
            <a:xfrm>
              <a:off x="5150467" y="2307449"/>
              <a:ext cx="889365" cy="2616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VNC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712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41CE4D-2986-5932-E84B-09C871C70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6FD040F-31BD-C1D6-D184-0641837AE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0" y="857251"/>
            <a:ext cx="7598121" cy="5143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2A8071-1205-3125-8CB7-CA5E4D575A7A}"/>
              </a:ext>
            </a:extLst>
          </p:cNvPr>
          <p:cNvSpPr txBox="1"/>
          <p:nvPr/>
        </p:nvSpPr>
        <p:spPr>
          <a:xfrm>
            <a:off x="3613639" y="1045922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37.128.0.0/11</a:t>
            </a:r>
            <a:endParaRPr lang="ko-KR" altLang="en-US" sz="97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A5D0B-37AB-0981-3482-4C9D62982F27}"/>
              </a:ext>
            </a:extLst>
          </p:cNvPr>
          <p:cNvSpPr txBox="1"/>
          <p:nvPr/>
        </p:nvSpPr>
        <p:spPr>
          <a:xfrm>
            <a:off x="6637826" y="1102856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37.0.0.0/9</a:t>
            </a:r>
            <a:endParaRPr lang="ko-KR" altLang="en-US" sz="975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EF6BF6-6323-2E40-126B-B947E0531B60}"/>
              </a:ext>
            </a:extLst>
          </p:cNvPr>
          <p:cNvSpPr/>
          <p:nvPr/>
        </p:nvSpPr>
        <p:spPr>
          <a:xfrm>
            <a:off x="6015038" y="1478757"/>
            <a:ext cx="1621631" cy="1771650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E157FE-6EAD-BB3C-2339-45D780FAF528}"/>
              </a:ext>
            </a:extLst>
          </p:cNvPr>
          <p:cNvSpPr/>
          <p:nvPr/>
        </p:nvSpPr>
        <p:spPr>
          <a:xfrm>
            <a:off x="839709" y="1725930"/>
            <a:ext cx="2720909" cy="1345883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57202-63AE-FEB8-9737-FF5C9C2430BB}"/>
              </a:ext>
            </a:extLst>
          </p:cNvPr>
          <p:cNvSpPr txBox="1"/>
          <p:nvPr/>
        </p:nvSpPr>
        <p:spPr>
          <a:xfrm>
            <a:off x="289065" y="2838748"/>
            <a:ext cx="550643" cy="219291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>
                <a:solidFill>
                  <a:srgbClr val="CDCDFF"/>
                </a:solidFill>
              </a:rPr>
              <a:t> </a:t>
            </a:r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DFA636-FA1B-2FE2-35C2-F3C9142881CB}"/>
              </a:ext>
            </a:extLst>
          </p:cNvPr>
          <p:cNvSpPr txBox="1"/>
          <p:nvPr/>
        </p:nvSpPr>
        <p:spPr>
          <a:xfrm>
            <a:off x="7176082" y="1285366"/>
            <a:ext cx="457200" cy="346249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99E95-7E63-FA30-CA02-D4A431EF4845}"/>
              </a:ext>
            </a:extLst>
          </p:cNvPr>
          <p:cNvSpPr txBox="1"/>
          <p:nvPr/>
        </p:nvSpPr>
        <p:spPr>
          <a:xfrm>
            <a:off x="105526" y="912147"/>
            <a:ext cx="120128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IP</a:t>
            </a:r>
            <a:r>
              <a:rPr lang="ko-KR" altLang="en-US" sz="975" b="1" dirty="0"/>
              <a:t> 대역</a:t>
            </a:r>
            <a:endParaRPr lang="en-US" altLang="ko-KR" sz="975" b="1" dirty="0"/>
          </a:p>
          <a:p>
            <a:r>
              <a:rPr lang="ko-KR" altLang="en-US" sz="975" b="1" dirty="0"/>
              <a:t>전체 </a:t>
            </a:r>
            <a:r>
              <a:rPr lang="en-US" altLang="ko-KR" sz="975" b="1" dirty="0"/>
              <a:t>: 37.0.0.0/8</a:t>
            </a:r>
            <a:endParaRPr lang="ko-KR" altLang="en-US" sz="975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94BF0-DBFF-0332-B7E9-A75803100373}"/>
              </a:ext>
            </a:extLst>
          </p:cNvPr>
          <p:cNvSpPr txBox="1"/>
          <p:nvPr/>
        </p:nvSpPr>
        <p:spPr>
          <a:xfrm>
            <a:off x="1268498" y="1304747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/>
              <a:t>외 </a:t>
            </a:r>
            <a:r>
              <a:rPr lang="en-US" altLang="ko-KR" sz="975" b="1" dirty="0"/>
              <a:t>: 37.160.0.0/11</a:t>
            </a:r>
            <a:endParaRPr lang="ko-KR" altLang="en-US" sz="975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7210E4-AF7D-CD01-A2E2-FBCBC0A421F0}"/>
              </a:ext>
            </a:extLst>
          </p:cNvPr>
          <p:cNvSpPr txBox="1"/>
          <p:nvPr/>
        </p:nvSpPr>
        <p:spPr>
          <a:xfrm>
            <a:off x="107453" y="3054413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DCF6A-0F37-C1E2-04F9-65B53881597A}"/>
              </a:ext>
            </a:extLst>
          </p:cNvPr>
          <p:cNvSpPr txBox="1"/>
          <p:nvPr/>
        </p:nvSpPr>
        <p:spPr>
          <a:xfrm>
            <a:off x="7350559" y="1084465"/>
            <a:ext cx="100373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3F43D-4A92-78BA-179B-27D81B56D2DD}"/>
              </a:ext>
            </a:extLst>
          </p:cNvPr>
          <p:cNvSpPr txBox="1"/>
          <p:nvPr/>
        </p:nvSpPr>
        <p:spPr>
          <a:xfrm>
            <a:off x="1428347" y="329438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37.224.0.0/11</a:t>
            </a:r>
            <a:endParaRPr lang="ko-KR" altLang="en-US" sz="975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6914A-5A29-AF70-8F3A-83694C8967B9}"/>
              </a:ext>
            </a:extLst>
          </p:cNvPr>
          <p:cNvSpPr txBox="1"/>
          <p:nvPr/>
        </p:nvSpPr>
        <p:spPr>
          <a:xfrm>
            <a:off x="6900732" y="373466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37.192.0.0/11</a:t>
            </a:r>
            <a:endParaRPr lang="ko-KR" altLang="en-US" sz="975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41E85-1616-FAD6-0A1C-D118E431E53E}"/>
              </a:ext>
            </a:extLst>
          </p:cNvPr>
          <p:cNvSpPr txBox="1"/>
          <p:nvPr/>
        </p:nvSpPr>
        <p:spPr>
          <a:xfrm>
            <a:off x="5035636" y="4118913"/>
            <a:ext cx="106036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192.168.0.0/24</a:t>
            </a:r>
            <a:endParaRPr lang="ko-KR" altLang="en-US" sz="975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CB5F9E4-99A6-1E1B-3DDF-9184FD8CEAC3}"/>
              </a:ext>
            </a:extLst>
          </p:cNvPr>
          <p:cNvGrpSpPr/>
          <p:nvPr/>
        </p:nvGrpSpPr>
        <p:grpSpPr>
          <a:xfrm>
            <a:off x="658338" y="1234397"/>
            <a:ext cx="667024" cy="834008"/>
            <a:chOff x="403725" y="731148"/>
            <a:chExt cx="889365" cy="11120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FA09F3-BE54-4CE0-D1E2-3604671815A0}"/>
                </a:ext>
              </a:extLst>
            </p:cNvPr>
            <p:cNvSpPr txBox="1"/>
            <p:nvPr/>
          </p:nvSpPr>
          <p:spPr>
            <a:xfrm>
              <a:off x="403726" y="731148"/>
              <a:ext cx="53783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FEACE22-40A2-678A-9B97-A159A4C421D6}"/>
                </a:ext>
              </a:extLst>
            </p:cNvPr>
            <p:cNvSpPr txBox="1"/>
            <p:nvPr/>
          </p:nvSpPr>
          <p:spPr>
            <a:xfrm>
              <a:off x="403725" y="889051"/>
              <a:ext cx="889365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DNS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iSCSI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SMB1(C)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SMB2(S)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X-RDP 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EFA281E-04D3-297A-4C6D-CA3557F0970C}"/>
              </a:ext>
            </a:extLst>
          </p:cNvPr>
          <p:cNvSpPr txBox="1"/>
          <p:nvPr/>
        </p:nvSpPr>
        <p:spPr>
          <a:xfrm>
            <a:off x="1519002" y="2248248"/>
            <a:ext cx="50754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E815EF-7F57-D310-0C78-B71A39DAA48B}"/>
              </a:ext>
            </a:extLst>
          </p:cNvPr>
          <p:cNvSpPr txBox="1"/>
          <p:nvPr/>
        </p:nvSpPr>
        <p:spPr>
          <a:xfrm>
            <a:off x="1519001" y="2366675"/>
            <a:ext cx="6670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WEB</a:t>
            </a:r>
          </a:p>
          <a:p>
            <a:r>
              <a:rPr lang="en-US" altLang="ko-KR" sz="675" b="1" dirty="0">
                <a:solidFill>
                  <a:schemeClr val="accent2"/>
                </a:solidFill>
              </a:rPr>
              <a:t>VNC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C251B90-55AF-0D44-D763-DBE83AF7E365}"/>
              </a:ext>
            </a:extLst>
          </p:cNvPr>
          <p:cNvGrpSpPr/>
          <p:nvPr/>
        </p:nvGrpSpPr>
        <p:grpSpPr>
          <a:xfrm>
            <a:off x="1320610" y="2739396"/>
            <a:ext cx="671777" cy="549993"/>
            <a:chOff x="1804209" y="1916776"/>
            <a:chExt cx="895701" cy="73332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CFCFFDA-1139-277C-2FFB-770893BCAF30}"/>
                </a:ext>
              </a:extLst>
            </p:cNvPr>
            <p:cNvSpPr txBox="1"/>
            <p:nvPr/>
          </p:nvSpPr>
          <p:spPr>
            <a:xfrm>
              <a:off x="1810546" y="2388490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4FD40F-6D5F-0548-3DBD-D7D97F289288}"/>
                </a:ext>
              </a:extLst>
            </p:cNvPr>
            <p:cNvSpPr txBox="1"/>
            <p:nvPr/>
          </p:nvSpPr>
          <p:spPr>
            <a:xfrm>
              <a:off x="1804209" y="1916776"/>
              <a:ext cx="889364" cy="538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RDP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Putty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FEAE6EC-2F78-B2D8-4C32-F0B3169CB437}"/>
              </a:ext>
            </a:extLst>
          </p:cNvPr>
          <p:cNvGrpSpPr/>
          <p:nvPr/>
        </p:nvGrpSpPr>
        <p:grpSpPr>
          <a:xfrm>
            <a:off x="5192781" y="1232487"/>
            <a:ext cx="667024" cy="314635"/>
            <a:chOff x="1835570" y="2109643"/>
            <a:chExt cx="889365" cy="41951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B1C1F2-46C4-6CA3-5715-425C2A99F13A}"/>
                </a:ext>
              </a:extLst>
            </p:cNvPr>
            <p:cNvSpPr txBox="1"/>
            <p:nvPr/>
          </p:nvSpPr>
          <p:spPr>
            <a:xfrm>
              <a:off x="1835571" y="2109643"/>
              <a:ext cx="676720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2E11E0-3094-7DA1-9577-0A89AD92FCA9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SMB(S)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5C1C7E9-3985-6160-F5DF-56123A375B35}"/>
              </a:ext>
            </a:extLst>
          </p:cNvPr>
          <p:cNvGrpSpPr/>
          <p:nvPr/>
        </p:nvGrpSpPr>
        <p:grpSpPr>
          <a:xfrm>
            <a:off x="6304314" y="1524038"/>
            <a:ext cx="667024" cy="314635"/>
            <a:chOff x="1835570" y="2109643"/>
            <a:chExt cx="889365" cy="41951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C4641E-52ED-F46B-7455-48993EF68A5F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36E69CC-E6CE-0CB5-56F8-81571CFD8C2C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F47B9A2-FEF8-ECF2-EA7B-C62796027528}"/>
              </a:ext>
            </a:extLst>
          </p:cNvPr>
          <p:cNvGrpSpPr/>
          <p:nvPr/>
        </p:nvGrpSpPr>
        <p:grpSpPr>
          <a:xfrm>
            <a:off x="7294999" y="1488359"/>
            <a:ext cx="667024" cy="418509"/>
            <a:chOff x="1835570" y="2109643"/>
            <a:chExt cx="889365" cy="5580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807A3C9-66E5-0430-DC53-1918E6EB25D1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2CF9C0-F18B-70BF-AD85-1AE3221AC0F5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DHCP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1F394AE-6018-E188-B02C-36946A1E1BF0}"/>
              </a:ext>
            </a:extLst>
          </p:cNvPr>
          <p:cNvGrpSpPr/>
          <p:nvPr/>
        </p:nvGrpSpPr>
        <p:grpSpPr>
          <a:xfrm>
            <a:off x="7082825" y="3077283"/>
            <a:ext cx="667024" cy="314635"/>
            <a:chOff x="1835570" y="2109643"/>
            <a:chExt cx="889365" cy="4195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A91341-759C-BB61-3F1B-487CA3025794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Ubuntu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BF206B-0996-D00D-AFFA-08A3B30CE66B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SMB2(C)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F0225E8-79BB-1A6E-9D1C-77CAFE47BD73}"/>
              </a:ext>
            </a:extLst>
          </p:cNvPr>
          <p:cNvSpPr txBox="1"/>
          <p:nvPr/>
        </p:nvSpPr>
        <p:spPr>
          <a:xfrm>
            <a:off x="887049" y="5116400"/>
            <a:ext cx="6311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E30D72-4178-C4A5-7BCE-C627FF60FAA9}"/>
              </a:ext>
            </a:extLst>
          </p:cNvPr>
          <p:cNvSpPr txBox="1"/>
          <p:nvPr/>
        </p:nvSpPr>
        <p:spPr>
          <a:xfrm>
            <a:off x="887048" y="4621100"/>
            <a:ext cx="46941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739CDF-0A7F-CA5C-60F8-16F554B209DF}"/>
              </a:ext>
            </a:extLst>
          </p:cNvPr>
          <p:cNvSpPr txBox="1"/>
          <p:nvPr/>
        </p:nvSpPr>
        <p:spPr>
          <a:xfrm>
            <a:off x="2218148" y="5150154"/>
            <a:ext cx="3919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606EA6-8AAE-ACBF-3B30-94E57DA6DA48}"/>
              </a:ext>
            </a:extLst>
          </p:cNvPr>
          <p:cNvSpPr txBox="1"/>
          <p:nvPr/>
        </p:nvSpPr>
        <p:spPr>
          <a:xfrm>
            <a:off x="2772872" y="5161577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8D71F2-8C68-D080-167D-1267B6A027DE}"/>
              </a:ext>
            </a:extLst>
          </p:cNvPr>
          <p:cNvSpPr txBox="1"/>
          <p:nvPr/>
        </p:nvSpPr>
        <p:spPr>
          <a:xfrm>
            <a:off x="4443650" y="5202178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F0CEEE-3603-1A71-87A4-7CADC3E911C5}"/>
              </a:ext>
            </a:extLst>
          </p:cNvPr>
          <p:cNvSpPr txBox="1"/>
          <p:nvPr/>
        </p:nvSpPr>
        <p:spPr>
          <a:xfrm>
            <a:off x="4777161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52631D-B751-197C-DE44-003875D96EE6}"/>
              </a:ext>
            </a:extLst>
          </p:cNvPr>
          <p:cNvSpPr txBox="1"/>
          <p:nvPr/>
        </p:nvSpPr>
        <p:spPr>
          <a:xfrm>
            <a:off x="5970802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1B2D02-802E-70CF-A703-67772CA8D7A4}"/>
              </a:ext>
            </a:extLst>
          </p:cNvPr>
          <p:cNvSpPr txBox="1"/>
          <p:nvPr/>
        </p:nvSpPr>
        <p:spPr>
          <a:xfrm>
            <a:off x="6378688" y="521553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D04CCB-E655-ED75-34A3-A93762945C64}"/>
              </a:ext>
            </a:extLst>
          </p:cNvPr>
          <p:cNvSpPr txBox="1"/>
          <p:nvPr/>
        </p:nvSpPr>
        <p:spPr>
          <a:xfrm>
            <a:off x="1285422" y="264184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03B405-C2E1-6DCF-4F13-10B0B5601EEB}"/>
              </a:ext>
            </a:extLst>
          </p:cNvPr>
          <p:cNvSpPr txBox="1"/>
          <p:nvPr/>
        </p:nvSpPr>
        <p:spPr>
          <a:xfrm>
            <a:off x="532826" y="1987286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77883C-5B70-EDA7-51FC-CC01757973CF}"/>
              </a:ext>
            </a:extLst>
          </p:cNvPr>
          <p:cNvSpPr txBox="1"/>
          <p:nvPr/>
        </p:nvSpPr>
        <p:spPr>
          <a:xfrm>
            <a:off x="678655" y="2238080"/>
            <a:ext cx="4572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5E1EB0-CC2A-0D94-2DBD-7A67F6B09942}"/>
              </a:ext>
            </a:extLst>
          </p:cNvPr>
          <p:cNvSpPr txBox="1"/>
          <p:nvPr/>
        </p:nvSpPr>
        <p:spPr>
          <a:xfrm>
            <a:off x="6052614" y="3100580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FFC441-AB04-59F9-8185-EC05DFBC90B3}"/>
              </a:ext>
            </a:extLst>
          </p:cNvPr>
          <p:cNvSpPr txBox="1"/>
          <p:nvPr/>
        </p:nvSpPr>
        <p:spPr>
          <a:xfrm>
            <a:off x="758095" y="470766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37.224.0.2/13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1B8A8C9-40AB-8D27-D283-8A9A8F262A25}"/>
              </a:ext>
            </a:extLst>
          </p:cNvPr>
          <p:cNvSpPr txBox="1"/>
          <p:nvPr/>
        </p:nvSpPr>
        <p:spPr>
          <a:xfrm>
            <a:off x="859322" y="521553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37.232.0.2/13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A9EB86F-6DD6-6B9C-03A8-27FD3D1B0B07}"/>
              </a:ext>
            </a:extLst>
          </p:cNvPr>
          <p:cNvGrpSpPr/>
          <p:nvPr/>
        </p:nvGrpSpPr>
        <p:grpSpPr>
          <a:xfrm>
            <a:off x="1552604" y="5057704"/>
            <a:ext cx="2466437" cy="407038"/>
            <a:chOff x="2219871" y="5600599"/>
            <a:chExt cx="3288580" cy="54271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05C68A2C-AD3A-8E5E-6E8B-08D3E94E8750}"/>
                </a:ext>
              </a:extLst>
            </p:cNvPr>
            <p:cNvGrpSpPr/>
            <p:nvPr/>
          </p:nvGrpSpPr>
          <p:grpSpPr>
            <a:xfrm>
              <a:off x="2236853" y="5600599"/>
              <a:ext cx="3271598" cy="400114"/>
              <a:chOff x="1835571" y="1971140"/>
              <a:chExt cx="3271598" cy="40011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F032B12-0A06-B05D-FB9D-D0665F0E4789}"/>
                  </a:ext>
                </a:extLst>
              </p:cNvPr>
              <p:cNvSpPr txBox="1"/>
              <p:nvPr/>
            </p:nvSpPr>
            <p:spPr>
              <a:xfrm>
                <a:off x="1835571" y="2109643"/>
                <a:ext cx="676720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rgbClr val="7030A0"/>
                    </a:solidFill>
                  </a:rPr>
                  <a:t>Ubuntu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DEFF15-D379-292A-FFAF-305F48D92CFF}"/>
                  </a:ext>
                </a:extLst>
              </p:cNvPr>
              <p:cNvSpPr txBox="1"/>
              <p:nvPr/>
            </p:nvSpPr>
            <p:spPr>
              <a:xfrm>
                <a:off x="4217804" y="1971140"/>
                <a:ext cx="889365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SMB2(C)</a:t>
                </a:r>
              </a:p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VNC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0C5DF1-9414-09DA-3865-03E8091FF351}"/>
                </a:ext>
              </a:extLst>
            </p:cNvPr>
            <p:cNvSpPr txBox="1"/>
            <p:nvPr/>
          </p:nvSpPr>
          <p:spPr>
            <a:xfrm>
              <a:off x="2219871" y="5881705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37.240.0.2/13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997CD01-4229-CE86-C162-B4939300DDA7}"/>
              </a:ext>
            </a:extLst>
          </p:cNvPr>
          <p:cNvSpPr txBox="1"/>
          <p:nvPr/>
        </p:nvSpPr>
        <p:spPr>
          <a:xfrm>
            <a:off x="2158544" y="5266641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37.232.0.3/13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616EA62-C29C-0B3A-F6EF-663DB63AB0F1}"/>
              </a:ext>
            </a:extLst>
          </p:cNvPr>
          <p:cNvSpPr txBox="1"/>
          <p:nvPr/>
        </p:nvSpPr>
        <p:spPr>
          <a:xfrm>
            <a:off x="2770738" y="528874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37.224.0.3/13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63BBC71-8E70-2952-680B-E45EE4A83E7A}"/>
              </a:ext>
            </a:extLst>
          </p:cNvPr>
          <p:cNvGrpSpPr/>
          <p:nvPr/>
        </p:nvGrpSpPr>
        <p:grpSpPr>
          <a:xfrm>
            <a:off x="3324502" y="4842155"/>
            <a:ext cx="768317" cy="297326"/>
            <a:chOff x="4367545" y="5262176"/>
            <a:chExt cx="1024422" cy="39643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F1723E5-940A-01F9-A167-2A3395EF7D79}"/>
                </a:ext>
              </a:extLst>
            </p:cNvPr>
            <p:cNvSpPr txBox="1"/>
            <p:nvPr/>
          </p:nvSpPr>
          <p:spPr>
            <a:xfrm>
              <a:off x="4367545" y="5262176"/>
              <a:ext cx="88936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 10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C87152B-AAEF-2577-82FD-F6F4210C4D6E}"/>
                </a:ext>
              </a:extLst>
            </p:cNvPr>
            <p:cNvSpPr txBox="1"/>
            <p:nvPr/>
          </p:nvSpPr>
          <p:spPr>
            <a:xfrm>
              <a:off x="4367545" y="5397000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37.232.0.3/13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BBE1C3D0-E766-5A44-FCFE-0523419C9F5A}"/>
              </a:ext>
            </a:extLst>
          </p:cNvPr>
          <p:cNvSpPr txBox="1"/>
          <p:nvPr/>
        </p:nvSpPr>
        <p:spPr>
          <a:xfrm>
            <a:off x="4424464" y="530209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192.168.0.2/24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BD99B8-BCA1-E441-0CB3-8DCD586E0C4B}"/>
              </a:ext>
            </a:extLst>
          </p:cNvPr>
          <p:cNvSpPr txBox="1"/>
          <p:nvPr/>
        </p:nvSpPr>
        <p:spPr>
          <a:xfrm>
            <a:off x="4777161" y="582762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192.168.0.3/24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AA145E-7A0B-9BEF-1540-BFC16901BADF}"/>
              </a:ext>
            </a:extLst>
          </p:cNvPr>
          <p:cNvSpPr txBox="1"/>
          <p:nvPr/>
        </p:nvSpPr>
        <p:spPr>
          <a:xfrm>
            <a:off x="5962501" y="582711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192.168.0.4/24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68F7A96-71DE-DF2A-A127-522EAC1DBDC6}"/>
              </a:ext>
            </a:extLst>
          </p:cNvPr>
          <p:cNvSpPr txBox="1"/>
          <p:nvPr/>
        </p:nvSpPr>
        <p:spPr>
          <a:xfrm>
            <a:off x="6378688" y="532527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192.168.0.5/24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9A08AD-8D23-E6C1-FC28-644C36DBADDA}"/>
              </a:ext>
            </a:extLst>
          </p:cNvPr>
          <p:cNvSpPr txBox="1"/>
          <p:nvPr/>
        </p:nvSpPr>
        <p:spPr>
          <a:xfrm>
            <a:off x="2184263" y="1437477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bon.com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0B3C0C-D543-C3F4-9980-40325F37E411}"/>
              </a:ext>
            </a:extLst>
          </p:cNvPr>
          <p:cNvSpPr txBox="1"/>
          <p:nvPr/>
        </p:nvSpPr>
        <p:spPr>
          <a:xfrm>
            <a:off x="4482389" y="1050832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main.com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6ED0BA-B0F4-CE92-D7D3-1536B21AD3C7}"/>
              </a:ext>
            </a:extLst>
          </p:cNvPr>
          <p:cNvSpPr txBox="1"/>
          <p:nvPr/>
        </p:nvSpPr>
        <p:spPr>
          <a:xfrm>
            <a:off x="7749848" y="1278930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data.com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D7C4A3-BF61-53F8-46F5-A35021313BA9}"/>
              </a:ext>
            </a:extLst>
          </p:cNvPr>
          <p:cNvSpPr txBox="1"/>
          <p:nvPr/>
        </p:nvSpPr>
        <p:spPr>
          <a:xfrm>
            <a:off x="944126" y="3570858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dae.com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FFFD68E-56C6-82DE-B472-18A6BBC07C63}"/>
              </a:ext>
            </a:extLst>
          </p:cNvPr>
          <p:cNvSpPr txBox="1"/>
          <p:nvPr/>
        </p:nvSpPr>
        <p:spPr>
          <a:xfrm>
            <a:off x="6304313" y="1778519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37.96.0.12/11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463E1E-05D1-0591-DC0F-4C42CF8D0770}"/>
              </a:ext>
            </a:extLst>
          </p:cNvPr>
          <p:cNvSpPr txBox="1"/>
          <p:nvPr/>
        </p:nvSpPr>
        <p:spPr>
          <a:xfrm>
            <a:off x="7103864" y="332118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37.96.0.13/11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5E9FD6-9D35-9231-0BB1-EC97359C7062}"/>
              </a:ext>
            </a:extLst>
          </p:cNvPr>
          <p:cNvSpPr txBox="1"/>
          <p:nvPr/>
        </p:nvSpPr>
        <p:spPr>
          <a:xfrm>
            <a:off x="6057536" y="3230954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37.96.0.10/11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7C9294E-D8BE-4184-DD25-5FED4DFAF16D}"/>
              </a:ext>
            </a:extLst>
          </p:cNvPr>
          <p:cNvSpPr txBox="1"/>
          <p:nvPr/>
        </p:nvSpPr>
        <p:spPr>
          <a:xfrm>
            <a:off x="5172638" y="147199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37.128.0.2/13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269F1A-37EB-E06B-8854-54DF1298635B}"/>
              </a:ext>
            </a:extLst>
          </p:cNvPr>
          <p:cNvSpPr txBox="1"/>
          <p:nvPr/>
        </p:nvSpPr>
        <p:spPr>
          <a:xfrm>
            <a:off x="182829" y="1242993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37.0.0.3/11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8195018-A3A7-8EA2-DA08-7C7610C1B7E5}"/>
              </a:ext>
            </a:extLst>
          </p:cNvPr>
          <p:cNvSpPr txBox="1"/>
          <p:nvPr/>
        </p:nvSpPr>
        <p:spPr>
          <a:xfrm>
            <a:off x="7300342" y="190184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37.96.0.2/11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F8BF27-B21E-913E-F7A2-82EDB1016150}"/>
              </a:ext>
            </a:extLst>
          </p:cNvPr>
          <p:cNvSpPr txBox="1"/>
          <p:nvPr/>
        </p:nvSpPr>
        <p:spPr>
          <a:xfrm>
            <a:off x="991850" y="239264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37.64.0.14/11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69374-B839-E9F3-D458-6124B512E132}"/>
              </a:ext>
            </a:extLst>
          </p:cNvPr>
          <p:cNvSpPr txBox="1"/>
          <p:nvPr/>
        </p:nvSpPr>
        <p:spPr>
          <a:xfrm>
            <a:off x="907774" y="316977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37.64.0.17/11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69FE5-A436-F060-5C33-4E88CCC32F6C}"/>
              </a:ext>
            </a:extLst>
          </p:cNvPr>
          <p:cNvSpPr txBox="1"/>
          <p:nvPr/>
        </p:nvSpPr>
        <p:spPr>
          <a:xfrm>
            <a:off x="74117" y="1987286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37.0.0.11/11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F8826-9500-CCEF-9B5C-53EDDFD67DDB}"/>
              </a:ext>
            </a:extLst>
          </p:cNvPr>
          <p:cNvSpPr txBox="1"/>
          <p:nvPr/>
        </p:nvSpPr>
        <p:spPr>
          <a:xfrm>
            <a:off x="219326" y="2240859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37.0.0.12/11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588CAE-91E1-5D50-AAC5-62B0D11BD794}"/>
              </a:ext>
            </a:extLst>
          </p:cNvPr>
          <p:cNvSpPr txBox="1"/>
          <p:nvPr/>
        </p:nvSpPr>
        <p:spPr>
          <a:xfrm>
            <a:off x="762325" y="2634096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37.64.0.12/11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C3F483-DD83-0A92-381F-044B3F2DDF84}"/>
              </a:ext>
            </a:extLst>
          </p:cNvPr>
          <p:cNvSpPr txBox="1"/>
          <p:nvPr/>
        </p:nvSpPr>
        <p:spPr>
          <a:xfrm>
            <a:off x="179605" y="1484212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mr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467D87-EF44-4275-E5C5-40598BEF2B20}"/>
              </a:ext>
            </a:extLst>
          </p:cNvPr>
          <p:cNvSpPr txBox="1"/>
          <p:nvPr/>
        </p:nvSpPr>
        <p:spPr>
          <a:xfrm>
            <a:off x="819307" y="2382371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wv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15E3D7A-1E04-B09B-3027-E28D5BDFD2B3}"/>
              </a:ext>
            </a:extLst>
          </p:cNvPr>
          <p:cNvSpPr txBox="1"/>
          <p:nvPr/>
        </p:nvSpPr>
        <p:spPr>
          <a:xfrm>
            <a:off x="537441" y="2611013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frp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F05AE39-9715-CACE-614D-E735CEB693FE}"/>
              </a:ext>
            </a:extLst>
          </p:cNvPr>
          <p:cNvSpPr txBox="1"/>
          <p:nvPr/>
        </p:nvSpPr>
        <p:spPr>
          <a:xfrm>
            <a:off x="89608" y="2229578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u1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7B1B7B-ED74-D112-A34A-A8504598BD4D}"/>
              </a:ext>
            </a:extLst>
          </p:cNvPr>
          <p:cNvSpPr txBox="1"/>
          <p:nvPr/>
        </p:nvSpPr>
        <p:spPr>
          <a:xfrm>
            <a:off x="1047352" y="3067377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w2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119926-F6B5-4A61-B964-F9C8205BBB3B}"/>
              </a:ext>
            </a:extLst>
          </p:cNvPr>
          <p:cNvSpPr txBox="1"/>
          <p:nvPr/>
        </p:nvSpPr>
        <p:spPr>
          <a:xfrm>
            <a:off x="-41818" y="1963038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w1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FF5A29-A83F-6494-82F2-2EB4ABA20A3F}"/>
              </a:ext>
            </a:extLst>
          </p:cNvPr>
          <p:cNvSpPr txBox="1"/>
          <p:nvPr/>
        </p:nvSpPr>
        <p:spPr>
          <a:xfrm>
            <a:off x="6332876" y="3093181"/>
            <a:ext cx="4072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2"/>
                </a:solidFill>
              </a:rPr>
              <a:t>KVM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DEF58B-3930-8045-2E39-7D9107604CF3}"/>
              </a:ext>
            </a:extLst>
          </p:cNvPr>
          <p:cNvSpPr txBox="1"/>
          <p:nvPr/>
        </p:nvSpPr>
        <p:spPr>
          <a:xfrm>
            <a:off x="592988" y="4648944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8B17AEC-401C-721F-A799-C1D49DA36D2C}"/>
              </a:ext>
            </a:extLst>
          </p:cNvPr>
          <p:cNvSpPr txBox="1"/>
          <p:nvPr/>
        </p:nvSpPr>
        <p:spPr>
          <a:xfrm>
            <a:off x="3716755" y="4773105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d2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EFCFBC-F510-604F-95F6-D39F9BDF56F6}"/>
              </a:ext>
            </a:extLst>
          </p:cNvPr>
          <p:cNvSpPr txBox="1"/>
          <p:nvPr/>
        </p:nvSpPr>
        <p:spPr>
          <a:xfrm>
            <a:off x="555733" y="5192452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d3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29ACB5-4B35-7977-5F56-84D4114E8A9E}"/>
              </a:ext>
            </a:extLst>
          </p:cNvPr>
          <p:cNvSpPr txBox="1"/>
          <p:nvPr/>
        </p:nvSpPr>
        <p:spPr>
          <a:xfrm>
            <a:off x="1530024" y="5398386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49DCAC5-65C5-105B-1969-17845C3B9358}"/>
              </a:ext>
            </a:extLst>
          </p:cNvPr>
          <p:cNvSpPr txBox="1"/>
          <p:nvPr/>
        </p:nvSpPr>
        <p:spPr>
          <a:xfrm>
            <a:off x="2278593" y="5411973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d4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CD74AC-7F53-CA73-131C-D7A0682CD479}"/>
              </a:ext>
            </a:extLst>
          </p:cNvPr>
          <p:cNvSpPr txBox="1"/>
          <p:nvPr/>
        </p:nvSpPr>
        <p:spPr>
          <a:xfrm>
            <a:off x="2871546" y="5426681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d5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9C06008-CF70-C84B-B5E6-A83B3370121C}"/>
              </a:ext>
            </a:extLst>
          </p:cNvPr>
          <p:cNvSpPr txBox="1"/>
          <p:nvPr/>
        </p:nvSpPr>
        <p:spPr>
          <a:xfrm>
            <a:off x="7332586" y="1800898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dnk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094B47-1687-4D30-423F-AC76DB66F159}"/>
              </a:ext>
            </a:extLst>
          </p:cNvPr>
          <p:cNvSpPr txBox="1"/>
          <p:nvPr/>
        </p:nvSpPr>
        <p:spPr>
          <a:xfrm>
            <a:off x="6600912" y="3110690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r1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F94C1F5-07D4-3E34-0D71-B5BD11CBB3C3}"/>
              </a:ext>
            </a:extLst>
          </p:cNvPr>
          <p:cNvSpPr txBox="1"/>
          <p:nvPr/>
        </p:nvSpPr>
        <p:spPr>
          <a:xfrm>
            <a:off x="7419013" y="3087359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us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603B3B7-9E3D-B1A1-B1DC-E5141239B827}"/>
              </a:ext>
            </a:extLst>
          </p:cNvPr>
          <p:cNvSpPr txBox="1"/>
          <p:nvPr/>
        </p:nvSpPr>
        <p:spPr>
          <a:xfrm>
            <a:off x="6316374" y="1868418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wn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B2B831C-D6FE-EF6D-4FBA-09E30211CEC3}"/>
              </a:ext>
            </a:extLst>
          </p:cNvPr>
          <p:cNvSpPr txBox="1"/>
          <p:nvPr/>
        </p:nvSpPr>
        <p:spPr>
          <a:xfrm>
            <a:off x="5270780" y="3077550"/>
            <a:ext cx="66702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VNC</a:t>
            </a:r>
          </a:p>
        </p:txBody>
      </p:sp>
    </p:spTree>
    <p:extLst>
      <p:ext uri="{BB962C8B-B14F-4D97-AF65-F5344CB8AC3E}">
        <p14:creationId xmlns:p14="http://schemas.microsoft.com/office/powerpoint/2010/main" val="2617434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F7FF69-BFE2-1FC9-E146-3B3FB7BA0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B52330-1540-A9B8-6476-3D9F69E8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0" y="857251"/>
            <a:ext cx="7598121" cy="51434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BFD855-538D-1F92-96FC-CF143D141A60}"/>
              </a:ext>
            </a:extLst>
          </p:cNvPr>
          <p:cNvSpPr txBox="1"/>
          <p:nvPr/>
        </p:nvSpPr>
        <p:spPr>
          <a:xfrm>
            <a:off x="3613639" y="1045922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37.128.0.0/11</a:t>
            </a:r>
            <a:endParaRPr lang="ko-KR" altLang="en-US" sz="975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D8243-5EFB-6802-5BDD-B73A809AA8F6}"/>
              </a:ext>
            </a:extLst>
          </p:cNvPr>
          <p:cNvSpPr txBox="1"/>
          <p:nvPr/>
        </p:nvSpPr>
        <p:spPr>
          <a:xfrm>
            <a:off x="6637826" y="1102856"/>
            <a:ext cx="958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37.0.0.0/9</a:t>
            </a:r>
            <a:endParaRPr lang="ko-KR" altLang="en-US" sz="975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5FE757-B704-DD2F-E18B-2486D8BD3EEB}"/>
              </a:ext>
            </a:extLst>
          </p:cNvPr>
          <p:cNvSpPr/>
          <p:nvPr/>
        </p:nvSpPr>
        <p:spPr>
          <a:xfrm>
            <a:off x="6015038" y="1478757"/>
            <a:ext cx="1621631" cy="1771650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64A65E-11EF-15F8-3B1F-E062BDD28399}"/>
              </a:ext>
            </a:extLst>
          </p:cNvPr>
          <p:cNvSpPr/>
          <p:nvPr/>
        </p:nvSpPr>
        <p:spPr>
          <a:xfrm>
            <a:off x="839709" y="1725930"/>
            <a:ext cx="2720909" cy="1345883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0E703-02A8-1356-BEB6-D58AF620DFD1}"/>
              </a:ext>
            </a:extLst>
          </p:cNvPr>
          <p:cNvSpPr txBox="1"/>
          <p:nvPr/>
        </p:nvSpPr>
        <p:spPr>
          <a:xfrm>
            <a:off x="289065" y="2838748"/>
            <a:ext cx="550643" cy="219291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>
                <a:solidFill>
                  <a:srgbClr val="CDCDFF"/>
                </a:solidFill>
              </a:rPr>
              <a:t> </a:t>
            </a:r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72DDE-4AAD-CE09-1EB4-C406D8AEE0B4}"/>
              </a:ext>
            </a:extLst>
          </p:cNvPr>
          <p:cNvSpPr txBox="1"/>
          <p:nvPr/>
        </p:nvSpPr>
        <p:spPr>
          <a:xfrm>
            <a:off x="7176082" y="1285366"/>
            <a:ext cx="457200" cy="346249"/>
          </a:xfrm>
          <a:prstGeom prst="rect">
            <a:avLst/>
          </a:prstGeom>
          <a:noFill/>
          <a:ln w="19050">
            <a:solidFill>
              <a:srgbClr val="CDCD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25" b="1" dirty="0" err="1">
                <a:solidFill>
                  <a:srgbClr val="CDCDFF"/>
                </a:solidFill>
              </a:rPr>
              <a:t>내부망</a:t>
            </a:r>
            <a:endParaRPr lang="ko-KR" altLang="en-US" sz="825" b="1" dirty="0">
              <a:solidFill>
                <a:srgbClr val="CDCD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0C404-5D67-E418-C402-E705DEA3166B}"/>
              </a:ext>
            </a:extLst>
          </p:cNvPr>
          <p:cNvSpPr txBox="1"/>
          <p:nvPr/>
        </p:nvSpPr>
        <p:spPr>
          <a:xfrm>
            <a:off x="105526" y="912147"/>
            <a:ext cx="1201289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IP</a:t>
            </a:r>
            <a:r>
              <a:rPr lang="ko-KR" altLang="en-US" sz="975" b="1" dirty="0"/>
              <a:t> 대역</a:t>
            </a:r>
            <a:endParaRPr lang="en-US" altLang="ko-KR" sz="975" b="1" dirty="0"/>
          </a:p>
          <a:p>
            <a:r>
              <a:rPr lang="ko-KR" altLang="en-US" sz="975" b="1" dirty="0"/>
              <a:t>전체 </a:t>
            </a:r>
            <a:r>
              <a:rPr lang="en-US" altLang="ko-KR" sz="975" b="1" dirty="0"/>
              <a:t>: 37.0.0.0/8</a:t>
            </a:r>
            <a:endParaRPr lang="ko-KR" altLang="en-US" sz="975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E85A2D-47A3-6391-BB70-23F8136F8C4F}"/>
              </a:ext>
            </a:extLst>
          </p:cNvPr>
          <p:cNvSpPr txBox="1"/>
          <p:nvPr/>
        </p:nvSpPr>
        <p:spPr>
          <a:xfrm>
            <a:off x="1268498" y="1304747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/>
              <a:t>외 </a:t>
            </a:r>
            <a:r>
              <a:rPr lang="en-US" altLang="ko-KR" sz="975" b="1" dirty="0"/>
              <a:t>: 37.160.0.0/11</a:t>
            </a:r>
            <a:endParaRPr lang="ko-KR" altLang="en-US" sz="975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60968F-D224-9BCF-5F5C-C9A4CBE3D14F}"/>
              </a:ext>
            </a:extLst>
          </p:cNvPr>
          <p:cNvSpPr txBox="1"/>
          <p:nvPr/>
        </p:nvSpPr>
        <p:spPr>
          <a:xfrm>
            <a:off x="107453" y="3054413"/>
            <a:ext cx="1199361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7ECA59-D8B2-0A36-29C2-DBE0D1F7F2EB}"/>
              </a:ext>
            </a:extLst>
          </p:cNvPr>
          <p:cNvSpPr txBox="1"/>
          <p:nvPr/>
        </p:nvSpPr>
        <p:spPr>
          <a:xfrm>
            <a:off x="7350559" y="1084465"/>
            <a:ext cx="100373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75" b="1" dirty="0">
                <a:solidFill>
                  <a:srgbClr val="CDCDFF"/>
                </a:solidFill>
              </a:rPr>
              <a:t>내 </a:t>
            </a:r>
            <a:r>
              <a:rPr lang="en-US" altLang="ko-KR" sz="975" b="1" dirty="0">
                <a:solidFill>
                  <a:srgbClr val="CDCDFF"/>
                </a:solidFill>
              </a:rPr>
              <a:t>: 37.0.0.0/9</a:t>
            </a:r>
            <a:endParaRPr lang="ko-KR" altLang="en-US" sz="975" b="1" dirty="0">
              <a:solidFill>
                <a:srgbClr val="CDCD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62ACCB-AC26-963C-3B9D-5261A259EFD8}"/>
              </a:ext>
            </a:extLst>
          </p:cNvPr>
          <p:cNvSpPr txBox="1"/>
          <p:nvPr/>
        </p:nvSpPr>
        <p:spPr>
          <a:xfrm>
            <a:off x="1428347" y="329438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37.224.0.0/11</a:t>
            </a:r>
            <a:endParaRPr lang="ko-KR" altLang="en-US" sz="975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6779DA-B3CC-7B78-8337-1C79D17D072B}"/>
              </a:ext>
            </a:extLst>
          </p:cNvPr>
          <p:cNvSpPr txBox="1"/>
          <p:nvPr/>
        </p:nvSpPr>
        <p:spPr>
          <a:xfrm>
            <a:off x="6900732" y="3734665"/>
            <a:ext cx="979402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37.192.0.0/11</a:t>
            </a:r>
            <a:endParaRPr lang="ko-KR" altLang="en-US" sz="975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867E-056A-0402-7E55-6902A8A40DBE}"/>
              </a:ext>
            </a:extLst>
          </p:cNvPr>
          <p:cNvSpPr txBox="1"/>
          <p:nvPr/>
        </p:nvSpPr>
        <p:spPr>
          <a:xfrm>
            <a:off x="5035636" y="4118913"/>
            <a:ext cx="1060364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75" b="1" dirty="0"/>
              <a:t>192.168.0.0/24</a:t>
            </a:r>
            <a:endParaRPr lang="ko-KR" altLang="en-US" sz="975" b="1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A01030D-CB63-7DCB-1DBE-D7A1216101DE}"/>
              </a:ext>
            </a:extLst>
          </p:cNvPr>
          <p:cNvGrpSpPr/>
          <p:nvPr/>
        </p:nvGrpSpPr>
        <p:grpSpPr>
          <a:xfrm>
            <a:off x="658338" y="1234397"/>
            <a:ext cx="667024" cy="834008"/>
            <a:chOff x="403725" y="731148"/>
            <a:chExt cx="889365" cy="111201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DFCF376-222D-4FE0-6634-91426B8196F8}"/>
                </a:ext>
              </a:extLst>
            </p:cNvPr>
            <p:cNvSpPr txBox="1"/>
            <p:nvPr/>
          </p:nvSpPr>
          <p:spPr>
            <a:xfrm>
              <a:off x="403726" y="731148"/>
              <a:ext cx="53783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088002-4D18-6FE8-C984-1976B3E1942C}"/>
                </a:ext>
              </a:extLst>
            </p:cNvPr>
            <p:cNvSpPr txBox="1"/>
            <p:nvPr/>
          </p:nvSpPr>
          <p:spPr>
            <a:xfrm>
              <a:off x="403725" y="889051"/>
              <a:ext cx="889365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DNS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iSCSI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SMB1(C)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SMB2(S)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X-RDP 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507A04-C99E-BCE7-EA81-C726926FBE58}"/>
              </a:ext>
            </a:extLst>
          </p:cNvPr>
          <p:cNvSpPr txBox="1"/>
          <p:nvPr/>
        </p:nvSpPr>
        <p:spPr>
          <a:xfrm>
            <a:off x="1519002" y="2248248"/>
            <a:ext cx="50754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8181EC-6739-4606-8067-36DD82106F0F}"/>
              </a:ext>
            </a:extLst>
          </p:cNvPr>
          <p:cNvSpPr txBox="1"/>
          <p:nvPr/>
        </p:nvSpPr>
        <p:spPr>
          <a:xfrm>
            <a:off x="1519001" y="2366675"/>
            <a:ext cx="6670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WEB</a:t>
            </a:r>
          </a:p>
          <a:p>
            <a:r>
              <a:rPr lang="en-US" altLang="ko-KR" sz="675" b="1" dirty="0">
                <a:solidFill>
                  <a:schemeClr val="accent2"/>
                </a:solidFill>
              </a:rPr>
              <a:t>VNC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A12C1BF-FC3F-D7F6-3469-DF1CEABF3778}"/>
              </a:ext>
            </a:extLst>
          </p:cNvPr>
          <p:cNvGrpSpPr/>
          <p:nvPr/>
        </p:nvGrpSpPr>
        <p:grpSpPr>
          <a:xfrm>
            <a:off x="1320610" y="2739396"/>
            <a:ext cx="671777" cy="549993"/>
            <a:chOff x="1804209" y="1916776"/>
            <a:chExt cx="895701" cy="73332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1A12E4-71DF-CB98-5A00-EE7903D1C223}"/>
                </a:ext>
              </a:extLst>
            </p:cNvPr>
            <p:cNvSpPr txBox="1"/>
            <p:nvPr/>
          </p:nvSpPr>
          <p:spPr>
            <a:xfrm>
              <a:off x="1810546" y="2388490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4281A09-8FF9-C8AF-BBFE-894DFC89E2E1}"/>
                </a:ext>
              </a:extLst>
            </p:cNvPr>
            <p:cNvSpPr txBox="1"/>
            <p:nvPr/>
          </p:nvSpPr>
          <p:spPr>
            <a:xfrm>
              <a:off x="1804209" y="1916776"/>
              <a:ext cx="889364" cy="538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FTP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RDP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Putty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DF57F909-F11C-E762-22B1-C169A6F09099}"/>
              </a:ext>
            </a:extLst>
          </p:cNvPr>
          <p:cNvGrpSpPr/>
          <p:nvPr/>
        </p:nvGrpSpPr>
        <p:grpSpPr>
          <a:xfrm>
            <a:off x="5192781" y="1232487"/>
            <a:ext cx="667024" cy="314635"/>
            <a:chOff x="1835570" y="2109643"/>
            <a:chExt cx="889365" cy="41951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BB8E0C-1AFC-1938-5D82-5D087C2CF7CA}"/>
                </a:ext>
              </a:extLst>
            </p:cNvPr>
            <p:cNvSpPr txBox="1"/>
            <p:nvPr/>
          </p:nvSpPr>
          <p:spPr>
            <a:xfrm>
              <a:off x="1835571" y="2109643"/>
              <a:ext cx="676720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F3AC4EB-55CB-2539-C8B2-C808CBA13982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SMB(S)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7A6E727-16E8-8950-A0FC-177DFCBCD0D1}"/>
              </a:ext>
            </a:extLst>
          </p:cNvPr>
          <p:cNvGrpSpPr/>
          <p:nvPr/>
        </p:nvGrpSpPr>
        <p:grpSpPr>
          <a:xfrm>
            <a:off x="6304314" y="1524038"/>
            <a:ext cx="667024" cy="314635"/>
            <a:chOff x="1835570" y="2109643"/>
            <a:chExt cx="889365" cy="41951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F113A3-4B77-9673-EDBB-2F9E591520A1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Windows10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40256E1-7BBD-EE63-DEE8-4F7B90995C5C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F5FC4CD-E2D0-CCBD-5742-D45F109F29EC}"/>
              </a:ext>
            </a:extLst>
          </p:cNvPr>
          <p:cNvGrpSpPr/>
          <p:nvPr/>
        </p:nvGrpSpPr>
        <p:grpSpPr>
          <a:xfrm>
            <a:off x="7294999" y="1488359"/>
            <a:ext cx="667024" cy="418509"/>
            <a:chOff x="1835570" y="2109643"/>
            <a:chExt cx="889365" cy="55801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0EC58D-B69B-D815-9729-851D9AF7AD9E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Rocky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7F486E-D703-5985-0571-870F6B1B9234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NFS</a:t>
              </a:r>
            </a:p>
            <a:p>
              <a:r>
                <a:rPr lang="en-US" altLang="ko-KR" sz="675" b="1" dirty="0">
                  <a:solidFill>
                    <a:schemeClr val="accent2"/>
                  </a:solidFill>
                </a:rPr>
                <a:t>DHCP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BA642EE-6B91-9753-1F94-C052C28D6D6F}"/>
              </a:ext>
            </a:extLst>
          </p:cNvPr>
          <p:cNvGrpSpPr/>
          <p:nvPr/>
        </p:nvGrpSpPr>
        <p:grpSpPr>
          <a:xfrm>
            <a:off x="7082825" y="3077283"/>
            <a:ext cx="667024" cy="314635"/>
            <a:chOff x="1835570" y="2109643"/>
            <a:chExt cx="889365" cy="41951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6F385C-D19F-7113-FB2F-B1A1A8823CCD}"/>
                </a:ext>
              </a:extLst>
            </p:cNvPr>
            <p:cNvSpPr txBox="1"/>
            <p:nvPr/>
          </p:nvSpPr>
          <p:spPr>
            <a:xfrm>
              <a:off x="1835571" y="2109643"/>
              <a:ext cx="889364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Ubuntu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29FDF1B-E27E-CBA6-AE67-E93F982D9944}"/>
                </a:ext>
              </a:extLst>
            </p:cNvPr>
            <p:cNvSpPr txBox="1"/>
            <p:nvPr/>
          </p:nvSpPr>
          <p:spPr>
            <a:xfrm>
              <a:off x="1835570" y="2267546"/>
              <a:ext cx="889365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chemeClr val="accent2"/>
                  </a:solidFill>
                </a:rPr>
                <a:t>SMB2(C)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E11A500-89C8-6FD5-21A5-307D8213F611}"/>
              </a:ext>
            </a:extLst>
          </p:cNvPr>
          <p:cNvSpPr txBox="1"/>
          <p:nvPr/>
        </p:nvSpPr>
        <p:spPr>
          <a:xfrm>
            <a:off x="887049" y="5116400"/>
            <a:ext cx="631108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171C3A-A709-2125-94FD-FB4E91634FE1}"/>
              </a:ext>
            </a:extLst>
          </p:cNvPr>
          <p:cNvSpPr txBox="1"/>
          <p:nvPr/>
        </p:nvSpPr>
        <p:spPr>
          <a:xfrm>
            <a:off x="887048" y="4621100"/>
            <a:ext cx="469416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64CBD1-D1B7-8E14-480C-19F4FA00EEB3}"/>
              </a:ext>
            </a:extLst>
          </p:cNvPr>
          <p:cNvSpPr txBox="1"/>
          <p:nvPr/>
        </p:nvSpPr>
        <p:spPr>
          <a:xfrm>
            <a:off x="2218148" y="5150154"/>
            <a:ext cx="39196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A7FE6A-5391-991F-74D0-7E32A900C49E}"/>
              </a:ext>
            </a:extLst>
          </p:cNvPr>
          <p:cNvSpPr txBox="1"/>
          <p:nvPr/>
        </p:nvSpPr>
        <p:spPr>
          <a:xfrm>
            <a:off x="2772872" y="5161577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EAD48D-F098-42A6-6982-1481D456745D}"/>
              </a:ext>
            </a:extLst>
          </p:cNvPr>
          <p:cNvSpPr txBox="1"/>
          <p:nvPr/>
        </p:nvSpPr>
        <p:spPr>
          <a:xfrm>
            <a:off x="4443650" y="5202178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0D81B1-1C47-A738-EF27-06D9B6CECB2F}"/>
              </a:ext>
            </a:extLst>
          </p:cNvPr>
          <p:cNvSpPr txBox="1"/>
          <p:nvPr/>
        </p:nvSpPr>
        <p:spPr>
          <a:xfrm>
            <a:off x="4777161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4538DD-4388-B743-4F26-BD015D06D244}"/>
              </a:ext>
            </a:extLst>
          </p:cNvPr>
          <p:cNvSpPr txBox="1"/>
          <p:nvPr/>
        </p:nvSpPr>
        <p:spPr>
          <a:xfrm>
            <a:off x="5970802" y="5717372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44C9E1-AA73-4560-0880-33D1258C1419}"/>
              </a:ext>
            </a:extLst>
          </p:cNvPr>
          <p:cNvSpPr txBox="1"/>
          <p:nvPr/>
        </p:nvSpPr>
        <p:spPr>
          <a:xfrm>
            <a:off x="6378688" y="521553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4F3F0F-691C-4EC0-2354-77E660A55C60}"/>
              </a:ext>
            </a:extLst>
          </p:cNvPr>
          <p:cNvSpPr txBox="1"/>
          <p:nvPr/>
        </p:nvSpPr>
        <p:spPr>
          <a:xfrm>
            <a:off x="1285422" y="2641845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B7AA97-5FCD-F9FB-4888-87B11E009F14}"/>
              </a:ext>
            </a:extLst>
          </p:cNvPr>
          <p:cNvSpPr txBox="1"/>
          <p:nvPr/>
        </p:nvSpPr>
        <p:spPr>
          <a:xfrm>
            <a:off x="532826" y="1987286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Windows10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F4D083-9BA2-1E1B-EF16-3446D2DE6BD3}"/>
              </a:ext>
            </a:extLst>
          </p:cNvPr>
          <p:cNvSpPr txBox="1"/>
          <p:nvPr/>
        </p:nvSpPr>
        <p:spPr>
          <a:xfrm>
            <a:off x="678655" y="2238080"/>
            <a:ext cx="4572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Ubuntu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105C35-BB4E-8D42-1708-10ECDF0CD38A}"/>
              </a:ext>
            </a:extLst>
          </p:cNvPr>
          <p:cNvSpPr txBox="1"/>
          <p:nvPr/>
        </p:nvSpPr>
        <p:spPr>
          <a:xfrm>
            <a:off x="6052614" y="3100580"/>
            <a:ext cx="66702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rgbClr val="7030A0"/>
                </a:solidFill>
              </a:rPr>
              <a:t>Rocky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ACF659-A89C-EF70-370A-7A6876B2432C}"/>
              </a:ext>
            </a:extLst>
          </p:cNvPr>
          <p:cNvSpPr txBox="1"/>
          <p:nvPr/>
        </p:nvSpPr>
        <p:spPr>
          <a:xfrm>
            <a:off x="758095" y="470766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37.224.0.2/13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74363E-A9D0-7B78-05F1-609E4FF344A5}"/>
              </a:ext>
            </a:extLst>
          </p:cNvPr>
          <p:cNvSpPr txBox="1"/>
          <p:nvPr/>
        </p:nvSpPr>
        <p:spPr>
          <a:xfrm>
            <a:off x="859322" y="521553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37.232.0.2/13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CB3BEF8-C166-99DB-0B0F-FE27562239A4}"/>
              </a:ext>
            </a:extLst>
          </p:cNvPr>
          <p:cNvGrpSpPr/>
          <p:nvPr/>
        </p:nvGrpSpPr>
        <p:grpSpPr>
          <a:xfrm>
            <a:off x="1552604" y="5057704"/>
            <a:ext cx="2466437" cy="407038"/>
            <a:chOff x="2219871" y="5600599"/>
            <a:chExt cx="3288580" cy="542717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1CB1B24-361E-7808-BFC8-C758DB4AE46B}"/>
                </a:ext>
              </a:extLst>
            </p:cNvPr>
            <p:cNvGrpSpPr/>
            <p:nvPr/>
          </p:nvGrpSpPr>
          <p:grpSpPr>
            <a:xfrm>
              <a:off x="2236853" y="5600599"/>
              <a:ext cx="3271598" cy="400114"/>
              <a:chOff x="1835571" y="1971140"/>
              <a:chExt cx="3271598" cy="40011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24D0FF0-F4B5-81E2-C43F-AC52B1F51963}"/>
                  </a:ext>
                </a:extLst>
              </p:cNvPr>
              <p:cNvSpPr txBox="1"/>
              <p:nvPr/>
            </p:nvSpPr>
            <p:spPr>
              <a:xfrm>
                <a:off x="1835571" y="2109643"/>
                <a:ext cx="676720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rgbClr val="7030A0"/>
                    </a:solidFill>
                  </a:rPr>
                  <a:t>Ubuntu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63B0DBF-0CB2-FD7E-ECC6-DB0C50CCDEA3}"/>
                  </a:ext>
                </a:extLst>
              </p:cNvPr>
              <p:cNvSpPr txBox="1"/>
              <p:nvPr/>
            </p:nvSpPr>
            <p:spPr>
              <a:xfrm>
                <a:off x="4217804" y="1971140"/>
                <a:ext cx="889365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SMB2(C)</a:t>
                </a:r>
              </a:p>
              <a:p>
                <a:r>
                  <a:rPr lang="en-US" altLang="ko-KR" sz="675" b="1" dirty="0">
                    <a:solidFill>
                      <a:schemeClr val="accent2"/>
                    </a:solidFill>
                  </a:rPr>
                  <a:t>VNC</a:t>
                </a: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3FE45EC-62EB-28C6-80C1-33C3DAB4437D}"/>
                </a:ext>
              </a:extLst>
            </p:cNvPr>
            <p:cNvSpPr txBox="1"/>
            <p:nvPr/>
          </p:nvSpPr>
          <p:spPr>
            <a:xfrm>
              <a:off x="2219871" y="5881705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37.240.0.2/13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DBDBDB1-589E-E6F9-9D24-2A0FFD2D5CC8}"/>
              </a:ext>
            </a:extLst>
          </p:cNvPr>
          <p:cNvSpPr txBox="1"/>
          <p:nvPr/>
        </p:nvSpPr>
        <p:spPr>
          <a:xfrm>
            <a:off x="2158544" y="5266641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37.232.0.3/13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5819E6-8A47-6896-4197-006F3556C7F2}"/>
              </a:ext>
            </a:extLst>
          </p:cNvPr>
          <p:cNvSpPr txBox="1"/>
          <p:nvPr/>
        </p:nvSpPr>
        <p:spPr>
          <a:xfrm>
            <a:off x="2770738" y="528874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37.224.0.3/13</a:t>
            </a: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204C007-48B0-BA13-0660-A0C518E91C01}"/>
              </a:ext>
            </a:extLst>
          </p:cNvPr>
          <p:cNvGrpSpPr/>
          <p:nvPr/>
        </p:nvGrpSpPr>
        <p:grpSpPr>
          <a:xfrm>
            <a:off x="3324502" y="4842155"/>
            <a:ext cx="768317" cy="297326"/>
            <a:chOff x="4367545" y="5262176"/>
            <a:chExt cx="1024422" cy="396435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7696DE-778A-B2E1-E632-AED1EB9315F8}"/>
                </a:ext>
              </a:extLst>
            </p:cNvPr>
            <p:cNvSpPr txBox="1"/>
            <p:nvPr/>
          </p:nvSpPr>
          <p:spPr>
            <a:xfrm>
              <a:off x="4367545" y="5262176"/>
              <a:ext cx="889363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>
                  <a:solidFill>
                    <a:srgbClr val="7030A0"/>
                  </a:solidFill>
                </a:rPr>
                <a:t>Window 10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4C7703A-508A-0F1B-7A7B-CA42BC7CC5D3}"/>
                </a:ext>
              </a:extLst>
            </p:cNvPr>
            <p:cNvSpPr txBox="1"/>
            <p:nvPr/>
          </p:nvSpPr>
          <p:spPr>
            <a:xfrm>
              <a:off x="4367545" y="5397000"/>
              <a:ext cx="1024422" cy="261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75" b="1" dirty="0"/>
                <a:t>37.232.0.3/13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4ADA601-5FF9-05F2-8447-F9E36BCB6737}"/>
              </a:ext>
            </a:extLst>
          </p:cNvPr>
          <p:cNvSpPr txBox="1"/>
          <p:nvPr/>
        </p:nvSpPr>
        <p:spPr>
          <a:xfrm>
            <a:off x="4424464" y="530209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192.168.0.2/24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F82B9E-2480-00E4-B88A-2FDFA87C9E8A}"/>
              </a:ext>
            </a:extLst>
          </p:cNvPr>
          <p:cNvSpPr txBox="1"/>
          <p:nvPr/>
        </p:nvSpPr>
        <p:spPr>
          <a:xfrm>
            <a:off x="4777161" y="582762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192.168.0.3/24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9762EA-296C-7268-F817-847A33DB4743}"/>
              </a:ext>
            </a:extLst>
          </p:cNvPr>
          <p:cNvSpPr txBox="1"/>
          <p:nvPr/>
        </p:nvSpPr>
        <p:spPr>
          <a:xfrm>
            <a:off x="5962501" y="5827115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192.168.0.4/24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F70747-D31D-D137-9D36-5F753A1107B4}"/>
              </a:ext>
            </a:extLst>
          </p:cNvPr>
          <p:cNvSpPr txBox="1"/>
          <p:nvPr/>
        </p:nvSpPr>
        <p:spPr>
          <a:xfrm>
            <a:off x="6378688" y="5325277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192.168.0.5/24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7C0D87F-3EC8-2180-3C5E-FB1547D8AFBA}"/>
              </a:ext>
            </a:extLst>
          </p:cNvPr>
          <p:cNvSpPr txBox="1"/>
          <p:nvPr/>
        </p:nvSpPr>
        <p:spPr>
          <a:xfrm>
            <a:off x="2184263" y="1437477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bon.com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89275E-6AFC-5688-F68D-FB3B54CC1319}"/>
              </a:ext>
            </a:extLst>
          </p:cNvPr>
          <p:cNvSpPr txBox="1"/>
          <p:nvPr/>
        </p:nvSpPr>
        <p:spPr>
          <a:xfrm>
            <a:off x="4482389" y="1050832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main.com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4B99CA-0527-545C-C354-60700F06BBF9}"/>
              </a:ext>
            </a:extLst>
          </p:cNvPr>
          <p:cNvSpPr txBox="1"/>
          <p:nvPr/>
        </p:nvSpPr>
        <p:spPr>
          <a:xfrm>
            <a:off x="7749848" y="1278930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data.com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4B1C1A-0964-86A9-8DAE-970E7D9D1296}"/>
              </a:ext>
            </a:extLst>
          </p:cNvPr>
          <p:cNvSpPr txBox="1"/>
          <p:nvPr/>
        </p:nvSpPr>
        <p:spPr>
          <a:xfrm>
            <a:off x="944126" y="3570858"/>
            <a:ext cx="8000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2</a:t>
            </a:r>
            <a:r>
              <a:rPr lang="ko-KR" altLang="en-US" sz="750" b="1" dirty="0">
                <a:solidFill>
                  <a:srgbClr val="002060"/>
                </a:solidFill>
              </a:rPr>
              <a:t>차도메인</a:t>
            </a:r>
            <a:endParaRPr lang="en-US" altLang="ko-KR" sz="750" b="1" dirty="0">
              <a:solidFill>
                <a:srgbClr val="002060"/>
              </a:solidFill>
            </a:endParaRPr>
          </a:p>
          <a:p>
            <a:r>
              <a:rPr lang="en-US" altLang="ko-KR" sz="750" b="1" dirty="0">
                <a:solidFill>
                  <a:srgbClr val="002060"/>
                </a:solidFill>
              </a:rPr>
              <a:t>dae.com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0F9B9B-E21E-7C87-266B-DF3933A59759}"/>
              </a:ext>
            </a:extLst>
          </p:cNvPr>
          <p:cNvSpPr txBox="1"/>
          <p:nvPr/>
        </p:nvSpPr>
        <p:spPr>
          <a:xfrm>
            <a:off x="6304313" y="1778519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37.96.0.12/11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BC4ADF-4FB1-577D-A86D-B4975FB87ADD}"/>
              </a:ext>
            </a:extLst>
          </p:cNvPr>
          <p:cNvSpPr txBox="1"/>
          <p:nvPr/>
        </p:nvSpPr>
        <p:spPr>
          <a:xfrm>
            <a:off x="7103864" y="332118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37.96.0.13/11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453114-CD37-D5B8-CEF1-0F6C139BB860}"/>
              </a:ext>
            </a:extLst>
          </p:cNvPr>
          <p:cNvSpPr txBox="1"/>
          <p:nvPr/>
        </p:nvSpPr>
        <p:spPr>
          <a:xfrm>
            <a:off x="6057536" y="3230954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37.96.0.10/11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992B81-0960-420D-3C7E-7591838784C0}"/>
              </a:ext>
            </a:extLst>
          </p:cNvPr>
          <p:cNvSpPr txBox="1"/>
          <p:nvPr/>
        </p:nvSpPr>
        <p:spPr>
          <a:xfrm>
            <a:off x="5172638" y="1471990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37.128.0.2/13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DB0E0F3-BFFA-49BF-4FE0-6587F2D5065D}"/>
              </a:ext>
            </a:extLst>
          </p:cNvPr>
          <p:cNvSpPr txBox="1"/>
          <p:nvPr/>
        </p:nvSpPr>
        <p:spPr>
          <a:xfrm>
            <a:off x="182829" y="1242993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37.0.0.3/11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69F746-09B8-367E-FFFE-D0690F7AA580}"/>
              </a:ext>
            </a:extLst>
          </p:cNvPr>
          <p:cNvSpPr txBox="1"/>
          <p:nvPr/>
        </p:nvSpPr>
        <p:spPr>
          <a:xfrm>
            <a:off x="7300342" y="1901842"/>
            <a:ext cx="768317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37.96.0.2/11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5BFAC-8046-93B5-79C9-2F794CBB32F5}"/>
              </a:ext>
            </a:extLst>
          </p:cNvPr>
          <p:cNvSpPr txBox="1"/>
          <p:nvPr/>
        </p:nvSpPr>
        <p:spPr>
          <a:xfrm>
            <a:off x="991850" y="239264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37.64.0.14/11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A7D7E-376E-BAA5-E542-95E4C2544E30}"/>
              </a:ext>
            </a:extLst>
          </p:cNvPr>
          <p:cNvSpPr txBox="1"/>
          <p:nvPr/>
        </p:nvSpPr>
        <p:spPr>
          <a:xfrm>
            <a:off x="907774" y="3169771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37.64.0.17/11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43AD8-0205-E56D-ED99-6F860174B96C}"/>
              </a:ext>
            </a:extLst>
          </p:cNvPr>
          <p:cNvSpPr txBox="1"/>
          <p:nvPr/>
        </p:nvSpPr>
        <p:spPr>
          <a:xfrm>
            <a:off x="74117" y="1987286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37.0.0.11/11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5AEF3-0861-6AB4-E592-4531F76B6C8D}"/>
              </a:ext>
            </a:extLst>
          </p:cNvPr>
          <p:cNvSpPr txBox="1"/>
          <p:nvPr/>
        </p:nvSpPr>
        <p:spPr>
          <a:xfrm>
            <a:off x="219326" y="2240859"/>
            <a:ext cx="63205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37.0.0.12/11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BAC461-612F-DCAF-DDB2-82DE57E55404}"/>
              </a:ext>
            </a:extLst>
          </p:cNvPr>
          <p:cNvSpPr txBox="1"/>
          <p:nvPr/>
        </p:nvSpPr>
        <p:spPr>
          <a:xfrm>
            <a:off x="762325" y="2634096"/>
            <a:ext cx="779595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37.64.0.12/11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D89441-AD79-DD5D-8B79-F285E0F725A3}"/>
              </a:ext>
            </a:extLst>
          </p:cNvPr>
          <p:cNvSpPr txBox="1"/>
          <p:nvPr/>
        </p:nvSpPr>
        <p:spPr>
          <a:xfrm>
            <a:off x="179605" y="1484212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mr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97456D3-A041-6AE9-96A0-9045F51F6BB8}"/>
              </a:ext>
            </a:extLst>
          </p:cNvPr>
          <p:cNvSpPr txBox="1"/>
          <p:nvPr/>
        </p:nvSpPr>
        <p:spPr>
          <a:xfrm>
            <a:off x="819307" y="2382371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wv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D5333F-701C-3F7F-99E3-F89661863822}"/>
              </a:ext>
            </a:extLst>
          </p:cNvPr>
          <p:cNvSpPr txBox="1"/>
          <p:nvPr/>
        </p:nvSpPr>
        <p:spPr>
          <a:xfrm>
            <a:off x="537441" y="2611013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frp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976B7C-117A-167A-6296-4845CB4D9981}"/>
              </a:ext>
            </a:extLst>
          </p:cNvPr>
          <p:cNvSpPr txBox="1"/>
          <p:nvPr/>
        </p:nvSpPr>
        <p:spPr>
          <a:xfrm>
            <a:off x="89608" y="2229578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u1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C164A55-77EC-5029-E76E-6EDD5A0177A9}"/>
              </a:ext>
            </a:extLst>
          </p:cNvPr>
          <p:cNvSpPr txBox="1"/>
          <p:nvPr/>
        </p:nvSpPr>
        <p:spPr>
          <a:xfrm>
            <a:off x="1047352" y="3067377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w2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D31AE5-61F2-9447-514A-01735A4F87AB}"/>
              </a:ext>
            </a:extLst>
          </p:cNvPr>
          <p:cNvSpPr txBox="1"/>
          <p:nvPr/>
        </p:nvSpPr>
        <p:spPr>
          <a:xfrm>
            <a:off x="-41818" y="1963038"/>
            <a:ext cx="32294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w1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02AA190-8D6C-0939-CA97-8F6A82183CA5}"/>
              </a:ext>
            </a:extLst>
          </p:cNvPr>
          <p:cNvSpPr txBox="1"/>
          <p:nvPr/>
        </p:nvSpPr>
        <p:spPr>
          <a:xfrm>
            <a:off x="6332876" y="3093181"/>
            <a:ext cx="4072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>
                <a:solidFill>
                  <a:schemeClr val="accent2"/>
                </a:solidFill>
              </a:rPr>
              <a:t>KVM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E287842-0AB5-130E-9AEA-53F858216E25}"/>
              </a:ext>
            </a:extLst>
          </p:cNvPr>
          <p:cNvSpPr txBox="1"/>
          <p:nvPr/>
        </p:nvSpPr>
        <p:spPr>
          <a:xfrm>
            <a:off x="592988" y="4648944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BE4332-4F24-9CB1-A7C6-1595DD424791}"/>
              </a:ext>
            </a:extLst>
          </p:cNvPr>
          <p:cNvSpPr txBox="1"/>
          <p:nvPr/>
        </p:nvSpPr>
        <p:spPr>
          <a:xfrm>
            <a:off x="3716755" y="4773105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d2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6F81766-53EE-9977-053A-2EAD4C68ADDA}"/>
              </a:ext>
            </a:extLst>
          </p:cNvPr>
          <p:cNvSpPr txBox="1"/>
          <p:nvPr/>
        </p:nvSpPr>
        <p:spPr>
          <a:xfrm>
            <a:off x="555733" y="5192452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d3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7CB780-BF4E-923E-47C1-2150B78A983F}"/>
              </a:ext>
            </a:extLst>
          </p:cNvPr>
          <p:cNvSpPr txBox="1"/>
          <p:nvPr/>
        </p:nvSpPr>
        <p:spPr>
          <a:xfrm>
            <a:off x="1530024" y="5398386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dm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002C63-FF02-2954-9773-BD4F6F89BAC5}"/>
              </a:ext>
            </a:extLst>
          </p:cNvPr>
          <p:cNvSpPr txBox="1"/>
          <p:nvPr/>
        </p:nvSpPr>
        <p:spPr>
          <a:xfrm>
            <a:off x="2278593" y="5411973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d4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F48F29-9BBB-E2A2-DDCB-477FE2855040}"/>
              </a:ext>
            </a:extLst>
          </p:cNvPr>
          <p:cNvSpPr txBox="1"/>
          <p:nvPr/>
        </p:nvSpPr>
        <p:spPr>
          <a:xfrm>
            <a:off x="2871546" y="5426681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d5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9F6CC16-685B-C414-D9B3-E7531A5EC2FC}"/>
              </a:ext>
            </a:extLst>
          </p:cNvPr>
          <p:cNvSpPr txBox="1"/>
          <p:nvPr/>
        </p:nvSpPr>
        <p:spPr>
          <a:xfrm>
            <a:off x="7332586" y="1800898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dnk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6DE3974-7B3E-A2B3-DD63-DB955851BC31}"/>
              </a:ext>
            </a:extLst>
          </p:cNvPr>
          <p:cNvSpPr txBox="1"/>
          <p:nvPr/>
        </p:nvSpPr>
        <p:spPr>
          <a:xfrm>
            <a:off x="6600912" y="3110690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r1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9EE4786-FBE1-4689-29CA-C03E510D578F}"/>
              </a:ext>
            </a:extLst>
          </p:cNvPr>
          <p:cNvSpPr txBox="1"/>
          <p:nvPr/>
        </p:nvSpPr>
        <p:spPr>
          <a:xfrm>
            <a:off x="7419013" y="3087359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>
                <a:solidFill>
                  <a:srgbClr val="002060"/>
                </a:solidFill>
              </a:rPr>
              <a:t>us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DC41FE-DECD-AFC1-305B-84AB1AA2BA80}"/>
              </a:ext>
            </a:extLst>
          </p:cNvPr>
          <p:cNvSpPr txBox="1"/>
          <p:nvPr/>
        </p:nvSpPr>
        <p:spPr>
          <a:xfrm>
            <a:off x="6316374" y="1868418"/>
            <a:ext cx="372097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50" b="1" dirty="0" err="1">
                <a:solidFill>
                  <a:srgbClr val="002060"/>
                </a:solidFill>
              </a:rPr>
              <a:t>wn</a:t>
            </a:r>
            <a:endParaRPr lang="ko-KR" altLang="en-US" sz="750" b="1" dirty="0">
              <a:solidFill>
                <a:srgbClr val="00206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6BBB36-E0AD-541A-9627-E7DFF0DB721C}"/>
              </a:ext>
            </a:extLst>
          </p:cNvPr>
          <p:cNvSpPr txBox="1"/>
          <p:nvPr/>
        </p:nvSpPr>
        <p:spPr>
          <a:xfrm>
            <a:off x="5270780" y="3077550"/>
            <a:ext cx="66702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>
                <a:solidFill>
                  <a:schemeClr val="accent2"/>
                </a:solidFill>
              </a:rPr>
              <a:t>VNC</a:t>
            </a:r>
          </a:p>
        </p:txBody>
      </p:sp>
    </p:spTree>
    <p:extLst>
      <p:ext uri="{BB962C8B-B14F-4D97-AF65-F5344CB8AC3E}">
        <p14:creationId xmlns:p14="http://schemas.microsoft.com/office/powerpoint/2010/main" val="186792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A5B5AE3-C69D-2586-B487-72205675B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94"/>
          <a:stretch>
            <a:fillRect/>
          </a:stretch>
        </p:blipFill>
        <p:spPr>
          <a:xfrm>
            <a:off x="570369" y="0"/>
            <a:ext cx="8003263" cy="680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55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51BC68-16BE-7987-E5E0-70207F2E13FF}"/>
              </a:ext>
            </a:extLst>
          </p:cNvPr>
          <p:cNvSpPr txBox="1"/>
          <p:nvPr/>
        </p:nvSpPr>
        <p:spPr>
          <a:xfrm>
            <a:off x="3936890" y="275938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DHCP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C3B1DA-353B-7B08-439D-718C52379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0"/>
          <a:stretch>
            <a:fillRect/>
          </a:stretch>
        </p:blipFill>
        <p:spPr>
          <a:xfrm>
            <a:off x="4036932" y="788228"/>
            <a:ext cx="3881772" cy="500214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4F1D2071-8CD0-3302-2F30-7B66C9EE20AE}"/>
              </a:ext>
            </a:extLst>
          </p:cNvPr>
          <p:cNvGrpSpPr/>
          <p:nvPr/>
        </p:nvGrpSpPr>
        <p:grpSpPr>
          <a:xfrm>
            <a:off x="418090" y="2469235"/>
            <a:ext cx="3405545" cy="646331"/>
            <a:chOff x="5438146" y="979771"/>
            <a:chExt cx="3405545" cy="646331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D5BE1669-BE7A-2604-337F-EB59597CE146}"/>
                </a:ext>
              </a:extLst>
            </p:cNvPr>
            <p:cNvGrpSpPr/>
            <p:nvPr/>
          </p:nvGrpSpPr>
          <p:grpSpPr>
            <a:xfrm>
              <a:off x="5438146" y="1080222"/>
              <a:ext cx="1449105" cy="405000"/>
              <a:chOff x="5438146" y="1016778"/>
              <a:chExt cx="1449105" cy="405000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879401A7-C451-DAE5-A521-CEDE90A56AEC}"/>
                  </a:ext>
                </a:extLst>
              </p:cNvPr>
              <p:cNvGrpSpPr/>
              <p:nvPr/>
            </p:nvGrpSpPr>
            <p:grpSpPr>
              <a:xfrm>
                <a:off x="5885115" y="1062411"/>
                <a:ext cx="450765" cy="313735"/>
                <a:chOff x="4694348" y="902027"/>
                <a:chExt cx="626066" cy="418313"/>
              </a:xfrm>
              <a:solidFill>
                <a:schemeClr val="accent4"/>
              </a:solidFill>
            </p:grpSpPr>
            <p:sp>
              <p:nvSpPr>
                <p:cNvPr id="19" name="사각형: 둥근 모서리 18">
                  <a:extLst>
                    <a:ext uri="{FF2B5EF4-FFF2-40B4-BE49-F238E27FC236}">
                      <a16:creationId xmlns:a16="http://schemas.microsoft.com/office/drawing/2014/main" id="{B6DB7C1A-4970-D04D-A365-C215BBCE63F5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C7F561A-E72C-F2F1-CAD7-A0161771986D}"/>
                    </a:ext>
                  </a:extLst>
                </p:cNvPr>
                <p:cNvSpPr txBox="1"/>
                <p:nvPr/>
              </p:nvSpPr>
              <p:spPr>
                <a:xfrm>
                  <a:off x="4694349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54E244B4-AD82-C222-5973-7DF0524299FF}"/>
                  </a:ext>
                </a:extLst>
              </p:cNvPr>
              <p:cNvGrpSpPr/>
              <p:nvPr/>
            </p:nvGrpSpPr>
            <p:grpSpPr>
              <a:xfrm>
                <a:off x="6321069" y="1062411"/>
                <a:ext cx="566182" cy="313735"/>
                <a:chOff x="4694348" y="902027"/>
                <a:chExt cx="623074" cy="418313"/>
              </a:xfrm>
            </p:grpSpPr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15C5C954-CBA8-85D7-0DE9-2F12D501602B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6D7E678-2931-445D-25B0-85E8A29385A4}"/>
                    </a:ext>
                  </a:extLst>
                </p:cNvPr>
                <p:cNvSpPr txBox="1"/>
                <p:nvPr/>
              </p:nvSpPr>
              <p:spPr>
                <a:xfrm>
                  <a:off x="4694349" y="920231"/>
                  <a:ext cx="623073" cy="4001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DHCP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55735867-4033-5DBF-3386-21BAAB020561}"/>
                  </a:ext>
                </a:extLst>
              </p:cNvPr>
              <p:cNvGrpSpPr/>
              <p:nvPr/>
            </p:nvGrpSpPr>
            <p:grpSpPr>
              <a:xfrm>
                <a:off x="5438146" y="1016778"/>
                <a:ext cx="405000" cy="405000"/>
                <a:chOff x="319942" y="2252503"/>
                <a:chExt cx="720000" cy="720000"/>
              </a:xfrm>
            </p:grpSpPr>
            <p:pic>
              <p:nvPicPr>
                <p:cNvPr id="15" name="그림 14">
                  <a:extLst>
                    <a:ext uri="{FF2B5EF4-FFF2-40B4-BE49-F238E27FC236}">
                      <a16:creationId xmlns:a16="http://schemas.microsoft.com/office/drawing/2014/main" id="{00D4797E-2E19-B7E3-E5E7-DA4080AEB2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9942" y="225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D79FAB-E36F-0F94-4C6F-B50053ACD942}"/>
                    </a:ext>
                  </a:extLst>
                </p:cNvPr>
                <p:cNvSpPr txBox="1"/>
                <p:nvPr/>
              </p:nvSpPr>
              <p:spPr>
                <a:xfrm>
                  <a:off x="444550" y="2366283"/>
                  <a:ext cx="470784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R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68EAB7-860D-8742-BE3B-3774EE67ADC5}"/>
                </a:ext>
              </a:extLst>
            </p:cNvPr>
            <p:cNvSpPr txBox="1"/>
            <p:nvPr/>
          </p:nvSpPr>
          <p:spPr>
            <a:xfrm>
              <a:off x="7280443" y="979771"/>
              <a:ext cx="15632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Rocky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ndk.data.com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37.96.0.2/11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70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5277-2C7F-8609-3D2A-67FAFCF3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289FBCC9-B0B5-FC6D-B7DC-D29205187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05" y="614492"/>
            <a:ext cx="8594353" cy="5469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D6BAD4-F967-AD1F-3C3C-B82A7C716E8D}"/>
              </a:ext>
            </a:extLst>
          </p:cNvPr>
          <p:cNvSpPr txBox="1"/>
          <p:nvPr/>
        </p:nvSpPr>
        <p:spPr>
          <a:xfrm>
            <a:off x="3936890" y="275938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NFS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290F02D-6F87-9565-EDDB-C47381B6C843}"/>
              </a:ext>
            </a:extLst>
          </p:cNvPr>
          <p:cNvGrpSpPr/>
          <p:nvPr/>
        </p:nvGrpSpPr>
        <p:grpSpPr>
          <a:xfrm>
            <a:off x="1995994" y="2354973"/>
            <a:ext cx="5183205" cy="1776429"/>
            <a:chOff x="1726739" y="3871869"/>
            <a:chExt cx="5183205" cy="1776429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90A1F760-EC16-3F96-AAE3-8ACE11686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47" r="17727" b="74583"/>
            <a:stretch>
              <a:fillRect/>
            </a:stretch>
          </p:blipFill>
          <p:spPr>
            <a:xfrm>
              <a:off x="1726739" y="4438797"/>
              <a:ext cx="5183205" cy="1209501"/>
            </a:xfrm>
            <a:prstGeom prst="rect">
              <a:avLst/>
            </a:prstGeom>
          </p:spPr>
        </p:pic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65CB2930-6D91-74C5-D46E-82AD99747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73" t="53749" r="58644" b="29184"/>
            <a:stretch>
              <a:fillRect/>
            </a:stretch>
          </p:blipFill>
          <p:spPr>
            <a:xfrm>
              <a:off x="1730666" y="3871869"/>
              <a:ext cx="1679825" cy="566928"/>
            </a:xfrm>
            <a:prstGeom prst="rect">
              <a:avLst/>
            </a:prstGeom>
          </p:spPr>
        </p:pic>
      </p:grpSp>
      <p:pic>
        <p:nvPicPr>
          <p:cNvPr id="47" name="그림 46">
            <a:extLst>
              <a:ext uri="{FF2B5EF4-FFF2-40B4-BE49-F238E27FC236}">
                <a16:creationId xmlns:a16="http://schemas.microsoft.com/office/drawing/2014/main" id="{D8B5EBEF-3FE7-EB39-751B-2AD4A3109A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" t="5939" r="7183" b="15357"/>
          <a:stretch>
            <a:fillRect/>
          </a:stretch>
        </p:blipFill>
        <p:spPr>
          <a:xfrm>
            <a:off x="1995994" y="4131402"/>
            <a:ext cx="5152011" cy="142651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7E12F05-F984-6271-FEF8-0FFF18CE17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t="15397" b="12041"/>
          <a:stretch>
            <a:fillRect/>
          </a:stretch>
        </p:blipFill>
        <p:spPr>
          <a:xfrm>
            <a:off x="1995994" y="1823993"/>
            <a:ext cx="2446195" cy="41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83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ECEBAA96-3A4F-D008-717A-ACE0B4F4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05" y="614492"/>
            <a:ext cx="8594353" cy="54691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2ED95-8688-E3DE-7BF4-F8EBAD8631CB}"/>
              </a:ext>
            </a:extLst>
          </p:cNvPr>
          <p:cNvSpPr txBox="1"/>
          <p:nvPr/>
        </p:nvSpPr>
        <p:spPr>
          <a:xfrm>
            <a:off x="3936890" y="275938"/>
            <a:ext cx="500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NFS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E00B1B39-9516-C80A-CE08-2DECA70E2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" t="2512" r="5861" b="8043"/>
          <a:stretch>
            <a:fillRect/>
          </a:stretch>
        </p:blipFill>
        <p:spPr>
          <a:xfrm>
            <a:off x="1957294" y="3279811"/>
            <a:ext cx="5376671" cy="15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86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EF6DE8-DFFB-A5A0-2136-BB4A70C3E693}"/>
              </a:ext>
            </a:extLst>
          </p:cNvPr>
          <p:cNvSpPr txBox="1"/>
          <p:nvPr/>
        </p:nvSpPr>
        <p:spPr>
          <a:xfrm>
            <a:off x="315866" y="248506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PUTTY 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CAEBE3-3B2E-1A36-60F3-8884C1AEA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1" t="6795" r="26139" b="56868"/>
          <a:stretch>
            <a:fillRect/>
          </a:stretch>
        </p:blipFill>
        <p:spPr>
          <a:xfrm>
            <a:off x="3090671" y="3906332"/>
            <a:ext cx="4562857" cy="224942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A2F3B268-C5B7-D246-BAD4-F572AE7942B1}"/>
              </a:ext>
            </a:extLst>
          </p:cNvPr>
          <p:cNvGrpSpPr/>
          <p:nvPr/>
        </p:nvGrpSpPr>
        <p:grpSpPr>
          <a:xfrm>
            <a:off x="584272" y="3101262"/>
            <a:ext cx="4129596" cy="655475"/>
            <a:chOff x="319096" y="4159322"/>
            <a:chExt cx="4129596" cy="655475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401EC534-7C11-AD44-E40F-C14667060749}"/>
                </a:ext>
              </a:extLst>
            </p:cNvPr>
            <p:cNvGrpSpPr/>
            <p:nvPr/>
          </p:nvGrpSpPr>
          <p:grpSpPr>
            <a:xfrm>
              <a:off x="319096" y="4159322"/>
              <a:ext cx="405000" cy="405000"/>
              <a:chOff x="5951487" y="3751638"/>
              <a:chExt cx="720000" cy="720000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2E8B8DA-2870-E8C6-4DEC-BE3CD370C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1487" y="3751638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4A3F18D-D9ED-C5F3-53C1-D4BAC1245928}"/>
                  </a:ext>
                </a:extLst>
              </p:cNvPr>
              <p:cNvSpPr txBox="1"/>
              <p:nvPr/>
            </p:nvSpPr>
            <p:spPr>
              <a:xfrm>
                <a:off x="6044747" y="3865418"/>
                <a:ext cx="53347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166739B-936D-D24B-5344-6248E6A2EDDB}"/>
                </a:ext>
              </a:extLst>
            </p:cNvPr>
            <p:cNvGrpSpPr/>
            <p:nvPr/>
          </p:nvGrpSpPr>
          <p:grpSpPr>
            <a:xfrm>
              <a:off x="816279" y="4203251"/>
              <a:ext cx="465192" cy="313735"/>
              <a:chOff x="4694347" y="902027"/>
              <a:chExt cx="646106" cy="418313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6B9A6678-5E5F-7B64-E71E-D3FB36D2693E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073B4B-0E05-B7AC-BA15-6CF95E994091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4610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RDP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896848B-366F-A24D-A519-5378C1A716DE}"/>
                </a:ext>
              </a:extLst>
            </p:cNvPr>
            <p:cNvGrpSpPr/>
            <p:nvPr/>
          </p:nvGrpSpPr>
          <p:grpSpPr>
            <a:xfrm>
              <a:off x="1287739" y="4203251"/>
              <a:ext cx="540404" cy="313735"/>
              <a:chOff x="4694347" y="902027"/>
              <a:chExt cx="670432" cy="418313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1F124C7F-FECE-3054-EAEF-1F387BBEE5F7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CD734E-0149-EEED-CC48-3476A2A538A1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7043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Putty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FD42D51-9627-851F-C7D6-DC54389D444A}"/>
                </a:ext>
              </a:extLst>
            </p:cNvPr>
            <p:cNvGrpSpPr/>
            <p:nvPr/>
          </p:nvGrpSpPr>
          <p:grpSpPr>
            <a:xfrm>
              <a:off x="1805173" y="4203251"/>
              <a:ext cx="433132" cy="313735"/>
              <a:chOff x="4694347" y="902027"/>
              <a:chExt cx="537350" cy="418313"/>
            </a:xfrm>
            <a:solidFill>
              <a:schemeClr val="accent3"/>
            </a:solidFill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570213E1-3D02-F976-90FD-46F3134EFBE8}"/>
                  </a:ext>
                </a:extLst>
              </p:cNvPr>
              <p:cNvSpPr/>
              <p:nvPr/>
            </p:nvSpPr>
            <p:spPr>
              <a:xfrm>
                <a:off x="4694347" y="902027"/>
                <a:ext cx="466551" cy="40574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D0E54B-BC20-502F-7CCD-0BA860DF1F94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53735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FTP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BCC842-2DD2-18E3-D6E6-5FD2FD328DA8}"/>
                </a:ext>
              </a:extLst>
            </p:cNvPr>
            <p:cNvSpPr txBox="1"/>
            <p:nvPr/>
          </p:nvSpPr>
          <p:spPr>
            <a:xfrm>
              <a:off x="2951038" y="4168466"/>
              <a:ext cx="1497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frp.bon.com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37.0.0.0/11(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4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D6D3BC-7729-6399-3CD5-0638118DD815}"/>
              </a:ext>
            </a:extLst>
          </p:cNvPr>
          <p:cNvSpPr txBox="1"/>
          <p:nvPr/>
        </p:nvSpPr>
        <p:spPr>
          <a:xfrm>
            <a:off x="315866" y="248506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RAID 10 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007E78-DD82-FB8E-BF71-B7F9F7634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" t="2833" r="24877"/>
          <a:stretch>
            <a:fillRect/>
          </a:stretch>
        </p:blipFill>
        <p:spPr>
          <a:xfrm>
            <a:off x="1828799" y="1169462"/>
            <a:ext cx="3950209" cy="332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0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D062C0-842C-8AC2-F689-D4D8A845CFB5}"/>
              </a:ext>
            </a:extLst>
          </p:cNvPr>
          <p:cNvSpPr txBox="1"/>
          <p:nvPr/>
        </p:nvSpPr>
        <p:spPr>
          <a:xfrm>
            <a:off x="315866" y="248506"/>
            <a:ext cx="514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RDP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C109FA7-4CEF-E8D7-4700-D2FD576B8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00" t="-88"/>
          <a:stretch>
            <a:fillRect/>
          </a:stretch>
        </p:blipFill>
        <p:spPr>
          <a:xfrm>
            <a:off x="2496312" y="822960"/>
            <a:ext cx="5358384" cy="3654345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4E78AEF7-D8FC-AF6A-1A4B-105027FCCD47}"/>
              </a:ext>
            </a:extLst>
          </p:cNvPr>
          <p:cNvGrpSpPr/>
          <p:nvPr/>
        </p:nvGrpSpPr>
        <p:grpSpPr>
          <a:xfrm>
            <a:off x="675712" y="4954850"/>
            <a:ext cx="4129596" cy="655475"/>
            <a:chOff x="319096" y="4159322"/>
            <a:chExt cx="4129596" cy="655475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DFF73FE-CE5D-98BB-DA53-3D899FBC014D}"/>
                </a:ext>
              </a:extLst>
            </p:cNvPr>
            <p:cNvGrpSpPr/>
            <p:nvPr/>
          </p:nvGrpSpPr>
          <p:grpSpPr>
            <a:xfrm>
              <a:off x="319096" y="4159322"/>
              <a:ext cx="405000" cy="405000"/>
              <a:chOff x="5951487" y="3751638"/>
              <a:chExt cx="720000" cy="720000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1BC783F0-DB04-B790-FF40-0DBF3AB82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1487" y="3751638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2517F87-1774-3D21-922A-76E1C2049AFA}"/>
                  </a:ext>
                </a:extLst>
              </p:cNvPr>
              <p:cNvSpPr txBox="1"/>
              <p:nvPr/>
            </p:nvSpPr>
            <p:spPr>
              <a:xfrm>
                <a:off x="6044747" y="3865418"/>
                <a:ext cx="53347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4AB5FB8-EFB1-114B-DD97-B92E9BEB2715}"/>
                </a:ext>
              </a:extLst>
            </p:cNvPr>
            <p:cNvGrpSpPr/>
            <p:nvPr/>
          </p:nvGrpSpPr>
          <p:grpSpPr>
            <a:xfrm>
              <a:off x="816279" y="4203251"/>
              <a:ext cx="465192" cy="313735"/>
              <a:chOff x="4694347" y="902027"/>
              <a:chExt cx="646106" cy="418313"/>
            </a:xfrm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F521D619-EE19-6B37-46ED-0AFC926AD054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C72A9E-FE89-8A0B-4956-78965BD8D381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4610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RDP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623F355A-9FC8-873B-A3DE-8DCF61FF8ADC}"/>
                </a:ext>
              </a:extLst>
            </p:cNvPr>
            <p:cNvGrpSpPr/>
            <p:nvPr/>
          </p:nvGrpSpPr>
          <p:grpSpPr>
            <a:xfrm>
              <a:off x="1287739" y="4203251"/>
              <a:ext cx="540404" cy="313735"/>
              <a:chOff x="4694347" y="902027"/>
              <a:chExt cx="670432" cy="418313"/>
            </a:xfrm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2ECE07EA-2C3A-F0F3-6D42-02BF2A10C976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BF40CE-FA42-41BE-367E-951003BB6AE9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7043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Putty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63708F9-15B5-FF3A-EF6B-6F374ABFDA53}"/>
                </a:ext>
              </a:extLst>
            </p:cNvPr>
            <p:cNvGrpSpPr/>
            <p:nvPr/>
          </p:nvGrpSpPr>
          <p:grpSpPr>
            <a:xfrm>
              <a:off x="1805173" y="4203251"/>
              <a:ext cx="433132" cy="313735"/>
              <a:chOff x="4694347" y="902027"/>
              <a:chExt cx="537350" cy="418313"/>
            </a:xfrm>
            <a:solidFill>
              <a:schemeClr val="accent3"/>
            </a:solidFill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5172C34-8FC9-029B-FAEA-55CAB75D162A}"/>
                  </a:ext>
                </a:extLst>
              </p:cNvPr>
              <p:cNvSpPr/>
              <p:nvPr/>
            </p:nvSpPr>
            <p:spPr>
              <a:xfrm>
                <a:off x="4694347" y="902027"/>
                <a:ext cx="466551" cy="40574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2BA135-2249-3812-26BC-7BE62B84864D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53735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FTP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BD9756-EC84-2F1A-DEB8-3A17922A551B}"/>
                </a:ext>
              </a:extLst>
            </p:cNvPr>
            <p:cNvSpPr txBox="1"/>
            <p:nvPr/>
          </p:nvSpPr>
          <p:spPr>
            <a:xfrm>
              <a:off x="2951038" y="4168466"/>
              <a:ext cx="1497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frp.bon.com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37.0.0.0/11(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3364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E56380-E47C-429B-0A3F-A773FDB6D17C}"/>
              </a:ext>
            </a:extLst>
          </p:cNvPr>
          <p:cNvSpPr txBox="1"/>
          <p:nvPr/>
        </p:nvSpPr>
        <p:spPr>
          <a:xfrm>
            <a:off x="315866" y="248506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VNC</a:t>
            </a:r>
            <a:endParaRPr lang="ko-KR" altLang="en-US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97A93F-1960-2CF2-BDEF-2E43D6F9F030}"/>
              </a:ext>
            </a:extLst>
          </p:cNvPr>
          <p:cNvGrpSpPr/>
          <p:nvPr/>
        </p:nvGrpSpPr>
        <p:grpSpPr>
          <a:xfrm>
            <a:off x="381514" y="5684177"/>
            <a:ext cx="3446275" cy="646331"/>
            <a:chOff x="5438146" y="3709073"/>
            <a:chExt cx="3446275" cy="64633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7B2945-9C74-F6E9-AB09-25F42560D428}"/>
                </a:ext>
              </a:extLst>
            </p:cNvPr>
            <p:cNvSpPr txBox="1"/>
            <p:nvPr/>
          </p:nvSpPr>
          <p:spPr>
            <a:xfrm>
              <a:off x="7298731" y="3709073"/>
              <a:ext cx="1585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Ubuntu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us.data.com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37.96.0.13/11(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F3D9388-666E-6C5D-B78A-8D7A4F6B8C78}"/>
                </a:ext>
              </a:extLst>
            </p:cNvPr>
            <p:cNvGrpSpPr/>
            <p:nvPr/>
          </p:nvGrpSpPr>
          <p:grpSpPr>
            <a:xfrm>
              <a:off x="5438146" y="3795624"/>
              <a:ext cx="1431675" cy="405000"/>
              <a:chOff x="5438146" y="2984961"/>
              <a:chExt cx="1431675" cy="40500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524017EF-6D37-C81D-EFBF-F88D2F401D46}"/>
                  </a:ext>
                </a:extLst>
              </p:cNvPr>
              <p:cNvGrpSpPr/>
              <p:nvPr/>
            </p:nvGrpSpPr>
            <p:grpSpPr>
              <a:xfrm>
                <a:off x="5908258" y="3030594"/>
                <a:ext cx="479618" cy="313735"/>
                <a:chOff x="4694347" y="902027"/>
                <a:chExt cx="639490" cy="418313"/>
              </a:xfrm>
              <a:solidFill>
                <a:schemeClr val="accent6"/>
              </a:solidFill>
            </p:grpSpPr>
            <p:sp>
              <p:nvSpPr>
                <p:cNvPr id="15" name="사각형: 둥근 모서리 14">
                  <a:extLst>
                    <a:ext uri="{FF2B5EF4-FFF2-40B4-BE49-F238E27FC236}">
                      <a16:creationId xmlns:a16="http://schemas.microsoft.com/office/drawing/2014/main" id="{AE3F29DA-5F17-6EC5-583F-C6127F571AC3}"/>
                    </a:ext>
                  </a:extLst>
                </p:cNvPr>
                <p:cNvSpPr/>
                <p:nvPr/>
              </p:nvSpPr>
              <p:spPr>
                <a:xfrm>
                  <a:off x="4694347" y="902027"/>
                  <a:ext cx="579005" cy="405741"/>
                </a:xfrm>
                <a:prstGeom prst="roundRect">
                  <a:avLst/>
                </a:prstGeom>
                <a:grp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/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6B4CCC-8946-A8FE-531F-31BB7A5AB2AC}"/>
                    </a:ext>
                  </a:extLst>
                </p:cNvPr>
                <p:cNvSpPr txBox="1"/>
                <p:nvPr/>
              </p:nvSpPr>
              <p:spPr>
                <a:xfrm>
                  <a:off x="4694347" y="920231"/>
                  <a:ext cx="639490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SMB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48E0A29-A47F-D41A-380C-EDDE4564E0E1}"/>
                  </a:ext>
                </a:extLst>
              </p:cNvPr>
              <p:cNvGrpSpPr/>
              <p:nvPr/>
            </p:nvGrpSpPr>
            <p:grpSpPr>
              <a:xfrm>
                <a:off x="5438146" y="2984961"/>
                <a:ext cx="405000" cy="405000"/>
                <a:chOff x="5965098" y="2612503"/>
                <a:chExt cx="720000" cy="720000"/>
              </a:xfrm>
            </p:grpSpPr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FAAB7FBC-7C4F-302A-4A19-408C046296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65098" y="261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597ED2-3F7E-BFFA-96EC-5ACAD1C3239C}"/>
                    </a:ext>
                  </a:extLst>
                </p:cNvPr>
                <p:cNvSpPr txBox="1"/>
                <p:nvPr/>
              </p:nvSpPr>
              <p:spPr>
                <a:xfrm>
                  <a:off x="6085430" y="2726283"/>
                  <a:ext cx="479335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U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0638437D-9C4C-DA4A-B46A-DEE439653169}"/>
                  </a:ext>
                </a:extLst>
              </p:cNvPr>
              <p:cNvGrpSpPr/>
              <p:nvPr/>
            </p:nvGrpSpPr>
            <p:grpSpPr>
              <a:xfrm>
                <a:off x="6419052" y="3030594"/>
                <a:ext cx="450769" cy="313735"/>
                <a:chOff x="4694348" y="902027"/>
                <a:chExt cx="626072" cy="418313"/>
              </a:xfrm>
              <a:solidFill>
                <a:schemeClr val="accent4"/>
              </a:solidFill>
            </p:grpSpPr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2ED8E8A-C17D-2FFA-6140-D41AF4FFCF38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691A69-62D6-A8BD-06CB-C0859C8D5408}"/>
                    </a:ext>
                  </a:extLst>
                </p:cNvPr>
                <p:cNvSpPr txBox="1"/>
                <p:nvPr/>
              </p:nvSpPr>
              <p:spPr>
                <a:xfrm>
                  <a:off x="4694355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DDAB0967-9D13-E1BB-0420-1CC161DD6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" b="50000"/>
          <a:stretch>
            <a:fillRect/>
          </a:stretch>
        </p:blipFill>
        <p:spPr>
          <a:xfrm>
            <a:off x="1911096" y="1062198"/>
            <a:ext cx="5747648" cy="186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045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F28CA-3F72-FEBD-4684-E488FE37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564BC91-BA14-1923-EFA9-AF209D4F5605}"/>
              </a:ext>
            </a:extLst>
          </p:cNvPr>
          <p:cNvSpPr txBox="1"/>
          <p:nvPr/>
        </p:nvSpPr>
        <p:spPr>
          <a:xfrm>
            <a:off x="256032" y="310704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DNS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64E4F62-4E29-577F-AE77-2F00A212AF07}"/>
              </a:ext>
            </a:extLst>
          </p:cNvPr>
          <p:cNvGrpSpPr/>
          <p:nvPr/>
        </p:nvGrpSpPr>
        <p:grpSpPr>
          <a:xfrm>
            <a:off x="1561071" y="273682"/>
            <a:ext cx="6778257" cy="5779645"/>
            <a:chOff x="1561071" y="273682"/>
            <a:chExt cx="6778257" cy="5779645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D9777CD3-828A-F770-DB00-0FA17BE14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56" t="73113" r="1986"/>
            <a:stretch>
              <a:fillRect/>
            </a:stretch>
          </p:blipFill>
          <p:spPr>
            <a:xfrm>
              <a:off x="1561071" y="273682"/>
              <a:ext cx="6778257" cy="5779645"/>
            </a:xfrm>
            <a:prstGeom prst="rect">
              <a:avLst/>
            </a:prstGeom>
          </p:spPr>
        </p:pic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BA7C2342-B712-301E-B4D7-6F80719E3B99}"/>
                </a:ext>
              </a:extLst>
            </p:cNvPr>
            <p:cNvGrpSpPr/>
            <p:nvPr/>
          </p:nvGrpSpPr>
          <p:grpSpPr>
            <a:xfrm>
              <a:off x="1563862" y="464926"/>
              <a:ext cx="3145298" cy="2676899"/>
              <a:chOff x="1563862" y="464926"/>
              <a:chExt cx="3145298" cy="2676899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F3BF6DAE-830A-3E32-4993-ED89BFF3D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r="22312" b="2429"/>
              <a:stretch>
                <a:fillRect/>
              </a:stretch>
            </p:blipFill>
            <p:spPr>
              <a:xfrm>
                <a:off x="1563862" y="464926"/>
                <a:ext cx="3145298" cy="2676899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2AEB3295-83CC-593A-2926-5E558AB157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56" t="73113" r="1986"/>
              <a:stretch>
                <a:fillRect/>
              </a:stretch>
            </p:blipFill>
            <p:spPr>
              <a:xfrm>
                <a:off x="3474721" y="1716873"/>
                <a:ext cx="1234439" cy="737670"/>
              </a:xfrm>
              <a:prstGeom prst="rect">
                <a:avLst/>
              </a:prstGeom>
            </p:spPr>
          </p:pic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1D0F54B6-4791-43D5-49F1-7BA6231EC8EF}"/>
                </a:ext>
              </a:extLst>
            </p:cNvPr>
            <p:cNvGrpSpPr/>
            <p:nvPr/>
          </p:nvGrpSpPr>
          <p:grpSpPr>
            <a:xfrm>
              <a:off x="1561071" y="3333069"/>
              <a:ext cx="3220099" cy="2340864"/>
              <a:chOff x="1563862" y="3208509"/>
              <a:chExt cx="3220099" cy="2340864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30E13FA8-DC66-914D-C161-76ADE9DF4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656" b="-296"/>
              <a:stretch>
                <a:fillRect/>
              </a:stretch>
            </p:blipFill>
            <p:spPr>
              <a:xfrm>
                <a:off x="1563862" y="3208509"/>
                <a:ext cx="3220099" cy="2340864"/>
              </a:xfrm>
              <a:prstGeom prst="rect">
                <a:avLst/>
              </a:prstGeom>
            </p:spPr>
          </p:pic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0C8772AB-F37E-63AE-729F-BB6B694B4B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56" t="73113" r="1986"/>
              <a:stretch>
                <a:fillRect/>
              </a:stretch>
            </p:blipFill>
            <p:spPr>
              <a:xfrm>
                <a:off x="3552385" y="4566753"/>
                <a:ext cx="1231576" cy="737670"/>
              </a:xfrm>
              <a:prstGeom prst="rect">
                <a:avLst/>
              </a:prstGeom>
            </p:spPr>
          </p:pic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06F8C42-408E-01C3-1C8D-B196E51617E7}"/>
                </a:ext>
              </a:extLst>
            </p:cNvPr>
            <p:cNvGrpSpPr/>
            <p:nvPr/>
          </p:nvGrpSpPr>
          <p:grpSpPr>
            <a:xfrm>
              <a:off x="4856882" y="3320387"/>
              <a:ext cx="3220100" cy="2019582"/>
              <a:chOff x="6182762" y="3429000"/>
              <a:chExt cx="3220100" cy="2019582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A6531F38-FB01-1740-61AC-5D85D2123E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4380"/>
              <a:stretch>
                <a:fillRect/>
              </a:stretch>
            </p:blipFill>
            <p:spPr>
              <a:xfrm>
                <a:off x="6182762" y="3429000"/>
                <a:ext cx="3220100" cy="2019582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9E92B43E-ECF9-9E26-E493-1BAA3609B8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56" t="73113" r="1986"/>
              <a:stretch>
                <a:fillRect/>
              </a:stretch>
            </p:blipFill>
            <p:spPr>
              <a:xfrm>
                <a:off x="8093172" y="4513616"/>
                <a:ext cx="1309690" cy="737670"/>
              </a:xfrm>
              <a:prstGeom prst="rect">
                <a:avLst/>
              </a:prstGeom>
            </p:spPr>
          </p:pic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C7283360-1DBA-9ED7-2D9B-5B89F2A346A7}"/>
                </a:ext>
              </a:extLst>
            </p:cNvPr>
            <p:cNvGrpSpPr/>
            <p:nvPr/>
          </p:nvGrpSpPr>
          <p:grpSpPr>
            <a:xfrm>
              <a:off x="4856882" y="479981"/>
              <a:ext cx="3137856" cy="2676899"/>
              <a:chOff x="5954544" y="479981"/>
              <a:chExt cx="3137856" cy="2676899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1FA0EC74-8684-097D-5695-F04AC892FC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981"/>
              <a:stretch>
                <a:fillRect/>
              </a:stretch>
            </p:blipFill>
            <p:spPr>
              <a:xfrm>
                <a:off x="5954544" y="479981"/>
                <a:ext cx="3137856" cy="2676899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3BD0C631-3B6D-5DF9-B947-1C6A7EF005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56" t="73113" r="1986"/>
              <a:stretch>
                <a:fillRect/>
              </a:stretch>
            </p:blipFill>
            <p:spPr>
              <a:xfrm>
                <a:off x="8041572" y="1892457"/>
                <a:ext cx="1050827" cy="737670"/>
              </a:xfrm>
              <a:prstGeom prst="rect">
                <a:avLst/>
              </a:prstGeom>
            </p:spPr>
          </p:pic>
        </p:grp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2CBD171D-E8D2-E37A-214E-2507103077DE}"/>
                </a:ext>
              </a:extLst>
            </p:cNvPr>
            <p:cNvCxnSpPr>
              <a:cxnSpLocks/>
            </p:cNvCxnSpPr>
            <p:nvPr/>
          </p:nvCxnSpPr>
          <p:spPr>
            <a:xfrm>
              <a:off x="4773168" y="273682"/>
              <a:ext cx="0" cy="577964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702AFF6A-5D84-F9DC-1087-EDE579EBC837}"/>
                </a:ext>
              </a:extLst>
            </p:cNvPr>
            <p:cNvCxnSpPr>
              <a:cxnSpLocks/>
              <a:stCxn id="37" idx="1"/>
              <a:endCxn id="37" idx="3"/>
            </p:cNvCxnSpPr>
            <p:nvPr/>
          </p:nvCxnSpPr>
          <p:spPr>
            <a:xfrm>
              <a:off x="1561071" y="3163505"/>
              <a:ext cx="677825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4330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48CD-424E-A170-E920-CEBD934F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8D9C0E79-B309-621E-9ED0-C41183A0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12" b="843"/>
          <a:stretch>
            <a:fillRect/>
          </a:stretch>
        </p:blipFill>
        <p:spPr>
          <a:xfrm>
            <a:off x="1430940" y="1059525"/>
            <a:ext cx="3296508" cy="4326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7BF035-5B61-8B94-5F04-C2010B52A468}"/>
              </a:ext>
            </a:extLst>
          </p:cNvPr>
          <p:cNvSpPr txBox="1"/>
          <p:nvPr/>
        </p:nvSpPr>
        <p:spPr>
          <a:xfrm>
            <a:off x="256032" y="310704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DNS</a:t>
            </a:r>
          </a:p>
          <a:p>
            <a:r>
              <a:rPr lang="ko-KR" altLang="en-US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스위치</a:t>
            </a:r>
            <a:endParaRPr lang="en-US" altLang="ko-KR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0249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75A0-C763-096B-0CE3-5D6C84ACF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8F0BA4-FD87-7BC3-E3CF-C240B844D7CE}"/>
              </a:ext>
            </a:extLst>
          </p:cNvPr>
          <p:cNvSpPr txBox="1"/>
          <p:nvPr/>
        </p:nvSpPr>
        <p:spPr>
          <a:xfrm>
            <a:off x="374904" y="374712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디스크쿼터</a:t>
            </a:r>
            <a:endParaRPr lang="en-US" altLang="ko-KR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EB38C11-3927-159D-08F2-00F0CE3DD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" r="15454"/>
          <a:stretch>
            <a:fillRect/>
          </a:stretch>
        </p:blipFill>
        <p:spPr>
          <a:xfrm>
            <a:off x="2505457" y="2085788"/>
            <a:ext cx="347472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5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4D11-820E-3597-B300-3A7C3724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8BBBB8-64F2-DA72-91D1-226FCD635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" t="1233" r="1206" b="1639"/>
          <a:stretch>
            <a:fillRect/>
          </a:stretch>
        </p:blipFill>
        <p:spPr>
          <a:xfrm>
            <a:off x="1965960" y="2163922"/>
            <a:ext cx="5650992" cy="3322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3F613-3929-4126-F7EB-89AF3DD1F6B8}"/>
              </a:ext>
            </a:extLst>
          </p:cNvPr>
          <p:cNvSpPr txBox="1"/>
          <p:nvPr/>
        </p:nvSpPr>
        <p:spPr>
          <a:xfrm>
            <a:off x="374904" y="374712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HG꼬딕씨 80g" panose="02020603020101020101" pitchFamily="18" charset="-127"/>
                <a:ea typeface="HG꼬딕씨 80g" panose="02020603020101020101" pitchFamily="18" charset="-127"/>
              </a:rPr>
              <a:t>모니터릭스</a:t>
            </a:r>
            <a:endParaRPr lang="en-US" altLang="ko-KR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475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9ECB-A975-80C7-FF2C-C61E1467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660A5-D8C3-FCEA-9DE0-495508942803}"/>
              </a:ext>
            </a:extLst>
          </p:cNvPr>
          <p:cNvSpPr txBox="1"/>
          <p:nvPr/>
        </p:nvSpPr>
        <p:spPr>
          <a:xfrm>
            <a:off x="374904" y="374712"/>
            <a:ext cx="5533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삼바</a:t>
            </a:r>
            <a:endParaRPr lang="en-US" altLang="ko-KR" sz="16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A762EB-E77C-2A99-7DB7-784FBB049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" t="2363" b="21252"/>
          <a:stretch>
            <a:fillRect/>
          </a:stretch>
        </p:blipFill>
        <p:spPr>
          <a:xfrm>
            <a:off x="4371922" y="276333"/>
            <a:ext cx="4397174" cy="120791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C6A9ADD-D557-D7F8-6C2C-14BF732FBC65}"/>
              </a:ext>
            </a:extLst>
          </p:cNvPr>
          <p:cNvGrpSpPr/>
          <p:nvPr/>
        </p:nvGrpSpPr>
        <p:grpSpPr>
          <a:xfrm>
            <a:off x="422599" y="5714748"/>
            <a:ext cx="3583234" cy="646331"/>
            <a:chOff x="5255467" y="5959769"/>
            <a:chExt cx="3583234" cy="64633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900E472C-9B96-EF87-443B-F5219DB8324A}"/>
                </a:ext>
              </a:extLst>
            </p:cNvPr>
            <p:cNvGrpSpPr/>
            <p:nvPr/>
          </p:nvGrpSpPr>
          <p:grpSpPr>
            <a:xfrm>
              <a:off x="5255467" y="6099234"/>
              <a:ext cx="405000" cy="405000"/>
              <a:chOff x="5965098" y="2612503"/>
              <a:chExt cx="720000" cy="720000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4933F410-B58A-222C-0D9C-DAF8C4E150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65098" y="2612503"/>
                <a:ext cx="720000" cy="720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4A8A7F9-C2D2-F226-1D58-EC55683ADB2D}"/>
                  </a:ext>
                </a:extLst>
              </p:cNvPr>
              <p:cNvSpPr txBox="1"/>
              <p:nvPr/>
            </p:nvSpPr>
            <p:spPr>
              <a:xfrm>
                <a:off x="6085430" y="2726283"/>
                <a:ext cx="519232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w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3BCE513F-7C0E-F9E7-8F16-132945D7BBA9}"/>
                </a:ext>
              </a:extLst>
            </p:cNvPr>
            <p:cNvGrpSpPr/>
            <p:nvPr/>
          </p:nvGrpSpPr>
          <p:grpSpPr>
            <a:xfrm>
              <a:off x="5722708" y="6155104"/>
              <a:ext cx="479619" cy="313735"/>
              <a:chOff x="4694348" y="902027"/>
              <a:chExt cx="619944" cy="418313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230BD7D4-2BA9-60E1-FD6D-9AD17A0A74E9}"/>
                  </a:ext>
                </a:extLst>
              </p:cNvPr>
              <p:cNvSpPr/>
              <p:nvPr/>
            </p:nvSpPr>
            <p:spPr>
              <a:xfrm>
                <a:off x="4694348" y="902027"/>
                <a:ext cx="534673" cy="405741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F00DF60-81D4-E211-F73B-76175B660A0A}"/>
                  </a:ext>
                </a:extLst>
              </p:cNvPr>
              <p:cNvSpPr txBox="1"/>
              <p:nvPr/>
            </p:nvSpPr>
            <p:spPr>
              <a:xfrm>
                <a:off x="4694349" y="920231"/>
                <a:ext cx="619943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7DB891-F3E5-0531-56F2-321409127F05}"/>
                </a:ext>
              </a:extLst>
            </p:cNvPr>
            <p:cNvSpPr txBox="1"/>
            <p:nvPr/>
          </p:nvSpPr>
          <p:spPr>
            <a:xfrm>
              <a:off x="7341047" y="5959769"/>
              <a:ext cx="1497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Window 10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d2.dae.com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37.224.0.3/13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613443-ED30-554F-9BD7-E6D022262649}"/>
              </a:ext>
            </a:extLst>
          </p:cNvPr>
          <p:cNvGrpSpPr/>
          <p:nvPr/>
        </p:nvGrpSpPr>
        <p:grpSpPr>
          <a:xfrm>
            <a:off x="374904" y="1143252"/>
            <a:ext cx="4067124" cy="1151637"/>
            <a:chOff x="360665" y="2609034"/>
            <a:chExt cx="4067124" cy="1151637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6D8DDC8-79D4-C93A-C022-6DCED21D6DE8}"/>
                </a:ext>
              </a:extLst>
            </p:cNvPr>
            <p:cNvGrpSpPr/>
            <p:nvPr/>
          </p:nvGrpSpPr>
          <p:grpSpPr>
            <a:xfrm>
              <a:off x="857852" y="2658340"/>
              <a:ext cx="468398" cy="313735"/>
              <a:chOff x="4694347" y="902027"/>
              <a:chExt cx="624530" cy="418313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D93CACCC-D976-1FFE-881B-0A147AC6A01D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2B01AAA-78E2-9046-3171-7BE03DFD8212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24530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DNS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58878A0-0DC8-CBF3-B07D-616F425178DC}"/>
                </a:ext>
              </a:extLst>
            </p:cNvPr>
            <p:cNvGrpSpPr/>
            <p:nvPr/>
          </p:nvGrpSpPr>
          <p:grpSpPr>
            <a:xfrm>
              <a:off x="1935792" y="2658340"/>
              <a:ext cx="537327" cy="313735"/>
              <a:chOff x="4694347" y="902027"/>
              <a:chExt cx="666615" cy="418313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B189DC17-8AB1-E4C8-1067-E2E5F0D536D4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40F13B9-57C9-88F3-9B95-E679017713B7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66615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iSCSI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3A0F512-CC01-48BD-2DE8-FAE258B307AC}"/>
                </a:ext>
              </a:extLst>
            </p:cNvPr>
            <p:cNvGrpSpPr/>
            <p:nvPr/>
          </p:nvGrpSpPr>
          <p:grpSpPr>
            <a:xfrm>
              <a:off x="1329311" y="2658340"/>
              <a:ext cx="695954" cy="313735"/>
              <a:chOff x="4694347" y="902027"/>
              <a:chExt cx="707847" cy="418313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BE806826-772E-478F-BDB4-BAFC9C1A1BC7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E0FB27-D36C-F60A-DAC1-E7F8E5B526C6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707847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X-RDP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422399A-1031-85CC-5DFF-129743F8F8C1}"/>
                </a:ext>
              </a:extLst>
            </p:cNvPr>
            <p:cNvGrpSpPr/>
            <p:nvPr/>
          </p:nvGrpSpPr>
          <p:grpSpPr>
            <a:xfrm>
              <a:off x="2853240" y="2658340"/>
              <a:ext cx="479618" cy="313735"/>
              <a:chOff x="4694347" y="902027"/>
              <a:chExt cx="639490" cy="418313"/>
            </a:xfrm>
            <a:solidFill>
              <a:schemeClr val="accent1"/>
            </a:solidFill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DB24EA10-D95F-EAE3-EDA4-586D775CBFDD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B7822D-AF4B-7F7E-0C96-DFA13CA909F1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3949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7D153CA-5BD3-A397-4F1D-CBD10CC0BF83}"/>
                </a:ext>
              </a:extLst>
            </p:cNvPr>
            <p:cNvGrpSpPr/>
            <p:nvPr/>
          </p:nvGrpSpPr>
          <p:grpSpPr>
            <a:xfrm>
              <a:off x="2440295" y="2658340"/>
              <a:ext cx="433132" cy="313735"/>
              <a:chOff x="4694347" y="902027"/>
              <a:chExt cx="537350" cy="418313"/>
            </a:xfrm>
            <a:solidFill>
              <a:schemeClr val="accent3"/>
            </a:solidFill>
          </p:grpSpPr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D93CA1B3-9F93-ADF7-FAC9-0939CEEBB268}"/>
                  </a:ext>
                </a:extLst>
              </p:cNvPr>
              <p:cNvSpPr/>
              <p:nvPr/>
            </p:nvSpPr>
            <p:spPr>
              <a:xfrm>
                <a:off x="4694347" y="902027"/>
                <a:ext cx="466551" cy="40574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7B02E02-50BD-0268-1F01-4D8BC7C2D1E8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53735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FTP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AA22591-5F89-4D26-4746-A536B5FC6B46}"/>
                </a:ext>
              </a:extLst>
            </p:cNvPr>
            <p:cNvGrpSpPr/>
            <p:nvPr/>
          </p:nvGrpSpPr>
          <p:grpSpPr>
            <a:xfrm>
              <a:off x="3324375" y="2658339"/>
              <a:ext cx="479618" cy="313735"/>
              <a:chOff x="4694347" y="902027"/>
              <a:chExt cx="639490" cy="418313"/>
            </a:xfrm>
            <a:solidFill>
              <a:schemeClr val="accent6"/>
            </a:solidFill>
          </p:grpSpPr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1019B153-0546-4CB1-EFBC-F829E0F9352B}"/>
                  </a:ext>
                </a:extLst>
              </p:cNvPr>
              <p:cNvSpPr/>
              <p:nvPr/>
            </p:nvSpPr>
            <p:spPr>
              <a:xfrm>
                <a:off x="4694347" y="902027"/>
                <a:ext cx="579005" cy="405741"/>
              </a:xfrm>
              <a:prstGeom prst="round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53BB67-128A-30CA-72CF-92D3B1F9E00E}"/>
                  </a:ext>
                </a:extLst>
              </p:cNvPr>
              <p:cNvSpPr txBox="1"/>
              <p:nvPr/>
            </p:nvSpPr>
            <p:spPr>
              <a:xfrm>
                <a:off x="4694347" y="920231"/>
                <a:ext cx="639490" cy="4001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rPr>
                  <a:t>SMB</a:t>
                </a:r>
                <a:endParaRPr lang="ko-KR" altLang="en-US" sz="1350" dirty="0">
                  <a:solidFill>
                    <a:schemeClr val="bg1"/>
                  </a:solidFill>
                  <a:latin typeface="HG꼬딕씨 60g" panose="02020603020101020101" pitchFamily="18" charset="-127"/>
                  <a:ea typeface="HG꼬딕씨 60g" panose="02020603020101020101" pitchFamily="18" charset="-127"/>
                </a:endParaRPr>
              </a:p>
            </p:txBody>
          </p: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FFE3CBF-739D-8B91-8A61-04D00CE28AE1}"/>
                </a:ext>
              </a:extLst>
            </p:cNvPr>
            <p:cNvGrpSpPr/>
            <p:nvPr/>
          </p:nvGrpSpPr>
          <p:grpSpPr>
            <a:xfrm>
              <a:off x="360665" y="2609034"/>
              <a:ext cx="405000" cy="405000"/>
              <a:chOff x="319942" y="2252503"/>
              <a:chExt cx="720000" cy="720000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CB11E965-4360-E8CE-B7A8-E2D3FAD6BC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942" y="2252503"/>
                <a:ext cx="720000" cy="7200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C7261CE-6644-64C0-9894-3FCC6B750931}"/>
                  </a:ext>
                </a:extLst>
              </p:cNvPr>
              <p:cNvSpPr txBox="1"/>
              <p:nvPr/>
            </p:nvSpPr>
            <p:spPr>
              <a:xfrm>
                <a:off x="444550" y="2366283"/>
                <a:ext cx="470784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rPr>
                  <a:t>R</a:t>
                </a:r>
                <a:endParaRPr lang="ko-KR" altLang="en-US" sz="1200" dirty="0">
                  <a:latin typeface="HG꼬딕씨 99g" panose="02020603020101020101" pitchFamily="18" charset="-127"/>
                  <a:ea typeface="HG꼬딕씨 99g" panose="02020603020101020101" pitchFamily="18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9DE344-3ABB-61CE-5E5C-6398AD1E0095}"/>
                </a:ext>
              </a:extLst>
            </p:cNvPr>
            <p:cNvSpPr txBox="1"/>
            <p:nvPr/>
          </p:nvSpPr>
          <p:spPr>
            <a:xfrm>
              <a:off x="2971941" y="3114340"/>
              <a:ext cx="145584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Rocky</a:t>
              </a:r>
              <a:b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</a:br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mr.bon.com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37.0.0.3/11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1D30C32-920D-F8AC-B6EB-5D4C16E3169B}"/>
              </a:ext>
            </a:extLst>
          </p:cNvPr>
          <p:cNvGrpSpPr/>
          <p:nvPr/>
        </p:nvGrpSpPr>
        <p:grpSpPr>
          <a:xfrm>
            <a:off x="577404" y="2583616"/>
            <a:ext cx="3446275" cy="646331"/>
            <a:chOff x="5438146" y="3709073"/>
            <a:chExt cx="3446275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6D37A8C-FD80-E5C6-260F-7336222643DB}"/>
                </a:ext>
              </a:extLst>
            </p:cNvPr>
            <p:cNvSpPr txBox="1"/>
            <p:nvPr/>
          </p:nvSpPr>
          <p:spPr>
            <a:xfrm>
              <a:off x="7298731" y="3709073"/>
              <a:ext cx="1585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운영체제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Ubuntu</a:t>
              </a:r>
            </a:p>
            <a:p>
              <a:r>
                <a:rPr lang="ko-KR" altLang="en-US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도메인 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: us.data.com</a:t>
              </a:r>
            </a:p>
            <a:p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IP : 37.96.0.13/11(</a:t>
              </a:r>
              <a:r>
                <a:rPr lang="en-US" altLang="ko-KR" sz="1200" dirty="0" err="1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dhcp</a:t>
              </a:r>
              <a:r>
                <a:rPr lang="en-US" altLang="ko-KR" sz="1200" dirty="0">
                  <a:latin typeface="HG꼬딕씨 40g" panose="02020603020101020101" pitchFamily="18" charset="-127"/>
                  <a:ea typeface="HG꼬딕씨 40g" panose="02020603020101020101" pitchFamily="18" charset="-127"/>
                </a:rPr>
                <a:t>)</a:t>
              </a:r>
              <a:endParaRPr lang="ko-KR" altLang="en-US" sz="1200" dirty="0">
                <a:latin typeface="HG꼬딕씨 40g" panose="02020603020101020101" pitchFamily="18" charset="-127"/>
                <a:ea typeface="HG꼬딕씨 40g" panose="02020603020101020101" pitchFamily="18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778C9464-D845-69F1-E814-975459F6E6D7}"/>
                </a:ext>
              </a:extLst>
            </p:cNvPr>
            <p:cNvGrpSpPr/>
            <p:nvPr/>
          </p:nvGrpSpPr>
          <p:grpSpPr>
            <a:xfrm>
              <a:off x="5438146" y="3795624"/>
              <a:ext cx="1431675" cy="405000"/>
              <a:chOff x="5438146" y="2984961"/>
              <a:chExt cx="1431675" cy="405000"/>
            </a:xfrm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D108531B-6A6F-5231-304A-357013F2EE7E}"/>
                  </a:ext>
                </a:extLst>
              </p:cNvPr>
              <p:cNvGrpSpPr/>
              <p:nvPr/>
            </p:nvGrpSpPr>
            <p:grpSpPr>
              <a:xfrm>
                <a:off x="5908258" y="3030594"/>
                <a:ext cx="479618" cy="313735"/>
                <a:chOff x="4694347" y="902027"/>
                <a:chExt cx="639490" cy="418313"/>
              </a:xfrm>
              <a:solidFill>
                <a:schemeClr val="accent6"/>
              </a:solidFill>
            </p:grpSpPr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7AA1DCC2-331C-F3F1-6E55-2D665DC7265A}"/>
                    </a:ext>
                  </a:extLst>
                </p:cNvPr>
                <p:cNvSpPr/>
                <p:nvPr/>
              </p:nvSpPr>
              <p:spPr>
                <a:xfrm>
                  <a:off x="4694347" y="902027"/>
                  <a:ext cx="579005" cy="405741"/>
                </a:xfrm>
                <a:prstGeom prst="roundRect">
                  <a:avLst/>
                </a:prstGeom>
                <a:grp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DA3D814-8A80-2D51-75D2-A9C9993DF81D}"/>
                    </a:ext>
                  </a:extLst>
                </p:cNvPr>
                <p:cNvSpPr txBox="1"/>
                <p:nvPr/>
              </p:nvSpPr>
              <p:spPr>
                <a:xfrm>
                  <a:off x="4694347" y="920231"/>
                  <a:ext cx="639490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SMB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8128D4CA-7460-53C7-F43B-1F478C7FAA40}"/>
                  </a:ext>
                </a:extLst>
              </p:cNvPr>
              <p:cNvGrpSpPr/>
              <p:nvPr/>
            </p:nvGrpSpPr>
            <p:grpSpPr>
              <a:xfrm>
                <a:off x="5438146" y="2984961"/>
                <a:ext cx="405000" cy="405000"/>
                <a:chOff x="5965098" y="2612503"/>
                <a:chExt cx="720000" cy="720000"/>
              </a:xfrm>
            </p:grpSpPr>
            <p:pic>
              <p:nvPicPr>
                <p:cNvPr id="44" name="그림 43">
                  <a:extLst>
                    <a:ext uri="{FF2B5EF4-FFF2-40B4-BE49-F238E27FC236}">
                      <a16:creationId xmlns:a16="http://schemas.microsoft.com/office/drawing/2014/main" id="{5809C0F1-A98A-60CB-387A-0B44BBB00F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65098" y="2612503"/>
                  <a:ext cx="720000" cy="720000"/>
                </a:xfrm>
                <a:prstGeom prst="rect">
                  <a:avLst/>
                </a:prstGeom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AFB14F1-4F30-1B3A-EBAA-AFE598ED1FC4}"/>
                    </a:ext>
                  </a:extLst>
                </p:cNvPr>
                <p:cNvSpPr txBox="1"/>
                <p:nvPr/>
              </p:nvSpPr>
              <p:spPr>
                <a:xfrm>
                  <a:off x="6085430" y="2726283"/>
                  <a:ext cx="479335" cy="49244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dirty="0">
                      <a:latin typeface="HG꼬딕씨 99g" panose="02020603020101020101" pitchFamily="18" charset="-127"/>
                      <a:ea typeface="HG꼬딕씨 99g" panose="02020603020101020101" pitchFamily="18" charset="-127"/>
                    </a:rPr>
                    <a:t>U</a:t>
                  </a:r>
                  <a:endParaRPr lang="ko-KR" altLang="en-US" sz="1200" dirty="0">
                    <a:latin typeface="HG꼬딕씨 99g" panose="02020603020101020101" pitchFamily="18" charset="-127"/>
                    <a:ea typeface="HG꼬딕씨 99g" panose="02020603020101020101" pitchFamily="18" charset="-127"/>
                  </a:endParaRPr>
                </a:p>
              </p:txBody>
            </p:sp>
          </p:grpSp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77E068F3-4C2A-A1B2-C792-F552EBB0BBC4}"/>
                  </a:ext>
                </a:extLst>
              </p:cNvPr>
              <p:cNvGrpSpPr/>
              <p:nvPr/>
            </p:nvGrpSpPr>
            <p:grpSpPr>
              <a:xfrm>
                <a:off x="6419052" y="3030594"/>
                <a:ext cx="450769" cy="313735"/>
                <a:chOff x="4694348" y="902027"/>
                <a:chExt cx="626072" cy="418313"/>
              </a:xfrm>
              <a:solidFill>
                <a:schemeClr val="accent4"/>
              </a:solidFill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245F17CC-5805-22D0-7CE0-74AE960BA2CD}"/>
                    </a:ext>
                  </a:extLst>
                </p:cNvPr>
                <p:cNvSpPr/>
                <p:nvPr/>
              </p:nvSpPr>
              <p:spPr>
                <a:xfrm>
                  <a:off x="4694348" y="902027"/>
                  <a:ext cx="534673" cy="405741"/>
                </a:xfrm>
                <a:prstGeom prst="roundRect">
                  <a:avLst/>
                </a:prstGeom>
                <a:grpFill/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FA95441-B0E0-1EE8-DCCD-E616C80E8767}"/>
                    </a:ext>
                  </a:extLst>
                </p:cNvPr>
                <p:cNvSpPr txBox="1"/>
                <p:nvPr/>
              </p:nvSpPr>
              <p:spPr>
                <a:xfrm>
                  <a:off x="4694355" y="920231"/>
                  <a:ext cx="626065" cy="4001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350" dirty="0">
                      <a:solidFill>
                        <a:schemeClr val="bg1"/>
                      </a:solidFill>
                      <a:latin typeface="HG꼬딕씨 60g" panose="02020603020101020101" pitchFamily="18" charset="-127"/>
                      <a:ea typeface="HG꼬딕씨 60g" panose="02020603020101020101" pitchFamily="18" charset="-127"/>
                    </a:rPr>
                    <a:t>NFS</a:t>
                  </a:r>
                  <a:endParaRPr lang="ko-KR" altLang="en-US" sz="1350" dirty="0">
                    <a:solidFill>
                      <a:schemeClr val="bg1"/>
                    </a:solidFill>
                    <a:latin typeface="HG꼬딕씨 60g" panose="02020603020101020101" pitchFamily="18" charset="-127"/>
                    <a:ea typeface="HG꼬딕씨 60g" panose="02020603020101020101" pitchFamily="18" charset="-127"/>
                  </a:endParaRPr>
                </a:p>
              </p:txBody>
            </p:sp>
          </p:grpSp>
        </p:grpSp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D651749E-AFC8-5B6B-33D9-B47CF2F3D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" b="15704"/>
          <a:stretch>
            <a:fillRect/>
          </a:stretch>
        </p:blipFill>
        <p:spPr>
          <a:xfrm>
            <a:off x="4371922" y="1548252"/>
            <a:ext cx="4397174" cy="120791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1664C862-BBCB-34C8-656C-27E26ABD45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" t="3388" r="2711" b="17364"/>
          <a:stretch>
            <a:fillRect/>
          </a:stretch>
        </p:blipFill>
        <p:spPr>
          <a:xfrm>
            <a:off x="4371922" y="2820171"/>
            <a:ext cx="3917237" cy="120791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9CAB6D9-0D44-2E10-81CB-DD6AB667D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194" r="5494" b="19023"/>
          <a:stretch>
            <a:fillRect/>
          </a:stretch>
        </p:blipFill>
        <p:spPr>
          <a:xfrm>
            <a:off x="4371922" y="4092090"/>
            <a:ext cx="4169664" cy="130962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A26BCC9-7E82-FBE2-ABF5-447CD6D214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6" t="6803" r="9191" b="26079"/>
          <a:stretch>
            <a:fillRect/>
          </a:stretch>
        </p:blipFill>
        <p:spPr>
          <a:xfrm>
            <a:off x="872091" y="3429000"/>
            <a:ext cx="2232276" cy="150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78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389B-926F-0817-2FF3-878B7D65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8708CAEC-AAC0-8AD0-7A7D-CC4B04B7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43" y="675600"/>
            <a:ext cx="8594353" cy="5469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B940C8-1B94-71DA-8A90-EE520E046BEC}"/>
              </a:ext>
            </a:extLst>
          </p:cNvPr>
          <p:cNvSpPr txBox="1"/>
          <p:nvPr/>
        </p:nvSpPr>
        <p:spPr>
          <a:xfrm>
            <a:off x="374904" y="374712"/>
            <a:ext cx="623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삼바</a:t>
            </a:r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1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AAD161-F0BF-F4D2-364C-ADFC3AFC3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" t="2363" b="21252"/>
          <a:stretch>
            <a:fillRect/>
          </a:stretch>
        </p:blipFill>
        <p:spPr>
          <a:xfrm>
            <a:off x="3183964" y="745266"/>
            <a:ext cx="4397174" cy="120791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E87101FB-137F-7499-24F8-B3465802DE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" t="2491" b="15704"/>
          <a:stretch>
            <a:fillRect/>
          </a:stretch>
        </p:blipFill>
        <p:spPr>
          <a:xfrm>
            <a:off x="3183964" y="2061905"/>
            <a:ext cx="4083611" cy="1128957"/>
          </a:xfrm>
          <a:prstGeom prst="rect">
            <a:avLst/>
          </a:prstGeom>
        </p:spPr>
      </p:pic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8D9D0858-B6CE-B2F8-E1EB-EEEE80028539}"/>
              </a:ext>
            </a:extLst>
          </p:cNvPr>
          <p:cNvCxnSpPr>
            <a:cxnSpLocks/>
          </p:cNvCxnSpPr>
          <p:nvPr/>
        </p:nvCxnSpPr>
        <p:spPr>
          <a:xfrm>
            <a:off x="174743" y="2001185"/>
            <a:ext cx="86644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B55720D-63D4-24D3-E999-890C91A53836}"/>
              </a:ext>
            </a:extLst>
          </p:cNvPr>
          <p:cNvSpPr txBox="1"/>
          <p:nvPr/>
        </p:nvSpPr>
        <p:spPr>
          <a:xfrm>
            <a:off x="1960052" y="2302074"/>
            <a:ext cx="748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SMB1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CLIENT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580E9F-5AB3-5A8B-AF5D-C509CB5FF8F2}"/>
              </a:ext>
            </a:extLst>
          </p:cNvPr>
          <p:cNvSpPr txBox="1"/>
          <p:nvPr/>
        </p:nvSpPr>
        <p:spPr>
          <a:xfrm>
            <a:off x="1934032" y="998380"/>
            <a:ext cx="813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SMB1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SERVER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8FD7DB2E-3094-7DE0-2E3E-1BAA59586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981" y="1514299"/>
            <a:ext cx="6096851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03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5A758-D553-6053-5DCA-D4C3323CC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DBCFA998-CF84-BED5-1BAB-76CF38C67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43" y="675600"/>
            <a:ext cx="8594353" cy="5469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6BC3D-B213-06F1-52C6-1F94A7A67DC0}"/>
              </a:ext>
            </a:extLst>
          </p:cNvPr>
          <p:cNvSpPr txBox="1"/>
          <p:nvPr/>
        </p:nvSpPr>
        <p:spPr>
          <a:xfrm>
            <a:off x="374904" y="374712"/>
            <a:ext cx="657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삼바</a:t>
            </a:r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2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343C2BA8-B0B6-0B2D-A7CE-C2703DAAC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8" t="3388" r="2711" b="17364"/>
          <a:stretch>
            <a:fillRect/>
          </a:stretch>
        </p:blipFill>
        <p:spPr>
          <a:xfrm>
            <a:off x="1831414" y="3076129"/>
            <a:ext cx="3917237" cy="120791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38011F1-5B30-C78C-795C-D6F0DCEE7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" t="1691" r="5494" b="19023"/>
          <a:stretch>
            <a:fillRect/>
          </a:stretch>
        </p:blipFill>
        <p:spPr>
          <a:xfrm>
            <a:off x="1834610" y="4694587"/>
            <a:ext cx="3918469" cy="1207919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1AA74A3-3BAE-2ADB-9D81-F05927D04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46" t="6803" r="9191" b="26079"/>
          <a:stretch>
            <a:fillRect/>
          </a:stretch>
        </p:blipFill>
        <p:spPr>
          <a:xfrm>
            <a:off x="5962316" y="4566995"/>
            <a:ext cx="2232276" cy="1507480"/>
          </a:xfrm>
          <a:prstGeom prst="rect">
            <a:avLst/>
          </a:prstGeom>
        </p:spPr>
      </p:pic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76B064B-3008-98E3-B813-FABB4C2A4F65}"/>
              </a:ext>
            </a:extLst>
          </p:cNvPr>
          <p:cNvCxnSpPr>
            <a:cxnSpLocks/>
          </p:cNvCxnSpPr>
          <p:nvPr/>
        </p:nvCxnSpPr>
        <p:spPr>
          <a:xfrm>
            <a:off x="5887593" y="4490923"/>
            <a:ext cx="0" cy="18622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2D2C106-1352-0D8F-B3D7-F1AF95EB1AE5}"/>
              </a:ext>
            </a:extLst>
          </p:cNvPr>
          <p:cNvCxnSpPr>
            <a:cxnSpLocks/>
          </p:cNvCxnSpPr>
          <p:nvPr/>
        </p:nvCxnSpPr>
        <p:spPr>
          <a:xfrm>
            <a:off x="193793" y="4496735"/>
            <a:ext cx="86644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705044-4440-B394-C310-E3C19F834CA9}"/>
              </a:ext>
            </a:extLst>
          </p:cNvPr>
          <p:cNvSpPr txBox="1"/>
          <p:nvPr/>
        </p:nvSpPr>
        <p:spPr>
          <a:xfrm>
            <a:off x="795943" y="4968058"/>
            <a:ext cx="748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SMB2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6EB86-0EDC-C137-D335-C05E4911C81E}"/>
              </a:ext>
            </a:extLst>
          </p:cNvPr>
          <p:cNvSpPr txBox="1"/>
          <p:nvPr/>
        </p:nvSpPr>
        <p:spPr>
          <a:xfrm>
            <a:off x="786418" y="3368650"/>
            <a:ext cx="813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SMB2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SERVER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521F7B-AD2E-0389-9D26-D1A44E503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873" y="980568"/>
            <a:ext cx="7525800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6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88EEF-2D35-694F-9058-E471CC48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6CD902-6318-BC31-6DFB-C33A8BE9B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" t="2544" r="44862" b="240"/>
          <a:stretch>
            <a:fillRect/>
          </a:stretch>
        </p:blipFill>
        <p:spPr>
          <a:xfrm>
            <a:off x="1083222" y="609599"/>
            <a:ext cx="3803104" cy="56164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F5085A7-94C7-A03F-65AA-32A16DFFA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" t="25239" r="66819" b="24146"/>
          <a:stretch>
            <a:fillRect/>
          </a:stretch>
        </p:blipFill>
        <p:spPr>
          <a:xfrm>
            <a:off x="2131237" y="1606428"/>
            <a:ext cx="6124576" cy="43910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0DE34F-4E3B-1ADB-C7D8-37F627914CF1}"/>
              </a:ext>
            </a:extLst>
          </p:cNvPr>
          <p:cNvSpPr txBox="1"/>
          <p:nvPr/>
        </p:nvSpPr>
        <p:spPr>
          <a:xfrm>
            <a:off x="374904" y="374712"/>
            <a:ext cx="5132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PHP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43988D-3E13-01DE-51FB-0EBFAD916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32" t="18042" r="241" b="240"/>
          <a:stretch>
            <a:fillRect/>
          </a:stretch>
        </p:blipFill>
        <p:spPr>
          <a:xfrm>
            <a:off x="1083222" y="1527298"/>
            <a:ext cx="4441278" cy="47211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4A0C7A7-F5E1-237E-DED3-E0A747DDB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149" y="860546"/>
            <a:ext cx="3772426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06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7CFB-4EEB-4D15-8A4E-25F80FFA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396CF-3658-0243-C720-4E3FE2AFEF62}"/>
              </a:ext>
            </a:extLst>
          </p:cNvPr>
          <p:cNvSpPr txBox="1"/>
          <p:nvPr/>
        </p:nvSpPr>
        <p:spPr>
          <a:xfrm>
            <a:off x="374904" y="374712"/>
            <a:ext cx="5469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WEB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EE21AB-FD0F-2942-EB08-ADD2E2182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7" b="-4"/>
          <a:stretch>
            <a:fillRect/>
          </a:stretch>
        </p:blipFill>
        <p:spPr>
          <a:xfrm>
            <a:off x="2761256" y="654492"/>
            <a:ext cx="5068294" cy="27018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1DDE947-B45A-2C45-F151-812E64322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5"/>
          <a:stretch>
            <a:fillRect/>
          </a:stretch>
        </p:blipFill>
        <p:spPr>
          <a:xfrm>
            <a:off x="2761256" y="3429000"/>
            <a:ext cx="5068294" cy="277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3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C6AAE-5EE9-F0B2-7BD0-7F3F0E4E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617E42-660A-34A3-2365-34F5D05708AF}"/>
              </a:ext>
            </a:extLst>
          </p:cNvPr>
          <p:cNvSpPr txBox="1"/>
          <p:nvPr/>
        </p:nvSpPr>
        <p:spPr>
          <a:xfrm>
            <a:off x="771525" y="4058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Gulim" panose="020B0600000101010101" pitchFamily="50" charset="-127"/>
                <a:ea typeface="Gulim" panose="020B0600000101010101" pitchFamily="50" charset="-127"/>
              </a:rPr>
              <a:t>KVM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A0AFC4-AA78-6405-38EB-49E79BEE1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79" y="1128712"/>
            <a:ext cx="7178242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40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5DC2-58E1-A9C1-DFD6-9C712815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F734F69-181A-987D-F098-C11EC08C0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8" y="982982"/>
            <a:ext cx="8594353" cy="54691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065C2B-4D71-2DE4-7C2E-C74F03A89A18}"/>
              </a:ext>
            </a:extLst>
          </p:cNvPr>
          <p:cNvSpPr txBox="1"/>
          <p:nvPr/>
        </p:nvSpPr>
        <p:spPr>
          <a:xfrm>
            <a:off x="771525" y="4058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Gulim" panose="020B0600000101010101" pitchFamily="50" charset="-127"/>
                <a:ea typeface="Gulim" panose="020B0600000101010101" pitchFamily="50" charset="-127"/>
              </a:rPr>
              <a:t>FTP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1DBF0F8-2848-50C7-A902-35C629E12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" t="7757" b="1"/>
          <a:stretch>
            <a:fillRect/>
          </a:stretch>
        </p:blipFill>
        <p:spPr>
          <a:xfrm>
            <a:off x="3818927" y="3314383"/>
            <a:ext cx="4124923" cy="265378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E36AE8-9B03-E803-50BE-A06EA46F9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" t="50000" r="23385" b="18774"/>
          <a:stretch>
            <a:fillRect/>
          </a:stretch>
        </p:blipFill>
        <p:spPr>
          <a:xfrm>
            <a:off x="3818927" y="2706463"/>
            <a:ext cx="2390775" cy="3478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8FEBEA-F923-73F6-D36A-48B3437BEC84}"/>
              </a:ext>
            </a:extLst>
          </p:cNvPr>
          <p:cNvSpPr txBox="1"/>
          <p:nvPr/>
        </p:nvSpPr>
        <p:spPr>
          <a:xfrm>
            <a:off x="2392048" y="4192990"/>
            <a:ext cx="748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FTP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E5EF4-CF3D-B6C3-02BE-7696F624994C}"/>
              </a:ext>
            </a:extLst>
          </p:cNvPr>
          <p:cNvSpPr txBox="1"/>
          <p:nvPr/>
        </p:nvSpPr>
        <p:spPr>
          <a:xfrm>
            <a:off x="2359989" y="2521311"/>
            <a:ext cx="813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FTP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SERVER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E5985A0-1659-4556-6CFF-DD53B741D094}"/>
              </a:ext>
            </a:extLst>
          </p:cNvPr>
          <p:cNvCxnSpPr>
            <a:cxnSpLocks/>
          </p:cNvCxnSpPr>
          <p:nvPr/>
        </p:nvCxnSpPr>
        <p:spPr>
          <a:xfrm>
            <a:off x="365243" y="3201335"/>
            <a:ext cx="86644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4052AE61-848B-EF1F-54AA-C6C597C91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3763" y="732937"/>
            <a:ext cx="5906324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65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B4B10-7EB2-8DD2-6386-01DAE906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0D678CD-2A19-8C81-902A-608FDF57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48" y="982982"/>
            <a:ext cx="8594353" cy="54691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8CFBD8-F682-2FF2-B4D2-67C6C478B51B}"/>
              </a:ext>
            </a:extLst>
          </p:cNvPr>
          <p:cNvSpPr txBox="1"/>
          <p:nvPr/>
        </p:nvSpPr>
        <p:spPr>
          <a:xfrm>
            <a:off x="771525" y="4058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Gulim" panose="020B0600000101010101" pitchFamily="50" charset="-127"/>
                <a:ea typeface="Gulim" panose="020B0600000101010101" pitchFamily="50" charset="-127"/>
              </a:rPr>
              <a:t>FTP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0DA625-DC37-2C29-1900-98D7CC2E2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7" r="-14" b="45324"/>
          <a:stretch>
            <a:fillRect/>
          </a:stretch>
        </p:blipFill>
        <p:spPr>
          <a:xfrm>
            <a:off x="3110883" y="4645124"/>
            <a:ext cx="5634469" cy="933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E820AD4-FC00-A310-2F0E-CD4D99EB1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4" r="9553" b="13446"/>
          <a:stretch>
            <a:fillRect/>
          </a:stretch>
        </p:blipFill>
        <p:spPr>
          <a:xfrm>
            <a:off x="3110883" y="2726869"/>
            <a:ext cx="4023058" cy="1562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4AD7F5-9CF7-B775-C6EF-61967BDF4612}"/>
              </a:ext>
            </a:extLst>
          </p:cNvPr>
          <p:cNvSpPr txBox="1"/>
          <p:nvPr/>
        </p:nvSpPr>
        <p:spPr>
          <a:xfrm>
            <a:off x="1814509" y="4819461"/>
            <a:ext cx="7489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FTP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CLIENT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1A340A-54B7-05B1-BA0B-427CA2DC07BD}"/>
              </a:ext>
            </a:extLst>
          </p:cNvPr>
          <p:cNvSpPr txBox="1"/>
          <p:nvPr/>
        </p:nvSpPr>
        <p:spPr>
          <a:xfrm>
            <a:off x="1815686" y="3132774"/>
            <a:ext cx="813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FTP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SERVER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C0B4FE4-1F93-ECB7-AE71-0099FACB0559}"/>
              </a:ext>
            </a:extLst>
          </p:cNvPr>
          <p:cNvCxnSpPr>
            <a:cxnSpLocks/>
          </p:cNvCxnSpPr>
          <p:nvPr/>
        </p:nvCxnSpPr>
        <p:spPr>
          <a:xfrm>
            <a:off x="365243" y="4496735"/>
            <a:ext cx="866445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6FE4E53-3C36-E3A6-39C4-A0952701D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174" y="1145498"/>
            <a:ext cx="7182852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04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1FE7798-5AEA-5939-5177-60F65DA5A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223" y="1259207"/>
            <a:ext cx="8594353" cy="5469134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B40337A-F05C-4FDE-66A9-0CCF0AB1A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" t="5987" r="884" b="3285"/>
          <a:stretch>
            <a:fillRect/>
          </a:stretch>
        </p:blipFill>
        <p:spPr>
          <a:xfrm>
            <a:off x="1666875" y="1590675"/>
            <a:ext cx="5838825" cy="186690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F508B9-94CA-CD5F-0E48-7539CD4F6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2" r="22806" b="7884"/>
          <a:stretch>
            <a:fillRect/>
          </a:stretch>
        </p:blipFill>
        <p:spPr>
          <a:xfrm>
            <a:off x="1666875" y="3571875"/>
            <a:ext cx="5838825" cy="25717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1271914-E238-30C1-6EF9-30C44FC307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909" y="1061703"/>
            <a:ext cx="6144482" cy="47917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7F3564-0A42-7AE4-1F21-0A9B414B0C62}"/>
              </a:ext>
            </a:extLst>
          </p:cNvPr>
          <p:cNvSpPr txBox="1"/>
          <p:nvPr/>
        </p:nvSpPr>
        <p:spPr>
          <a:xfrm>
            <a:off x="771525" y="4058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0000"/>
                </a:solidFill>
                <a:latin typeface="Gulim" panose="020B0600000101010101" pitchFamily="50" charset="-127"/>
                <a:ea typeface="Gulim" panose="020B0600000101010101" pitchFamily="50" charset="-127"/>
              </a:rPr>
              <a:t>iSCSI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084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B005B-D730-E91E-9C6A-3AC2B55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5B5CD5-74BB-2C83-7050-80CAA2D90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751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B2E74-9DDF-DD8B-15A1-357B6B9B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06BAE1-0306-C90F-427B-07069403C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07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4E139-D889-D71E-7D5F-4787C38A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B69D6-2598-87CF-88F8-A9D00D2D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0091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524D1-FDA6-BE8D-AAB8-45A270C2B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179C50-E663-F650-774C-D95EA7A6E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18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BED10-0A66-A2F7-7D64-D73A89BE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31D30-3868-5658-DCFF-D2615FEEB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37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5500</TotalTime>
  <Words>993</Words>
  <Application>Microsoft Office PowerPoint</Application>
  <PresentationFormat>화면 슬라이드 쇼(4:3)</PresentationFormat>
  <Paragraphs>610</Paragraphs>
  <Slides>36</Slides>
  <Notes>4</Notes>
  <HiddenSlides>9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6" baseType="lpstr">
      <vt:lpstr>HG꼬딕씨 40g</vt:lpstr>
      <vt:lpstr>HG꼬딕씨 80g</vt:lpstr>
      <vt:lpstr>HG꼬딕씨 99g</vt:lpstr>
      <vt:lpstr>Gulim</vt:lpstr>
      <vt:lpstr>Arial</vt:lpstr>
      <vt:lpstr>Calibri</vt:lpstr>
      <vt:lpstr>Calibri Light</vt:lpstr>
      <vt:lpstr>HG꼬딕씨 60g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53</cp:revision>
  <dcterms:created xsi:type="dcterms:W3CDTF">2025-10-30T06:03:39Z</dcterms:created>
  <dcterms:modified xsi:type="dcterms:W3CDTF">2025-11-07T06:28:36Z</dcterms:modified>
</cp:coreProperties>
</file>