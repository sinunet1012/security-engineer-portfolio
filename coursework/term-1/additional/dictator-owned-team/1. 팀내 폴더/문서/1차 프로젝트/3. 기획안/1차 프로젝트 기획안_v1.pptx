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77" r:id="rId3"/>
    <p:sldId id="259" r:id="rId4"/>
    <p:sldId id="260" r:id="rId5"/>
    <p:sldId id="267" r:id="rId6"/>
    <p:sldId id="263" r:id="rId7"/>
    <p:sldId id="265" r:id="rId8"/>
    <p:sldId id="266" r:id="rId9"/>
    <p:sldId id="268" r:id="rId10"/>
    <p:sldId id="275" r:id="rId11"/>
    <p:sldId id="269" r:id="rId12"/>
    <p:sldId id="270" r:id="rId13"/>
    <p:sldId id="271" r:id="rId14"/>
    <p:sldId id="272" r:id="rId15"/>
    <p:sldId id="261" r:id="rId16"/>
    <p:sldId id="273" r:id="rId17"/>
    <p:sldId id="274" r:id="rId18"/>
    <p:sldId id="276" r:id="rId19"/>
    <p:sldId id="278" r:id="rId20"/>
    <p:sldId id="279" r:id="rId21"/>
    <p:sldId id="264" r:id="rId22"/>
  </p:sldIdLst>
  <p:sldSz cx="12192000" cy="6858000"/>
  <p:notesSz cx="6858000" cy="9144000"/>
  <p:embeddedFontLst>
    <p:embeddedFont>
      <p:font typeface="HG꼬딕씨 60g" panose="02020603020101020101" pitchFamily="18" charset="-127"/>
      <p:regular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DEDA"/>
    <a:srgbClr val="005D91"/>
    <a:srgbClr val="00F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56" autoAdjust="0"/>
    <p:restoredTop sz="96076" autoAdjust="0"/>
  </p:normalViewPr>
  <p:slideViewPr>
    <p:cSldViewPr snapToGrid="0">
      <p:cViewPr varScale="1">
        <p:scale>
          <a:sx n="109" d="100"/>
          <a:sy n="109" d="100"/>
        </p:scale>
        <p:origin x="7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C52E95B6-871F-7B75-2ECB-5508A94AFB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7E6D19-FEC4-C150-6C80-BF5B03DE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375" y="809626"/>
            <a:ext cx="9823450" cy="1172256"/>
          </a:xfrm>
          <a:noFill/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ko-KR" altLang="en-US" sz="54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580DD3-F150-D9B5-B6DC-31CA2AC9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8164E-5849-4ABC-BE61-15B5892682E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C3283C-2A72-B0F4-E7E3-A6479C17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091452-08FF-EDCB-6C60-69AFB6DF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5B2D-8AB5-4CA1-9C78-42B72E28B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23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98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F0FE5306-AD1F-0D40-8E64-E6684E8C95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7927" y="925821"/>
            <a:ext cx="5114924" cy="5006358"/>
          </a:xfrm>
          <a:prstGeom prst="roundRect">
            <a:avLst>
              <a:gd name="adj" fmla="val 5632"/>
            </a:avLst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566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직사각형 828">
            <a:extLst>
              <a:ext uri="{FF2B5EF4-FFF2-40B4-BE49-F238E27FC236}">
                <a16:creationId xmlns:a16="http://schemas.microsoft.com/office/drawing/2014/main" id="{FF8D8E15-FEAE-77AC-4A8F-1456EE09035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5538615-FC6A-6734-D29C-E5D5BD533BC7}"/>
              </a:ext>
            </a:extLst>
          </p:cNvPr>
          <p:cNvSpPr/>
          <p:nvPr userDrawn="1"/>
        </p:nvSpPr>
        <p:spPr>
          <a:xfrm>
            <a:off x="209550" y="184999"/>
            <a:ext cx="11601450" cy="983841"/>
          </a:xfrm>
          <a:prstGeom prst="round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0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90701776-22FD-54EF-A5FA-4ACCCD6C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lang="ko-KR" altLang="en-US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ctr">
              <a:lnSpc>
                <a:spcPct val="100000"/>
              </a:lnSpc>
            </a:pPr>
            <a:r>
              <a:rPr lang="ko-KR" altLang="en-US"/>
              <a:t>마스터 제목 스타일 편집</a:t>
            </a:r>
          </a:p>
        </p:txBody>
      </p:sp>
      <p:sp>
        <p:nvSpPr>
          <p:cNvPr id="4" name="텍스트 개체 틀 8">
            <a:extLst>
              <a:ext uri="{FF2B5EF4-FFF2-40B4-BE49-F238E27FC236}">
                <a16:creationId xmlns:a16="http://schemas.microsoft.com/office/drawing/2014/main" id="{5E9B604B-F87B-E0ED-FD04-77771E4D4A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023" y="1447800"/>
            <a:ext cx="11177954" cy="5215550"/>
          </a:xfr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buNone/>
              <a:defRPr lang="en-US" sz="1050" kern="1200" dirty="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endParaRPr lang="en-US" dirty="0"/>
          </a:p>
        </p:txBody>
      </p:sp>
      <p:grpSp>
        <p:nvGrpSpPr>
          <p:cNvPr id="828" name="그룹 827">
            <a:extLst>
              <a:ext uri="{FF2B5EF4-FFF2-40B4-BE49-F238E27FC236}">
                <a16:creationId xmlns:a16="http://schemas.microsoft.com/office/drawing/2014/main" id="{83E31766-2D7D-8E19-DDC3-1EC0E9D01F9F}"/>
              </a:ext>
            </a:extLst>
          </p:cNvPr>
          <p:cNvGrpSpPr/>
          <p:nvPr userDrawn="1"/>
        </p:nvGrpSpPr>
        <p:grpSpPr>
          <a:xfrm>
            <a:off x="10500390" y="186760"/>
            <a:ext cx="1308489" cy="971953"/>
            <a:chOff x="10172731" y="43496"/>
            <a:chExt cx="1497331" cy="1112226"/>
          </a:xfrm>
        </p:grpSpPr>
        <p:pic>
          <p:nvPicPr>
            <p:cNvPr id="171" name="그림 170">
              <a:extLst>
                <a:ext uri="{FF2B5EF4-FFF2-40B4-BE49-F238E27FC236}">
                  <a16:creationId xmlns:a16="http://schemas.microsoft.com/office/drawing/2014/main" id="{DF8FD337-E5DD-C0A0-F287-B1BA0C47F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29245" y="191663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72" name="그림 171">
              <a:extLst>
                <a:ext uri="{FF2B5EF4-FFF2-40B4-BE49-F238E27FC236}">
                  <a16:creationId xmlns:a16="http://schemas.microsoft.com/office/drawing/2014/main" id="{73B44FBF-A334-EA18-C9E4-7AFC0E9A7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9245" y="756108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73" name="그림 172">
              <a:extLst>
                <a:ext uri="{FF2B5EF4-FFF2-40B4-BE49-F238E27FC236}">
                  <a16:creationId xmlns:a16="http://schemas.microsoft.com/office/drawing/2014/main" id="{29E8A354-429C-86C7-62CD-070AE69CC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29245" y="812552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74" name="그림 173">
              <a:extLst>
                <a:ext uri="{FF2B5EF4-FFF2-40B4-BE49-F238E27FC236}">
                  <a16:creationId xmlns:a16="http://schemas.microsoft.com/office/drawing/2014/main" id="{A5889C0F-7E94-F422-E9E2-02707FB19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47968" y="114052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83" name="그림 182">
              <a:extLst>
                <a:ext uri="{FF2B5EF4-FFF2-40B4-BE49-F238E27FC236}">
                  <a16:creationId xmlns:a16="http://schemas.microsoft.com/office/drawing/2014/main" id="{156F044A-F173-09A6-DB62-CD5FFACD2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19746" y="191663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84" name="그림 183">
              <a:extLst>
                <a:ext uri="{FF2B5EF4-FFF2-40B4-BE49-F238E27FC236}">
                  <a16:creationId xmlns:a16="http://schemas.microsoft.com/office/drawing/2014/main" id="{4CB9A1E8-940F-C262-2606-2628321A2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19746" y="544441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85" name="그림 184">
              <a:extLst>
                <a:ext uri="{FF2B5EF4-FFF2-40B4-BE49-F238E27FC236}">
                  <a16:creationId xmlns:a16="http://schemas.microsoft.com/office/drawing/2014/main" id="{C6B8089E-5418-FE7A-2104-111B8E999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739690" y="114052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86" name="그림 185">
              <a:extLst>
                <a:ext uri="{FF2B5EF4-FFF2-40B4-BE49-F238E27FC236}">
                  <a16:creationId xmlns:a16="http://schemas.microsoft.com/office/drawing/2014/main" id="{30709220-9500-C5C1-9A69-A9D29408F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39690" y="43496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45E4A611-74C2-EA8D-8E25-A19AD4A95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339415" y="600885"/>
              <a:ext cx="330646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128011CA-6970-7E20-D694-2D30B4DFA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064247" y="544441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200" name="그림 199">
              <a:extLst>
                <a:ext uri="{FF2B5EF4-FFF2-40B4-BE49-F238E27FC236}">
                  <a16:creationId xmlns:a16="http://schemas.microsoft.com/office/drawing/2014/main" id="{5B1F4BCB-D240-0AA1-EBD5-4EBF724F0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064247" y="551495"/>
              <a:ext cx="605815" cy="8313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201" name="그림 200">
              <a:extLst>
                <a:ext uri="{FF2B5EF4-FFF2-40B4-BE49-F238E27FC236}">
                  <a16:creationId xmlns:a16="http://schemas.microsoft.com/office/drawing/2014/main" id="{00DC47CE-797F-5807-E09E-E7B2A855A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064247" y="50552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sp>
          <p:nvSpPr>
            <p:cNvPr id="347" name="자유형: 도형 346">
              <a:extLst>
                <a:ext uri="{FF2B5EF4-FFF2-40B4-BE49-F238E27FC236}">
                  <a16:creationId xmlns:a16="http://schemas.microsoft.com/office/drawing/2014/main" id="{D00204EA-3BD5-F784-385B-F369C9C2FFF7}"/>
                </a:ext>
              </a:extLst>
            </p:cNvPr>
            <p:cNvSpPr/>
            <p:nvPr/>
          </p:nvSpPr>
          <p:spPr>
            <a:xfrm>
              <a:off x="10405293" y="1010757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8" name="자유형: 도형 347">
              <a:extLst>
                <a:ext uri="{FF2B5EF4-FFF2-40B4-BE49-F238E27FC236}">
                  <a16:creationId xmlns:a16="http://schemas.microsoft.com/office/drawing/2014/main" id="{D81A5287-85CF-4C54-D51F-8916041AF0CC}"/>
                </a:ext>
              </a:extLst>
            </p:cNvPr>
            <p:cNvSpPr/>
            <p:nvPr/>
          </p:nvSpPr>
          <p:spPr>
            <a:xfrm>
              <a:off x="10621930" y="733725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3" name="자유형: 도형 352">
              <a:extLst>
                <a:ext uri="{FF2B5EF4-FFF2-40B4-BE49-F238E27FC236}">
                  <a16:creationId xmlns:a16="http://schemas.microsoft.com/office/drawing/2014/main" id="{F8976CD4-A408-5419-D382-A5832C6282C8}"/>
                </a:ext>
              </a:extLst>
            </p:cNvPr>
            <p:cNvSpPr/>
            <p:nvPr/>
          </p:nvSpPr>
          <p:spPr>
            <a:xfrm>
              <a:off x="10601735" y="791977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4" name="자유형: 도형 353">
              <a:extLst>
                <a:ext uri="{FF2B5EF4-FFF2-40B4-BE49-F238E27FC236}">
                  <a16:creationId xmlns:a16="http://schemas.microsoft.com/office/drawing/2014/main" id="{B0694218-BF99-DDF6-F740-AE75703AA36C}"/>
                </a:ext>
              </a:extLst>
            </p:cNvPr>
            <p:cNvSpPr/>
            <p:nvPr/>
          </p:nvSpPr>
          <p:spPr>
            <a:xfrm>
              <a:off x="10717793" y="165366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5" name="자유형: 도형 354">
              <a:extLst>
                <a:ext uri="{FF2B5EF4-FFF2-40B4-BE49-F238E27FC236}">
                  <a16:creationId xmlns:a16="http://schemas.microsoft.com/office/drawing/2014/main" id="{AB78E607-0793-A4E4-5106-FCC0759E5D4B}"/>
                </a:ext>
              </a:extLst>
            </p:cNvPr>
            <p:cNvSpPr/>
            <p:nvPr/>
          </p:nvSpPr>
          <p:spPr>
            <a:xfrm>
              <a:off x="10920313" y="91798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6" name="자유형: 도형 355">
              <a:extLst>
                <a:ext uri="{FF2B5EF4-FFF2-40B4-BE49-F238E27FC236}">
                  <a16:creationId xmlns:a16="http://schemas.microsoft.com/office/drawing/2014/main" id="{9EDBA539-A0AF-42F1-EC32-8850C2D1D477}"/>
                </a:ext>
              </a:extLst>
            </p:cNvPr>
            <p:cNvSpPr/>
            <p:nvPr/>
          </p:nvSpPr>
          <p:spPr>
            <a:xfrm>
              <a:off x="11460402" y="827159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1" name="자유형: 도형 360">
              <a:extLst>
                <a:ext uri="{FF2B5EF4-FFF2-40B4-BE49-F238E27FC236}">
                  <a16:creationId xmlns:a16="http://schemas.microsoft.com/office/drawing/2014/main" id="{32D8AD0D-300C-1DF5-1622-022E2EB5D2FF}"/>
                </a:ext>
              </a:extLst>
            </p:cNvPr>
            <p:cNvSpPr/>
            <p:nvPr/>
          </p:nvSpPr>
          <p:spPr>
            <a:xfrm>
              <a:off x="11318504" y="875960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2" name="자유형: 도형 361">
              <a:extLst>
                <a:ext uri="{FF2B5EF4-FFF2-40B4-BE49-F238E27FC236}">
                  <a16:creationId xmlns:a16="http://schemas.microsoft.com/office/drawing/2014/main" id="{23DCB369-0C36-B5D2-84BF-02C7EF634E6C}"/>
                </a:ext>
              </a:extLst>
            </p:cNvPr>
            <p:cNvSpPr/>
            <p:nvPr/>
          </p:nvSpPr>
          <p:spPr>
            <a:xfrm>
              <a:off x="11045461" y="526032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0" name="자유형: 도형 369">
              <a:extLst>
                <a:ext uri="{FF2B5EF4-FFF2-40B4-BE49-F238E27FC236}">
                  <a16:creationId xmlns:a16="http://schemas.microsoft.com/office/drawing/2014/main" id="{487D542B-86FB-9DDB-8F72-0FB367C5726B}"/>
                </a:ext>
              </a:extLst>
            </p:cNvPr>
            <p:cNvSpPr/>
            <p:nvPr/>
          </p:nvSpPr>
          <p:spPr>
            <a:xfrm>
              <a:off x="11562119" y="572607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521" name="그림 520">
              <a:extLst>
                <a:ext uri="{FF2B5EF4-FFF2-40B4-BE49-F238E27FC236}">
                  <a16:creationId xmlns:a16="http://schemas.microsoft.com/office/drawing/2014/main" id="{D3DE2C3C-1F93-B73A-25BB-0DA9070EF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064247" y="904274"/>
              <a:ext cx="529890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548" name="그림 547">
              <a:extLst>
                <a:ext uri="{FF2B5EF4-FFF2-40B4-BE49-F238E27FC236}">
                  <a16:creationId xmlns:a16="http://schemas.microsoft.com/office/drawing/2014/main" id="{4D622BD5-7E11-260D-2641-5CCE0D40A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584468" y="657330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549" name="그림 548">
              <a:extLst>
                <a:ext uri="{FF2B5EF4-FFF2-40B4-BE49-F238E27FC236}">
                  <a16:creationId xmlns:a16="http://schemas.microsoft.com/office/drawing/2014/main" id="{7DC8C25D-601F-9D4F-79CF-07741950A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577412" y="579719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550" name="그림 549">
              <a:extLst>
                <a:ext uri="{FF2B5EF4-FFF2-40B4-BE49-F238E27FC236}">
                  <a16:creationId xmlns:a16="http://schemas.microsoft.com/office/drawing/2014/main" id="{BBB267AA-B2BA-BB4D-BE6F-FEBFE7A2F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000747" y="105098"/>
              <a:ext cx="634032" cy="488733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551" name="그림 550">
              <a:extLst>
                <a:ext uri="{FF2B5EF4-FFF2-40B4-BE49-F238E27FC236}">
                  <a16:creationId xmlns:a16="http://schemas.microsoft.com/office/drawing/2014/main" id="{B6DDD931-54FA-36D5-017E-4FF754D90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993691" y="579719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568" name="그림 567">
              <a:extLst>
                <a:ext uri="{FF2B5EF4-FFF2-40B4-BE49-F238E27FC236}">
                  <a16:creationId xmlns:a16="http://schemas.microsoft.com/office/drawing/2014/main" id="{C1473BBA-24D7-C284-0D32-5568E06DC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203466" y="593830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569" name="그림 568">
              <a:extLst>
                <a:ext uri="{FF2B5EF4-FFF2-40B4-BE49-F238E27FC236}">
                  <a16:creationId xmlns:a16="http://schemas.microsoft.com/office/drawing/2014/main" id="{043AE009-1F33-C6D8-CA57-E7C8D2CB8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203466" y="791385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570" name="그림 569">
              <a:extLst>
                <a:ext uri="{FF2B5EF4-FFF2-40B4-BE49-F238E27FC236}">
                  <a16:creationId xmlns:a16="http://schemas.microsoft.com/office/drawing/2014/main" id="{F1E50514-D3ED-BF52-5533-7B7546E74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203466" y="671441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571" name="그림 570">
              <a:extLst>
                <a:ext uri="{FF2B5EF4-FFF2-40B4-BE49-F238E27FC236}">
                  <a16:creationId xmlns:a16="http://schemas.microsoft.com/office/drawing/2014/main" id="{59288E7F-8918-5E53-724E-74BDE576D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704413" y="593830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572" name="그림 571">
              <a:extLst>
                <a:ext uri="{FF2B5EF4-FFF2-40B4-BE49-F238E27FC236}">
                  <a16:creationId xmlns:a16="http://schemas.microsoft.com/office/drawing/2014/main" id="{F9A3FD06-8A1C-3F36-A8E6-09F33FCA2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704413" y="657330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573" name="그림 572">
              <a:extLst>
                <a:ext uri="{FF2B5EF4-FFF2-40B4-BE49-F238E27FC236}">
                  <a16:creationId xmlns:a16="http://schemas.microsoft.com/office/drawing/2014/main" id="{4A527801-7099-A398-B110-8CF5B07B9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993692" y="502108"/>
              <a:ext cx="655458" cy="202007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574" name="그림 573">
              <a:extLst>
                <a:ext uri="{FF2B5EF4-FFF2-40B4-BE49-F238E27FC236}">
                  <a16:creationId xmlns:a16="http://schemas.microsoft.com/office/drawing/2014/main" id="{A3DDF34D-6CE4-3DE7-FF49-A3F1E6F76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993692" y="132153"/>
              <a:ext cx="615423" cy="539287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594" name="그림 593">
              <a:extLst>
                <a:ext uri="{FF2B5EF4-FFF2-40B4-BE49-F238E27FC236}">
                  <a16:creationId xmlns:a16="http://schemas.microsoft.com/office/drawing/2014/main" id="{E8229A3C-12CB-B9B2-C43B-7F1268FF8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556245" y="784330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596" name="그림 595">
              <a:extLst>
                <a:ext uri="{FF2B5EF4-FFF2-40B4-BE49-F238E27FC236}">
                  <a16:creationId xmlns:a16="http://schemas.microsoft.com/office/drawing/2014/main" id="{0243109D-CF46-0955-D916-B730DCB6F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704413" y="734941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597" name="그림 596">
              <a:extLst>
                <a:ext uri="{FF2B5EF4-FFF2-40B4-BE49-F238E27FC236}">
                  <a16:creationId xmlns:a16="http://schemas.microsoft.com/office/drawing/2014/main" id="{C135145D-E9FC-69D3-114D-C912B75E1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704413" y="593830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616" name="그림 615">
              <a:extLst>
                <a:ext uri="{FF2B5EF4-FFF2-40B4-BE49-F238E27FC236}">
                  <a16:creationId xmlns:a16="http://schemas.microsoft.com/office/drawing/2014/main" id="{2605B56D-56A1-148D-1261-F253F1B67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1353526" y="734941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sp>
          <p:nvSpPr>
            <p:cNvPr id="740" name="자유형: 도형 739">
              <a:extLst>
                <a:ext uri="{FF2B5EF4-FFF2-40B4-BE49-F238E27FC236}">
                  <a16:creationId xmlns:a16="http://schemas.microsoft.com/office/drawing/2014/main" id="{AB667122-4268-EE1A-5EA2-CB5FBB2F3ABF}"/>
                </a:ext>
              </a:extLst>
            </p:cNvPr>
            <p:cNvSpPr/>
            <p:nvPr/>
          </p:nvSpPr>
          <p:spPr>
            <a:xfrm>
              <a:off x="11028923" y="867470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7" name="자유형: 도형 756">
              <a:extLst>
                <a:ext uri="{FF2B5EF4-FFF2-40B4-BE49-F238E27FC236}">
                  <a16:creationId xmlns:a16="http://schemas.microsoft.com/office/drawing/2014/main" id="{56C3BEDF-2B95-A799-07FC-9DEF5AE192E8}"/>
                </a:ext>
              </a:extLst>
            </p:cNvPr>
            <p:cNvSpPr/>
            <p:nvPr/>
          </p:nvSpPr>
          <p:spPr>
            <a:xfrm>
              <a:off x="10550505" y="971545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8" name="자유형: 도형 757">
              <a:extLst>
                <a:ext uri="{FF2B5EF4-FFF2-40B4-BE49-F238E27FC236}">
                  <a16:creationId xmlns:a16="http://schemas.microsoft.com/office/drawing/2014/main" id="{5CD889E1-7937-D848-2958-A35DAEA69047}"/>
                </a:ext>
              </a:extLst>
            </p:cNvPr>
            <p:cNvSpPr/>
            <p:nvPr/>
          </p:nvSpPr>
          <p:spPr>
            <a:xfrm>
              <a:off x="10967529" y="546425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1" name="자유형: 도형 770">
              <a:extLst>
                <a:ext uri="{FF2B5EF4-FFF2-40B4-BE49-F238E27FC236}">
                  <a16:creationId xmlns:a16="http://schemas.microsoft.com/office/drawing/2014/main" id="{522BC4AE-AF60-AF69-EF5D-7B1FCFBEAD0E}"/>
                </a:ext>
              </a:extLst>
            </p:cNvPr>
            <p:cNvSpPr/>
            <p:nvPr/>
          </p:nvSpPr>
          <p:spPr>
            <a:xfrm>
              <a:off x="10172731" y="943737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2" name="자유형: 도형 771">
              <a:extLst>
                <a:ext uri="{FF2B5EF4-FFF2-40B4-BE49-F238E27FC236}">
                  <a16:creationId xmlns:a16="http://schemas.microsoft.com/office/drawing/2014/main" id="{7751478D-8378-0B5C-5FF2-C79C79564AE1}"/>
                </a:ext>
              </a:extLst>
            </p:cNvPr>
            <p:cNvSpPr/>
            <p:nvPr/>
          </p:nvSpPr>
          <p:spPr>
            <a:xfrm>
              <a:off x="10673098" y="642787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3" name="자유형: 도형 772">
              <a:extLst>
                <a:ext uri="{FF2B5EF4-FFF2-40B4-BE49-F238E27FC236}">
                  <a16:creationId xmlns:a16="http://schemas.microsoft.com/office/drawing/2014/main" id="{0714791C-165E-772C-48BE-F68568E1CBB4}"/>
                </a:ext>
              </a:extLst>
            </p:cNvPr>
            <p:cNvSpPr/>
            <p:nvPr/>
          </p:nvSpPr>
          <p:spPr>
            <a:xfrm>
              <a:off x="10964613" y="622855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7" name="자유형: 도형 786">
              <a:extLst>
                <a:ext uri="{FF2B5EF4-FFF2-40B4-BE49-F238E27FC236}">
                  <a16:creationId xmlns:a16="http://schemas.microsoft.com/office/drawing/2014/main" id="{F01F6A4F-5216-AC34-F66E-2CA2CE99E7FE}"/>
                </a:ext>
              </a:extLst>
            </p:cNvPr>
            <p:cNvSpPr/>
            <p:nvPr/>
          </p:nvSpPr>
          <p:spPr>
            <a:xfrm>
              <a:off x="10529123" y="1084885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8" name="자유형: 도형 787">
              <a:extLst>
                <a:ext uri="{FF2B5EF4-FFF2-40B4-BE49-F238E27FC236}">
                  <a16:creationId xmlns:a16="http://schemas.microsoft.com/office/drawing/2014/main" id="{42AC4499-FFAA-865D-76BF-89C9C56B2DEB}"/>
                </a:ext>
              </a:extLst>
            </p:cNvPr>
            <p:cNvSpPr/>
            <p:nvPr/>
          </p:nvSpPr>
          <p:spPr>
            <a:xfrm>
              <a:off x="10679055" y="758889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9" name="자유형: 도형 788">
              <a:extLst>
                <a:ext uri="{FF2B5EF4-FFF2-40B4-BE49-F238E27FC236}">
                  <a16:creationId xmlns:a16="http://schemas.microsoft.com/office/drawing/2014/main" id="{F0B990C3-30E7-8987-F15E-F94036C5D5B0}"/>
                </a:ext>
              </a:extLst>
            </p:cNvPr>
            <p:cNvSpPr/>
            <p:nvPr/>
          </p:nvSpPr>
          <p:spPr>
            <a:xfrm>
              <a:off x="11183538" y="566228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3" name="자유형: 도형 802">
              <a:extLst>
                <a:ext uri="{FF2B5EF4-FFF2-40B4-BE49-F238E27FC236}">
                  <a16:creationId xmlns:a16="http://schemas.microsoft.com/office/drawing/2014/main" id="{5E5E9B8E-0D1E-BBDE-B8D1-C89312E82445}"/>
                </a:ext>
              </a:extLst>
            </p:cNvPr>
            <p:cNvSpPr/>
            <p:nvPr/>
          </p:nvSpPr>
          <p:spPr>
            <a:xfrm>
              <a:off x="11325086" y="1075442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4" name="자유형: 도형 803">
              <a:extLst>
                <a:ext uri="{FF2B5EF4-FFF2-40B4-BE49-F238E27FC236}">
                  <a16:creationId xmlns:a16="http://schemas.microsoft.com/office/drawing/2014/main" id="{1291A1D1-B9E9-56AB-1427-D54AC2ACFAD4}"/>
                </a:ext>
              </a:extLst>
            </p:cNvPr>
            <p:cNvSpPr/>
            <p:nvPr/>
          </p:nvSpPr>
          <p:spPr>
            <a:xfrm>
              <a:off x="11539374" y="705419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293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6">
            <a:extLst>
              <a:ext uri="{FF2B5EF4-FFF2-40B4-BE49-F238E27FC236}">
                <a16:creationId xmlns:a16="http://schemas.microsoft.com/office/drawing/2014/main" id="{AFB0D3FB-F8DE-226C-31B2-B09B9C1A49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971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5E400E-5ACA-7C6C-B677-F4647DEE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57AC2-BCB6-A064-29A8-8CC58A303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4B83FF-A965-DC93-CAC6-BDF0B6EA7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8164E-5849-4ABC-BE61-15B5892682E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52E09-766D-F857-7E30-7FBDD56CC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10FA4D-81FB-E9D6-79E6-E5B6D0662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55B2D-8AB5-4CA1-9C78-42B72E28B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15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2" r:id="rId3"/>
    <p:sldLayoutId id="2147483651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2.emf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5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6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7.png"/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8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독보팀의 독보적인 기획안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제목 1">
            <a:extLst>
              <a:ext uri="{FF2B5EF4-FFF2-40B4-BE49-F238E27FC236}">
                <a16:creationId xmlns:a16="http://schemas.microsoft.com/office/drawing/2014/main" id="{B30E757C-43B9-E6B3-15E5-CDDFDFF16DAF}"/>
              </a:ext>
            </a:extLst>
          </p:cNvPr>
          <p:cNvSpPr txBox="1">
            <a:spLocks/>
          </p:cNvSpPr>
          <p:nvPr/>
        </p:nvSpPr>
        <p:spPr>
          <a:xfrm>
            <a:off x="442163" y="1640227"/>
            <a:ext cx="4817447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r>
              <a:rPr lang="en-US" altLang="ko-KR" sz="2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LB </a:t>
            </a:r>
            <a:r>
              <a:rPr lang="ko-KR" altLang="en-US" sz="2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통신사 기초 네트워크 인프라 구축</a:t>
            </a:r>
            <a:endParaRPr lang="ko-KR" altLang="en-US" sz="32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E002C9-BC44-6226-1EA9-08D3A14DC7B3}"/>
              </a:ext>
            </a:extLst>
          </p:cNvPr>
          <p:cNvSpPr txBox="1"/>
          <p:nvPr/>
        </p:nvSpPr>
        <p:spPr>
          <a:xfrm>
            <a:off x="442163" y="2528192"/>
            <a:ext cx="1789576" cy="5685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팀장 </a:t>
            </a:r>
            <a:r>
              <a:rPr lang="ko-KR" altLang="en-US" sz="1200" dirty="0" err="1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이은비</a:t>
            </a:r>
            <a:endParaRPr lang="en-US" altLang="ko-KR" sz="12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     </a:t>
            </a:r>
            <a:r>
              <a:rPr lang="ko-KR" altLang="en-US" sz="1200" dirty="0" err="1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버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한준희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박희진</a:t>
            </a:r>
            <a:endParaRPr lang="en-US" altLang="ko-KR" sz="12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 이 썬  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김윤영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이명재</a:t>
            </a:r>
            <a:endParaRPr lang="en-US" altLang="ko-KR" sz="12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663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3AB8F6-2385-B397-78A8-5CBDC71CE2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F696A95D-2E31-61A6-31C9-A0D1AFAEB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168" y="981075"/>
            <a:ext cx="5507832" cy="4895850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CAFEF811-F33C-1424-D764-B9FB6E1FAC90}"/>
              </a:ext>
            </a:extLst>
          </p:cNvPr>
          <p:cNvSpPr txBox="1">
            <a:spLocks/>
          </p:cNvSpPr>
          <p:nvPr/>
        </p:nvSpPr>
        <p:spPr>
          <a:xfrm>
            <a:off x="1233757" y="827766"/>
            <a:ext cx="38862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프로젝트 예상 일정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3E6D0F-6C2C-F153-BC40-567D77F8E5EC}"/>
              </a:ext>
            </a:extLst>
          </p:cNvPr>
          <p:cNvSpPr/>
          <p:nvPr/>
        </p:nvSpPr>
        <p:spPr>
          <a:xfrm rot="5400000">
            <a:off x="3126722" y="489501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8F334BB-5486-2455-99B2-922A7241D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076" y="1459143"/>
            <a:ext cx="6964137" cy="457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31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3AB8F6-2385-B397-78A8-5CBDC71CE2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F696A95D-2E31-61A6-31C9-A0D1AFAEB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334" y="981075"/>
            <a:ext cx="5507832" cy="4895850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CAFEF811-F33C-1424-D764-B9FB6E1FAC90}"/>
              </a:ext>
            </a:extLst>
          </p:cNvPr>
          <p:cNvSpPr txBox="1">
            <a:spLocks/>
          </p:cNvSpPr>
          <p:nvPr/>
        </p:nvSpPr>
        <p:spPr>
          <a:xfrm>
            <a:off x="1233757" y="1043387"/>
            <a:ext cx="38862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48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목  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846F1-6E28-F6B1-4386-E8E9167CE931}"/>
              </a:ext>
            </a:extLst>
          </p:cNvPr>
          <p:cNvSpPr txBox="1"/>
          <p:nvPr/>
        </p:nvSpPr>
        <p:spPr>
          <a:xfrm>
            <a:off x="1692691" y="2306049"/>
            <a:ext cx="1746529" cy="324766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목적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독보팀의 프로젝트 목적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romanU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구성도</a:t>
            </a:r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물리</a:t>
            </a:r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논리</a:t>
            </a:r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)</a:t>
            </a:r>
          </a:p>
          <a:p>
            <a:pPr marL="971550" lvl="1" indent="-514350">
              <a:spcAft>
                <a:spcPts val="200"/>
              </a:spcAft>
              <a:buFont typeface="+mj-lt"/>
              <a:buAutoNum type="romanU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기술리스트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romanU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서버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기술 리스트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파이썬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기술 설명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사용 환경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예측 결과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3E6D0F-6C2C-F153-BC40-567D77F8E5EC}"/>
              </a:ext>
            </a:extLst>
          </p:cNvPr>
          <p:cNvSpPr/>
          <p:nvPr/>
        </p:nvSpPr>
        <p:spPr>
          <a:xfrm rot="5400000">
            <a:off x="3126722" y="489501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27B52B-26D7-AF95-03C9-989FA310FBA9}"/>
              </a:ext>
            </a:extLst>
          </p:cNvPr>
          <p:cNvSpPr/>
          <p:nvPr/>
        </p:nvSpPr>
        <p:spPr>
          <a:xfrm rot="5400000" flipH="1">
            <a:off x="2174516" y="2544297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9F6E29-B46A-C4B1-A99F-BB46F7569283}"/>
              </a:ext>
            </a:extLst>
          </p:cNvPr>
          <p:cNvSpPr/>
          <p:nvPr/>
        </p:nvSpPr>
        <p:spPr>
          <a:xfrm rot="5400000" flipH="1">
            <a:off x="2174515" y="1814090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57C2CB-54BD-AE19-C054-61A6A686E49C}"/>
              </a:ext>
            </a:extLst>
          </p:cNvPr>
          <p:cNvSpPr/>
          <p:nvPr/>
        </p:nvSpPr>
        <p:spPr>
          <a:xfrm rot="5400000" flipH="1">
            <a:off x="2174515" y="3487336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D9B43A-66B4-CDF9-A3E1-ED98DA4D013A}"/>
              </a:ext>
            </a:extLst>
          </p:cNvPr>
          <p:cNvSpPr/>
          <p:nvPr/>
        </p:nvSpPr>
        <p:spPr>
          <a:xfrm rot="5400000" flipH="1">
            <a:off x="2174515" y="4457674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4BE1FC-746D-F248-A14B-2FAEB431437C}"/>
              </a:ext>
            </a:extLst>
          </p:cNvPr>
          <p:cNvSpPr/>
          <p:nvPr/>
        </p:nvSpPr>
        <p:spPr>
          <a:xfrm rot="5400000" flipH="1">
            <a:off x="2174515" y="5179173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8B42A30-67F4-8456-2132-8BA0733B9A36}"/>
              </a:ext>
            </a:extLst>
          </p:cNvPr>
          <p:cNvSpPr/>
          <p:nvPr/>
        </p:nvSpPr>
        <p:spPr>
          <a:xfrm rot="5400000" flipH="1">
            <a:off x="2174515" y="5658485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F0F79-D792-E5C1-EC27-966FB1987AD4}"/>
              </a:ext>
            </a:extLst>
          </p:cNvPr>
          <p:cNvSpPr txBox="1"/>
          <p:nvPr/>
        </p:nvSpPr>
        <p:spPr>
          <a:xfrm>
            <a:off x="4248689" y="6092546"/>
            <a:ext cx="22901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7.              </a:t>
            </a: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부록</a:t>
            </a:r>
            <a:endParaRPr lang="ko-KR" altLang="en-US" sz="14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BEF71A-0F38-44CB-D86A-930F2DE426F3}"/>
              </a:ext>
            </a:extLst>
          </p:cNvPr>
          <p:cNvSpPr/>
          <p:nvPr/>
        </p:nvSpPr>
        <p:spPr>
          <a:xfrm rot="5400000" flipH="1">
            <a:off x="4679549" y="5658485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952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3" grpId="0" animBg="1"/>
      <p:bldP spid="8" grpId="0" animBg="1"/>
      <p:bldP spid="11" grpId="0" animBg="1"/>
      <p:bldP spid="12" grpId="0" animBg="1"/>
      <p:bldP spid="13" grpId="0" animBg="1"/>
      <p:bldP spid="15" grpId="0" animBg="1"/>
      <p:bldP spid="17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CAB192-0A20-1563-80DF-74ECC87569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D7D7E8C-FF67-76CD-D65C-7800FC1C8963}"/>
              </a:ext>
            </a:extLst>
          </p:cNvPr>
          <p:cNvGrpSpPr/>
          <p:nvPr/>
        </p:nvGrpSpPr>
        <p:grpSpPr>
          <a:xfrm>
            <a:off x="2300288" y="587989"/>
            <a:ext cx="7591425" cy="1024432"/>
            <a:chOff x="2300288" y="464164"/>
            <a:chExt cx="7591425" cy="1024432"/>
          </a:xfrm>
        </p:grpSpPr>
        <p:sp>
          <p:nvSpPr>
            <p:cNvPr id="14" name="제목 5">
              <a:extLst>
                <a:ext uri="{FF2B5EF4-FFF2-40B4-BE49-F238E27FC236}">
                  <a16:creationId xmlns:a16="http://schemas.microsoft.com/office/drawing/2014/main" id="{8E0915B9-8885-A9DF-B72F-D3281FE93D1D}"/>
                </a:ext>
              </a:extLst>
            </p:cNvPr>
            <p:cNvSpPr txBox="1">
              <a:spLocks/>
            </p:cNvSpPr>
            <p:nvPr/>
          </p:nvSpPr>
          <p:spPr>
            <a:xfrm>
              <a:off x="2300288" y="878694"/>
              <a:ext cx="7591425" cy="60990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ko-KR" altLang="en-US" sz="32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여러분의 목적은 무엇인가요</a:t>
              </a:r>
              <a:r>
                <a:rPr lang="en-US" altLang="ko-KR" sz="32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?</a:t>
              </a:r>
              <a:endParaRPr lang="ko-KR" altLang="en-US" sz="3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endParaRP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2C97BBB6-3DDA-D558-16A7-8DAB66E5FD4F}"/>
                </a:ext>
              </a:extLst>
            </p:cNvPr>
            <p:cNvSpPr/>
            <p:nvPr/>
          </p:nvSpPr>
          <p:spPr>
            <a:xfrm>
              <a:off x="5214938" y="464164"/>
              <a:ext cx="1762125" cy="307361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1</a:t>
              </a:r>
              <a:r>
                <a:rPr lang="ko-KR" altLang="en-US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차 프로젝트 목적</a:t>
              </a:r>
            </a:p>
          </p:txBody>
        </p:sp>
      </p:grpSp>
      <p:sp>
        <p:nvSpPr>
          <p:cNvPr id="20" name="Freeform 35">
            <a:extLst>
              <a:ext uri="{FF2B5EF4-FFF2-40B4-BE49-F238E27FC236}">
                <a16:creationId xmlns:a16="http://schemas.microsoft.com/office/drawing/2014/main" id="{0C07B076-C09C-CEBC-043E-F861B18E4479}"/>
              </a:ext>
            </a:extLst>
          </p:cNvPr>
          <p:cNvSpPr>
            <a:spLocks/>
          </p:cNvSpPr>
          <p:nvPr/>
        </p:nvSpPr>
        <p:spPr bwMode="auto">
          <a:xfrm>
            <a:off x="4391025" y="2343583"/>
            <a:ext cx="1613310" cy="1613308"/>
          </a:xfrm>
          <a:custGeom>
            <a:avLst/>
            <a:gdLst>
              <a:gd name="T0" fmla="*/ 766 w 2334"/>
              <a:gd name="T1" fmla="*/ 2314 h 2334"/>
              <a:gd name="T2" fmla="*/ 2313 w 2334"/>
              <a:gd name="T3" fmla="*/ 766 h 2334"/>
              <a:gd name="T4" fmla="*/ 2334 w 2334"/>
              <a:gd name="T5" fmla="*/ 494 h 2334"/>
              <a:gd name="T6" fmla="*/ 2267 w 2334"/>
              <a:gd name="T7" fmla="*/ 0 h 2334"/>
              <a:gd name="T8" fmla="*/ 522 w 2334"/>
              <a:gd name="T9" fmla="*/ 0 h 2334"/>
              <a:gd name="T10" fmla="*/ 0 w 2334"/>
              <a:gd name="T11" fmla="*/ 522 h 2334"/>
              <a:gd name="T12" fmla="*/ 0 w 2334"/>
              <a:gd name="T13" fmla="*/ 2267 h 2334"/>
              <a:gd name="T14" fmla="*/ 493 w 2334"/>
              <a:gd name="T15" fmla="*/ 2334 h 2334"/>
              <a:gd name="T16" fmla="*/ 766 w 2334"/>
              <a:gd name="T17" fmla="*/ 231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34">
                <a:moveTo>
                  <a:pt x="766" y="2314"/>
                </a:moveTo>
                <a:cubicBezTo>
                  <a:pt x="838" y="1493"/>
                  <a:pt x="1492" y="839"/>
                  <a:pt x="2313" y="766"/>
                </a:cubicBezTo>
                <a:cubicBezTo>
                  <a:pt x="2327" y="677"/>
                  <a:pt x="2334" y="586"/>
                  <a:pt x="2334" y="494"/>
                </a:cubicBezTo>
                <a:cubicBezTo>
                  <a:pt x="2334" y="323"/>
                  <a:pt x="2310" y="157"/>
                  <a:pt x="2267" y="0"/>
                </a:cubicBezTo>
                <a:lnTo>
                  <a:pt x="522" y="0"/>
                </a:lnTo>
                <a:cubicBezTo>
                  <a:pt x="235" y="0"/>
                  <a:pt x="0" y="235"/>
                  <a:pt x="0" y="522"/>
                </a:cubicBezTo>
                <a:lnTo>
                  <a:pt x="0" y="2267"/>
                </a:lnTo>
                <a:cubicBezTo>
                  <a:pt x="157" y="2311"/>
                  <a:pt x="322" y="2334"/>
                  <a:pt x="493" y="2334"/>
                </a:cubicBezTo>
                <a:cubicBezTo>
                  <a:pt x="586" y="2334"/>
                  <a:pt x="677" y="2327"/>
                  <a:pt x="766" y="231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5" name="Freeform 37">
            <a:extLst>
              <a:ext uri="{FF2B5EF4-FFF2-40B4-BE49-F238E27FC236}">
                <a16:creationId xmlns:a16="http://schemas.microsoft.com/office/drawing/2014/main" id="{DD863FE1-3AFB-F08F-27DF-B628AD38CB28}"/>
              </a:ext>
            </a:extLst>
          </p:cNvPr>
          <p:cNvSpPr>
            <a:spLocks/>
          </p:cNvSpPr>
          <p:nvPr/>
        </p:nvSpPr>
        <p:spPr bwMode="auto">
          <a:xfrm>
            <a:off x="6213050" y="2343583"/>
            <a:ext cx="1587925" cy="1613308"/>
          </a:xfrm>
          <a:custGeom>
            <a:avLst/>
            <a:gdLst>
              <a:gd name="T0" fmla="*/ 21 w 2296"/>
              <a:gd name="T1" fmla="*/ 770 h 2334"/>
              <a:gd name="T2" fmla="*/ 1530 w 2296"/>
              <a:gd name="T3" fmla="*/ 2308 h 2334"/>
              <a:gd name="T4" fmla="*/ 1841 w 2296"/>
              <a:gd name="T5" fmla="*/ 2334 h 2334"/>
              <a:gd name="T6" fmla="*/ 2296 w 2296"/>
              <a:gd name="T7" fmla="*/ 2277 h 2334"/>
              <a:gd name="T8" fmla="*/ 2296 w 2296"/>
              <a:gd name="T9" fmla="*/ 522 h 2334"/>
              <a:gd name="T10" fmla="*/ 1774 w 2296"/>
              <a:gd name="T11" fmla="*/ 0 h 2334"/>
              <a:gd name="T12" fmla="*/ 67 w 2296"/>
              <a:gd name="T13" fmla="*/ 0 h 2334"/>
              <a:gd name="T14" fmla="*/ 0 w 2296"/>
              <a:gd name="T15" fmla="*/ 494 h 2334"/>
              <a:gd name="T16" fmla="*/ 21 w 2296"/>
              <a:gd name="T17" fmla="*/ 77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34">
                <a:moveTo>
                  <a:pt x="21" y="770"/>
                </a:moveTo>
                <a:cubicBezTo>
                  <a:pt x="822" y="859"/>
                  <a:pt x="1455" y="1503"/>
                  <a:pt x="1530" y="2308"/>
                </a:cubicBezTo>
                <a:cubicBezTo>
                  <a:pt x="1631" y="2325"/>
                  <a:pt x="1735" y="2334"/>
                  <a:pt x="1841" y="2334"/>
                </a:cubicBezTo>
                <a:cubicBezTo>
                  <a:pt x="1998" y="2334"/>
                  <a:pt x="2150" y="2314"/>
                  <a:pt x="2296" y="2277"/>
                </a:cubicBezTo>
                <a:lnTo>
                  <a:pt x="2296" y="522"/>
                </a:lnTo>
                <a:cubicBezTo>
                  <a:pt x="2296" y="235"/>
                  <a:pt x="2061" y="0"/>
                  <a:pt x="1774" y="0"/>
                </a:cubicBezTo>
                <a:lnTo>
                  <a:pt x="67" y="0"/>
                </a:lnTo>
                <a:cubicBezTo>
                  <a:pt x="24" y="157"/>
                  <a:pt x="0" y="323"/>
                  <a:pt x="0" y="494"/>
                </a:cubicBezTo>
                <a:cubicBezTo>
                  <a:pt x="0" y="588"/>
                  <a:pt x="7" y="680"/>
                  <a:pt x="21" y="770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6" name="Freeform 39">
            <a:extLst>
              <a:ext uri="{FF2B5EF4-FFF2-40B4-BE49-F238E27FC236}">
                <a16:creationId xmlns:a16="http://schemas.microsoft.com/office/drawing/2014/main" id="{19F3D61A-A15B-DB3E-0A46-D8D0C69FF5AB}"/>
              </a:ext>
            </a:extLst>
          </p:cNvPr>
          <p:cNvSpPr>
            <a:spLocks/>
          </p:cNvSpPr>
          <p:nvPr/>
        </p:nvSpPr>
        <p:spPr bwMode="auto">
          <a:xfrm>
            <a:off x="4391025" y="4154325"/>
            <a:ext cx="1613310" cy="1602026"/>
          </a:xfrm>
          <a:custGeom>
            <a:avLst/>
            <a:gdLst>
              <a:gd name="T0" fmla="*/ 2310 w 2334"/>
              <a:gd name="T1" fmla="*/ 1548 h 2315"/>
              <a:gd name="T2" fmla="*/ 767 w 2334"/>
              <a:gd name="T3" fmla="*/ 20 h 2315"/>
              <a:gd name="T4" fmla="*/ 493 w 2334"/>
              <a:gd name="T5" fmla="*/ 0 h 2315"/>
              <a:gd name="T6" fmla="*/ 0 w 2334"/>
              <a:gd name="T7" fmla="*/ 67 h 2315"/>
              <a:gd name="T8" fmla="*/ 0 w 2334"/>
              <a:gd name="T9" fmla="*/ 1793 h 2315"/>
              <a:gd name="T10" fmla="*/ 522 w 2334"/>
              <a:gd name="T11" fmla="*/ 2315 h 2315"/>
              <a:gd name="T12" fmla="*/ 2272 w 2334"/>
              <a:gd name="T13" fmla="*/ 2315 h 2315"/>
              <a:gd name="T14" fmla="*/ 2334 w 2334"/>
              <a:gd name="T15" fmla="*/ 1840 h 2315"/>
              <a:gd name="T16" fmla="*/ 2310 w 2334"/>
              <a:gd name="T17" fmla="*/ 1548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15">
                <a:moveTo>
                  <a:pt x="2310" y="1548"/>
                </a:moveTo>
                <a:cubicBezTo>
                  <a:pt x="1497" y="1475"/>
                  <a:pt x="848" y="831"/>
                  <a:pt x="767" y="20"/>
                </a:cubicBezTo>
                <a:cubicBezTo>
                  <a:pt x="678" y="7"/>
                  <a:pt x="586" y="0"/>
                  <a:pt x="493" y="0"/>
                </a:cubicBezTo>
                <a:cubicBezTo>
                  <a:pt x="322" y="0"/>
                  <a:pt x="157" y="23"/>
                  <a:pt x="0" y="67"/>
                </a:cubicBezTo>
                <a:lnTo>
                  <a:pt x="0" y="1793"/>
                </a:lnTo>
                <a:cubicBezTo>
                  <a:pt x="0" y="2080"/>
                  <a:pt x="235" y="2315"/>
                  <a:pt x="522" y="2315"/>
                </a:cubicBezTo>
                <a:lnTo>
                  <a:pt x="2272" y="2315"/>
                </a:lnTo>
                <a:cubicBezTo>
                  <a:pt x="2312" y="2163"/>
                  <a:pt x="2334" y="2004"/>
                  <a:pt x="2334" y="1840"/>
                </a:cubicBezTo>
                <a:cubicBezTo>
                  <a:pt x="2334" y="1741"/>
                  <a:pt x="2326" y="1644"/>
                  <a:pt x="2310" y="154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7" name="Freeform 41">
            <a:extLst>
              <a:ext uri="{FF2B5EF4-FFF2-40B4-BE49-F238E27FC236}">
                <a16:creationId xmlns:a16="http://schemas.microsoft.com/office/drawing/2014/main" id="{36B17971-6AC8-C3A2-8A57-D4EB15017C60}"/>
              </a:ext>
            </a:extLst>
          </p:cNvPr>
          <p:cNvSpPr>
            <a:spLocks/>
          </p:cNvSpPr>
          <p:nvPr/>
        </p:nvSpPr>
        <p:spPr bwMode="auto">
          <a:xfrm>
            <a:off x="6213050" y="4154325"/>
            <a:ext cx="1587925" cy="1602026"/>
          </a:xfrm>
          <a:custGeom>
            <a:avLst/>
            <a:gdLst>
              <a:gd name="T0" fmla="*/ 2296 w 2296"/>
              <a:gd name="T1" fmla="*/ 1793 h 2315"/>
              <a:gd name="T2" fmla="*/ 2296 w 2296"/>
              <a:gd name="T3" fmla="*/ 57 h 2315"/>
              <a:gd name="T4" fmla="*/ 1841 w 2296"/>
              <a:gd name="T5" fmla="*/ 0 h 2315"/>
              <a:gd name="T6" fmla="*/ 1528 w 2296"/>
              <a:gd name="T7" fmla="*/ 26 h 2315"/>
              <a:gd name="T8" fmla="*/ 24 w 2296"/>
              <a:gd name="T9" fmla="*/ 1545 h 2315"/>
              <a:gd name="T10" fmla="*/ 0 w 2296"/>
              <a:gd name="T11" fmla="*/ 1840 h 2315"/>
              <a:gd name="T12" fmla="*/ 62 w 2296"/>
              <a:gd name="T13" fmla="*/ 2315 h 2315"/>
              <a:gd name="T14" fmla="*/ 1774 w 2296"/>
              <a:gd name="T15" fmla="*/ 2315 h 2315"/>
              <a:gd name="T16" fmla="*/ 2296 w 2296"/>
              <a:gd name="T17" fmla="*/ 1793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15">
                <a:moveTo>
                  <a:pt x="2296" y="1793"/>
                </a:moveTo>
                <a:lnTo>
                  <a:pt x="2296" y="57"/>
                </a:lnTo>
                <a:cubicBezTo>
                  <a:pt x="2150" y="19"/>
                  <a:pt x="1998" y="0"/>
                  <a:pt x="1841" y="0"/>
                </a:cubicBezTo>
                <a:cubicBezTo>
                  <a:pt x="1734" y="0"/>
                  <a:pt x="1630" y="9"/>
                  <a:pt x="1528" y="26"/>
                </a:cubicBezTo>
                <a:cubicBezTo>
                  <a:pt x="1445" y="822"/>
                  <a:pt x="817" y="1455"/>
                  <a:pt x="24" y="1545"/>
                </a:cubicBezTo>
                <a:cubicBezTo>
                  <a:pt x="8" y="1641"/>
                  <a:pt x="0" y="1740"/>
                  <a:pt x="0" y="1840"/>
                </a:cubicBezTo>
                <a:cubicBezTo>
                  <a:pt x="0" y="2004"/>
                  <a:pt x="22" y="2163"/>
                  <a:pt x="62" y="2315"/>
                </a:cubicBezTo>
                <a:lnTo>
                  <a:pt x="1774" y="2315"/>
                </a:lnTo>
                <a:cubicBezTo>
                  <a:pt x="2061" y="2315"/>
                  <a:pt x="2296" y="2080"/>
                  <a:pt x="2296" y="1793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A778920C-45B7-2BBB-C31E-607D1A623F15}"/>
              </a:ext>
            </a:extLst>
          </p:cNvPr>
          <p:cNvSpPr>
            <a:spLocks/>
          </p:cNvSpPr>
          <p:nvPr/>
        </p:nvSpPr>
        <p:spPr bwMode="auto">
          <a:xfrm>
            <a:off x="4921274" y="2873831"/>
            <a:ext cx="1068960" cy="1068959"/>
          </a:xfrm>
          <a:custGeom>
            <a:avLst/>
            <a:gdLst>
              <a:gd name="T0" fmla="*/ 1547 w 1547"/>
              <a:gd name="T1" fmla="*/ 0 h 1548"/>
              <a:gd name="T2" fmla="*/ 0 w 1547"/>
              <a:gd name="T3" fmla="*/ 1548 h 1548"/>
              <a:gd name="T4" fmla="*/ 1547 w 1547"/>
              <a:gd name="T5" fmla="*/ 0 h 1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7" h="1548">
                <a:moveTo>
                  <a:pt x="1547" y="0"/>
                </a:moveTo>
                <a:cubicBezTo>
                  <a:pt x="726" y="73"/>
                  <a:pt x="72" y="727"/>
                  <a:pt x="0" y="1548"/>
                </a:cubicBezTo>
                <a:cubicBezTo>
                  <a:pt x="798" y="1429"/>
                  <a:pt x="1429" y="798"/>
                  <a:pt x="1547" y="0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9" name="Freeform 38">
            <a:extLst>
              <a:ext uri="{FF2B5EF4-FFF2-40B4-BE49-F238E27FC236}">
                <a16:creationId xmlns:a16="http://schemas.microsoft.com/office/drawing/2014/main" id="{232F4D65-61FB-0D62-E1D1-913C407BF3A5}"/>
              </a:ext>
            </a:extLst>
          </p:cNvPr>
          <p:cNvSpPr>
            <a:spLocks/>
          </p:cNvSpPr>
          <p:nvPr/>
        </p:nvSpPr>
        <p:spPr bwMode="auto">
          <a:xfrm>
            <a:off x="6229972" y="2876653"/>
            <a:ext cx="1043574" cy="1063318"/>
          </a:xfrm>
          <a:custGeom>
            <a:avLst/>
            <a:gdLst>
              <a:gd name="T0" fmla="*/ 1509 w 1509"/>
              <a:gd name="T1" fmla="*/ 1538 h 1538"/>
              <a:gd name="T2" fmla="*/ 0 w 1509"/>
              <a:gd name="T3" fmla="*/ 0 h 1538"/>
              <a:gd name="T4" fmla="*/ 1509 w 1509"/>
              <a:gd name="T5" fmla="*/ 1538 h 1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9" h="1538">
                <a:moveTo>
                  <a:pt x="1509" y="1538"/>
                </a:moveTo>
                <a:cubicBezTo>
                  <a:pt x="1434" y="733"/>
                  <a:pt x="801" y="89"/>
                  <a:pt x="0" y="0"/>
                </a:cubicBezTo>
                <a:cubicBezTo>
                  <a:pt x="118" y="784"/>
                  <a:pt x="730" y="1405"/>
                  <a:pt x="1509" y="1538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0" name="Freeform 40">
            <a:extLst>
              <a:ext uri="{FF2B5EF4-FFF2-40B4-BE49-F238E27FC236}">
                <a16:creationId xmlns:a16="http://schemas.microsoft.com/office/drawing/2014/main" id="{D3A48DA6-E9CC-ABA1-AA92-1F26C45F3B50}"/>
              </a:ext>
            </a:extLst>
          </p:cNvPr>
          <p:cNvSpPr>
            <a:spLocks/>
          </p:cNvSpPr>
          <p:nvPr/>
        </p:nvSpPr>
        <p:spPr bwMode="auto">
          <a:xfrm>
            <a:off x="4921274" y="4168428"/>
            <a:ext cx="1066138" cy="1057677"/>
          </a:xfrm>
          <a:custGeom>
            <a:avLst/>
            <a:gdLst>
              <a:gd name="T0" fmla="*/ 0 w 1543"/>
              <a:gd name="T1" fmla="*/ 0 h 1528"/>
              <a:gd name="T2" fmla="*/ 1543 w 1543"/>
              <a:gd name="T3" fmla="*/ 1528 h 1528"/>
              <a:gd name="T4" fmla="*/ 0 w 1543"/>
              <a:gd name="T5" fmla="*/ 0 h 1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3" h="1528">
                <a:moveTo>
                  <a:pt x="0" y="0"/>
                </a:moveTo>
                <a:cubicBezTo>
                  <a:pt x="81" y="811"/>
                  <a:pt x="730" y="1455"/>
                  <a:pt x="1543" y="1528"/>
                </a:cubicBezTo>
                <a:cubicBezTo>
                  <a:pt x="1418" y="740"/>
                  <a:pt x="791" y="118"/>
                  <a:pt x="0" y="0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1" name="Freeform 42">
            <a:extLst>
              <a:ext uri="{FF2B5EF4-FFF2-40B4-BE49-F238E27FC236}">
                <a16:creationId xmlns:a16="http://schemas.microsoft.com/office/drawing/2014/main" id="{D2B49593-EA94-C3BE-B215-F8CB6BEB25A5}"/>
              </a:ext>
            </a:extLst>
          </p:cNvPr>
          <p:cNvSpPr>
            <a:spLocks/>
          </p:cNvSpPr>
          <p:nvPr/>
        </p:nvSpPr>
        <p:spPr bwMode="auto">
          <a:xfrm>
            <a:off x="6229972" y="4174069"/>
            <a:ext cx="1040755" cy="1049214"/>
          </a:xfrm>
          <a:custGeom>
            <a:avLst/>
            <a:gdLst>
              <a:gd name="T0" fmla="*/ 0 w 1504"/>
              <a:gd name="T1" fmla="*/ 1519 h 1519"/>
              <a:gd name="T2" fmla="*/ 1504 w 1504"/>
              <a:gd name="T3" fmla="*/ 0 h 1519"/>
              <a:gd name="T4" fmla="*/ 0 w 1504"/>
              <a:gd name="T5" fmla="*/ 1519 h 1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4" h="1519">
                <a:moveTo>
                  <a:pt x="0" y="1519"/>
                </a:moveTo>
                <a:cubicBezTo>
                  <a:pt x="793" y="1429"/>
                  <a:pt x="1421" y="796"/>
                  <a:pt x="1504" y="0"/>
                </a:cubicBezTo>
                <a:cubicBezTo>
                  <a:pt x="732" y="132"/>
                  <a:pt x="125" y="745"/>
                  <a:pt x="0" y="1519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916B296-7F1A-A386-D099-5CDF75E4FDFF}"/>
              </a:ext>
            </a:extLst>
          </p:cNvPr>
          <p:cNvSpPr/>
          <p:nvPr/>
        </p:nvSpPr>
        <p:spPr>
          <a:xfrm>
            <a:off x="4988692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01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1F549D-6EEB-83FF-09A6-E7DC0AE2386A}"/>
              </a:ext>
            </a:extLst>
          </p:cNvPr>
          <p:cNvSpPr/>
          <p:nvPr/>
        </p:nvSpPr>
        <p:spPr>
          <a:xfrm>
            <a:off x="6218804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02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B1939A1-6654-9FE9-2A69-7C57DB6DFD12}"/>
              </a:ext>
            </a:extLst>
          </p:cNvPr>
          <p:cNvSpPr/>
          <p:nvPr/>
        </p:nvSpPr>
        <p:spPr>
          <a:xfrm>
            <a:off x="4988692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4F32EE-EBE4-A6A7-C038-5167B78D1105}"/>
              </a:ext>
            </a:extLst>
          </p:cNvPr>
          <p:cNvSpPr/>
          <p:nvPr/>
        </p:nvSpPr>
        <p:spPr>
          <a:xfrm>
            <a:off x="6218804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04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B9631FB-6972-B97D-362D-2F9F4EB690D7}"/>
              </a:ext>
            </a:extLst>
          </p:cNvPr>
          <p:cNvSpPr/>
          <p:nvPr/>
        </p:nvSpPr>
        <p:spPr>
          <a:xfrm>
            <a:off x="4443413" y="2538147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목적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F55AF89-5610-ACC2-E7BA-C4D78CC05E15}"/>
              </a:ext>
            </a:extLst>
          </p:cNvPr>
          <p:cNvSpPr/>
          <p:nvPr/>
        </p:nvSpPr>
        <p:spPr>
          <a:xfrm>
            <a:off x="4443413" y="5024172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파트별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목적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39B25FE-B84F-CC61-93F6-D6E2DF4C2222}"/>
              </a:ext>
            </a:extLst>
          </p:cNvPr>
          <p:cNvSpPr/>
          <p:nvPr/>
        </p:nvSpPr>
        <p:spPr>
          <a:xfrm>
            <a:off x="6748463" y="2538147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 전체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목적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A4C1BE3-D9E7-78FD-A993-D03B07EA027C}"/>
              </a:ext>
            </a:extLst>
          </p:cNvPr>
          <p:cNvSpPr/>
          <p:nvPr/>
        </p:nvSpPr>
        <p:spPr>
          <a:xfrm>
            <a:off x="6748463" y="5024172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개인별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목적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41F51A-8D3D-62A5-B62B-330DA294A9A6}"/>
              </a:ext>
            </a:extLst>
          </p:cNvPr>
          <p:cNvSpPr txBox="1"/>
          <p:nvPr/>
        </p:nvSpPr>
        <p:spPr>
          <a:xfrm>
            <a:off x="1937569" y="3216359"/>
            <a:ext cx="2417397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우리의 목표는 프로젝트의 완성이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아니라 개개인의 실력 향상을 위한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성공의 프로젝트를 진행합니다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019081D-60DB-645A-B048-5A9195EA29D7}"/>
              </a:ext>
            </a:extLst>
          </p:cNvPr>
          <p:cNvSpPr/>
          <p:nvPr/>
        </p:nvSpPr>
        <p:spPr>
          <a:xfrm>
            <a:off x="1237445" y="2585365"/>
            <a:ext cx="2667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모두가 프로젝트 전체</a:t>
            </a:r>
            <a:endParaRPr lang="en-US" altLang="ko-KR" sz="16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내용에 대해 숙지하기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04ECEFD-B184-DE61-7D30-A0CF77288461}"/>
              </a:ext>
            </a:extLst>
          </p:cNvPr>
          <p:cNvCxnSpPr/>
          <p:nvPr/>
        </p:nvCxnSpPr>
        <p:spPr>
          <a:xfrm>
            <a:off x="3525055" y="248059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77CC151-A16E-09C5-E0EA-586EAFE10731}"/>
              </a:ext>
            </a:extLst>
          </p:cNvPr>
          <p:cNvSpPr txBox="1"/>
          <p:nvPr/>
        </p:nvSpPr>
        <p:spPr>
          <a:xfrm>
            <a:off x="1937569" y="4991444"/>
            <a:ext cx="3227364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회선 연결 잘 붙이기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기능 구현 모두 잘 하기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가독성 좋은 코드 만들기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06E9CBA-2D43-353A-0929-1BA7FE3B34E2}"/>
              </a:ext>
            </a:extLst>
          </p:cNvPr>
          <p:cNvSpPr/>
          <p:nvPr/>
        </p:nvSpPr>
        <p:spPr>
          <a:xfrm>
            <a:off x="1237445" y="4623715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분야별 목적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CADC87A-A51C-E888-FB06-FEB1433A610A}"/>
              </a:ext>
            </a:extLst>
          </p:cNvPr>
          <p:cNvCxnSpPr/>
          <p:nvPr/>
        </p:nvCxnSpPr>
        <p:spPr>
          <a:xfrm>
            <a:off x="3525055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B6C02A6-9532-EA6C-4D3A-0F71AE8BFD9C}"/>
              </a:ext>
            </a:extLst>
          </p:cNvPr>
          <p:cNvSpPr txBox="1"/>
          <p:nvPr/>
        </p:nvSpPr>
        <p:spPr>
          <a:xfrm>
            <a:off x="8287556" y="5006311"/>
            <a:ext cx="3227364" cy="8491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은비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회선연결 </a:t>
            </a:r>
            <a:r>
              <a:rPr lang="ko-KR" altLang="en-US" sz="1050" dirty="0" err="1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오류나지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않기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윤영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문서화 체계적으로 작성하기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준희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GPT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한테 욕하지 않기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명재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고수되기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희진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기능 구현중 오류해결 매뉴얼 제작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8B29CB7-8DD7-DBA5-F986-93E568DBE71D}"/>
              </a:ext>
            </a:extLst>
          </p:cNvPr>
          <p:cNvSpPr/>
          <p:nvPr/>
        </p:nvSpPr>
        <p:spPr>
          <a:xfrm>
            <a:off x="8287556" y="4623715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독보팀의 개인별 목적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EEA1D86-1281-D57B-7B37-A2B401183AAB}"/>
              </a:ext>
            </a:extLst>
          </p:cNvPr>
          <p:cNvGrpSpPr/>
          <p:nvPr/>
        </p:nvGrpSpPr>
        <p:grpSpPr>
          <a:xfrm>
            <a:off x="8287556" y="2480590"/>
            <a:ext cx="3259274" cy="1056361"/>
            <a:chOff x="8287556" y="2480590"/>
            <a:chExt cx="3259274" cy="105636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B6B8286-FBE8-AEDB-6D92-EFF29A7176E1}"/>
                </a:ext>
              </a:extLst>
            </p:cNvPr>
            <p:cNvSpPr txBox="1"/>
            <p:nvPr/>
          </p:nvSpPr>
          <p:spPr>
            <a:xfrm>
              <a:off x="8319466" y="2923919"/>
              <a:ext cx="3227364" cy="6130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친한 사람들이 함께하는 프로젝트는</a:t>
              </a: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서로를 더욱 </a:t>
              </a:r>
              <a:r>
                <a:rPr lang="ko-KR" altLang="en-US" sz="1050" dirty="0" err="1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신경써야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한다고 생각했습니다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</a:t>
              </a:r>
            </a:p>
            <a:p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상대방을 향한 나쁜 말 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1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번당 칭찬 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5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번</a:t>
              </a: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허공에 욕할 시 본인 칭찬 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5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번</a:t>
              </a: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0BFB6A0-F1F3-2AB1-3C87-C15F9333E859}"/>
                </a:ext>
              </a:extLst>
            </p:cNvPr>
            <p:cNvSpPr/>
            <p:nvPr/>
          </p:nvSpPr>
          <p:spPr>
            <a:xfrm>
              <a:off x="8287556" y="2585365"/>
              <a:ext cx="26670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싸우지 않기</a:t>
              </a: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6B6CA673-0CA1-1459-2770-1812AEDAE6C6}"/>
                </a:ext>
              </a:extLst>
            </p:cNvPr>
            <p:cNvCxnSpPr>
              <a:cxnSpLocks/>
            </p:cNvCxnSpPr>
            <p:nvPr/>
          </p:nvCxnSpPr>
          <p:spPr>
            <a:xfrm>
              <a:off x="8401856" y="2480590"/>
              <a:ext cx="247650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82FABA1-D3E4-1F9D-BB9A-8C1F9A3D0303}"/>
              </a:ext>
            </a:extLst>
          </p:cNvPr>
          <p:cNvCxnSpPr>
            <a:cxnSpLocks/>
          </p:cNvCxnSpPr>
          <p:nvPr/>
        </p:nvCxnSpPr>
        <p:spPr>
          <a:xfrm>
            <a:off x="8401856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그림 70" descr="스크린샷, 디자인이(가) 표시된 사진&#10;&#10;자동 생성된 설명">
            <a:extLst>
              <a:ext uri="{FF2B5EF4-FFF2-40B4-BE49-F238E27FC236}">
                <a16:creationId xmlns:a16="http://schemas.microsoft.com/office/drawing/2014/main" id="{6FE905CB-A0B9-B567-AB62-24AEEA013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5" y="3623620"/>
            <a:ext cx="1047750" cy="780676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D169D7B-E560-72F7-215A-F3259839E27E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.1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908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36" grpId="0"/>
      <p:bldP spid="40" grpId="0"/>
      <p:bldP spid="41" grpId="0"/>
      <p:bldP spid="42" grpId="0"/>
      <p:bldP spid="45" grpId="0"/>
      <p:bldP spid="46" grpId="0"/>
      <p:bldP spid="51" grpId="0"/>
      <p:bldP spid="52" grpId="0"/>
      <p:bldP spid="59" grpId="0"/>
      <p:bldP spid="60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-8626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E0F829-46E8-9B48-900E-10F95EEAD5F5}"/>
              </a:ext>
            </a:extLst>
          </p:cNvPr>
          <p:cNvSpPr/>
          <p:nvPr/>
        </p:nvSpPr>
        <p:spPr>
          <a:xfrm rot="5400000" flipH="1">
            <a:off x="1707843" y="121341"/>
            <a:ext cx="45719" cy="2577082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785B87-AD16-A2D3-59F8-E8262542ABAC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F302C2D-A4A4-D9E4-4806-15941CDB6591}"/>
              </a:ext>
            </a:extLst>
          </p:cNvPr>
          <p:cNvSpPr txBox="1">
            <a:spLocks/>
          </p:cNvSpPr>
          <p:nvPr/>
        </p:nvSpPr>
        <p:spPr>
          <a:xfrm>
            <a:off x="1273175" y="2331228"/>
            <a:ext cx="7143750" cy="1097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물리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논리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기술 리스트</a:t>
            </a:r>
          </a:p>
        </p:txBody>
      </p:sp>
    </p:spTree>
    <p:extLst>
      <p:ext uri="{BB962C8B-B14F-4D97-AF65-F5344CB8AC3E}">
        <p14:creationId xmlns:p14="http://schemas.microsoft.com/office/powerpoint/2010/main" val="225216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2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물리 구성도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149B9F2-2E8C-EEDF-8BCD-FE242C14E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17323" y="1397977"/>
            <a:ext cx="4967654" cy="5265373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내용을 입력하세요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CBA55B0-9B4E-6ACD-FCE5-6D36FBF0120E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.2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4" name="그림 개체 틀 30" descr="빛, 레이저, 밤이(가) 표시된 사진">
            <a:extLst>
              <a:ext uri="{FF2B5EF4-FFF2-40B4-BE49-F238E27FC236}">
                <a16:creationId xmlns:a16="http://schemas.microsoft.com/office/drawing/2014/main" id="{AC40A39D-803D-8DD3-F39C-A5EC09C05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>
          <a:xfrm>
            <a:off x="228232" y="1397977"/>
            <a:ext cx="5867768" cy="5265372"/>
          </a:xfrm>
          <a:prstGeom prst="roundRect">
            <a:avLst>
              <a:gd name="adj" fmla="val 5632"/>
            </a:avLst>
          </a:prstGeom>
        </p:spPr>
      </p:pic>
    </p:spTree>
    <p:extLst>
      <p:ext uri="{BB962C8B-B14F-4D97-AF65-F5344CB8AC3E}">
        <p14:creationId xmlns:p14="http://schemas.microsoft.com/office/powerpoint/2010/main" val="295398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논리 구성도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149B9F2-2E8C-EEDF-8BCD-FE242C14E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86599" y="1447800"/>
            <a:ext cx="4598377" cy="5215550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내용을 입력하세요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1CE376E-A91C-3E8D-5E8A-4A1AF1DD8991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.3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5" name="그림 개체 틀 30" descr="빛, 레이저, 밤이(가) 표시된 사진">
            <a:extLst>
              <a:ext uri="{FF2B5EF4-FFF2-40B4-BE49-F238E27FC236}">
                <a16:creationId xmlns:a16="http://schemas.microsoft.com/office/drawing/2014/main" id="{FF66FE31-519A-FB53-A155-C9F7FCF46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>
          <a:xfrm>
            <a:off x="228232" y="1397977"/>
            <a:ext cx="5867768" cy="5265372"/>
          </a:xfrm>
          <a:prstGeom prst="roundRect">
            <a:avLst>
              <a:gd name="adj" fmla="val 5632"/>
            </a:avLst>
          </a:prstGeom>
        </p:spPr>
      </p:pic>
    </p:spTree>
    <p:extLst>
      <p:ext uri="{BB962C8B-B14F-4D97-AF65-F5344CB8AC3E}">
        <p14:creationId xmlns:p14="http://schemas.microsoft.com/office/powerpoint/2010/main" val="181457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기술 리스트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149B9F2-2E8C-EEDF-8BCD-FE242C14E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023" y="1447800"/>
            <a:ext cx="11177954" cy="5215550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이 외에도 추가적인 부분 있으면 적으면 되고 없으면 빼면 됨</a:t>
            </a:r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D938BCD-8841-5691-3E0F-6FB5C8CA7A3C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.4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3FD1DD-8A2F-39D5-E5A3-3D9A802D2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" y="2058133"/>
            <a:ext cx="1136332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3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서버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037B1B-C9AA-60C4-1FC0-83E314429CDE}"/>
              </a:ext>
            </a:extLst>
          </p:cNvPr>
          <p:cNvSpPr/>
          <p:nvPr/>
        </p:nvSpPr>
        <p:spPr>
          <a:xfrm rot="5400000" flipH="1">
            <a:off x="1732498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94E2397-483F-24BE-050E-ECC6F23A6161}"/>
              </a:ext>
            </a:extLst>
          </p:cNvPr>
          <p:cNvSpPr txBox="1">
            <a:spLocks/>
          </p:cNvSpPr>
          <p:nvPr/>
        </p:nvSpPr>
        <p:spPr>
          <a:xfrm>
            <a:off x="1281802" y="2095258"/>
            <a:ext cx="7143750" cy="1097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기술 리스트</a:t>
            </a:r>
          </a:p>
        </p:txBody>
      </p:sp>
    </p:spTree>
    <p:extLst>
      <p:ext uri="{BB962C8B-B14F-4D97-AF65-F5344CB8AC3E}">
        <p14:creationId xmlns:p14="http://schemas.microsoft.com/office/powerpoint/2010/main" val="347315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2" grpId="0"/>
      <p:bldP spid="4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149B9F2-2E8C-EEDF-8BCD-FE242C14E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27177" y="1447800"/>
            <a:ext cx="5257800" cy="5215550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내용을 입력하세요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64955AC-7B47-39BF-DFFF-8434B7FB5FA9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.5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4" name="그림 개체 틀 30" descr="빛, 레이저, 밤이(가) 표시된 사진">
            <a:extLst>
              <a:ext uri="{FF2B5EF4-FFF2-40B4-BE49-F238E27FC236}">
                <a16:creationId xmlns:a16="http://schemas.microsoft.com/office/drawing/2014/main" id="{12365D91-B4C5-4976-CA42-B77A7E39C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>
          <a:xfrm>
            <a:off x="228232" y="1397977"/>
            <a:ext cx="5867768" cy="5265372"/>
          </a:xfrm>
          <a:prstGeom prst="roundRect">
            <a:avLst>
              <a:gd name="adj" fmla="val 5632"/>
            </a:avLst>
          </a:prstGeom>
        </p:spPr>
      </p:pic>
    </p:spTree>
    <p:extLst>
      <p:ext uri="{BB962C8B-B14F-4D97-AF65-F5344CB8AC3E}">
        <p14:creationId xmlns:p14="http://schemas.microsoft.com/office/powerpoint/2010/main" val="417462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기술 리스트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149B9F2-2E8C-EEDF-8BCD-FE242C14E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023" y="1447800"/>
            <a:ext cx="11177954" cy="5215550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서버별 기술들만 넣고</a:t>
            </a:r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안쓴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내용은 지우면 됨</a:t>
            </a:r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4CFB276-DC4D-808B-FE38-FD72DE41FA3B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.6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572266-F6CE-70D3-8B85-EE3068140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937" y="1230922"/>
            <a:ext cx="7516086" cy="555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파이썬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DB87F2-50A0-2FAF-1490-34DB1ACA68AE}"/>
              </a:ext>
            </a:extLst>
          </p:cNvPr>
          <p:cNvSpPr/>
          <p:nvPr/>
        </p:nvSpPr>
        <p:spPr>
          <a:xfrm rot="5400000" flipH="1">
            <a:off x="1358474" y="470710"/>
            <a:ext cx="45719" cy="1878344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BA177F-FDF8-EEDF-AA99-91CEBD9956E0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244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2" grpId="0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기술 설명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149B9F2-2E8C-EEDF-8BCD-FE242C14E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023" y="1447800"/>
            <a:ext cx="11177954" cy="5215550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내용을 입력하세요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ABE9636-5C5D-A585-53A1-A095E80E2FFA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.7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963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사용 환경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EBF9CE-2B11-F81B-7613-0FD0725F3430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219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2" grpId="0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4E2EB6-49A7-E902-6612-5A454A5BEE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31" name="그림 개체 틀 30" descr="빛, 레이저, 밤이(가) 표시된 사진&#10;&#10;자동 생성된 설명">
            <a:extLst>
              <a:ext uri="{FF2B5EF4-FFF2-40B4-BE49-F238E27FC236}">
                <a16:creationId xmlns:a16="http://schemas.microsoft.com/office/drawing/2014/main" id="{186FCA5E-0077-3219-8BDF-1B0BAC2911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>
          <a:xfrm>
            <a:off x="881063" y="925821"/>
            <a:ext cx="10491788" cy="5006358"/>
          </a:xfr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1A0057-A7B7-482A-7505-85ADE93A9139}"/>
              </a:ext>
            </a:extLst>
          </p:cNvPr>
          <p:cNvSpPr/>
          <p:nvPr/>
        </p:nvSpPr>
        <p:spPr>
          <a:xfrm>
            <a:off x="1529863" y="1660163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구축 환경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2ECF2BE-7B42-3170-7468-F10CE00B64C5}"/>
              </a:ext>
            </a:extLst>
          </p:cNvPr>
          <p:cNvCxnSpPr>
            <a:cxnSpLocks/>
          </p:cNvCxnSpPr>
          <p:nvPr/>
        </p:nvCxnSpPr>
        <p:spPr>
          <a:xfrm>
            <a:off x="1529862" y="1555108"/>
            <a:ext cx="564180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F589182-B12E-55FD-4B8B-A8D9ED4365BB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.8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66A732B-8101-F3FD-8CBF-73507C4E9620}"/>
              </a:ext>
            </a:extLst>
          </p:cNvPr>
          <p:cNvSpPr/>
          <p:nvPr/>
        </p:nvSpPr>
        <p:spPr>
          <a:xfrm>
            <a:off x="-1223962" y="93510"/>
            <a:ext cx="4930652" cy="603369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               사용 환경</a:t>
            </a:r>
            <a:endParaRPr lang="en-US" altLang="ko-KR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7DE3640-ED92-3050-5DC3-985110BE4852}"/>
              </a:ext>
            </a:extLst>
          </p:cNvPr>
          <p:cNvSpPr/>
          <p:nvPr/>
        </p:nvSpPr>
        <p:spPr>
          <a:xfrm>
            <a:off x="1721827" y="2184396"/>
            <a:ext cx="8819141" cy="31184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F05934C-3E6A-2F12-ED34-525599CD4E57}"/>
              </a:ext>
            </a:extLst>
          </p:cNvPr>
          <p:cNvSpPr/>
          <p:nvPr/>
        </p:nvSpPr>
        <p:spPr>
          <a:xfrm>
            <a:off x="2074026" y="2295422"/>
            <a:ext cx="2425211" cy="289644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FC0F728-F361-3840-0B58-51A51D0045FE}"/>
              </a:ext>
            </a:extLst>
          </p:cNvPr>
          <p:cNvSpPr/>
          <p:nvPr/>
        </p:nvSpPr>
        <p:spPr>
          <a:xfrm>
            <a:off x="4844561" y="2295422"/>
            <a:ext cx="2425211" cy="289644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E6C4EB9-C6FC-7D88-298A-ACD6AAAA61AF}"/>
              </a:ext>
            </a:extLst>
          </p:cNvPr>
          <p:cNvSpPr/>
          <p:nvPr/>
        </p:nvSpPr>
        <p:spPr>
          <a:xfrm>
            <a:off x="7692764" y="2295422"/>
            <a:ext cx="2425211" cy="289644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4DD62E-2675-AAB1-EA38-5799D66EDEE3}"/>
              </a:ext>
            </a:extLst>
          </p:cNvPr>
          <p:cNvSpPr txBox="1"/>
          <p:nvPr/>
        </p:nvSpPr>
        <p:spPr>
          <a:xfrm>
            <a:off x="2178800" y="2409892"/>
            <a:ext cx="2215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Rocky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3867EE-ADF1-6E9A-BE4C-8A7C133B7852}"/>
              </a:ext>
            </a:extLst>
          </p:cNvPr>
          <p:cNvSpPr txBox="1"/>
          <p:nvPr/>
        </p:nvSpPr>
        <p:spPr>
          <a:xfrm>
            <a:off x="4949335" y="2409893"/>
            <a:ext cx="2215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UBuntu</a:t>
            </a:r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F731FC-0E6F-CBFA-84EA-EB5973992D29}"/>
              </a:ext>
            </a:extLst>
          </p:cNvPr>
          <p:cNvSpPr txBox="1"/>
          <p:nvPr/>
        </p:nvSpPr>
        <p:spPr>
          <a:xfrm>
            <a:off x="7797538" y="2409892"/>
            <a:ext cx="2215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Windows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CBB329-B2E8-5F55-9582-C31DDD7EAF30}"/>
              </a:ext>
            </a:extLst>
          </p:cNvPr>
          <p:cNvSpPr txBox="1"/>
          <p:nvPr/>
        </p:nvSpPr>
        <p:spPr>
          <a:xfrm>
            <a:off x="2354873" y="2924911"/>
            <a:ext cx="16947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Rocky Linux 9.6</a:t>
            </a:r>
            <a:endParaRPr lang="ko-KR" altLang="en-US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758FA9-3DD7-5538-FD31-581E6ABC1990}"/>
              </a:ext>
            </a:extLst>
          </p:cNvPr>
          <p:cNvSpPr txBox="1"/>
          <p:nvPr/>
        </p:nvSpPr>
        <p:spPr>
          <a:xfrm>
            <a:off x="7960884" y="2925418"/>
            <a:ext cx="16947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Windows Server 2022</a:t>
            </a:r>
            <a:endParaRPr lang="ko-KR" altLang="en-US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7D6365-B392-1EA5-73AE-4F9D4ED4955A}"/>
              </a:ext>
            </a:extLst>
          </p:cNvPr>
          <p:cNvSpPr txBox="1"/>
          <p:nvPr/>
        </p:nvSpPr>
        <p:spPr>
          <a:xfrm>
            <a:off x="5041242" y="2909085"/>
            <a:ext cx="18196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Ubuntu 24.04.2</a:t>
            </a:r>
          </a:p>
          <a:p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로키 우분투 윈도우</a:t>
            </a:r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구축한 서비스와 패키지 정보</a:t>
            </a:r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작성</a:t>
            </a:r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49DD106-D05E-60DB-E0BF-D2B9804C2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796" y="912366"/>
            <a:ext cx="7559071" cy="600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5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예측 결과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EBF9CE-2B11-F81B-7613-0FD0725F3430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3307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4E2EB6-49A7-E902-6612-5A454A5BEE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5FEE3F7-061E-E689-3FBB-C8929F605C39}"/>
              </a:ext>
            </a:extLst>
          </p:cNvPr>
          <p:cNvGrpSpPr/>
          <p:nvPr/>
        </p:nvGrpSpPr>
        <p:grpSpPr>
          <a:xfrm>
            <a:off x="995363" y="2088010"/>
            <a:ext cx="4452937" cy="3096510"/>
            <a:chOff x="1157288" y="2116944"/>
            <a:chExt cx="4452937" cy="3096510"/>
          </a:xfrm>
        </p:grpSpPr>
        <p:sp>
          <p:nvSpPr>
            <p:cNvPr id="12" name="제목 5">
              <a:extLst>
                <a:ext uri="{FF2B5EF4-FFF2-40B4-BE49-F238E27FC236}">
                  <a16:creationId xmlns:a16="http://schemas.microsoft.com/office/drawing/2014/main" id="{BB4CE390-713D-E107-92A9-580A5C4A6AB5}"/>
                </a:ext>
              </a:extLst>
            </p:cNvPr>
            <p:cNvSpPr txBox="1">
              <a:spLocks/>
            </p:cNvSpPr>
            <p:nvPr/>
          </p:nvSpPr>
          <p:spPr>
            <a:xfrm>
              <a:off x="1157288" y="2116944"/>
              <a:ext cx="4452937" cy="60990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320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상세 타이틀을 입력하세요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3B814BA-1052-717E-6CDE-5B573A37C04B}"/>
                </a:ext>
              </a:extLst>
            </p:cNvPr>
            <p:cNvSpPr txBox="1"/>
            <p:nvPr/>
          </p:nvSpPr>
          <p:spPr>
            <a:xfrm>
              <a:off x="1157288" y="3958562"/>
              <a:ext cx="4233862" cy="1254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안녕하세요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 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매주 업데이트되는 고품질의 프레젠테이션 템플릿을 만나보세요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 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다양한 주제와 디자인 </a:t>
              </a:r>
              <a:r>
                <a:rPr lang="ko-KR" altLang="en-US" sz="1050" dirty="0" err="1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인포그래픽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슬라이드로 프레젠테이션을 완성할 수 있습니다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</a:t>
              </a:r>
            </a:p>
            <a:p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수많은 주제와 업무 분야를 고려하여 제작된 템플릿 컬렉션은 간편하게 커스터마이징이 가능하며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 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시간을 절약하고 전문적인 결과물을 얻을 수 있도록 </a:t>
              </a:r>
              <a:r>
                <a:rPr lang="ko-KR" altLang="en-US" sz="1050" dirty="0" err="1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돕습니다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</a:t>
              </a:r>
            </a:p>
          </p:txBody>
        </p:sp>
        <p:sp>
          <p:nvSpPr>
            <p:cNvPr id="23" name="제목 5">
              <a:extLst>
                <a:ext uri="{FF2B5EF4-FFF2-40B4-BE49-F238E27FC236}">
                  <a16:creationId xmlns:a16="http://schemas.microsoft.com/office/drawing/2014/main" id="{8E462911-BDE0-1AAD-12C6-2AE81A4E7D13}"/>
                </a:ext>
              </a:extLst>
            </p:cNvPr>
            <p:cNvSpPr txBox="1">
              <a:spLocks/>
            </p:cNvSpPr>
            <p:nvPr/>
          </p:nvSpPr>
          <p:spPr>
            <a:xfrm>
              <a:off x="1157288" y="3438525"/>
              <a:ext cx="4452937" cy="290840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800">
                  <a:solidFill>
                    <a:schemeClr val="accent1">
                      <a:lumMod val="50000"/>
                    </a:schemeClr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타이틀을 입력하세요</a:t>
              </a:r>
            </a:p>
          </p:txBody>
        </p:sp>
      </p:grpSp>
      <p:pic>
        <p:nvPicPr>
          <p:cNvPr id="31" name="그림 개체 틀 30" descr="빛, 레이저, 밤이(가) 표시된 사진&#10;&#10;자동 생성된 설명">
            <a:extLst>
              <a:ext uri="{FF2B5EF4-FFF2-40B4-BE49-F238E27FC236}">
                <a16:creationId xmlns:a16="http://schemas.microsoft.com/office/drawing/2014/main" id="{186FCA5E-0077-3219-8BDF-1B0BAC2911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/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F081B57-5C66-E933-15A2-32DEA047003D}"/>
              </a:ext>
            </a:extLst>
          </p:cNvPr>
          <p:cNvSpPr txBox="1"/>
          <p:nvPr/>
        </p:nvSpPr>
        <p:spPr>
          <a:xfrm>
            <a:off x="6809718" y="2042480"/>
            <a:ext cx="4362257" cy="438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다양한 주제와 디자인 인포그래픽 슬라이드로</a:t>
            </a:r>
            <a:b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</a:br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프레젠테이션을 완성할 수 있습니다</a:t>
            </a:r>
            <a: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1A0057-A7B7-482A-7505-85ADE93A9139}"/>
              </a:ext>
            </a:extLst>
          </p:cNvPr>
          <p:cNvSpPr/>
          <p:nvPr/>
        </p:nvSpPr>
        <p:spPr>
          <a:xfrm>
            <a:off x="6809719" y="1659883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상세 타이틀을 입력하세요</a:t>
            </a:r>
            <a:endParaRPr lang="ko-KR" altLang="en-US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2ECF2BE-7B42-3170-7468-F10CE00B64C5}"/>
              </a:ext>
            </a:extLst>
          </p:cNvPr>
          <p:cNvCxnSpPr>
            <a:cxnSpLocks/>
          </p:cNvCxnSpPr>
          <p:nvPr/>
        </p:nvCxnSpPr>
        <p:spPr>
          <a:xfrm>
            <a:off x="6924019" y="1555108"/>
            <a:ext cx="247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AB04F21-C5CE-7797-DB65-3D1A73E90CBE}"/>
              </a:ext>
            </a:extLst>
          </p:cNvPr>
          <p:cNvSpPr txBox="1"/>
          <p:nvPr/>
        </p:nvSpPr>
        <p:spPr>
          <a:xfrm>
            <a:off x="7959508" y="3463874"/>
            <a:ext cx="4362257" cy="438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다양한 주제와 디자인 인포그래픽 슬라이드로</a:t>
            </a:r>
            <a:b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</a:br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프레젠테이션을 완성할 수 있습니다</a:t>
            </a:r>
            <a: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A03FD7C-675C-95BF-F1C3-10F64D70A84A}"/>
              </a:ext>
            </a:extLst>
          </p:cNvPr>
          <p:cNvSpPr/>
          <p:nvPr/>
        </p:nvSpPr>
        <p:spPr>
          <a:xfrm>
            <a:off x="7959509" y="3081277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상세 타이틀을 입력하세요</a:t>
            </a:r>
            <a:endParaRPr lang="ko-KR" altLang="en-US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2E4835A-349A-EE1F-5AB5-A342DA1E06CB}"/>
              </a:ext>
            </a:extLst>
          </p:cNvPr>
          <p:cNvCxnSpPr>
            <a:cxnSpLocks/>
          </p:cNvCxnSpPr>
          <p:nvPr/>
        </p:nvCxnSpPr>
        <p:spPr>
          <a:xfrm>
            <a:off x="8073809" y="2976502"/>
            <a:ext cx="247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05478FF-BDD1-4B49-EC72-8B19C0B2DF09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.9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148BEEA-B10D-A50F-8100-AF7EE1056B69}"/>
              </a:ext>
            </a:extLst>
          </p:cNvPr>
          <p:cNvSpPr/>
          <p:nvPr/>
        </p:nvSpPr>
        <p:spPr>
          <a:xfrm>
            <a:off x="-1223962" y="93510"/>
            <a:ext cx="4930652" cy="603369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               예측 결과</a:t>
            </a:r>
            <a:endParaRPr lang="en-US" altLang="ko-KR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51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부록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EBF9CE-2B11-F81B-7613-0FD0725F3430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6892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4E2EB6-49A7-E902-6612-5A454A5BEE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5FEE3F7-061E-E689-3FBB-C8929F605C39}"/>
              </a:ext>
            </a:extLst>
          </p:cNvPr>
          <p:cNvGrpSpPr/>
          <p:nvPr/>
        </p:nvGrpSpPr>
        <p:grpSpPr>
          <a:xfrm>
            <a:off x="745515" y="2079218"/>
            <a:ext cx="4452937" cy="3096510"/>
            <a:chOff x="1157288" y="2116944"/>
            <a:chExt cx="4452937" cy="3096510"/>
          </a:xfrm>
        </p:grpSpPr>
        <p:sp>
          <p:nvSpPr>
            <p:cNvPr id="12" name="제목 5">
              <a:extLst>
                <a:ext uri="{FF2B5EF4-FFF2-40B4-BE49-F238E27FC236}">
                  <a16:creationId xmlns:a16="http://schemas.microsoft.com/office/drawing/2014/main" id="{BB4CE390-713D-E107-92A9-580A5C4A6AB5}"/>
                </a:ext>
              </a:extLst>
            </p:cNvPr>
            <p:cNvSpPr txBox="1">
              <a:spLocks/>
            </p:cNvSpPr>
            <p:nvPr/>
          </p:nvSpPr>
          <p:spPr>
            <a:xfrm>
              <a:off x="1157288" y="2116944"/>
              <a:ext cx="4452937" cy="60990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320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상세 타이틀을 입력하세요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3B814BA-1052-717E-6CDE-5B573A37C04B}"/>
                </a:ext>
              </a:extLst>
            </p:cNvPr>
            <p:cNvSpPr txBox="1"/>
            <p:nvPr/>
          </p:nvSpPr>
          <p:spPr>
            <a:xfrm>
              <a:off x="1157288" y="3958562"/>
              <a:ext cx="4233862" cy="1254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안녕하세요</a:t>
              </a:r>
              <a:r>
                <a:rPr lang="en-US" altLang="ko-KR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 </a:t>
              </a:r>
              <a:r>
                <a:rPr lang="ko-KR" altLang="en-US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매주 업데이트되는 고품질의 프레젠테이션 템플릿을 만나보세요</a:t>
              </a:r>
              <a:r>
                <a:rPr lang="en-US" altLang="ko-KR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 </a:t>
              </a:r>
              <a:r>
                <a:rPr lang="ko-KR" altLang="en-US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다양한 주제와 디자인 인포그래픽 슬라이드로 프레젠테이션을 완성할 수 있습니다</a:t>
              </a:r>
              <a:r>
                <a:rPr lang="en-US" altLang="ko-KR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</a:t>
              </a:r>
            </a:p>
            <a:p>
              <a:endParaRPr lang="en-US" altLang="ko-KR" sz="105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수많은 주제와 업무 분야를 고려하여 제작된 템플릿 컬렉션은 간편하게 커스터마이징이 가능하며</a:t>
              </a:r>
              <a:r>
                <a:rPr lang="en-US" altLang="ko-KR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 </a:t>
              </a:r>
              <a:r>
                <a:rPr lang="ko-KR" altLang="en-US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시간을 절약하고 전문적인 결과물을 얻을 수 있도록 돕습니다</a:t>
              </a:r>
              <a:r>
                <a:rPr lang="en-US" altLang="ko-KR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</a:t>
              </a:r>
            </a:p>
          </p:txBody>
        </p:sp>
        <p:sp>
          <p:nvSpPr>
            <p:cNvPr id="23" name="제목 5">
              <a:extLst>
                <a:ext uri="{FF2B5EF4-FFF2-40B4-BE49-F238E27FC236}">
                  <a16:creationId xmlns:a16="http://schemas.microsoft.com/office/drawing/2014/main" id="{8E462911-BDE0-1AAD-12C6-2AE81A4E7D13}"/>
                </a:ext>
              </a:extLst>
            </p:cNvPr>
            <p:cNvSpPr txBox="1">
              <a:spLocks/>
            </p:cNvSpPr>
            <p:nvPr/>
          </p:nvSpPr>
          <p:spPr>
            <a:xfrm>
              <a:off x="1157288" y="3438525"/>
              <a:ext cx="4452937" cy="290840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800">
                  <a:solidFill>
                    <a:schemeClr val="accent1">
                      <a:lumMod val="50000"/>
                    </a:schemeClr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타이틀을 입력하세요</a:t>
              </a:r>
            </a:p>
          </p:txBody>
        </p:sp>
      </p:grpSp>
      <p:pic>
        <p:nvPicPr>
          <p:cNvPr id="31" name="그림 개체 틀 30" descr="빛, 레이저, 밤이(가) 표시된 사진&#10;&#10;자동 생성된 설명">
            <a:extLst>
              <a:ext uri="{FF2B5EF4-FFF2-40B4-BE49-F238E27FC236}">
                <a16:creationId xmlns:a16="http://schemas.microsoft.com/office/drawing/2014/main" id="{186FCA5E-0077-3219-8BDF-1B0BAC2911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/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F081B57-5C66-E933-15A2-32DEA047003D}"/>
              </a:ext>
            </a:extLst>
          </p:cNvPr>
          <p:cNvSpPr txBox="1"/>
          <p:nvPr/>
        </p:nvSpPr>
        <p:spPr>
          <a:xfrm>
            <a:off x="6809718" y="2042480"/>
            <a:ext cx="4362257" cy="438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다양한 주제와 디자인 인포그래픽 슬라이드로</a:t>
            </a:r>
            <a:b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</a:br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프레젠테이션을 완성할 수 있습니다</a:t>
            </a:r>
            <a: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1A0057-A7B7-482A-7505-85ADE93A9139}"/>
              </a:ext>
            </a:extLst>
          </p:cNvPr>
          <p:cNvSpPr/>
          <p:nvPr/>
        </p:nvSpPr>
        <p:spPr>
          <a:xfrm>
            <a:off x="6809719" y="1659883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상세 타이틀을 입력하세요</a:t>
            </a:r>
            <a:endParaRPr lang="ko-KR" altLang="en-US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2ECF2BE-7B42-3170-7468-F10CE00B64C5}"/>
              </a:ext>
            </a:extLst>
          </p:cNvPr>
          <p:cNvCxnSpPr>
            <a:cxnSpLocks/>
          </p:cNvCxnSpPr>
          <p:nvPr/>
        </p:nvCxnSpPr>
        <p:spPr>
          <a:xfrm>
            <a:off x="6924019" y="1555108"/>
            <a:ext cx="247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AB04F21-C5CE-7797-DB65-3D1A73E90CBE}"/>
              </a:ext>
            </a:extLst>
          </p:cNvPr>
          <p:cNvSpPr txBox="1"/>
          <p:nvPr/>
        </p:nvSpPr>
        <p:spPr>
          <a:xfrm>
            <a:off x="7959508" y="3463874"/>
            <a:ext cx="4362257" cy="438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다양한 주제와 디자인 인포그래픽 슬라이드로</a:t>
            </a:r>
            <a:b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</a:br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프레젠테이션을 완성할 수 있습니다</a:t>
            </a:r>
            <a: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A03FD7C-675C-95BF-F1C3-10F64D70A84A}"/>
              </a:ext>
            </a:extLst>
          </p:cNvPr>
          <p:cNvSpPr/>
          <p:nvPr/>
        </p:nvSpPr>
        <p:spPr>
          <a:xfrm>
            <a:off x="7959509" y="3081277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상세 타이틀을 입력하세요</a:t>
            </a:r>
            <a:endParaRPr lang="ko-KR" altLang="en-US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2E4835A-349A-EE1F-5AB5-A342DA1E06CB}"/>
              </a:ext>
            </a:extLst>
          </p:cNvPr>
          <p:cNvCxnSpPr>
            <a:cxnSpLocks/>
          </p:cNvCxnSpPr>
          <p:nvPr/>
        </p:nvCxnSpPr>
        <p:spPr>
          <a:xfrm>
            <a:off x="8073809" y="2976502"/>
            <a:ext cx="247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05478FF-BDD1-4B49-EC72-8B19C0B2DF09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.10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42184A8-914C-310B-CB97-F82FE62F843E}"/>
              </a:ext>
            </a:extLst>
          </p:cNvPr>
          <p:cNvSpPr/>
          <p:nvPr/>
        </p:nvSpPr>
        <p:spPr>
          <a:xfrm>
            <a:off x="-1223962" y="93510"/>
            <a:ext cx="4930652" cy="603369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               부록</a:t>
            </a:r>
            <a:endParaRPr lang="en-US" altLang="ko-KR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659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 descr="빛, 레이저이(가) 표시된 사진&#10;&#10;자동 생성된 설명">
            <a:extLst>
              <a:ext uri="{FF2B5EF4-FFF2-40B4-BE49-F238E27FC236}">
                <a16:creationId xmlns:a16="http://schemas.microsoft.com/office/drawing/2014/main" id="{9EA60598-6594-5E74-F6A4-114E36C7FC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" b="16"/>
          <a:stretch>
            <a:fillRect/>
          </a:stretch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CB1B6-71BF-845A-2336-66979399E5BA}"/>
              </a:ext>
            </a:extLst>
          </p:cNvPr>
          <p:cNvSpPr txBox="1"/>
          <p:nvPr/>
        </p:nvSpPr>
        <p:spPr>
          <a:xfrm>
            <a:off x="3114675" y="1093136"/>
            <a:ext cx="5962650" cy="8402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ko-KR" altLang="en-US" sz="660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질문 받습니다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7F7AF4D2-1842-312B-04A4-A95CA5974FD7}"/>
              </a:ext>
            </a:extLst>
          </p:cNvPr>
          <p:cNvSpPr txBox="1">
            <a:spLocks/>
          </p:cNvSpPr>
          <p:nvPr/>
        </p:nvSpPr>
        <p:spPr>
          <a:xfrm>
            <a:off x="4261203" y="2045894"/>
            <a:ext cx="3669595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pPr algn="ctr"/>
            <a:endParaRPr lang="ko-KR" altLang="en-US" sz="24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9B7AA7-9049-EFAD-0691-3C8DEA4158A1}"/>
              </a:ext>
            </a:extLst>
          </p:cNvPr>
          <p:cNvSpPr/>
          <p:nvPr/>
        </p:nvSpPr>
        <p:spPr>
          <a:xfrm rot="5400000">
            <a:off x="6015038" y="-1131092"/>
            <a:ext cx="161925" cy="2424110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309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 descr="빛, 레이저이(가) 표시된 사진&#10;&#10;자동 생성된 설명">
            <a:extLst>
              <a:ext uri="{FF2B5EF4-FFF2-40B4-BE49-F238E27FC236}">
                <a16:creationId xmlns:a16="http://schemas.microsoft.com/office/drawing/2014/main" id="{9EA60598-6594-5E74-F6A4-114E36C7FC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" b="16"/>
          <a:stretch>
            <a:fillRect/>
          </a:stretch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CB1B6-71BF-845A-2336-66979399E5BA}"/>
              </a:ext>
            </a:extLst>
          </p:cNvPr>
          <p:cNvSpPr txBox="1"/>
          <p:nvPr/>
        </p:nvSpPr>
        <p:spPr>
          <a:xfrm>
            <a:off x="3114675" y="1093136"/>
            <a:ext cx="5962650" cy="8402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ko-KR" altLang="en-US" sz="660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감사합니다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7F7AF4D2-1842-312B-04A4-A95CA5974FD7}"/>
              </a:ext>
            </a:extLst>
          </p:cNvPr>
          <p:cNvSpPr txBox="1">
            <a:spLocks/>
          </p:cNvSpPr>
          <p:nvPr/>
        </p:nvSpPr>
        <p:spPr>
          <a:xfrm>
            <a:off x="4261203" y="2045894"/>
            <a:ext cx="3669595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pPr algn="ctr"/>
            <a:endParaRPr lang="ko-KR" altLang="en-US" sz="24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9B7AA7-9049-EFAD-0691-3C8DEA4158A1}"/>
              </a:ext>
            </a:extLst>
          </p:cNvPr>
          <p:cNvSpPr/>
          <p:nvPr/>
        </p:nvSpPr>
        <p:spPr>
          <a:xfrm rot="5400000">
            <a:off x="6015038" y="-1131092"/>
            <a:ext cx="161925" cy="2424110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463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테마">
  <a:themeElements>
    <a:clrScheme name="사용자 지정 809">
      <a:dk1>
        <a:sysClr val="windowText" lastClr="000000"/>
      </a:dk1>
      <a:lt1>
        <a:sysClr val="window" lastClr="FFFFFF"/>
      </a:lt1>
      <a:dk2>
        <a:srgbClr val="001621"/>
      </a:dk2>
      <a:lt2>
        <a:srgbClr val="CDFFF8"/>
      </a:lt2>
      <a:accent1>
        <a:srgbClr val="00FFDD"/>
      </a:accent1>
      <a:accent2>
        <a:srgbClr val="04DEFC"/>
      </a:accent2>
      <a:accent3>
        <a:srgbClr val="9AED13"/>
      </a:accent3>
      <a:accent4>
        <a:srgbClr val="EAEE3E"/>
      </a:accent4>
      <a:accent5>
        <a:srgbClr val="F7CA8D"/>
      </a:accent5>
      <a:accent6>
        <a:srgbClr val="0F55F1"/>
      </a:accent6>
      <a:hlink>
        <a:srgbClr val="467886"/>
      </a:hlink>
      <a:folHlink>
        <a:srgbClr val="96607D"/>
      </a:folHlink>
    </a:clrScheme>
    <a:fontScheme name="사용자 지정 562">
      <a:majorFont>
        <a:latin typeface="맑은 고딕"/>
        <a:ea typeface="Pretendard SemiBold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315</TotalTime>
  <Words>456</Words>
  <Application>Microsoft Office PowerPoint</Application>
  <PresentationFormat>와이드스크린</PresentationFormat>
  <Paragraphs>134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HG꼬딕씨 60g</vt:lpstr>
      <vt:lpstr>Arial</vt:lpstr>
      <vt:lpstr>맑은 고딕</vt:lpstr>
      <vt:lpstr>Office 테마</vt:lpstr>
      <vt:lpstr>독보팀의 독보적인 기획안</vt:lpstr>
      <vt:lpstr>PowerPoint 프레젠테이션</vt:lpstr>
      <vt:lpstr>PowerPoint 프레젠테이션</vt:lpstr>
      <vt:lpstr>PowerPoint 프레젠테이션</vt:lpstr>
      <vt:lpstr>네트워크</vt:lpstr>
      <vt:lpstr>네트워크 물리 구성도</vt:lpstr>
      <vt:lpstr>네트워크 논리 구성도</vt:lpstr>
      <vt:lpstr>네트워크 기술 리스트</vt:lpstr>
      <vt:lpstr>        서버</vt:lpstr>
      <vt:lpstr>서버 구성도</vt:lpstr>
      <vt:lpstr>서버 기술 리스트</vt:lpstr>
      <vt:lpstr>    파이썬</vt:lpstr>
      <vt:lpstr>파이썬 기술 설명</vt:lpstr>
      <vt:lpstr>사용 환경</vt:lpstr>
      <vt:lpstr>PowerPoint 프레젠테이션</vt:lpstr>
      <vt:lpstr>예측 결과</vt:lpstr>
      <vt:lpstr>PowerPoint 프레젠테이션</vt:lpstr>
      <vt:lpstr>        부록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명재 이</cp:lastModifiedBy>
  <cp:revision>15</cp:revision>
  <dcterms:created xsi:type="dcterms:W3CDTF">2024-08-08T03:38:21Z</dcterms:created>
  <dcterms:modified xsi:type="dcterms:W3CDTF">2025-10-29T00:44:39Z</dcterms:modified>
</cp:coreProperties>
</file>