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8" r:id="rId2"/>
    <p:sldId id="310" r:id="rId3"/>
    <p:sldId id="259" r:id="rId4"/>
    <p:sldId id="260" r:id="rId5"/>
    <p:sldId id="297" r:id="rId6"/>
    <p:sldId id="298" r:id="rId7"/>
    <p:sldId id="299" r:id="rId8"/>
    <p:sldId id="301" r:id="rId9"/>
    <p:sldId id="302" r:id="rId10"/>
    <p:sldId id="304" r:id="rId11"/>
    <p:sldId id="265" r:id="rId12"/>
    <p:sldId id="294" r:id="rId13"/>
    <p:sldId id="303" r:id="rId14"/>
    <p:sldId id="268" r:id="rId15"/>
    <p:sldId id="280" r:id="rId16"/>
    <p:sldId id="275" r:id="rId17"/>
    <p:sldId id="281" r:id="rId18"/>
    <p:sldId id="306" r:id="rId19"/>
    <p:sldId id="307" r:id="rId20"/>
    <p:sldId id="311" r:id="rId21"/>
    <p:sldId id="305" r:id="rId22"/>
    <p:sldId id="308" r:id="rId23"/>
    <p:sldId id="309" r:id="rId24"/>
    <p:sldId id="271" r:id="rId25"/>
    <p:sldId id="289" r:id="rId26"/>
    <p:sldId id="314" r:id="rId27"/>
    <p:sldId id="291" r:id="rId28"/>
    <p:sldId id="313" r:id="rId29"/>
    <p:sldId id="292" r:id="rId30"/>
    <p:sldId id="312" r:id="rId31"/>
    <p:sldId id="264" r:id="rId32"/>
  </p:sldIdLst>
  <p:sldSz cx="12192000" cy="6858000"/>
  <p:notesSz cx="6858000" cy="9144000"/>
  <p:embeddedFontLst>
    <p:embeddedFont>
      <p:font typeface="HG꼬딕씨 60g" panose="02020603020101020101" pitchFamily="18" charset="-127"/>
      <p:regular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DD"/>
    <a:srgbClr val="00BFA6"/>
    <a:srgbClr val="75D1FF"/>
    <a:srgbClr val="BDE9FF"/>
    <a:srgbClr val="FFFFFF"/>
    <a:srgbClr val="ACDEDA"/>
    <a:srgbClr val="005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56" autoAdjust="0"/>
    <p:restoredTop sz="96279" autoAdjust="0"/>
  </p:normalViewPr>
  <p:slideViewPr>
    <p:cSldViewPr snapToGrid="0">
      <p:cViewPr varScale="1">
        <p:scale>
          <a:sx n="111" d="100"/>
          <a:sy n="111" d="100"/>
        </p:scale>
        <p:origin x="2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30103-7A0D-44A1-9D40-E5A0F1045153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153E-8BE3-45E4-AEDB-B7CB7D75E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0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2774-F90F-1023-26F2-CD0B3FA4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14A4DE-BFC1-E065-04E8-9A6A4B7EB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49660-EE78-418E-B5EE-EE30A017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BF99A-5470-9025-267E-EF4D3E38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582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013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7CF1-5A4A-91DA-D9B0-EA0FC121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B61748-1896-9A1C-465C-BFB508B0D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BE7BE0-7CC2-35F9-1D6E-14118CFC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F3039D-6D79-A786-F7DF-7293F8ED4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810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9CE7-6489-620C-4001-5551FE7B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EAB7D5-FA35-2F92-1A0F-ED146AF4B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189F6-DFE5-A2D5-2943-1E87B32D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사진 </a:t>
            </a:r>
            <a:r>
              <a:rPr lang="ko-KR" altLang="en-US" dirty="0" err="1"/>
              <a:t>수정해야함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05562-258E-16C7-34D2-B6E7AB2A3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5153E-8BE3-45E4-AEDB-B7CB7D75E55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9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C52E95B6-871F-7B75-2ECB-5508A94AFB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7E6D19-FEC4-C150-6C80-BF5B03DE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75" y="809626"/>
            <a:ext cx="9823450" cy="1172256"/>
          </a:xfrm>
          <a:noFill/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ko-KR" altLang="en-US" sz="54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580DD3-F150-D9B5-B6DC-31CA2AC9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164E-5849-4ABC-BE61-15B5892682E8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3283C-2A72-B0F4-E7E3-A6479C17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091452-08FF-EDCB-6C60-69AFB6DF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9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F0FE5306-AD1F-0D40-8E64-E6684E8C9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7927" y="925821"/>
            <a:ext cx="5114924" cy="5006358"/>
          </a:xfrm>
          <a:prstGeom prst="roundRect">
            <a:avLst>
              <a:gd name="adj" fmla="val 5632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6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직사각형 828">
            <a:extLst>
              <a:ext uri="{FF2B5EF4-FFF2-40B4-BE49-F238E27FC236}">
                <a16:creationId xmlns:a16="http://schemas.microsoft.com/office/drawing/2014/main" id="{FF8D8E15-FEAE-77AC-4A8F-1456EE0903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5538615-FC6A-6734-D29C-E5D5BD533BC7}"/>
              </a:ext>
            </a:extLst>
          </p:cNvPr>
          <p:cNvSpPr/>
          <p:nvPr userDrawn="1"/>
        </p:nvSpPr>
        <p:spPr>
          <a:xfrm>
            <a:off x="209550" y="184999"/>
            <a:ext cx="11601450" cy="983841"/>
          </a:xfrm>
          <a:prstGeom prst="round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0701776-22FD-54EF-A5FA-4ACCCD6C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lang="ko-KR" altLang="en-US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ctr">
              <a:lnSpc>
                <a:spcPct val="100000"/>
              </a:lnSpc>
            </a:pPr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8">
            <a:extLst>
              <a:ext uri="{FF2B5EF4-FFF2-40B4-BE49-F238E27FC236}">
                <a16:creationId xmlns:a16="http://schemas.microsoft.com/office/drawing/2014/main" id="{5E9B604B-F87B-E0ED-FD04-77771E4D4A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023" y="1447800"/>
            <a:ext cx="11177954" cy="5215550"/>
          </a:xfrm>
          <a:noFill/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buNone/>
              <a:defRPr lang="en-US" sz="1050" kern="1200" dirty="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828" name="그룹 827">
            <a:extLst>
              <a:ext uri="{FF2B5EF4-FFF2-40B4-BE49-F238E27FC236}">
                <a16:creationId xmlns:a16="http://schemas.microsoft.com/office/drawing/2014/main" id="{83E31766-2D7D-8E19-DDC3-1EC0E9D01F9F}"/>
              </a:ext>
            </a:extLst>
          </p:cNvPr>
          <p:cNvGrpSpPr/>
          <p:nvPr userDrawn="1"/>
        </p:nvGrpSpPr>
        <p:grpSpPr>
          <a:xfrm>
            <a:off x="10500390" y="186760"/>
            <a:ext cx="1308489" cy="971953"/>
            <a:chOff x="10172731" y="43496"/>
            <a:chExt cx="1497331" cy="1112226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DF8FD337-E5DD-C0A0-F287-B1BA0C47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9245" y="191663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73B44FBF-A334-EA18-C9E4-7AFC0E9A7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45" y="756108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29E8A354-429C-86C7-62CD-070AE69CC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29245" y="812552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74" name="그림 173">
              <a:extLst>
                <a:ext uri="{FF2B5EF4-FFF2-40B4-BE49-F238E27FC236}">
                  <a16:creationId xmlns:a16="http://schemas.microsoft.com/office/drawing/2014/main" id="{A5889C0F-7E94-F422-E9E2-02707FB19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7968" y="114052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56F044A-F173-09A6-DB62-CD5FFACD2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19746" y="191663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4CB9A1E8-940F-C262-2606-2628321A2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19746" y="544441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C6B8089E-5418-FE7A-2104-111B8E999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39690" y="114052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30709220-9500-C5C1-9A69-A9D29408F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39690" y="43496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45E4A611-74C2-EA8D-8E25-A19AD4A95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339415" y="600885"/>
              <a:ext cx="330646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128011CA-6970-7E20-D694-2D30B4DF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64247" y="544441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200" name="그림 199">
              <a:extLst>
                <a:ext uri="{FF2B5EF4-FFF2-40B4-BE49-F238E27FC236}">
                  <a16:creationId xmlns:a16="http://schemas.microsoft.com/office/drawing/2014/main" id="{5B1F4BCB-D240-0AA1-EBD5-4EBF724F0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64247" y="551495"/>
              <a:ext cx="605815" cy="8313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201" name="그림 200">
              <a:extLst>
                <a:ext uri="{FF2B5EF4-FFF2-40B4-BE49-F238E27FC236}">
                  <a16:creationId xmlns:a16="http://schemas.microsoft.com/office/drawing/2014/main" id="{00DC47CE-797F-5807-E09E-E7B2A855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064247" y="50552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D00204EA-3BD5-F784-385B-F369C9C2FFF7}"/>
                </a:ext>
              </a:extLst>
            </p:cNvPr>
            <p:cNvSpPr/>
            <p:nvPr/>
          </p:nvSpPr>
          <p:spPr>
            <a:xfrm>
              <a:off x="10405293" y="1010757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자유형: 도형 347">
              <a:extLst>
                <a:ext uri="{FF2B5EF4-FFF2-40B4-BE49-F238E27FC236}">
                  <a16:creationId xmlns:a16="http://schemas.microsoft.com/office/drawing/2014/main" id="{D81A5287-85CF-4C54-D51F-8916041AF0CC}"/>
                </a:ext>
              </a:extLst>
            </p:cNvPr>
            <p:cNvSpPr/>
            <p:nvPr/>
          </p:nvSpPr>
          <p:spPr>
            <a:xfrm>
              <a:off x="10621930" y="733725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3" name="자유형: 도형 352">
              <a:extLst>
                <a:ext uri="{FF2B5EF4-FFF2-40B4-BE49-F238E27FC236}">
                  <a16:creationId xmlns:a16="http://schemas.microsoft.com/office/drawing/2014/main" id="{F8976CD4-A408-5419-D382-A5832C6282C8}"/>
                </a:ext>
              </a:extLst>
            </p:cNvPr>
            <p:cNvSpPr/>
            <p:nvPr/>
          </p:nvSpPr>
          <p:spPr>
            <a:xfrm>
              <a:off x="10601735" y="791977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B0694218-BF99-DDF6-F740-AE75703AA36C}"/>
                </a:ext>
              </a:extLst>
            </p:cNvPr>
            <p:cNvSpPr/>
            <p:nvPr/>
          </p:nvSpPr>
          <p:spPr>
            <a:xfrm>
              <a:off x="10717793" y="165366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자유형: 도형 354">
              <a:extLst>
                <a:ext uri="{FF2B5EF4-FFF2-40B4-BE49-F238E27FC236}">
                  <a16:creationId xmlns:a16="http://schemas.microsoft.com/office/drawing/2014/main" id="{AB78E607-0793-A4E4-5106-FCC0759E5D4B}"/>
                </a:ext>
              </a:extLst>
            </p:cNvPr>
            <p:cNvSpPr/>
            <p:nvPr/>
          </p:nvSpPr>
          <p:spPr>
            <a:xfrm>
              <a:off x="10920313" y="91798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9EDBA539-A0AF-42F1-EC32-8850C2D1D477}"/>
                </a:ext>
              </a:extLst>
            </p:cNvPr>
            <p:cNvSpPr/>
            <p:nvPr/>
          </p:nvSpPr>
          <p:spPr>
            <a:xfrm>
              <a:off x="11460402" y="827159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1" name="자유형: 도형 360">
              <a:extLst>
                <a:ext uri="{FF2B5EF4-FFF2-40B4-BE49-F238E27FC236}">
                  <a16:creationId xmlns:a16="http://schemas.microsoft.com/office/drawing/2014/main" id="{32D8AD0D-300C-1DF5-1622-022E2EB5D2FF}"/>
                </a:ext>
              </a:extLst>
            </p:cNvPr>
            <p:cNvSpPr/>
            <p:nvPr/>
          </p:nvSpPr>
          <p:spPr>
            <a:xfrm>
              <a:off x="11318504" y="875960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2" name="자유형: 도형 361">
              <a:extLst>
                <a:ext uri="{FF2B5EF4-FFF2-40B4-BE49-F238E27FC236}">
                  <a16:creationId xmlns:a16="http://schemas.microsoft.com/office/drawing/2014/main" id="{23DCB369-0C36-B5D2-84BF-02C7EF634E6C}"/>
                </a:ext>
              </a:extLst>
            </p:cNvPr>
            <p:cNvSpPr/>
            <p:nvPr/>
          </p:nvSpPr>
          <p:spPr>
            <a:xfrm>
              <a:off x="11045461" y="526032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자유형: 도형 369">
              <a:extLst>
                <a:ext uri="{FF2B5EF4-FFF2-40B4-BE49-F238E27FC236}">
                  <a16:creationId xmlns:a16="http://schemas.microsoft.com/office/drawing/2014/main" id="{487D542B-86FB-9DDB-8F72-0FB367C5726B}"/>
                </a:ext>
              </a:extLst>
            </p:cNvPr>
            <p:cNvSpPr/>
            <p:nvPr/>
          </p:nvSpPr>
          <p:spPr>
            <a:xfrm>
              <a:off x="11562119" y="572607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521" name="그림 520">
              <a:extLst>
                <a:ext uri="{FF2B5EF4-FFF2-40B4-BE49-F238E27FC236}">
                  <a16:creationId xmlns:a16="http://schemas.microsoft.com/office/drawing/2014/main" id="{D3DE2C3C-1F93-B73A-25BB-0DA9070E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64247" y="904274"/>
              <a:ext cx="529890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548" name="그림 547">
              <a:extLst>
                <a:ext uri="{FF2B5EF4-FFF2-40B4-BE49-F238E27FC236}">
                  <a16:creationId xmlns:a16="http://schemas.microsoft.com/office/drawing/2014/main" id="{4D622BD5-7E11-260D-2641-5CCE0D40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84468" y="657330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549" name="그림 548">
              <a:extLst>
                <a:ext uri="{FF2B5EF4-FFF2-40B4-BE49-F238E27FC236}">
                  <a16:creationId xmlns:a16="http://schemas.microsoft.com/office/drawing/2014/main" id="{7DC8C25D-601F-9D4F-79CF-07741950A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577412" y="579719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550" name="그림 549">
              <a:extLst>
                <a:ext uri="{FF2B5EF4-FFF2-40B4-BE49-F238E27FC236}">
                  <a16:creationId xmlns:a16="http://schemas.microsoft.com/office/drawing/2014/main" id="{BBB267AA-B2BA-BB4D-BE6F-FEBFE7A2F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000747" y="105098"/>
              <a:ext cx="634032" cy="488733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551" name="그림 550">
              <a:extLst>
                <a:ext uri="{FF2B5EF4-FFF2-40B4-BE49-F238E27FC236}">
                  <a16:creationId xmlns:a16="http://schemas.microsoft.com/office/drawing/2014/main" id="{B6DDD931-54FA-36D5-017E-4FF754D9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93691" y="579719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568" name="그림 567">
              <a:extLst>
                <a:ext uri="{FF2B5EF4-FFF2-40B4-BE49-F238E27FC236}">
                  <a16:creationId xmlns:a16="http://schemas.microsoft.com/office/drawing/2014/main" id="{C1473BBA-24D7-C284-0D32-5568E06DC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3466" y="593830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569" name="그림 568">
              <a:extLst>
                <a:ext uri="{FF2B5EF4-FFF2-40B4-BE49-F238E27FC236}">
                  <a16:creationId xmlns:a16="http://schemas.microsoft.com/office/drawing/2014/main" id="{043AE009-1F33-C6D8-CA57-E7C8D2CB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3466" y="791385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570" name="그림 569">
              <a:extLst>
                <a:ext uri="{FF2B5EF4-FFF2-40B4-BE49-F238E27FC236}">
                  <a16:creationId xmlns:a16="http://schemas.microsoft.com/office/drawing/2014/main" id="{F1E50514-D3ED-BF52-5533-7B7546E74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203466" y="671441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571" name="그림 570">
              <a:extLst>
                <a:ext uri="{FF2B5EF4-FFF2-40B4-BE49-F238E27FC236}">
                  <a16:creationId xmlns:a16="http://schemas.microsoft.com/office/drawing/2014/main" id="{59288E7F-8918-5E53-724E-74BDE576D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04413" y="593830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572" name="그림 571">
              <a:extLst>
                <a:ext uri="{FF2B5EF4-FFF2-40B4-BE49-F238E27FC236}">
                  <a16:creationId xmlns:a16="http://schemas.microsoft.com/office/drawing/2014/main" id="{F9A3FD06-8A1C-3F36-A8E6-09F33FCA2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04413" y="657330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573" name="그림 572">
              <a:extLst>
                <a:ext uri="{FF2B5EF4-FFF2-40B4-BE49-F238E27FC236}">
                  <a16:creationId xmlns:a16="http://schemas.microsoft.com/office/drawing/2014/main" id="{4A527801-7099-A398-B110-8CF5B07B9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93692" y="502108"/>
              <a:ext cx="655458" cy="202007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574" name="그림 573">
              <a:extLst>
                <a:ext uri="{FF2B5EF4-FFF2-40B4-BE49-F238E27FC236}">
                  <a16:creationId xmlns:a16="http://schemas.microsoft.com/office/drawing/2014/main" id="{A3DDF34D-6CE4-3DE7-FF49-A3F1E6F76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93692" y="132153"/>
              <a:ext cx="615423" cy="539287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594" name="그림 593">
              <a:extLst>
                <a:ext uri="{FF2B5EF4-FFF2-40B4-BE49-F238E27FC236}">
                  <a16:creationId xmlns:a16="http://schemas.microsoft.com/office/drawing/2014/main" id="{E8229A3C-12CB-B9B2-C43B-7F1268FF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556245" y="784330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596" name="그림 595">
              <a:extLst>
                <a:ext uri="{FF2B5EF4-FFF2-40B4-BE49-F238E27FC236}">
                  <a16:creationId xmlns:a16="http://schemas.microsoft.com/office/drawing/2014/main" id="{0243109D-CF46-0955-D916-B730DCB6F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704413" y="734941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597" name="그림 596">
              <a:extLst>
                <a:ext uri="{FF2B5EF4-FFF2-40B4-BE49-F238E27FC236}">
                  <a16:creationId xmlns:a16="http://schemas.microsoft.com/office/drawing/2014/main" id="{C135145D-E9FC-69D3-114D-C912B75E1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704413" y="593830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616" name="그림 615">
              <a:extLst>
                <a:ext uri="{FF2B5EF4-FFF2-40B4-BE49-F238E27FC236}">
                  <a16:creationId xmlns:a16="http://schemas.microsoft.com/office/drawing/2014/main" id="{2605B56D-56A1-148D-1261-F253F1B6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53526" y="734941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sp>
          <p:nvSpPr>
            <p:cNvPr id="740" name="자유형: 도형 739">
              <a:extLst>
                <a:ext uri="{FF2B5EF4-FFF2-40B4-BE49-F238E27FC236}">
                  <a16:creationId xmlns:a16="http://schemas.microsoft.com/office/drawing/2014/main" id="{AB667122-4268-EE1A-5EA2-CB5FBB2F3ABF}"/>
                </a:ext>
              </a:extLst>
            </p:cNvPr>
            <p:cNvSpPr/>
            <p:nvPr/>
          </p:nvSpPr>
          <p:spPr>
            <a:xfrm>
              <a:off x="11028923" y="867470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56C3BEDF-2B95-A799-07FC-9DEF5AE192E8}"/>
                </a:ext>
              </a:extLst>
            </p:cNvPr>
            <p:cNvSpPr/>
            <p:nvPr/>
          </p:nvSpPr>
          <p:spPr>
            <a:xfrm>
              <a:off x="10550505" y="971545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자유형: 도형 757">
              <a:extLst>
                <a:ext uri="{FF2B5EF4-FFF2-40B4-BE49-F238E27FC236}">
                  <a16:creationId xmlns:a16="http://schemas.microsoft.com/office/drawing/2014/main" id="{5CD889E1-7937-D848-2958-A35DAEA69047}"/>
                </a:ext>
              </a:extLst>
            </p:cNvPr>
            <p:cNvSpPr/>
            <p:nvPr/>
          </p:nvSpPr>
          <p:spPr>
            <a:xfrm>
              <a:off x="10967529" y="546425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자유형: 도형 770">
              <a:extLst>
                <a:ext uri="{FF2B5EF4-FFF2-40B4-BE49-F238E27FC236}">
                  <a16:creationId xmlns:a16="http://schemas.microsoft.com/office/drawing/2014/main" id="{522BC4AE-AF60-AF69-EF5D-7B1FCFBEAD0E}"/>
                </a:ext>
              </a:extLst>
            </p:cNvPr>
            <p:cNvSpPr/>
            <p:nvPr/>
          </p:nvSpPr>
          <p:spPr>
            <a:xfrm>
              <a:off x="10172731" y="943737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7751478D-8378-0B5C-5FF2-C79C79564AE1}"/>
                </a:ext>
              </a:extLst>
            </p:cNvPr>
            <p:cNvSpPr/>
            <p:nvPr/>
          </p:nvSpPr>
          <p:spPr>
            <a:xfrm>
              <a:off x="10673098" y="642787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자유형: 도형 772">
              <a:extLst>
                <a:ext uri="{FF2B5EF4-FFF2-40B4-BE49-F238E27FC236}">
                  <a16:creationId xmlns:a16="http://schemas.microsoft.com/office/drawing/2014/main" id="{0714791C-165E-772C-48BE-F68568E1CBB4}"/>
                </a:ext>
              </a:extLst>
            </p:cNvPr>
            <p:cNvSpPr/>
            <p:nvPr/>
          </p:nvSpPr>
          <p:spPr>
            <a:xfrm>
              <a:off x="10964613" y="622855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자유형: 도형 786">
              <a:extLst>
                <a:ext uri="{FF2B5EF4-FFF2-40B4-BE49-F238E27FC236}">
                  <a16:creationId xmlns:a16="http://schemas.microsoft.com/office/drawing/2014/main" id="{F01F6A4F-5216-AC34-F66E-2CA2CE99E7FE}"/>
                </a:ext>
              </a:extLst>
            </p:cNvPr>
            <p:cNvSpPr/>
            <p:nvPr/>
          </p:nvSpPr>
          <p:spPr>
            <a:xfrm>
              <a:off x="10529123" y="1084885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8" name="자유형: 도형 787">
              <a:extLst>
                <a:ext uri="{FF2B5EF4-FFF2-40B4-BE49-F238E27FC236}">
                  <a16:creationId xmlns:a16="http://schemas.microsoft.com/office/drawing/2014/main" id="{42AC4499-FFAA-865D-76BF-89C9C56B2DEB}"/>
                </a:ext>
              </a:extLst>
            </p:cNvPr>
            <p:cNvSpPr/>
            <p:nvPr/>
          </p:nvSpPr>
          <p:spPr>
            <a:xfrm>
              <a:off x="10679055" y="758889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9" name="자유형: 도형 788">
              <a:extLst>
                <a:ext uri="{FF2B5EF4-FFF2-40B4-BE49-F238E27FC236}">
                  <a16:creationId xmlns:a16="http://schemas.microsoft.com/office/drawing/2014/main" id="{F0B990C3-30E7-8987-F15E-F94036C5D5B0}"/>
                </a:ext>
              </a:extLst>
            </p:cNvPr>
            <p:cNvSpPr/>
            <p:nvPr/>
          </p:nvSpPr>
          <p:spPr>
            <a:xfrm>
              <a:off x="11183538" y="566228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3" name="자유형: 도형 802">
              <a:extLst>
                <a:ext uri="{FF2B5EF4-FFF2-40B4-BE49-F238E27FC236}">
                  <a16:creationId xmlns:a16="http://schemas.microsoft.com/office/drawing/2014/main" id="{5E5E9B8E-0D1E-BBDE-B8D1-C89312E82445}"/>
                </a:ext>
              </a:extLst>
            </p:cNvPr>
            <p:cNvSpPr/>
            <p:nvPr/>
          </p:nvSpPr>
          <p:spPr>
            <a:xfrm>
              <a:off x="11325086" y="1075442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4" name="자유형: 도형 803">
              <a:extLst>
                <a:ext uri="{FF2B5EF4-FFF2-40B4-BE49-F238E27FC236}">
                  <a16:creationId xmlns:a16="http://schemas.microsoft.com/office/drawing/2014/main" id="{1291A1D1-B9E9-56AB-1427-D54AC2ACFAD4}"/>
                </a:ext>
              </a:extLst>
            </p:cNvPr>
            <p:cNvSpPr/>
            <p:nvPr/>
          </p:nvSpPr>
          <p:spPr>
            <a:xfrm>
              <a:off x="11539374" y="705419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93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6">
            <a:extLst>
              <a:ext uri="{FF2B5EF4-FFF2-40B4-BE49-F238E27FC236}">
                <a16:creationId xmlns:a16="http://schemas.microsoft.com/office/drawing/2014/main" id="{AFB0D3FB-F8DE-226C-31B2-B09B9C1A49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7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5E400E-5ACA-7C6C-B677-F4647DEE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57AC2-BCB6-A064-29A8-8CC58A30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B83FF-A965-DC93-CAC6-BDF0B6EA7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8164E-5849-4ABC-BE61-15B5892682E8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52E09-766D-F857-7E30-7FBDD56C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10FA4D-81FB-E9D6-79E6-E5B6D0662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5B2D-8AB5-4CA1-9C78-42B72E28B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5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2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3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7.png"/><Relationship Id="rId2" Type="http://schemas.openxmlformats.org/officeDocument/2006/relationships/image" Target="../media/image49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4.png"/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99" Type="http://schemas.openxmlformats.org/officeDocument/2006/relationships/image" Target="../media/image314.png"/><Relationship Id="rId21" Type="http://schemas.openxmlformats.org/officeDocument/2006/relationships/image" Target="../media/image48.png"/><Relationship Id="rId63" Type="http://schemas.openxmlformats.org/officeDocument/2006/relationships/image" Target="../media/image90.png"/><Relationship Id="rId159" Type="http://schemas.openxmlformats.org/officeDocument/2006/relationships/image" Target="../media/image186.png"/><Relationship Id="rId324" Type="http://schemas.openxmlformats.org/officeDocument/2006/relationships/image" Target="../media/image339.png"/><Relationship Id="rId366" Type="http://schemas.openxmlformats.org/officeDocument/2006/relationships/image" Target="../media/image380.png"/><Relationship Id="rId170" Type="http://schemas.openxmlformats.org/officeDocument/2006/relationships/image" Target="../media/image193.png"/><Relationship Id="rId226" Type="http://schemas.openxmlformats.org/officeDocument/2006/relationships/image" Target="../media/image241.png"/><Relationship Id="rId433" Type="http://schemas.openxmlformats.org/officeDocument/2006/relationships/image" Target="../media/image436.png"/><Relationship Id="rId268" Type="http://schemas.openxmlformats.org/officeDocument/2006/relationships/image" Target="../media/image283.png"/><Relationship Id="rId475" Type="http://schemas.openxmlformats.org/officeDocument/2006/relationships/image" Target="../media/image474.png"/><Relationship Id="rId32" Type="http://schemas.openxmlformats.org/officeDocument/2006/relationships/image" Target="../media/image59.png"/><Relationship Id="rId74" Type="http://schemas.openxmlformats.org/officeDocument/2006/relationships/image" Target="../media/image101.png"/><Relationship Id="rId128" Type="http://schemas.openxmlformats.org/officeDocument/2006/relationships/image" Target="../media/image155.png"/><Relationship Id="rId335" Type="http://schemas.openxmlformats.org/officeDocument/2006/relationships/image" Target="../media/image350.png"/><Relationship Id="rId377" Type="http://schemas.openxmlformats.org/officeDocument/2006/relationships/image" Target="../media/image391.png"/><Relationship Id="rId5" Type="http://schemas.openxmlformats.org/officeDocument/2006/relationships/image" Target="../media/image32.png"/><Relationship Id="rId181" Type="http://schemas.openxmlformats.org/officeDocument/2006/relationships/image" Target="../media/image200.png"/><Relationship Id="rId237" Type="http://schemas.openxmlformats.org/officeDocument/2006/relationships/image" Target="../media/image252.png"/><Relationship Id="rId402" Type="http://schemas.openxmlformats.org/officeDocument/2006/relationships/image" Target="../media/image412.png"/><Relationship Id="rId279" Type="http://schemas.openxmlformats.org/officeDocument/2006/relationships/image" Target="../media/image294.png"/><Relationship Id="rId444" Type="http://schemas.openxmlformats.org/officeDocument/2006/relationships/image" Target="../media/image444.png"/><Relationship Id="rId486" Type="http://schemas.openxmlformats.org/officeDocument/2006/relationships/image" Target="../media/image485.png"/><Relationship Id="rId43" Type="http://schemas.openxmlformats.org/officeDocument/2006/relationships/image" Target="../media/image70.png"/><Relationship Id="rId139" Type="http://schemas.openxmlformats.org/officeDocument/2006/relationships/image" Target="../media/image166.png"/><Relationship Id="rId290" Type="http://schemas.openxmlformats.org/officeDocument/2006/relationships/image" Target="../media/image305.png"/><Relationship Id="rId304" Type="http://schemas.openxmlformats.org/officeDocument/2006/relationships/image" Target="../media/image319.png"/><Relationship Id="rId346" Type="http://schemas.openxmlformats.org/officeDocument/2006/relationships/image" Target="../media/image361.png"/><Relationship Id="rId388" Type="http://schemas.openxmlformats.org/officeDocument/2006/relationships/image" Target="../media/image402.png"/><Relationship Id="rId85" Type="http://schemas.openxmlformats.org/officeDocument/2006/relationships/image" Target="../media/image112.png"/><Relationship Id="rId150" Type="http://schemas.openxmlformats.org/officeDocument/2006/relationships/image" Target="../media/image177.png"/><Relationship Id="rId192" Type="http://schemas.openxmlformats.org/officeDocument/2006/relationships/image" Target="../media/image210.png"/><Relationship Id="rId206" Type="http://schemas.openxmlformats.org/officeDocument/2006/relationships/image" Target="../media/image221.png"/><Relationship Id="rId413" Type="http://schemas.openxmlformats.org/officeDocument/2006/relationships/image" Target="../media/image20.png"/><Relationship Id="rId248" Type="http://schemas.openxmlformats.org/officeDocument/2006/relationships/image" Target="../media/image263.png"/><Relationship Id="rId455" Type="http://schemas.openxmlformats.org/officeDocument/2006/relationships/image" Target="../media/image455.png"/><Relationship Id="rId12" Type="http://schemas.openxmlformats.org/officeDocument/2006/relationships/image" Target="../media/image39.png"/><Relationship Id="rId108" Type="http://schemas.openxmlformats.org/officeDocument/2006/relationships/image" Target="../media/image135.png"/><Relationship Id="rId315" Type="http://schemas.openxmlformats.org/officeDocument/2006/relationships/image" Target="../media/image330.png"/><Relationship Id="rId357" Type="http://schemas.openxmlformats.org/officeDocument/2006/relationships/image" Target="../media/image372.png"/><Relationship Id="rId54" Type="http://schemas.openxmlformats.org/officeDocument/2006/relationships/image" Target="../media/image81.png"/><Relationship Id="rId96" Type="http://schemas.openxmlformats.org/officeDocument/2006/relationships/image" Target="../media/image123.png"/><Relationship Id="rId161" Type="http://schemas.openxmlformats.org/officeDocument/2006/relationships/image" Target="../media/image188.png"/><Relationship Id="rId217" Type="http://schemas.openxmlformats.org/officeDocument/2006/relationships/image" Target="../media/image232.png"/><Relationship Id="rId399" Type="http://schemas.openxmlformats.org/officeDocument/2006/relationships/image" Target="../media/image409.png"/><Relationship Id="rId259" Type="http://schemas.openxmlformats.org/officeDocument/2006/relationships/image" Target="../media/image274.png"/><Relationship Id="rId424" Type="http://schemas.openxmlformats.org/officeDocument/2006/relationships/image" Target="../media/image427.png"/><Relationship Id="rId466" Type="http://schemas.openxmlformats.org/officeDocument/2006/relationships/image" Target="../media/image465.png"/><Relationship Id="rId23" Type="http://schemas.openxmlformats.org/officeDocument/2006/relationships/image" Target="../media/image50.png"/><Relationship Id="rId119" Type="http://schemas.openxmlformats.org/officeDocument/2006/relationships/image" Target="../media/image146.png"/><Relationship Id="rId270" Type="http://schemas.openxmlformats.org/officeDocument/2006/relationships/image" Target="../media/image285.png"/><Relationship Id="rId326" Type="http://schemas.openxmlformats.org/officeDocument/2006/relationships/image" Target="../media/image341.png"/><Relationship Id="rId65" Type="http://schemas.openxmlformats.org/officeDocument/2006/relationships/image" Target="../media/image92.png"/><Relationship Id="rId130" Type="http://schemas.openxmlformats.org/officeDocument/2006/relationships/image" Target="../media/image157.png"/><Relationship Id="rId368" Type="http://schemas.openxmlformats.org/officeDocument/2006/relationships/image" Target="../media/image382.png"/><Relationship Id="rId172" Type="http://schemas.openxmlformats.org/officeDocument/2006/relationships/image" Target="../media/image195.png"/><Relationship Id="rId228" Type="http://schemas.openxmlformats.org/officeDocument/2006/relationships/image" Target="../media/image243.png"/><Relationship Id="rId435" Type="http://schemas.openxmlformats.org/officeDocument/2006/relationships/image" Target="../media/image438.png"/><Relationship Id="rId477" Type="http://schemas.openxmlformats.org/officeDocument/2006/relationships/image" Target="../media/image476.png"/><Relationship Id="rId281" Type="http://schemas.openxmlformats.org/officeDocument/2006/relationships/image" Target="../media/image296.png"/><Relationship Id="rId337" Type="http://schemas.openxmlformats.org/officeDocument/2006/relationships/image" Target="../media/image352.png"/><Relationship Id="rId34" Type="http://schemas.openxmlformats.org/officeDocument/2006/relationships/image" Target="../media/image61.png"/><Relationship Id="rId76" Type="http://schemas.openxmlformats.org/officeDocument/2006/relationships/image" Target="../media/image103.png"/><Relationship Id="rId141" Type="http://schemas.openxmlformats.org/officeDocument/2006/relationships/image" Target="../media/image168.png"/><Relationship Id="rId379" Type="http://schemas.openxmlformats.org/officeDocument/2006/relationships/image" Target="../media/image393.png"/><Relationship Id="rId7" Type="http://schemas.openxmlformats.org/officeDocument/2006/relationships/image" Target="../media/image34.png"/><Relationship Id="rId183" Type="http://schemas.openxmlformats.org/officeDocument/2006/relationships/image" Target="../media/image202.png"/><Relationship Id="rId239" Type="http://schemas.openxmlformats.org/officeDocument/2006/relationships/image" Target="../media/image254.png"/><Relationship Id="rId390" Type="http://schemas.openxmlformats.org/officeDocument/2006/relationships/image" Target="../media/image404.png"/><Relationship Id="rId404" Type="http://schemas.openxmlformats.org/officeDocument/2006/relationships/image" Target="../media/image414.png"/><Relationship Id="rId446" Type="http://schemas.openxmlformats.org/officeDocument/2006/relationships/image" Target="../media/image446.png"/><Relationship Id="rId250" Type="http://schemas.openxmlformats.org/officeDocument/2006/relationships/image" Target="../media/image265.png"/><Relationship Id="rId292" Type="http://schemas.openxmlformats.org/officeDocument/2006/relationships/image" Target="../media/image307.png"/><Relationship Id="rId306" Type="http://schemas.openxmlformats.org/officeDocument/2006/relationships/image" Target="../media/image321.png"/><Relationship Id="rId488" Type="http://schemas.openxmlformats.org/officeDocument/2006/relationships/image" Target="../media/image487.png"/><Relationship Id="rId45" Type="http://schemas.openxmlformats.org/officeDocument/2006/relationships/image" Target="../media/image72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348" Type="http://schemas.openxmlformats.org/officeDocument/2006/relationships/image" Target="../media/image363.png"/><Relationship Id="rId152" Type="http://schemas.openxmlformats.org/officeDocument/2006/relationships/image" Target="../media/image179.png"/><Relationship Id="rId194" Type="http://schemas.openxmlformats.org/officeDocument/2006/relationships/image" Target="../media/image11.png"/><Relationship Id="rId208" Type="http://schemas.openxmlformats.org/officeDocument/2006/relationships/image" Target="../media/image223.png"/><Relationship Id="rId415" Type="http://schemas.openxmlformats.org/officeDocument/2006/relationships/image" Target="../media/image22.png"/><Relationship Id="rId457" Type="http://schemas.openxmlformats.org/officeDocument/2006/relationships/image" Target="../media/image457.png"/><Relationship Id="rId261" Type="http://schemas.openxmlformats.org/officeDocument/2006/relationships/image" Target="../media/image276.png"/><Relationship Id="rId14" Type="http://schemas.openxmlformats.org/officeDocument/2006/relationships/image" Target="../media/image41.png"/><Relationship Id="rId56" Type="http://schemas.openxmlformats.org/officeDocument/2006/relationships/image" Target="../media/image83.png"/><Relationship Id="rId317" Type="http://schemas.openxmlformats.org/officeDocument/2006/relationships/image" Target="../media/image332.png"/><Relationship Id="rId359" Type="http://schemas.openxmlformats.org/officeDocument/2006/relationships/image" Target="../media/image374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163" Type="http://schemas.openxmlformats.org/officeDocument/2006/relationships/image" Target="../media/image190.png"/><Relationship Id="rId219" Type="http://schemas.openxmlformats.org/officeDocument/2006/relationships/image" Target="../media/image234.png"/><Relationship Id="rId370" Type="http://schemas.openxmlformats.org/officeDocument/2006/relationships/image" Target="../media/image384.png"/><Relationship Id="rId426" Type="http://schemas.openxmlformats.org/officeDocument/2006/relationships/image" Target="../media/image429.png"/><Relationship Id="rId230" Type="http://schemas.openxmlformats.org/officeDocument/2006/relationships/image" Target="../media/image245.png"/><Relationship Id="rId468" Type="http://schemas.openxmlformats.org/officeDocument/2006/relationships/image" Target="../media/image467.png"/><Relationship Id="rId25" Type="http://schemas.openxmlformats.org/officeDocument/2006/relationships/image" Target="../media/image52.png"/><Relationship Id="rId67" Type="http://schemas.openxmlformats.org/officeDocument/2006/relationships/image" Target="../media/image94.png"/><Relationship Id="rId272" Type="http://schemas.openxmlformats.org/officeDocument/2006/relationships/image" Target="../media/image287.png"/><Relationship Id="rId328" Type="http://schemas.openxmlformats.org/officeDocument/2006/relationships/image" Target="../media/image343.png"/><Relationship Id="rId132" Type="http://schemas.openxmlformats.org/officeDocument/2006/relationships/image" Target="../media/image159.png"/><Relationship Id="rId174" Type="http://schemas.openxmlformats.org/officeDocument/2006/relationships/image" Target="../media/image197.png"/><Relationship Id="rId381" Type="http://schemas.openxmlformats.org/officeDocument/2006/relationships/image" Target="../media/image395.png"/><Relationship Id="rId241" Type="http://schemas.openxmlformats.org/officeDocument/2006/relationships/image" Target="../media/image256.png"/><Relationship Id="rId437" Type="http://schemas.openxmlformats.org/officeDocument/2006/relationships/image" Target="../media/image25.png"/><Relationship Id="rId479" Type="http://schemas.openxmlformats.org/officeDocument/2006/relationships/image" Target="../media/image478.png"/><Relationship Id="rId36" Type="http://schemas.openxmlformats.org/officeDocument/2006/relationships/image" Target="../media/image63.png"/><Relationship Id="rId283" Type="http://schemas.openxmlformats.org/officeDocument/2006/relationships/image" Target="../media/image298.png"/><Relationship Id="rId339" Type="http://schemas.openxmlformats.org/officeDocument/2006/relationships/image" Target="../media/image354.png"/><Relationship Id="rId490" Type="http://schemas.openxmlformats.org/officeDocument/2006/relationships/image" Target="../media/image489.png"/><Relationship Id="rId78" Type="http://schemas.openxmlformats.org/officeDocument/2006/relationships/image" Target="../media/image105.png"/><Relationship Id="rId101" Type="http://schemas.openxmlformats.org/officeDocument/2006/relationships/image" Target="../media/image128.png"/><Relationship Id="rId143" Type="http://schemas.openxmlformats.org/officeDocument/2006/relationships/image" Target="../media/image170.png"/><Relationship Id="rId185" Type="http://schemas.openxmlformats.org/officeDocument/2006/relationships/image" Target="../media/image204.png"/><Relationship Id="rId350" Type="http://schemas.openxmlformats.org/officeDocument/2006/relationships/image" Target="../media/image365.png"/><Relationship Id="rId406" Type="http://schemas.openxmlformats.org/officeDocument/2006/relationships/image" Target="../media/image416.png"/><Relationship Id="rId9" Type="http://schemas.openxmlformats.org/officeDocument/2006/relationships/image" Target="../media/image36.png"/><Relationship Id="rId210" Type="http://schemas.openxmlformats.org/officeDocument/2006/relationships/image" Target="../media/image225.png"/><Relationship Id="rId392" Type="http://schemas.openxmlformats.org/officeDocument/2006/relationships/image" Target="../media/image15.png"/><Relationship Id="rId448" Type="http://schemas.openxmlformats.org/officeDocument/2006/relationships/image" Target="../media/image448.png"/><Relationship Id="rId252" Type="http://schemas.openxmlformats.org/officeDocument/2006/relationships/image" Target="../media/image267.png"/><Relationship Id="rId294" Type="http://schemas.openxmlformats.org/officeDocument/2006/relationships/image" Target="../media/image309.png"/><Relationship Id="rId308" Type="http://schemas.openxmlformats.org/officeDocument/2006/relationships/image" Target="../media/image323.png"/><Relationship Id="rId47" Type="http://schemas.openxmlformats.org/officeDocument/2006/relationships/image" Target="../media/image74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54" Type="http://schemas.openxmlformats.org/officeDocument/2006/relationships/image" Target="../media/image181.png"/><Relationship Id="rId361" Type="http://schemas.openxmlformats.org/officeDocument/2006/relationships/image" Target="../media/image376.png"/><Relationship Id="rId196" Type="http://schemas.openxmlformats.org/officeDocument/2006/relationships/image" Target="../media/image211.png"/><Relationship Id="rId417" Type="http://schemas.openxmlformats.org/officeDocument/2006/relationships/image" Target="../media/image24.png"/><Relationship Id="rId459" Type="http://schemas.openxmlformats.org/officeDocument/2006/relationships/image" Target="../media/image28.png"/><Relationship Id="rId16" Type="http://schemas.openxmlformats.org/officeDocument/2006/relationships/image" Target="../media/image43.png"/><Relationship Id="rId221" Type="http://schemas.openxmlformats.org/officeDocument/2006/relationships/image" Target="../media/image236.png"/><Relationship Id="rId263" Type="http://schemas.openxmlformats.org/officeDocument/2006/relationships/image" Target="../media/image278.png"/><Relationship Id="rId319" Type="http://schemas.openxmlformats.org/officeDocument/2006/relationships/image" Target="../media/image334.png"/><Relationship Id="rId470" Type="http://schemas.openxmlformats.org/officeDocument/2006/relationships/image" Target="../media/image469.png"/><Relationship Id="rId58" Type="http://schemas.openxmlformats.org/officeDocument/2006/relationships/image" Target="../media/image85.png"/><Relationship Id="rId123" Type="http://schemas.openxmlformats.org/officeDocument/2006/relationships/image" Target="../media/image150.png"/><Relationship Id="rId330" Type="http://schemas.openxmlformats.org/officeDocument/2006/relationships/image" Target="../media/image345.png"/><Relationship Id="rId165" Type="http://schemas.openxmlformats.org/officeDocument/2006/relationships/image" Target="../media/image1.png"/><Relationship Id="rId372" Type="http://schemas.openxmlformats.org/officeDocument/2006/relationships/image" Target="../media/image386.png"/><Relationship Id="rId428" Type="http://schemas.openxmlformats.org/officeDocument/2006/relationships/image" Target="../media/image431.png"/><Relationship Id="rId232" Type="http://schemas.openxmlformats.org/officeDocument/2006/relationships/image" Target="../media/image247.png"/><Relationship Id="rId274" Type="http://schemas.openxmlformats.org/officeDocument/2006/relationships/image" Target="../media/image289.png"/><Relationship Id="rId481" Type="http://schemas.openxmlformats.org/officeDocument/2006/relationships/image" Target="../media/image480.png"/><Relationship Id="rId27" Type="http://schemas.openxmlformats.org/officeDocument/2006/relationships/image" Target="../media/image54.png"/><Relationship Id="rId69" Type="http://schemas.openxmlformats.org/officeDocument/2006/relationships/image" Target="../media/image96.png"/><Relationship Id="rId134" Type="http://schemas.openxmlformats.org/officeDocument/2006/relationships/image" Target="../media/image161.png"/><Relationship Id="rId80" Type="http://schemas.openxmlformats.org/officeDocument/2006/relationships/image" Target="../media/image107.png"/><Relationship Id="rId176" Type="http://schemas.openxmlformats.org/officeDocument/2006/relationships/image" Target="../media/image199.png"/><Relationship Id="rId341" Type="http://schemas.openxmlformats.org/officeDocument/2006/relationships/image" Target="../media/image356.png"/><Relationship Id="rId383" Type="http://schemas.openxmlformats.org/officeDocument/2006/relationships/image" Target="../media/image397.png"/><Relationship Id="rId439" Type="http://schemas.openxmlformats.org/officeDocument/2006/relationships/image" Target="../media/image26.png"/><Relationship Id="rId201" Type="http://schemas.openxmlformats.org/officeDocument/2006/relationships/image" Target="../media/image216.png"/><Relationship Id="rId243" Type="http://schemas.openxmlformats.org/officeDocument/2006/relationships/image" Target="../media/image258.png"/><Relationship Id="rId285" Type="http://schemas.openxmlformats.org/officeDocument/2006/relationships/image" Target="../media/image300.png"/><Relationship Id="rId450" Type="http://schemas.openxmlformats.org/officeDocument/2006/relationships/image" Target="../media/image450.png"/><Relationship Id="rId38" Type="http://schemas.openxmlformats.org/officeDocument/2006/relationships/image" Target="../media/image65.png"/><Relationship Id="rId103" Type="http://schemas.openxmlformats.org/officeDocument/2006/relationships/image" Target="../media/image130.png"/><Relationship Id="rId310" Type="http://schemas.openxmlformats.org/officeDocument/2006/relationships/image" Target="../media/image325.png"/><Relationship Id="rId91" Type="http://schemas.openxmlformats.org/officeDocument/2006/relationships/image" Target="../media/image118.png"/><Relationship Id="rId145" Type="http://schemas.openxmlformats.org/officeDocument/2006/relationships/image" Target="../media/image172.png"/><Relationship Id="rId187" Type="http://schemas.openxmlformats.org/officeDocument/2006/relationships/image" Target="../media/image206.png"/><Relationship Id="rId352" Type="http://schemas.openxmlformats.org/officeDocument/2006/relationships/image" Target="../media/image367.png"/><Relationship Id="rId394" Type="http://schemas.openxmlformats.org/officeDocument/2006/relationships/image" Target="../media/image17.png"/><Relationship Id="rId408" Type="http://schemas.openxmlformats.org/officeDocument/2006/relationships/image" Target="../media/image418.png"/><Relationship Id="rId212" Type="http://schemas.openxmlformats.org/officeDocument/2006/relationships/image" Target="../media/image227.png"/><Relationship Id="rId254" Type="http://schemas.openxmlformats.org/officeDocument/2006/relationships/image" Target="../media/image269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296" Type="http://schemas.openxmlformats.org/officeDocument/2006/relationships/image" Target="../media/image311.png"/><Relationship Id="rId461" Type="http://schemas.openxmlformats.org/officeDocument/2006/relationships/image" Target="../media/image460.png"/><Relationship Id="rId60" Type="http://schemas.openxmlformats.org/officeDocument/2006/relationships/image" Target="../media/image87.png"/><Relationship Id="rId156" Type="http://schemas.openxmlformats.org/officeDocument/2006/relationships/image" Target="../media/image183.png"/><Relationship Id="rId198" Type="http://schemas.openxmlformats.org/officeDocument/2006/relationships/image" Target="../media/image213.png"/><Relationship Id="rId321" Type="http://schemas.openxmlformats.org/officeDocument/2006/relationships/image" Target="../media/image336.png"/><Relationship Id="rId363" Type="http://schemas.openxmlformats.org/officeDocument/2006/relationships/image" Target="../media/image378.png"/><Relationship Id="rId419" Type="http://schemas.openxmlformats.org/officeDocument/2006/relationships/image" Target="../media/image422.png"/><Relationship Id="rId223" Type="http://schemas.openxmlformats.org/officeDocument/2006/relationships/image" Target="../media/image238.png"/><Relationship Id="rId430" Type="http://schemas.openxmlformats.org/officeDocument/2006/relationships/image" Target="../media/image433.png"/><Relationship Id="rId18" Type="http://schemas.openxmlformats.org/officeDocument/2006/relationships/image" Target="../media/image45.png"/><Relationship Id="rId265" Type="http://schemas.openxmlformats.org/officeDocument/2006/relationships/image" Target="../media/image280.png"/><Relationship Id="rId472" Type="http://schemas.openxmlformats.org/officeDocument/2006/relationships/image" Target="../media/image471.png"/><Relationship Id="rId125" Type="http://schemas.openxmlformats.org/officeDocument/2006/relationships/image" Target="../media/image152.png"/><Relationship Id="rId167" Type="http://schemas.openxmlformats.org/officeDocument/2006/relationships/image" Target="../media/image3.png"/><Relationship Id="rId332" Type="http://schemas.openxmlformats.org/officeDocument/2006/relationships/image" Target="../media/image347.png"/><Relationship Id="rId374" Type="http://schemas.openxmlformats.org/officeDocument/2006/relationships/image" Target="../media/image388.png"/><Relationship Id="rId71" Type="http://schemas.openxmlformats.org/officeDocument/2006/relationships/image" Target="../media/image98.png"/><Relationship Id="rId234" Type="http://schemas.openxmlformats.org/officeDocument/2006/relationships/image" Target="../media/image249.png"/><Relationship Id="rId2" Type="http://schemas.openxmlformats.org/officeDocument/2006/relationships/image" Target="../media/image29.png"/><Relationship Id="rId29" Type="http://schemas.openxmlformats.org/officeDocument/2006/relationships/image" Target="../media/image56.png"/><Relationship Id="rId276" Type="http://schemas.openxmlformats.org/officeDocument/2006/relationships/image" Target="../media/image291.png"/><Relationship Id="rId441" Type="http://schemas.openxmlformats.org/officeDocument/2006/relationships/image" Target="../media/image441.png"/><Relationship Id="rId483" Type="http://schemas.openxmlformats.org/officeDocument/2006/relationships/image" Target="../media/image482.png"/><Relationship Id="rId40" Type="http://schemas.openxmlformats.org/officeDocument/2006/relationships/image" Target="../media/image67.png"/><Relationship Id="rId136" Type="http://schemas.openxmlformats.org/officeDocument/2006/relationships/image" Target="../media/image163.png"/><Relationship Id="rId178" Type="http://schemas.openxmlformats.org/officeDocument/2006/relationships/image" Target="../media/image6.png"/><Relationship Id="rId301" Type="http://schemas.openxmlformats.org/officeDocument/2006/relationships/image" Target="../media/image316.png"/><Relationship Id="rId343" Type="http://schemas.openxmlformats.org/officeDocument/2006/relationships/image" Target="../media/image358.png"/><Relationship Id="rId82" Type="http://schemas.openxmlformats.org/officeDocument/2006/relationships/image" Target="../media/image109.png"/><Relationship Id="rId203" Type="http://schemas.openxmlformats.org/officeDocument/2006/relationships/image" Target="../media/image218.png"/><Relationship Id="rId385" Type="http://schemas.openxmlformats.org/officeDocument/2006/relationships/image" Target="../media/image399.png"/><Relationship Id="rId245" Type="http://schemas.openxmlformats.org/officeDocument/2006/relationships/image" Target="../media/image260.png"/><Relationship Id="rId287" Type="http://schemas.openxmlformats.org/officeDocument/2006/relationships/image" Target="../media/image302.png"/><Relationship Id="rId410" Type="http://schemas.openxmlformats.org/officeDocument/2006/relationships/image" Target="../media/image420.png"/><Relationship Id="rId452" Type="http://schemas.openxmlformats.org/officeDocument/2006/relationships/image" Target="../media/image452.png"/><Relationship Id="rId105" Type="http://schemas.openxmlformats.org/officeDocument/2006/relationships/image" Target="../media/image132.png"/><Relationship Id="rId147" Type="http://schemas.openxmlformats.org/officeDocument/2006/relationships/image" Target="../media/image174.png"/><Relationship Id="rId312" Type="http://schemas.openxmlformats.org/officeDocument/2006/relationships/image" Target="../media/image327.png"/><Relationship Id="rId354" Type="http://schemas.openxmlformats.org/officeDocument/2006/relationships/image" Target="../media/image369.png"/><Relationship Id="rId51" Type="http://schemas.openxmlformats.org/officeDocument/2006/relationships/image" Target="../media/image78.png"/><Relationship Id="rId93" Type="http://schemas.openxmlformats.org/officeDocument/2006/relationships/image" Target="../media/image120.png"/><Relationship Id="rId189" Type="http://schemas.openxmlformats.org/officeDocument/2006/relationships/image" Target="../media/image208.png"/><Relationship Id="rId396" Type="http://schemas.openxmlformats.org/officeDocument/2006/relationships/image" Target="../media/image406.png"/><Relationship Id="rId214" Type="http://schemas.openxmlformats.org/officeDocument/2006/relationships/image" Target="../media/image229.png"/><Relationship Id="rId256" Type="http://schemas.openxmlformats.org/officeDocument/2006/relationships/image" Target="../media/image271.png"/><Relationship Id="rId298" Type="http://schemas.openxmlformats.org/officeDocument/2006/relationships/image" Target="../media/image313.png"/><Relationship Id="rId421" Type="http://schemas.openxmlformats.org/officeDocument/2006/relationships/image" Target="../media/image424.png"/><Relationship Id="rId463" Type="http://schemas.openxmlformats.org/officeDocument/2006/relationships/image" Target="../media/image462.png"/><Relationship Id="rId116" Type="http://schemas.openxmlformats.org/officeDocument/2006/relationships/image" Target="../media/image143.png"/><Relationship Id="rId158" Type="http://schemas.openxmlformats.org/officeDocument/2006/relationships/image" Target="../media/image185.png"/><Relationship Id="rId323" Type="http://schemas.openxmlformats.org/officeDocument/2006/relationships/image" Target="../media/image338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179" Type="http://schemas.openxmlformats.org/officeDocument/2006/relationships/image" Target="../media/image7.png"/><Relationship Id="rId365" Type="http://schemas.openxmlformats.org/officeDocument/2006/relationships/image" Target="../media/image379.png"/><Relationship Id="rId386" Type="http://schemas.openxmlformats.org/officeDocument/2006/relationships/image" Target="../media/image400.png"/><Relationship Id="rId190" Type="http://schemas.openxmlformats.org/officeDocument/2006/relationships/image" Target="../media/image209.png"/><Relationship Id="rId204" Type="http://schemas.openxmlformats.org/officeDocument/2006/relationships/image" Target="../media/image219.png"/><Relationship Id="rId225" Type="http://schemas.openxmlformats.org/officeDocument/2006/relationships/image" Target="../media/image240.png"/><Relationship Id="rId246" Type="http://schemas.openxmlformats.org/officeDocument/2006/relationships/image" Target="../media/image261.png"/><Relationship Id="rId267" Type="http://schemas.openxmlformats.org/officeDocument/2006/relationships/image" Target="../media/image282.png"/><Relationship Id="rId288" Type="http://schemas.openxmlformats.org/officeDocument/2006/relationships/image" Target="../media/image303.png"/><Relationship Id="rId411" Type="http://schemas.openxmlformats.org/officeDocument/2006/relationships/image" Target="../media/image18.png"/><Relationship Id="rId432" Type="http://schemas.openxmlformats.org/officeDocument/2006/relationships/image" Target="../media/image435.png"/><Relationship Id="rId453" Type="http://schemas.openxmlformats.org/officeDocument/2006/relationships/image" Target="../media/image453.png"/><Relationship Id="rId474" Type="http://schemas.openxmlformats.org/officeDocument/2006/relationships/image" Target="../media/image473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313" Type="http://schemas.openxmlformats.org/officeDocument/2006/relationships/image" Target="../media/image328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94" Type="http://schemas.openxmlformats.org/officeDocument/2006/relationships/image" Target="../media/image121.png"/><Relationship Id="rId148" Type="http://schemas.openxmlformats.org/officeDocument/2006/relationships/image" Target="../media/image175.png"/><Relationship Id="rId169" Type="http://schemas.openxmlformats.org/officeDocument/2006/relationships/image" Target="../media/image192.png"/><Relationship Id="rId334" Type="http://schemas.openxmlformats.org/officeDocument/2006/relationships/image" Target="../media/image349.png"/><Relationship Id="rId355" Type="http://schemas.openxmlformats.org/officeDocument/2006/relationships/image" Target="../media/image370.png"/><Relationship Id="rId376" Type="http://schemas.openxmlformats.org/officeDocument/2006/relationships/image" Target="../media/image390.png"/><Relationship Id="rId397" Type="http://schemas.openxmlformats.org/officeDocument/2006/relationships/image" Target="../media/image407.png"/><Relationship Id="rId4" Type="http://schemas.openxmlformats.org/officeDocument/2006/relationships/image" Target="../media/image31.png"/><Relationship Id="rId180" Type="http://schemas.openxmlformats.org/officeDocument/2006/relationships/image" Target="../media/image8.png"/><Relationship Id="rId215" Type="http://schemas.openxmlformats.org/officeDocument/2006/relationships/image" Target="../media/image230.png"/><Relationship Id="rId236" Type="http://schemas.openxmlformats.org/officeDocument/2006/relationships/image" Target="../media/image251.png"/><Relationship Id="rId257" Type="http://schemas.openxmlformats.org/officeDocument/2006/relationships/image" Target="../media/image272.png"/><Relationship Id="rId278" Type="http://schemas.openxmlformats.org/officeDocument/2006/relationships/image" Target="../media/image293.png"/><Relationship Id="rId401" Type="http://schemas.openxmlformats.org/officeDocument/2006/relationships/image" Target="../media/image411.png"/><Relationship Id="rId422" Type="http://schemas.openxmlformats.org/officeDocument/2006/relationships/image" Target="../media/image425.png"/><Relationship Id="rId443" Type="http://schemas.openxmlformats.org/officeDocument/2006/relationships/image" Target="../media/image443.png"/><Relationship Id="rId464" Type="http://schemas.openxmlformats.org/officeDocument/2006/relationships/image" Target="../media/image463.png"/><Relationship Id="rId303" Type="http://schemas.openxmlformats.org/officeDocument/2006/relationships/image" Target="../media/image318.png"/><Relationship Id="rId485" Type="http://schemas.openxmlformats.org/officeDocument/2006/relationships/image" Target="../media/image484.png"/><Relationship Id="rId42" Type="http://schemas.openxmlformats.org/officeDocument/2006/relationships/image" Target="../media/image69.png"/><Relationship Id="rId84" Type="http://schemas.openxmlformats.org/officeDocument/2006/relationships/image" Target="../media/image111.png"/><Relationship Id="rId138" Type="http://schemas.openxmlformats.org/officeDocument/2006/relationships/image" Target="../media/image165.png"/><Relationship Id="rId345" Type="http://schemas.openxmlformats.org/officeDocument/2006/relationships/image" Target="../media/image360.png"/><Relationship Id="rId387" Type="http://schemas.openxmlformats.org/officeDocument/2006/relationships/image" Target="../media/image401.png"/><Relationship Id="rId191" Type="http://schemas.openxmlformats.org/officeDocument/2006/relationships/image" Target="../media/image9.png"/><Relationship Id="rId205" Type="http://schemas.openxmlformats.org/officeDocument/2006/relationships/image" Target="../media/image220.png"/><Relationship Id="rId247" Type="http://schemas.openxmlformats.org/officeDocument/2006/relationships/image" Target="../media/image262.png"/><Relationship Id="rId412" Type="http://schemas.openxmlformats.org/officeDocument/2006/relationships/image" Target="../media/image19.png"/><Relationship Id="rId107" Type="http://schemas.openxmlformats.org/officeDocument/2006/relationships/image" Target="../media/image134.png"/><Relationship Id="rId289" Type="http://schemas.openxmlformats.org/officeDocument/2006/relationships/image" Target="../media/image304.png"/><Relationship Id="rId454" Type="http://schemas.openxmlformats.org/officeDocument/2006/relationships/image" Target="../media/image454.png"/><Relationship Id="rId11" Type="http://schemas.openxmlformats.org/officeDocument/2006/relationships/image" Target="../media/image38.png"/><Relationship Id="rId53" Type="http://schemas.openxmlformats.org/officeDocument/2006/relationships/image" Target="../media/image80.png"/><Relationship Id="rId149" Type="http://schemas.openxmlformats.org/officeDocument/2006/relationships/image" Target="../media/image176.png"/><Relationship Id="rId314" Type="http://schemas.openxmlformats.org/officeDocument/2006/relationships/image" Target="../media/image329.png"/><Relationship Id="rId356" Type="http://schemas.openxmlformats.org/officeDocument/2006/relationships/image" Target="../media/image371.png"/><Relationship Id="rId398" Type="http://schemas.openxmlformats.org/officeDocument/2006/relationships/image" Target="../media/image408.png"/><Relationship Id="rId95" Type="http://schemas.openxmlformats.org/officeDocument/2006/relationships/image" Target="../media/image122.png"/><Relationship Id="rId160" Type="http://schemas.openxmlformats.org/officeDocument/2006/relationships/image" Target="../media/image187.png"/><Relationship Id="rId216" Type="http://schemas.openxmlformats.org/officeDocument/2006/relationships/image" Target="../media/image231.png"/><Relationship Id="rId423" Type="http://schemas.openxmlformats.org/officeDocument/2006/relationships/image" Target="../media/image426.png"/><Relationship Id="rId258" Type="http://schemas.openxmlformats.org/officeDocument/2006/relationships/image" Target="../media/image273.png"/><Relationship Id="rId465" Type="http://schemas.openxmlformats.org/officeDocument/2006/relationships/image" Target="../media/image464.png"/><Relationship Id="rId22" Type="http://schemas.openxmlformats.org/officeDocument/2006/relationships/image" Target="../media/image49.png"/><Relationship Id="rId64" Type="http://schemas.openxmlformats.org/officeDocument/2006/relationships/image" Target="../media/image91.png"/><Relationship Id="rId118" Type="http://schemas.openxmlformats.org/officeDocument/2006/relationships/image" Target="../media/image145.png"/><Relationship Id="rId325" Type="http://schemas.openxmlformats.org/officeDocument/2006/relationships/image" Target="../media/image340.png"/><Relationship Id="rId367" Type="http://schemas.openxmlformats.org/officeDocument/2006/relationships/image" Target="../media/image381.png"/><Relationship Id="rId171" Type="http://schemas.openxmlformats.org/officeDocument/2006/relationships/image" Target="../media/image194.png"/><Relationship Id="rId227" Type="http://schemas.openxmlformats.org/officeDocument/2006/relationships/image" Target="../media/image242.png"/><Relationship Id="rId269" Type="http://schemas.openxmlformats.org/officeDocument/2006/relationships/image" Target="../media/image284.png"/><Relationship Id="rId434" Type="http://schemas.openxmlformats.org/officeDocument/2006/relationships/image" Target="../media/image437.png"/><Relationship Id="rId476" Type="http://schemas.openxmlformats.org/officeDocument/2006/relationships/image" Target="../media/image475.png"/><Relationship Id="rId33" Type="http://schemas.openxmlformats.org/officeDocument/2006/relationships/image" Target="../media/image60.png"/><Relationship Id="rId129" Type="http://schemas.openxmlformats.org/officeDocument/2006/relationships/image" Target="../media/image156.png"/><Relationship Id="rId280" Type="http://schemas.openxmlformats.org/officeDocument/2006/relationships/image" Target="../media/image295.png"/><Relationship Id="rId336" Type="http://schemas.openxmlformats.org/officeDocument/2006/relationships/image" Target="../media/image351.png"/><Relationship Id="rId75" Type="http://schemas.openxmlformats.org/officeDocument/2006/relationships/image" Target="../media/image102.png"/><Relationship Id="rId140" Type="http://schemas.openxmlformats.org/officeDocument/2006/relationships/image" Target="../media/image167.png"/><Relationship Id="rId182" Type="http://schemas.openxmlformats.org/officeDocument/2006/relationships/image" Target="../media/image201.png"/><Relationship Id="rId378" Type="http://schemas.openxmlformats.org/officeDocument/2006/relationships/image" Target="../media/image392.png"/><Relationship Id="rId403" Type="http://schemas.openxmlformats.org/officeDocument/2006/relationships/image" Target="../media/image413.png"/><Relationship Id="rId6" Type="http://schemas.openxmlformats.org/officeDocument/2006/relationships/image" Target="../media/image33.png"/><Relationship Id="rId238" Type="http://schemas.openxmlformats.org/officeDocument/2006/relationships/image" Target="../media/image253.png"/><Relationship Id="rId445" Type="http://schemas.openxmlformats.org/officeDocument/2006/relationships/image" Target="../media/image445.png"/><Relationship Id="rId487" Type="http://schemas.openxmlformats.org/officeDocument/2006/relationships/image" Target="../media/image486.png"/><Relationship Id="rId291" Type="http://schemas.openxmlformats.org/officeDocument/2006/relationships/image" Target="../media/image306.png"/><Relationship Id="rId305" Type="http://schemas.openxmlformats.org/officeDocument/2006/relationships/image" Target="../media/image320.png"/><Relationship Id="rId347" Type="http://schemas.openxmlformats.org/officeDocument/2006/relationships/image" Target="../media/image362.png"/><Relationship Id="rId44" Type="http://schemas.openxmlformats.org/officeDocument/2006/relationships/image" Target="../media/image71.png"/><Relationship Id="rId86" Type="http://schemas.openxmlformats.org/officeDocument/2006/relationships/image" Target="../media/image113.png"/><Relationship Id="rId151" Type="http://schemas.openxmlformats.org/officeDocument/2006/relationships/image" Target="../media/image178.png"/><Relationship Id="rId389" Type="http://schemas.openxmlformats.org/officeDocument/2006/relationships/image" Target="../media/image403.png"/><Relationship Id="rId193" Type="http://schemas.openxmlformats.org/officeDocument/2006/relationships/image" Target="../media/image10.png"/><Relationship Id="rId207" Type="http://schemas.openxmlformats.org/officeDocument/2006/relationships/image" Target="../media/image222.png"/><Relationship Id="rId249" Type="http://schemas.openxmlformats.org/officeDocument/2006/relationships/image" Target="../media/image264.png"/><Relationship Id="rId414" Type="http://schemas.openxmlformats.org/officeDocument/2006/relationships/image" Target="../media/image21.png"/><Relationship Id="rId456" Type="http://schemas.openxmlformats.org/officeDocument/2006/relationships/image" Target="../media/image456.png"/><Relationship Id="rId13" Type="http://schemas.openxmlformats.org/officeDocument/2006/relationships/image" Target="../media/image40.png"/><Relationship Id="rId109" Type="http://schemas.openxmlformats.org/officeDocument/2006/relationships/image" Target="../media/image136.png"/><Relationship Id="rId260" Type="http://schemas.openxmlformats.org/officeDocument/2006/relationships/image" Target="../media/image275.png"/><Relationship Id="rId316" Type="http://schemas.openxmlformats.org/officeDocument/2006/relationships/image" Target="../media/image331.png"/><Relationship Id="rId55" Type="http://schemas.openxmlformats.org/officeDocument/2006/relationships/image" Target="../media/image82.png"/><Relationship Id="rId97" Type="http://schemas.openxmlformats.org/officeDocument/2006/relationships/image" Target="../media/image124.png"/><Relationship Id="rId120" Type="http://schemas.openxmlformats.org/officeDocument/2006/relationships/image" Target="../media/image147.png"/><Relationship Id="rId358" Type="http://schemas.openxmlformats.org/officeDocument/2006/relationships/image" Target="../media/image373.png"/><Relationship Id="rId162" Type="http://schemas.openxmlformats.org/officeDocument/2006/relationships/image" Target="../media/image189.png"/><Relationship Id="rId218" Type="http://schemas.openxmlformats.org/officeDocument/2006/relationships/image" Target="../media/image233.png"/><Relationship Id="rId425" Type="http://schemas.openxmlformats.org/officeDocument/2006/relationships/image" Target="../media/image428.png"/><Relationship Id="rId467" Type="http://schemas.openxmlformats.org/officeDocument/2006/relationships/image" Target="../media/image466.png"/><Relationship Id="rId271" Type="http://schemas.openxmlformats.org/officeDocument/2006/relationships/image" Target="../media/image286.png"/><Relationship Id="rId24" Type="http://schemas.openxmlformats.org/officeDocument/2006/relationships/image" Target="../media/image51.png"/><Relationship Id="rId66" Type="http://schemas.openxmlformats.org/officeDocument/2006/relationships/image" Target="../media/image93.png"/><Relationship Id="rId131" Type="http://schemas.openxmlformats.org/officeDocument/2006/relationships/image" Target="../media/image158.png"/><Relationship Id="rId327" Type="http://schemas.openxmlformats.org/officeDocument/2006/relationships/image" Target="../media/image342.png"/><Relationship Id="rId369" Type="http://schemas.openxmlformats.org/officeDocument/2006/relationships/image" Target="../media/image383.png"/><Relationship Id="rId173" Type="http://schemas.openxmlformats.org/officeDocument/2006/relationships/image" Target="../media/image196.png"/><Relationship Id="rId229" Type="http://schemas.openxmlformats.org/officeDocument/2006/relationships/image" Target="../media/image244.png"/><Relationship Id="rId380" Type="http://schemas.openxmlformats.org/officeDocument/2006/relationships/image" Target="../media/image394.png"/><Relationship Id="rId436" Type="http://schemas.openxmlformats.org/officeDocument/2006/relationships/image" Target="../media/image439.png"/><Relationship Id="rId240" Type="http://schemas.openxmlformats.org/officeDocument/2006/relationships/image" Target="../media/image255.png"/><Relationship Id="rId478" Type="http://schemas.openxmlformats.org/officeDocument/2006/relationships/image" Target="../media/image477.png"/><Relationship Id="rId35" Type="http://schemas.openxmlformats.org/officeDocument/2006/relationships/image" Target="../media/image62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282" Type="http://schemas.openxmlformats.org/officeDocument/2006/relationships/image" Target="../media/image297.png"/><Relationship Id="rId338" Type="http://schemas.openxmlformats.org/officeDocument/2006/relationships/image" Target="../media/image353.png"/><Relationship Id="rId8" Type="http://schemas.openxmlformats.org/officeDocument/2006/relationships/image" Target="../media/image35.png"/><Relationship Id="rId142" Type="http://schemas.openxmlformats.org/officeDocument/2006/relationships/image" Target="../media/image169.png"/><Relationship Id="rId184" Type="http://schemas.openxmlformats.org/officeDocument/2006/relationships/image" Target="../media/image203.png"/><Relationship Id="rId391" Type="http://schemas.openxmlformats.org/officeDocument/2006/relationships/image" Target="../media/image14.png"/><Relationship Id="rId405" Type="http://schemas.openxmlformats.org/officeDocument/2006/relationships/image" Target="../media/image415.png"/><Relationship Id="rId447" Type="http://schemas.openxmlformats.org/officeDocument/2006/relationships/image" Target="../media/image447.png"/><Relationship Id="rId251" Type="http://schemas.openxmlformats.org/officeDocument/2006/relationships/image" Target="../media/image266.png"/><Relationship Id="rId489" Type="http://schemas.openxmlformats.org/officeDocument/2006/relationships/image" Target="../media/image488.png"/><Relationship Id="rId46" Type="http://schemas.openxmlformats.org/officeDocument/2006/relationships/image" Target="../media/image73.png"/><Relationship Id="rId293" Type="http://schemas.openxmlformats.org/officeDocument/2006/relationships/image" Target="../media/image308.png"/><Relationship Id="rId307" Type="http://schemas.openxmlformats.org/officeDocument/2006/relationships/image" Target="../media/image322.png"/><Relationship Id="rId349" Type="http://schemas.openxmlformats.org/officeDocument/2006/relationships/image" Target="../media/image364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53" Type="http://schemas.openxmlformats.org/officeDocument/2006/relationships/image" Target="../media/image180.png"/><Relationship Id="rId195" Type="http://schemas.openxmlformats.org/officeDocument/2006/relationships/image" Target="../media/image12.png"/><Relationship Id="rId209" Type="http://schemas.openxmlformats.org/officeDocument/2006/relationships/image" Target="../media/image224.png"/><Relationship Id="rId360" Type="http://schemas.openxmlformats.org/officeDocument/2006/relationships/image" Target="../media/image375.png"/><Relationship Id="rId416" Type="http://schemas.openxmlformats.org/officeDocument/2006/relationships/image" Target="../media/image23.png"/><Relationship Id="rId220" Type="http://schemas.openxmlformats.org/officeDocument/2006/relationships/image" Target="../media/image235.png"/><Relationship Id="rId458" Type="http://schemas.openxmlformats.org/officeDocument/2006/relationships/image" Target="../media/image458.png"/><Relationship Id="rId15" Type="http://schemas.openxmlformats.org/officeDocument/2006/relationships/image" Target="../media/image42.png"/><Relationship Id="rId57" Type="http://schemas.openxmlformats.org/officeDocument/2006/relationships/image" Target="../media/image84.png"/><Relationship Id="rId262" Type="http://schemas.openxmlformats.org/officeDocument/2006/relationships/image" Target="../media/image277.png"/><Relationship Id="rId318" Type="http://schemas.openxmlformats.org/officeDocument/2006/relationships/image" Target="../media/image333.png"/><Relationship Id="rId99" Type="http://schemas.openxmlformats.org/officeDocument/2006/relationships/image" Target="../media/image126.png"/><Relationship Id="rId122" Type="http://schemas.openxmlformats.org/officeDocument/2006/relationships/image" Target="../media/image149.png"/><Relationship Id="rId164" Type="http://schemas.openxmlformats.org/officeDocument/2006/relationships/image" Target="../media/image191.png"/><Relationship Id="rId371" Type="http://schemas.openxmlformats.org/officeDocument/2006/relationships/image" Target="../media/image385.png"/><Relationship Id="rId427" Type="http://schemas.openxmlformats.org/officeDocument/2006/relationships/image" Target="../media/image430.png"/><Relationship Id="rId469" Type="http://schemas.openxmlformats.org/officeDocument/2006/relationships/image" Target="../media/image468.png"/><Relationship Id="rId26" Type="http://schemas.openxmlformats.org/officeDocument/2006/relationships/image" Target="../media/image53.png"/><Relationship Id="rId231" Type="http://schemas.openxmlformats.org/officeDocument/2006/relationships/image" Target="../media/image246.png"/><Relationship Id="rId273" Type="http://schemas.openxmlformats.org/officeDocument/2006/relationships/image" Target="../media/image288.png"/><Relationship Id="rId329" Type="http://schemas.openxmlformats.org/officeDocument/2006/relationships/image" Target="../media/image344.png"/><Relationship Id="rId480" Type="http://schemas.openxmlformats.org/officeDocument/2006/relationships/image" Target="../media/image479.png"/><Relationship Id="rId68" Type="http://schemas.openxmlformats.org/officeDocument/2006/relationships/image" Target="../media/image95.png"/><Relationship Id="rId133" Type="http://schemas.openxmlformats.org/officeDocument/2006/relationships/image" Target="../media/image160.png"/><Relationship Id="rId175" Type="http://schemas.openxmlformats.org/officeDocument/2006/relationships/image" Target="../media/image198.png"/><Relationship Id="rId340" Type="http://schemas.openxmlformats.org/officeDocument/2006/relationships/image" Target="../media/image355.png"/><Relationship Id="rId200" Type="http://schemas.openxmlformats.org/officeDocument/2006/relationships/image" Target="../media/image215.png"/><Relationship Id="rId382" Type="http://schemas.openxmlformats.org/officeDocument/2006/relationships/image" Target="../media/image396.png"/><Relationship Id="rId438" Type="http://schemas.openxmlformats.org/officeDocument/2006/relationships/image" Target="../media/image440.png"/><Relationship Id="rId242" Type="http://schemas.openxmlformats.org/officeDocument/2006/relationships/image" Target="../media/image257.png"/><Relationship Id="rId284" Type="http://schemas.openxmlformats.org/officeDocument/2006/relationships/image" Target="../media/image299.png"/><Relationship Id="rId491" Type="http://schemas.openxmlformats.org/officeDocument/2006/relationships/image" Target="../media/image490.png"/><Relationship Id="rId37" Type="http://schemas.openxmlformats.org/officeDocument/2006/relationships/image" Target="../media/image64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44" Type="http://schemas.openxmlformats.org/officeDocument/2006/relationships/image" Target="../media/image171.png"/><Relationship Id="rId90" Type="http://schemas.openxmlformats.org/officeDocument/2006/relationships/image" Target="../media/image117.png"/><Relationship Id="rId186" Type="http://schemas.openxmlformats.org/officeDocument/2006/relationships/image" Target="../media/image205.png"/><Relationship Id="rId351" Type="http://schemas.openxmlformats.org/officeDocument/2006/relationships/image" Target="../media/image366.png"/><Relationship Id="rId393" Type="http://schemas.openxmlformats.org/officeDocument/2006/relationships/image" Target="../media/image16.png"/><Relationship Id="rId407" Type="http://schemas.openxmlformats.org/officeDocument/2006/relationships/image" Target="../media/image417.png"/><Relationship Id="rId449" Type="http://schemas.openxmlformats.org/officeDocument/2006/relationships/image" Target="../media/image449.png"/><Relationship Id="rId211" Type="http://schemas.openxmlformats.org/officeDocument/2006/relationships/image" Target="../media/image226.png"/><Relationship Id="rId253" Type="http://schemas.openxmlformats.org/officeDocument/2006/relationships/image" Target="../media/image268.png"/><Relationship Id="rId295" Type="http://schemas.openxmlformats.org/officeDocument/2006/relationships/image" Target="../media/image310.png"/><Relationship Id="rId309" Type="http://schemas.openxmlformats.org/officeDocument/2006/relationships/image" Target="../media/image324.png"/><Relationship Id="rId460" Type="http://schemas.openxmlformats.org/officeDocument/2006/relationships/image" Target="../media/image459.png"/><Relationship Id="rId48" Type="http://schemas.openxmlformats.org/officeDocument/2006/relationships/image" Target="../media/image75.png"/><Relationship Id="rId113" Type="http://schemas.openxmlformats.org/officeDocument/2006/relationships/image" Target="../media/image140.png"/><Relationship Id="rId320" Type="http://schemas.openxmlformats.org/officeDocument/2006/relationships/image" Target="../media/image335.png"/><Relationship Id="rId155" Type="http://schemas.openxmlformats.org/officeDocument/2006/relationships/image" Target="../media/image182.png"/><Relationship Id="rId197" Type="http://schemas.openxmlformats.org/officeDocument/2006/relationships/image" Target="../media/image212.png"/><Relationship Id="rId362" Type="http://schemas.openxmlformats.org/officeDocument/2006/relationships/image" Target="../media/image377.png"/><Relationship Id="rId418" Type="http://schemas.openxmlformats.org/officeDocument/2006/relationships/image" Target="../media/image421.png"/><Relationship Id="rId222" Type="http://schemas.openxmlformats.org/officeDocument/2006/relationships/image" Target="../media/image237.png"/><Relationship Id="rId264" Type="http://schemas.openxmlformats.org/officeDocument/2006/relationships/image" Target="../media/image279.png"/><Relationship Id="rId471" Type="http://schemas.openxmlformats.org/officeDocument/2006/relationships/image" Target="../media/image470.png"/><Relationship Id="rId17" Type="http://schemas.openxmlformats.org/officeDocument/2006/relationships/image" Target="../media/image44.png"/><Relationship Id="rId59" Type="http://schemas.openxmlformats.org/officeDocument/2006/relationships/image" Target="../media/image86.png"/><Relationship Id="rId124" Type="http://schemas.openxmlformats.org/officeDocument/2006/relationships/image" Target="../media/image151.png"/><Relationship Id="rId70" Type="http://schemas.openxmlformats.org/officeDocument/2006/relationships/image" Target="../media/image97.png"/><Relationship Id="rId166" Type="http://schemas.openxmlformats.org/officeDocument/2006/relationships/image" Target="../media/image2.png"/><Relationship Id="rId331" Type="http://schemas.openxmlformats.org/officeDocument/2006/relationships/image" Target="../media/image346.png"/><Relationship Id="rId373" Type="http://schemas.openxmlformats.org/officeDocument/2006/relationships/image" Target="../media/image387.png"/><Relationship Id="rId429" Type="http://schemas.openxmlformats.org/officeDocument/2006/relationships/image" Target="../media/image43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48.png"/><Relationship Id="rId440" Type="http://schemas.openxmlformats.org/officeDocument/2006/relationships/image" Target="../media/image27.png"/><Relationship Id="rId28" Type="http://schemas.openxmlformats.org/officeDocument/2006/relationships/image" Target="../media/image55.png"/><Relationship Id="rId275" Type="http://schemas.openxmlformats.org/officeDocument/2006/relationships/image" Target="../media/image290.png"/><Relationship Id="rId300" Type="http://schemas.openxmlformats.org/officeDocument/2006/relationships/image" Target="../media/image315.png"/><Relationship Id="rId482" Type="http://schemas.openxmlformats.org/officeDocument/2006/relationships/image" Target="../media/image481.png"/><Relationship Id="rId81" Type="http://schemas.openxmlformats.org/officeDocument/2006/relationships/image" Target="../media/image108.png"/><Relationship Id="rId135" Type="http://schemas.openxmlformats.org/officeDocument/2006/relationships/image" Target="../media/image162.png"/><Relationship Id="rId177" Type="http://schemas.openxmlformats.org/officeDocument/2006/relationships/image" Target="../media/image5.png"/><Relationship Id="rId342" Type="http://schemas.openxmlformats.org/officeDocument/2006/relationships/image" Target="../media/image357.png"/><Relationship Id="rId384" Type="http://schemas.openxmlformats.org/officeDocument/2006/relationships/image" Target="../media/image398.png"/><Relationship Id="rId202" Type="http://schemas.openxmlformats.org/officeDocument/2006/relationships/image" Target="../media/image217.png"/><Relationship Id="rId244" Type="http://schemas.openxmlformats.org/officeDocument/2006/relationships/image" Target="../media/image259.png"/><Relationship Id="rId39" Type="http://schemas.openxmlformats.org/officeDocument/2006/relationships/image" Target="../media/image66.png"/><Relationship Id="rId286" Type="http://schemas.openxmlformats.org/officeDocument/2006/relationships/image" Target="../media/image301.png"/><Relationship Id="rId451" Type="http://schemas.openxmlformats.org/officeDocument/2006/relationships/image" Target="../media/image451.png"/><Relationship Id="rId50" Type="http://schemas.openxmlformats.org/officeDocument/2006/relationships/image" Target="../media/image77.png"/><Relationship Id="rId104" Type="http://schemas.openxmlformats.org/officeDocument/2006/relationships/image" Target="../media/image131.png"/><Relationship Id="rId146" Type="http://schemas.openxmlformats.org/officeDocument/2006/relationships/image" Target="../media/image173.png"/><Relationship Id="rId188" Type="http://schemas.openxmlformats.org/officeDocument/2006/relationships/image" Target="../media/image207.png"/><Relationship Id="rId311" Type="http://schemas.openxmlformats.org/officeDocument/2006/relationships/image" Target="../media/image326.png"/><Relationship Id="rId353" Type="http://schemas.openxmlformats.org/officeDocument/2006/relationships/image" Target="../media/image368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92" Type="http://schemas.openxmlformats.org/officeDocument/2006/relationships/image" Target="../media/image119.png"/><Relationship Id="rId213" Type="http://schemas.openxmlformats.org/officeDocument/2006/relationships/image" Target="../media/image228.png"/><Relationship Id="rId420" Type="http://schemas.openxmlformats.org/officeDocument/2006/relationships/image" Target="../media/image423.png"/><Relationship Id="rId255" Type="http://schemas.openxmlformats.org/officeDocument/2006/relationships/image" Target="../media/image270.png"/><Relationship Id="rId297" Type="http://schemas.openxmlformats.org/officeDocument/2006/relationships/image" Target="../media/image312.png"/><Relationship Id="rId462" Type="http://schemas.openxmlformats.org/officeDocument/2006/relationships/image" Target="../media/image461.png"/><Relationship Id="rId115" Type="http://schemas.openxmlformats.org/officeDocument/2006/relationships/image" Target="../media/image142.png"/><Relationship Id="rId157" Type="http://schemas.openxmlformats.org/officeDocument/2006/relationships/image" Target="../media/image184.png"/><Relationship Id="rId322" Type="http://schemas.openxmlformats.org/officeDocument/2006/relationships/image" Target="../media/image337.png"/><Relationship Id="rId364" Type="http://schemas.openxmlformats.org/officeDocument/2006/relationships/image" Target="../media/image13.png"/><Relationship Id="rId61" Type="http://schemas.openxmlformats.org/officeDocument/2006/relationships/image" Target="../media/image88.png"/><Relationship Id="rId199" Type="http://schemas.openxmlformats.org/officeDocument/2006/relationships/image" Target="../media/image214.png"/><Relationship Id="rId19" Type="http://schemas.openxmlformats.org/officeDocument/2006/relationships/image" Target="../media/image46.png"/><Relationship Id="rId224" Type="http://schemas.openxmlformats.org/officeDocument/2006/relationships/image" Target="../media/image239.png"/><Relationship Id="rId266" Type="http://schemas.openxmlformats.org/officeDocument/2006/relationships/image" Target="../media/image281.png"/><Relationship Id="rId431" Type="http://schemas.openxmlformats.org/officeDocument/2006/relationships/image" Target="../media/image434.png"/><Relationship Id="rId473" Type="http://schemas.openxmlformats.org/officeDocument/2006/relationships/image" Target="../media/image472.png"/><Relationship Id="rId30" Type="http://schemas.openxmlformats.org/officeDocument/2006/relationships/image" Target="../media/image57.png"/><Relationship Id="rId126" Type="http://schemas.openxmlformats.org/officeDocument/2006/relationships/image" Target="../media/image153.png"/><Relationship Id="rId168" Type="http://schemas.openxmlformats.org/officeDocument/2006/relationships/image" Target="../media/image4.png"/><Relationship Id="rId333" Type="http://schemas.openxmlformats.org/officeDocument/2006/relationships/image" Target="../media/image348.png"/><Relationship Id="rId72" Type="http://schemas.openxmlformats.org/officeDocument/2006/relationships/image" Target="../media/image99.png"/><Relationship Id="rId375" Type="http://schemas.openxmlformats.org/officeDocument/2006/relationships/image" Target="../media/image389.png"/><Relationship Id="rId3" Type="http://schemas.openxmlformats.org/officeDocument/2006/relationships/image" Target="../media/image30.png"/><Relationship Id="rId235" Type="http://schemas.openxmlformats.org/officeDocument/2006/relationships/image" Target="../media/image250.png"/><Relationship Id="rId277" Type="http://schemas.openxmlformats.org/officeDocument/2006/relationships/image" Target="../media/image292.png"/><Relationship Id="rId400" Type="http://schemas.openxmlformats.org/officeDocument/2006/relationships/image" Target="../media/image410.png"/><Relationship Id="rId442" Type="http://schemas.openxmlformats.org/officeDocument/2006/relationships/image" Target="../media/image442.png"/><Relationship Id="rId484" Type="http://schemas.openxmlformats.org/officeDocument/2006/relationships/image" Target="../media/image483.png"/><Relationship Id="rId137" Type="http://schemas.openxmlformats.org/officeDocument/2006/relationships/image" Target="../media/image164.png"/><Relationship Id="rId302" Type="http://schemas.openxmlformats.org/officeDocument/2006/relationships/image" Target="../media/image317.png"/><Relationship Id="rId344" Type="http://schemas.openxmlformats.org/officeDocument/2006/relationships/image" Target="../media/image3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9.gi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gi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gi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gi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.gi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77637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64" y="467971"/>
            <a:ext cx="7330236" cy="1172256"/>
          </a:xfrm>
        </p:spPr>
        <p:txBody>
          <a:bodyPr/>
          <a:lstStyle/>
          <a:p>
            <a:r>
              <a:rPr lang="en-US" altLang="ko-KR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1</a:t>
            </a:r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차 프로젝트 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B30E757C-43B9-E6B3-15E5-CDDFDFF16DAF}"/>
              </a:ext>
            </a:extLst>
          </p:cNvPr>
          <p:cNvSpPr txBox="1">
            <a:spLocks/>
          </p:cNvSpPr>
          <p:nvPr/>
        </p:nvSpPr>
        <p:spPr>
          <a:xfrm>
            <a:off x="442163" y="1640227"/>
            <a:ext cx="4817447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r>
              <a:rPr lang="ko-KR" altLang="en-US" sz="24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통신사 및 사용자 대역 인프라 구축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663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895540" y="2352378"/>
            <a:ext cx="5128459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팀원 소개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</a:t>
              </a:r>
            </a:p>
          </p:txBody>
        </p:sp>
      </p:grp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193386" y="2353415"/>
            <a:ext cx="5103074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908113" y="4163610"/>
            <a:ext cx="5128459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193386" y="4164157"/>
            <a:ext cx="5103074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3186435" y="2494587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박희진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1279549" y="4677774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구현 보조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기능 개발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코드 정리 및 구조화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</a:t>
            </a:r>
            <a:r>
              <a:rPr lang="ko-KR" altLang="en-US" sz="1200" dirty="0" err="1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시크도도녀</a:t>
            </a: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105365" y="4326264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0BFB6A0-F1F3-2AB1-3C87-C15F9333E859}"/>
              </a:ext>
            </a:extLst>
          </p:cNvPr>
          <p:cNvSpPr/>
          <p:nvPr/>
        </p:nvSpPr>
        <p:spPr>
          <a:xfrm>
            <a:off x="8319466" y="258536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4F8B47-6E9B-E32D-8561-3A90A2101655}"/>
              </a:ext>
            </a:extLst>
          </p:cNvPr>
          <p:cNvSpPr/>
          <p:nvPr/>
        </p:nvSpPr>
        <p:spPr>
          <a:xfrm>
            <a:off x="7697797" y="2484741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한준희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DD6953-1A71-4F96-B1C0-6F28EC78E1E4}"/>
              </a:ext>
            </a:extLst>
          </p:cNvPr>
          <p:cNvSpPr/>
          <p:nvPr/>
        </p:nvSpPr>
        <p:spPr>
          <a:xfrm>
            <a:off x="3186435" y="5140430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김윤영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98CA24-EEF1-896E-FB34-108127023E31}"/>
              </a:ext>
            </a:extLst>
          </p:cNvPr>
          <p:cNvSpPr/>
          <p:nvPr/>
        </p:nvSpPr>
        <p:spPr>
          <a:xfrm>
            <a:off x="7675425" y="5140430"/>
            <a:ext cx="1355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이명재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C06376D-68DC-25EC-5EBE-E544DC6076B8}"/>
              </a:ext>
            </a:extLst>
          </p:cNvPr>
          <p:cNvGrpSpPr/>
          <p:nvPr/>
        </p:nvGrpSpPr>
        <p:grpSpPr>
          <a:xfrm>
            <a:off x="3095174" y="3155869"/>
            <a:ext cx="6038994" cy="1806400"/>
            <a:chOff x="3095174" y="3155869"/>
            <a:chExt cx="6038994" cy="1806400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AB0C851-6770-E99C-4C63-C0EC0DDB0DBC}"/>
                </a:ext>
              </a:extLst>
            </p:cNvPr>
            <p:cNvSpPr/>
            <p:nvPr/>
          </p:nvSpPr>
          <p:spPr>
            <a:xfrm>
              <a:off x="3095174" y="3155869"/>
              <a:ext cx="6038994" cy="1806400"/>
            </a:xfrm>
            <a:prstGeom prst="ellipse">
              <a:avLst/>
            </a:prstGeom>
            <a:solidFill>
              <a:srgbClr val="00BFA6"/>
            </a:solidFill>
            <a:ln>
              <a:solidFill>
                <a:srgbClr val="00BF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EA25EC1-D6BB-3E6E-4F96-A8A541937445}"/>
                </a:ext>
              </a:extLst>
            </p:cNvPr>
            <p:cNvSpPr/>
            <p:nvPr/>
          </p:nvSpPr>
          <p:spPr>
            <a:xfrm>
              <a:off x="5055023" y="3390856"/>
              <a:ext cx="203850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800" b="1" dirty="0">
                  <a:ln cmpd="dbl">
                    <a:solidFill>
                      <a:srgbClr val="00BFA6">
                        <a:alpha val="15000"/>
                      </a:srgb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팀장 </a:t>
              </a:r>
              <a:r>
                <a:rPr lang="ko-KR" altLang="en-US" sz="2800" b="1" dirty="0" err="1">
                  <a:ln cmpd="dbl">
                    <a:solidFill>
                      <a:srgbClr val="00BFA6">
                        <a:alpha val="15000"/>
                      </a:srgb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이은비</a:t>
              </a:r>
              <a:endParaRPr lang="ko-KR" altLang="en-US" sz="2800" b="1" dirty="0">
                <a:ln cmpd="dbl">
                  <a:solidFill>
                    <a:srgbClr val="00BFA6">
                      <a:alpha val="15000"/>
                    </a:srgb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40047B0-FFE5-29F5-51BC-FE0799C538CD}"/>
                </a:ext>
              </a:extLst>
            </p:cNvPr>
            <p:cNvSpPr/>
            <p:nvPr/>
          </p:nvSpPr>
          <p:spPr>
            <a:xfrm>
              <a:off x="4554569" y="3840422"/>
              <a:ext cx="308261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ko-KR" altLang="en-US" sz="28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 담당</a:t>
              </a:r>
              <a:r>
                <a:rPr lang="en-US" altLang="ko-KR" sz="28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28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총괄</a:t>
              </a:r>
              <a:endParaRPr lang="en-US" altLang="ko-KR" sz="2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0" algn="r">
                <a:defRPr/>
              </a:pPr>
              <a:r>
                <a:rPr lang="en-US" altLang="ko-KR" sz="12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2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팀 내의 바지사장 담당</a:t>
              </a:r>
              <a:endParaRPr lang="en-US" altLang="ko-KR" sz="12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4427876-CA86-EE85-7BB9-882F775A7D30}"/>
              </a:ext>
            </a:extLst>
          </p:cNvPr>
          <p:cNvSpPr txBox="1"/>
          <p:nvPr/>
        </p:nvSpPr>
        <p:spPr>
          <a:xfrm>
            <a:off x="7798812" y="4750920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서버 테스트 자동화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패키지 설치 서비스 활성화 코드 작성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잡도리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550BBBC-9DC4-CFF4-308E-BB11A8A4821E}"/>
              </a:ext>
            </a:extLst>
          </p:cNvPr>
          <p:cNvSpPr/>
          <p:nvPr/>
        </p:nvSpPr>
        <p:spPr>
          <a:xfrm>
            <a:off x="7242942" y="4337019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EFD7CA-D083-1D7F-1914-8756E41D0E4D}"/>
              </a:ext>
            </a:extLst>
          </p:cNvPr>
          <p:cNvSpPr txBox="1"/>
          <p:nvPr/>
        </p:nvSpPr>
        <p:spPr>
          <a:xfrm>
            <a:off x="7773357" y="2951139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서버 구축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웹 사이트 제작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 algn="r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장난꾸러기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362F93-6EB6-D8AF-58F4-70A54879EF39}"/>
              </a:ext>
            </a:extLst>
          </p:cNvPr>
          <p:cNvSpPr/>
          <p:nvPr/>
        </p:nvSpPr>
        <p:spPr>
          <a:xfrm>
            <a:off x="7200239" y="2537238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138802-198F-1785-E088-31EC1A76CF62}"/>
              </a:ext>
            </a:extLst>
          </p:cNvPr>
          <p:cNvSpPr txBox="1"/>
          <p:nvPr/>
        </p:nvSpPr>
        <p:spPr>
          <a:xfrm>
            <a:off x="1057522" y="2993507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서버 구축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팀 내의 묵묵함 담당</a:t>
            </a:r>
            <a:endParaRPr lang="en-US" altLang="ko-KR" sz="12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035E9A1-0BF4-7D5F-EC24-08CCAB877B8B}"/>
              </a:ext>
            </a:extLst>
          </p:cNvPr>
          <p:cNvSpPr/>
          <p:nvPr/>
        </p:nvSpPr>
        <p:spPr>
          <a:xfrm>
            <a:off x="994177" y="2617697"/>
            <a:ext cx="3904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담당</a:t>
            </a:r>
            <a:endParaRPr lang="ko-KR" altLang="en-US" sz="20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1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3AB8F6-2385-B397-78A8-5CBDC71CE265}"/>
              </a:ext>
            </a:extLst>
          </p:cNvPr>
          <p:cNvSpPr/>
          <p:nvPr/>
        </p:nvSpPr>
        <p:spPr>
          <a:xfrm>
            <a:off x="0" y="8626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F696A95D-2E31-61A6-31C9-A0D1AFAE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34" y="981075"/>
            <a:ext cx="5507832" cy="4895850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CAFEF811-F33C-1424-D764-B9FB6E1FAC90}"/>
              </a:ext>
            </a:extLst>
          </p:cNvPr>
          <p:cNvSpPr txBox="1">
            <a:spLocks/>
          </p:cNvSpPr>
          <p:nvPr/>
        </p:nvSpPr>
        <p:spPr>
          <a:xfrm>
            <a:off x="1233757" y="775969"/>
            <a:ext cx="38862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48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목  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3E6D0F-6C2C-F153-BC40-567D77F8E5EC}"/>
              </a:ext>
            </a:extLst>
          </p:cNvPr>
          <p:cNvSpPr/>
          <p:nvPr/>
        </p:nvSpPr>
        <p:spPr>
          <a:xfrm rot="5400000">
            <a:off x="3126722" y="489501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664F225-C45D-545E-902D-1221A41B6849}"/>
              </a:ext>
            </a:extLst>
          </p:cNvPr>
          <p:cNvGrpSpPr/>
          <p:nvPr/>
        </p:nvGrpSpPr>
        <p:grpSpPr>
          <a:xfrm>
            <a:off x="470124" y="1839974"/>
            <a:ext cx="7022766" cy="3348974"/>
            <a:chOff x="742539" y="2184779"/>
            <a:chExt cx="7022766" cy="33489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4846F1-6E28-F6B1-4386-E8E9167CE931}"/>
                </a:ext>
              </a:extLst>
            </p:cNvPr>
            <p:cNvSpPr txBox="1"/>
            <p:nvPr/>
          </p:nvSpPr>
          <p:spPr>
            <a:xfrm>
              <a:off x="742539" y="2571478"/>
              <a:ext cx="2670447" cy="296227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소개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개요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일정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시나리오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프로젝트 기술리스트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)</a:t>
              </a:r>
            </a:p>
            <a:p>
              <a:pPr marL="971550" lvl="1" indent="-514350">
                <a:spcAft>
                  <a:spcPts val="200"/>
                </a:spcAft>
                <a:buFont typeface="+mj-lt"/>
                <a:buAutoNum type="arabicPeriod"/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2.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 구축 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논리 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물리 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3.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흐름도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구성도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제원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운영체제 정보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서비스별 패키지 정보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)</a:t>
              </a:r>
            </a:p>
            <a:p>
              <a:pPr marL="742950" lvl="1" indent="-285750">
                <a:spcAft>
                  <a:spcPts val="200"/>
                </a:spcAft>
                <a:buFontTx/>
                <a:buChar char="-"/>
              </a:pP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28EFA1-4F91-3A7D-C9DF-677690E49156}"/>
                </a:ext>
              </a:extLst>
            </p:cNvPr>
            <p:cNvSpPr txBox="1"/>
            <p:nvPr/>
          </p:nvSpPr>
          <p:spPr>
            <a:xfrm>
              <a:off x="2974001" y="2184779"/>
              <a:ext cx="4791304" cy="2236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4.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파이썬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로그분석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2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(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주피터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아파치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, FTP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로그 분석</a:t>
              </a: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)</a:t>
              </a: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네트워크 자동화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자동화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 lvl="1"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결과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pPr>
                <a:spcAft>
                  <a:spcPts val="200"/>
                </a:spcAft>
              </a:pPr>
              <a:r>
                <a:rPr lang="en-US" altLang="ko-KR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5. </a:t>
              </a:r>
              <a:r>
                <a:rPr lang="ko-KR" altLang="en-US" sz="1400" dirty="0" err="1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미구현</a:t>
              </a:r>
              <a:r>
                <a:rPr lang="ko-KR" altLang="en-US" sz="14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기능 및 마무리</a:t>
              </a:r>
              <a:endParaRPr lang="en-US" altLang="ko-KR" sz="14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952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CAB192-0A20-1563-80DF-74ECC87569BB}"/>
              </a:ext>
            </a:extLst>
          </p:cNvPr>
          <p:cNvSpPr/>
          <p:nvPr/>
        </p:nvSpPr>
        <p:spPr>
          <a:xfrm>
            <a:off x="14514" y="-164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D7D7E8C-FF67-76CD-D65C-7800FC1C8963}"/>
              </a:ext>
            </a:extLst>
          </p:cNvPr>
          <p:cNvGrpSpPr/>
          <p:nvPr/>
        </p:nvGrpSpPr>
        <p:grpSpPr>
          <a:xfrm>
            <a:off x="2300288" y="587989"/>
            <a:ext cx="7591425" cy="1024432"/>
            <a:chOff x="2300288" y="464164"/>
            <a:chExt cx="7591425" cy="1024432"/>
          </a:xfrm>
        </p:grpSpPr>
        <p:sp>
          <p:nvSpPr>
            <p:cNvPr id="14" name="제목 5">
              <a:extLst>
                <a:ext uri="{FF2B5EF4-FFF2-40B4-BE49-F238E27FC236}">
                  <a16:creationId xmlns:a16="http://schemas.microsoft.com/office/drawing/2014/main" id="{8E0915B9-8885-A9DF-B72F-D3281FE93D1D}"/>
                </a:ext>
              </a:extLst>
            </p:cNvPr>
            <p:cNvSpPr txBox="1">
              <a:spLocks/>
            </p:cNvSpPr>
            <p:nvPr/>
          </p:nvSpPr>
          <p:spPr>
            <a:xfrm>
              <a:off x="2300288" y="878694"/>
              <a:ext cx="7591425" cy="60990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3200" dirty="0">
                  <a:solidFill>
                    <a:schemeClr val="tx2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  <a:cs typeface="+mn-cs"/>
                </a:rPr>
                <a:t>프로젝트 목표</a:t>
              </a: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2C97BBB6-3DDA-D558-16A7-8DAB66E5FD4F}"/>
                </a:ext>
              </a:extLst>
            </p:cNvPr>
            <p:cNvSpPr/>
            <p:nvPr/>
          </p:nvSpPr>
          <p:spPr>
            <a:xfrm>
              <a:off x="5214938" y="464164"/>
              <a:ext cx="1762125" cy="307361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1</a:t>
              </a:r>
              <a:r>
                <a:rPr lang="ko-KR" altLang="en-US" sz="1000" dirty="0">
                  <a:solidFill>
                    <a:schemeClr val="accent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차 프로젝트 목적</a:t>
              </a:r>
            </a:p>
          </p:txBody>
        </p:sp>
      </p:grpSp>
      <p:sp>
        <p:nvSpPr>
          <p:cNvPr id="20" name="Freeform 35">
            <a:extLst>
              <a:ext uri="{FF2B5EF4-FFF2-40B4-BE49-F238E27FC236}">
                <a16:creationId xmlns:a16="http://schemas.microsoft.com/office/drawing/2014/main" id="{0C07B076-C09C-CEBC-043E-F861B18E4479}"/>
              </a:ext>
            </a:extLst>
          </p:cNvPr>
          <p:cNvSpPr>
            <a:spLocks/>
          </p:cNvSpPr>
          <p:nvPr/>
        </p:nvSpPr>
        <p:spPr bwMode="auto">
          <a:xfrm>
            <a:off x="4391025" y="2343583"/>
            <a:ext cx="1613310" cy="1613308"/>
          </a:xfrm>
          <a:custGeom>
            <a:avLst/>
            <a:gdLst>
              <a:gd name="T0" fmla="*/ 766 w 2334"/>
              <a:gd name="T1" fmla="*/ 2314 h 2334"/>
              <a:gd name="T2" fmla="*/ 2313 w 2334"/>
              <a:gd name="T3" fmla="*/ 766 h 2334"/>
              <a:gd name="T4" fmla="*/ 2334 w 2334"/>
              <a:gd name="T5" fmla="*/ 494 h 2334"/>
              <a:gd name="T6" fmla="*/ 2267 w 2334"/>
              <a:gd name="T7" fmla="*/ 0 h 2334"/>
              <a:gd name="T8" fmla="*/ 522 w 2334"/>
              <a:gd name="T9" fmla="*/ 0 h 2334"/>
              <a:gd name="T10" fmla="*/ 0 w 2334"/>
              <a:gd name="T11" fmla="*/ 522 h 2334"/>
              <a:gd name="T12" fmla="*/ 0 w 2334"/>
              <a:gd name="T13" fmla="*/ 2267 h 2334"/>
              <a:gd name="T14" fmla="*/ 493 w 2334"/>
              <a:gd name="T15" fmla="*/ 2334 h 2334"/>
              <a:gd name="T16" fmla="*/ 766 w 2334"/>
              <a:gd name="T17" fmla="*/ 231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766" y="2314"/>
                </a:moveTo>
                <a:cubicBezTo>
                  <a:pt x="838" y="1493"/>
                  <a:pt x="1492" y="839"/>
                  <a:pt x="2313" y="766"/>
                </a:cubicBezTo>
                <a:cubicBezTo>
                  <a:pt x="2327" y="677"/>
                  <a:pt x="2334" y="586"/>
                  <a:pt x="2334" y="494"/>
                </a:cubicBezTo>
                <a:cubicBezTo>
                  <a:pt x="2334" y="323"/>
                  <a:pt x="2310" y="157"/>
                  <a:pt x="2267" y="0"/>
                </a:cubicBezTo>
                <a:lnTo>
                  <a:pt x="522" y="0"/>
                </a:lnTo>
                <a:cubicBezTo>
                  <a:pt x="235" y="0"/>
                  <a:pt x="0" y="235"/>
                  <a:pt x="0" y="522"/>
                </a:cubicBezTo>
                <a:lnTo>
                  <a:pt x="0" y="2267"/>
                </a:lnTo>
                <a:cubicBezTo>
                  <a:pt x="157" y="2311"/>
                  <a:pt x="322" y="2334"/>
                  <a:pt x="493" y="2334"/>
                </a:cubicBezTo>
                <a:cubicBezTo>
                  <a:pt x="586" y="2334"/>
                  <a:pt x="677" y="2327"/>
                  <a:pt x="766" y="231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5" name="Freeform 37">
            <a:extLst>
              <a:ext uri="{FF2B5EF4-FFF2-40B4-BE49-F238E27FC236}">
                <a16:creationId xmlns:a16="http://schemas.microsoft.com/office/drawing/2014/main" id="{DD863FE1-3AFB-F08F-27DF-B628AD38CB28}"/>
              </a:ext>
            </a:extLst>
          </p:cNvPr>
          <p:cNvSpPr>
            <a:spLocks/>
          </p:cNvSpPr>
          <p:nvPr/>
        </p:nvSpPr>
        <p:spPr bwMode="auto">
          <a:xfrm>
            <a:off x="6213050" y="2343583"/>
            <a:ext cx="1587925" cy="1613308"/>
          </a:xfrm>
          <a:custGeom>
            <a:avLst/>
            <a:gdLst>
              <a:gd name="T0" fmla="*/ 21 w 2296"/>
              <a:gd name="T1" fmla="*/ 770 h 2334"/>
              <a:gd name="T2" fmla="*/ 1530 w 2296"/>
              <a:gd name="T3" fmla="*/ 2308 h 2334"/>
              <a:gd name="T4" fmla="*/ 1841 w 2296"/>
              <a:gd name="T5" fmla="*/ 2334 h 2334"/>
              <a:gd name="T6" fmla="*/ 2296 w 2296"/>
              <a:gd name="T7" fmla="*/ 2277 h 2334"/>
              <a:gd name="T8" fmla="*/ 2296 w 2296"/>
              <a:gd name="T9" fmla="*/ 522 h 2334"/>
              <a:gd name="T10" fmla="*/ 1774 w 2296"/>
              <a:gd name="T11" fmla="*/ 0 h 2334"/>
              <a:gd name="T12" fmla="*/ 67 w 2296"/>
              <a:gd name="T13" fmla="*/ 0 h 2334"/>
              <a:gd name="T14" fmla="*/ 0 w 2296"/>
              <a:gd name="T15" fmla="*/ 494 h 2334"/>
              <a:gd name="T16" fmla="*/ 21 w 2296"/>
              <a:gd name="T17" fmla="*/ 7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34">
                <a:moveTo>
                  <a:pt x="21" y="770"/>
                </a:moveTo>
                <a:cubicBezTo>
                  <a:pt x="822" y="859"/>
                  <a:pt x="1455" y="1503"/>
                  <a:pt x="1530" y="2308"/>
                </a:cubicBezTo>
                <a:cubicBezTo>
                  <a:pt x="1631" y="2325"/>
                  <a:pt x="1735" y="2334"/>
                  <a:pt x="1841" y="2334"/>
                </a:cubicBezTo>
                <a:cubicBezTo>
                  <a:pt x="1998" y="2334"/>
                  <a:pt x="2150" y="2314"/>
                  <a:pt x="2296" y="2277"/>
                </a:cubicBezTo>
                <a:lnTo>
                  <a:pt x="2296" y="522"/>
                </a:lnTo>
                <a:cubicBezTo>
                  <a:pt x="2296" y="235"/>
                  <a:pt x="2061" y="0"/>
                  <a:pt x="1774" y="0"/>
                </a:cubicBezTo>
                <a:lnTo>
                  <a:pt x="67" y="0"/>
                </a:lnTo>
                <a:cubicBezTo>
                  <a:pt x="24" y="157"/>
                  <a:pt x="0" y="323"/>
                  <a:pt x="0" y="494"/>
                </a:cubicBezTo>
                <a:cubicBezTo>
                  <a:pt x="0" y="588"/>
                  <a:pt x="7" y="680"/>
                  <a:pt x="21" y="770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6" name="Freeform 39">
            <a:extLst>
              <a:ext uri="{FF2B5EF4-FFF2-40B4-BE49-F238E27FC236}">
                <a16:creationId xmlns:a16="http://schemas.microsoft.com/office/drawing/2014/main" id="{19F3D61A-A15B-DB3E-0A46-D8D0C69FF5AB}"/>
              </a:ext>
            </a:extLst>
          </p:cNvPr>
          <p:cNvSpPr>
            <a:spLocks/>
          </p:cNvSpPr>
          <p:nvPr/>
        </p:nvSpPr>
        <p:spPr bwMode="auto">
          <a:xfrm>
            <a:off x="4391025" y="4154325"/>
            <a:ext cx="1613310" cy="1602026"/>
          </a:xfrm>
          <a:custGeom>
            <a:avLst/>
            <a:gdLst>
              <a:gd name="T0" fmla="*/ 2310 w 2334"/>
              <a:gd name="T1" fmla="*/ 1548 h 2315"/>
              <a:gd name="T2" fmla="*/ 767 w 2334"/>
              <a:gd name="T3" fmla="*/ 20 h 2315"/>
              <a:gd name="T4" fmla="*/ 493 w 2334"/>
              <a:gd name="T5" fmla="*/ 0 h 2315"/>
              <a:gd name="T6" fmla="*/ 0 w 2334"/>
              <a:gd name="T7" fmla="*/ 67 h 2315"/>
              <a:gd name="T8" fmla="*/ 0 w 2334"/>
              <a:gd name="T9" fmla="*/ 1793 h 2315"/>
              <a:gd name="T10" fmla="*/ 522 w 2334"/>
              <a:gd name="T11" fmla="*/ 2315 h 2315"/>
              <a:gd name="T12" fmla="*/ 2272 w 2334"/>
              <a:gd name="T13" fmla="*/ 2315 h 2315"/>
              <a:gd name="T14" fmla="*/ 2334 w 2334"/>
              <a:gd name="T15" fmla="*/ 1840 h 2315"/>
              <a:gd name="T16" fmla="*/ 2310 w 2334"/>
              <a:gd name="T17" fmla="*/ 1548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15">
                <a:moveTo>
                  <a:pt x="2310" y="1548"/>
                </a:moveTo>
                <a:cubicBezTo>
                  <a:pt x="1497" y="1475"/>
                  <a:pt x="848" y="831"/>
                  <a:pt x="767" y="20"/>
                </a:cubicBezTo>
                <a:cubicBezTo>
                  <a:pt x="678" y="7"/>
                  <a:pt x="586" y="0"/>
                  <a:pt x="493" y="0"/>
                </a:cubicBezTo>
                <a:cubicBezTo>
                  <a:pt x="322" y="0"/>
                  <a:pt x="157" y="23"/>
                  <a:pt x="0" y="67"/>
                </a:cubicBezTo>
                <a:lnTo>
                  <a:pt x="0" y="1793"/>
                </a:lnTo>
                <a:cubicBezTo>
                  <a:pt x="0" y="2080"/>
                  <a:pt x="235" y="2315"/>
                  <a:pt x="522" y="2315"/>
                </a:cubicBezTo>
                <a:lnTo>
                  <a:pt x="2272" y="2315"/>
                </a:lnTo>
                <a:cubicBezTo>
                  <a:pt x="2312" y="2163"/>
                  <a:pt x="2334" y="2004"/>
                  <a:pt x="2334" y="1840"/>
                </a:cubicBezTo>
                <a:cubicBezTo>
                  <a:pt x="2334" y="1741"/>
                  <a:pt x="2326" y="1644"/>
                  <a:pt x="2310" y="154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36B17971-6AC8-C3A2-8A57-D4EB15017C60}"/>
              </a:ext>
            </a:extLst>
          </p:cNvPr>
          <p:cNvSpPr>
            <a:spLocks/>
          </p:cNvSpPr>
          <p:nvPr/>
        </p:nvSpPr>
        <p:spPr bwMode="auto">
          <a:xfrm>
            <a:off x="6213050" y="4154325"/>
            <a:ext cx="1587925" cy="1602026"/>
          </a:xfrm>
          <a:custGeom>
            <a:avLst/>
            <a:gdLst>
              <a:gd name="T0" fmla="*/ 2296 w 2296"/>
              <a:gd name="T1" fmla="*/ 1793 h 2315"/>
              <a:gd name="T2" fmla="*/ 2296 w 2296"/>
              <a:gd name="T3" fmla="*/ 57 h 2315"/>
              <a:gd name="T4" fmla="*/ 1841 w 2296"/>
              <a:gd name="T5" fmla="*/ 0 h 2315"/>
              <a:gd name="T6" fmla="*/ 1528 w 2296"/>
              <a:gd name="T7" fmla="*/ 26 h 2315"/>
              <a:gd name="T8" fmla="*/ 24 w 2296"/>
              <a:gd name="T9" fmla="*/ 1545 h 2315"/>
              <a:gd name="T10" fmla="*/ 0 w 2296"/>
              <a:gd name="T11" fmla="*/ 1840 h 2315"/>
              <a:gd name="T12" fmla="*/ 62 w 2296"/>
              <a:gd name="T13" fmla="*/ 2315 h 2315"/>
              <a:gd name="T14" fmla="*/ 1774 w 2296"/>
              <a:gd name="T15" fmla="*/ 2315 h 2315"/>
              <a:gd name="T16" fmla="*/ 2296 w 2296"/>
              <a:gd name="T17" fmla="*/ 1793 h 2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6" h="2315">
                <a:moveTo>
                  <a:pt x="2296" y="1793"/>
                </a:moveTo>
                <a:lnTo>
                  <a:pt x="2296" y="57"/>
                </a:lnTo>
                <a:cubicBezTo>
                  <a:pt x="2150" y="19"/>
                  <a:pt x="1998" y="0"/>
                  <a:pt x="1841" y="0"/>
                </a:cubicBezTo>
                <a:cubicBezTo>
                  <a:pt x="1734" y="0"/>
                  <a:pt x="1630" y="9"/>
                  <a:pt x="1528" y="26"/>
                </a:cubicBezTo>
                <a:cubicBezTo>
                  <a:pt x="1445" y="822"/>
                  <a:pt x="817" y="1455"/>
                  <a:pt x="24" y="1545"/>
                </a:cubicBezTo>
                <a:cubicBezTo>
                  <a:pt x="8" y="1641"/>
                  <a:pt x="0" y="1740"/>
                  <a:pt x="0" y="1840"/>
                </a:cubicBezTo>
                <a:cubicBezTo>
                  <a:pt x="0" y="2004"/>
                  <a:pt x="22" y="2163"/>
                  <a:pt x="62" y="2315"/>
                </a:cubicBezTo>
                <a:lnTo>
                  <a:pt x="1774" y="2315"/>
                </a:lnTo>
                <a:cubicBezTo>
                  <a:pt x="2061" y="2315"/>
                  <a:pt x="2296" y="2080"/>
                  <a:pt x="2296" y="1793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A778920C-45B7-2BBB-C31E-607D1A623F15}"/>
              </a:ext>
            </a:extLst>
          </p:cNvPr>
          <p:cNvSpPr>
            <a:spLocks/>
          </p:cNvSpPr>
          <p:nvPr/>
        </p:nvSpPr>
        <p:spPr bwMode="auto">
          <a:xfrm>
            <a:off x="4921274" y="2873831"/>
            <a:ext cx="1068960" cy="1068959"/>
          </a:xfrm>
          <a:custGeom>
            <a:avLst/>
            <a:gdLst>
              <a:gd name="T0" fmla="*/ 1547 w 1547"/>
              <a:gd name="T1" fmla="*/ 0 h 1548"/>
              <a:gd name="T2" fmla="*/ 0 w 1547"/>
              <a:gd name="T3" fmla="*/ 1548 h 1548"/>
              <a:gd name="T4" fmla="*/ 1547 w 1547"/>
              <a:gd name="T5" fmla="*/ 0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7" h="1548">
                <a:moveTo>
                  <a:pt x="1547" y="0"/>
                </a:moveTo>
                <a:cubicBezTo>
                  <a:pt x="726" y="73"/>
                  <a:pt x="72" y="727"/>
                  <a:pt x="0" y="1548"/>
                </a:cubicBezTo>
                <a:cubicBezTo>
                  <a:pt x="798" y="1429"/>
                  <a:pt x="1429" y="798"/>
                  <a:pt x="1547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29" name="Freeform 38">
            <a:extLst>
              <a:ext uri="{FF2B5EF4-FFF2-40B4-BE49-F238E27FC236}">
                <a16:creationId xmlns:a16="http://schemas.microsoft.com/office/drawing/2014/main" id="{232F4D65-61FB-0D62-E1D1-913C407BF3A5}"/>
              </a:ext>
            </a:extLst>
          </p:cNvPr>
          <p:cNvSpPr>
            <a:spLocks/>
          </p:cNvSpPr>
          <p:nvPr/>
        </p:nvSpPr>
        <p:spPr bwMode="auto">
          <a:xfrm>
            <a:off x="6229972" y="2876653"/>
            <a:ext cx="1043574" cy="1063318"/>
          </a:xfrm>
          <a:custGeom>
            <a:avLst/>
            <a:gdLst>
              <a:gd name="T0" fmla="*/ 1509 w 1509"/>
              <a:gd name="T1" fmla="*/ 1538 h 1538"/>
              <a:gd name="T2" fmla="*/ 0 w 1509"/>
              <a:gd name="T3" fmla="*/ 0 h 1538"/>
              <a:gd name="T4" fmla="*/ 1509 w 1509"/>
              <a:gd name="T5" fmla="*/ 1538 h 1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9" h="1538">
                <a:moveTo>
                  <a:pt x="1509" y="1538"/>
                </a:moveTo>
                <a:cubicBezTo>
                  <a:pt x="1434" y="733"/>
                  <a:pt x="801" y="89"/>
                  <a:pt x="0" y="0"/>
                </a:cubicBezTo>
                <a:cubicBezTo>
                  <a:pt x="118" y="784"/>
                  <a:pt x="730" y="1405"/>
                  <a:pt x="1509" y="1538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0" name="Freeform 40">
            <a:extLst>
              <a:ext uri="{FF2B5EF4-FFF2-40B4-BE49-F238E27FC236}">
                <a16:creationId xmlns:a16="http://schemas.microsoft.com/office/drawing/2014/main" id="{D3A48DA6-E9CC-ABA1-AA92-1F26C45F3B50}"/>
              </a:ext>
            </a:extLst>
          </p:cNvPr>
          <p:cNvSpPr>
            <a:spLocks/>
          </p:cNvSpPr>
          <p:nvPr/>
        </p:nvSpPr>
        <p:spPr bwMode="auto">
          <a:xfrm>
            <a:off x="4921274" y="4168428"/>
            <a:ext cx="1066138" cy="1057677"/>
          </a:xfrm>
          <a:custGeom>
            <a:avLst/>
            <a:gdLst>
              <a:gd name="T0" fmla="*/ 0 w 1543"/>
              <a:gd name="T1" fmla="*/ 0 h 1528"/>
              <a:gd name="T2" fmla="*/ 1543 w 1543"/>
              <a:gd name="T3" fmla="*/ 1528 h 1528"/>
              <a:gd name="T4" fmla="*/ 0 w 1543"/>
              <a:gd name="T5" fmla="*/ 0 h 1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43" h="1528">
                <a:moveTo>
                  <a:pt x="0" y="0"/>
                </a:moveTo>
                <a:cubicBezTo>
                  <a:pt x="81" y="811"/>
                  <a:pt x="730" y="1455"/>
                  <a:pt x="1543" y="1528"/>
                </a:cubicBezTo>
                <a:cubicBezTo>
                  <a:pt x="1418" y="740"/>
                  <a:pt x="791" y="118"/>
                  <a:pt x="0" y="0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1" name="Freeform 42">
            <a:extLst>
              <a:ext uri="{FF2B5EF4-FFF2-40B4-BE49-F238E27FC236}">
                <a16:creationId xmlns:a16="http://schemas.microsoft.com/office/drawing/2014/main" id="{D2B49593-EA94-C3BE-B215-F8CB6BEB25A5}"/>
              </a:ext>
            </a:extLst>
          </p:cNvPr>
          <p:cNvSpPr>
            <a:spLocks/>
          </p:cNvSpPr>
          <p:nvPr/>
        </p:nvSpPr>
        <p:spPr bwMode="auto">
          <a:xfrm>
            <a:off x="6229972" y="4174069"/>
            <a:ext cx="1040755" cy="1049214"/>
          </a:xfrm>
          <a:custGeom>
            <a:avLst/>
            <a:gdLst>
              <a:gd name="T0" fmla="*/ 0 w 1504"/>
              <a:gd name="T1" fmla="*/ 1519 h 1519"/>
              <a:gd name="T2" fmla="*/ 1504 w 1504"/>
              <a:gd name="T3" fmla="*/ 0 h 1519"/>
              <a:gd name="T4" fmla="*/ 0 w 1504"/>
              <a:gd name="T5" fmla="*/ 1519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4" h="1519">
                <a:moveTo>
                  <a:pt x="0" y="1519"/>
                </a:moveTo>
                <a:cubicBezTo>
                  <a:pt x="793" y="1429"/>
                  <a:pt x="1421" y="796"/>
                  <a:pt x="1504" y="0"/>
                </a:cubicBezTo>
                <a:cubicBezTo>
                  <a:pt x="732" y="132"/>
                  <a:pt x="125" y="745"/>
                  <a:pt x="0" y="1519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16B296-7F1A-A386-D099-5CDF75E4FDFF}"/>
              </a:ext>
            </a:extLst>
          </p:cNvPr>
          <p:cNvSpPr/>
          <p:nvPr/>
        </p:nvSpPr>
        <p:spPr>
          <a:xfrm>
            <a:off x="4988692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01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F549D-6EEB-83FF-09A6-E7DC0AE2386A}"/>
              </a:ext>
            </a:extLst>
          </p:cNvPr>
          <p:cNvSpPr/>
          <p:nvPr/>
        </p:nvSpPr>
        <p:spPr>
          <a:xfrm>
            <a:off x="6218804" y="3171345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02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39A1-6654-9FE9-2A69-7C57DB6DFD12}"/>
              </a:ext>
            </a:extLst>
          </p:cNvPr>
          <p:cNvSpPr/>
          <p:nvPr/>
        </p:nvSpPr>
        <p:spPr>
          <a:xfrm>
            <a:off x="4988692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04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4F32EE-EBE4-A6A7-C038-5167B78D1105}"/>
              </a:ext>
            </a:extLst>
          </p:cNvPr>
          <p:cNvSpPr/>
          <p:nvPr/>
        </p:nvSpPr>
        <p:spPr>
          <a:xfrm>
            <a:off x="6218804" y="4528381"/>
            <a:ext cx="998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꼬딕씨 60g" panose="02020603020101020101" pitchFamily="18" charset="-127"/>
                <a:ea typeface="HG꼬딕씨 60g" panose="02020603020101020101" pitchFamily="18" charset="-127"/>
              </a:rPr>
              <a:t>03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9631FB-6972-B97D-362D-2F9F4EB690D7}"/>
              </a:ext>
            </a:extLst>
          </p:cNvPr>
          <p:cNvSpPr/>
          <p:nvPr/>
        </p:nvSpPr>
        <p:spPr>
          <a:xfrm>
            <a:off x="444341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F55AF89-5610-ACC2-E7BA-C4D78CC05E15}"/>
              </a:ext>
            </a:extLst>
          </p:cNvPr>
          <p:cNvSpPr/>
          <p:nvPr/>
        </p:nvSpPr>
        <p:spPr>
          <a:xfrm>
            <a:off x="444341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9B25FE-B84F-CC61-93F6-D6E2DF4C2222}"/>
              </a:ext>
            </a:extLst>
          </p:cNvPr>
          <p:cNvSpPr/>
          <p:nvPr/>
        </p:nvSpPr>
        <p:spPr>
          <a:xfrm>
            <a:off x="6748463" y="2538147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목표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4C1BE3-D9E7-78FD-A993-D03B07EA027C}"/>
              </a:ext>
            </a:extLst>
          </p:cNvPr>
          <p:cNvSpPr/>
          <p:nvPr/>
        </p:nvSpPr>
        <p:spPr>
          <a:xfrm>
            <a:off x="6748463" y="5024172"/>
            <a:ext cx="10001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기대 효과</a:t>
            </a:r>
            <a:endParaRPr lang="en-US" altLang="ko-KR" sz="16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ECEFD-B184-DE61-7D30-A0CF77288461}"/>
              </a:ext>
            </a:extLst>
          </p:cNvPr>
          <p:cNvCxnSpPr/>
          <p:nvPr/>
        </p:nvCxnSpPr>
        <p:spPr>
          <a:xfrm>
            <a:off x="3525055" y="248059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7CC151-A16E-09C5-E0EA-586EAFE10731}"/>
              </a:ext>
            </a:extLst>
          </p:cNvPr>
          <p:cNvSpPr txBox="1"/>
          <p:nvPr/>
        </p:nvSpPr>
        <p:spPr>
          <a:xfrm>
            <a:off x="681903" y="4962269"/>
            <a:ext cx="3254329" cy="6130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r">
              <a:buFontTx/>
              <a:buChar char="-"/>
            </a:pP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paramiko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netmiko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subprocess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라이브러리를</a:t>
            </a:r>
            <a:endParaRPr lang="en-US" altLang="ko-KR" sz="105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algn="r"/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활용하여 서버 및 네트워크 명령어를 자동화</a:t>
            </a:r>
          </a:p>
          <a:p>
            <a:pPr marL="171450" indent="-171450" algn="r">
              <a:buFontTx/>
              <a:buChar char="-"/>
            </a:pPr>
            <a:r>
              <a:rPr lang="en-US" altLang="ko-KR" sz="1050" dirty="0" err="1">
                <a:latin typeface="HG꼬딕씨 60g" panose="02020603020101020101" pitchFamily="18" charset="-127"/>
                <a:ea typeface="HG꼬딕씨 60g" panose="02020603020101020101" pitchFamily="18" charset="-127"/>
              </a:rPr>
              <a:t>os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라이브러리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,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특히 </a:t>
            </a:r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expect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를 활용하여 기존 사용자 </a:t>
            </a:r>
            <a:endParaRPr lang="en-US" altLang="ko-KR" sz="105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algn="r"/>
            <a:r>
              <a:rPr lang="en-US" altLang="ko-KR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 </a:t>
            </a:r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입력이 필요한 서비스 설정 과정 자동화</a:t>
            </a:r>
          </a:p>
          <a:p>
            <a:pPr algn="r"/>
            <a:b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</a:br>
            <a:endParaRPr lang="en-US" altLang="ko-KR" sz="105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6E9CBA-2D43-353A-0929-1BA7FE3B34E2}"/>
              </a:ext>
            </a:extLst>
          </p:cNvPr>
          <p:cNvSpPr/>
          <p:nvPr/>
        </p:nvSpPr>
        <p:spPr>
          <a:xfrm>
            <a:off x="14514" y="4623715"/>
            <a:ext cx="39044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6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파이썬 문법 활용 및 코딩 실력 증진</a:t>
            </a:r>
            <a:endParaRPr lang="ko-KR" altLang="en-US" sz="1600" dirty="0">
              <a:solidFill>
                <a:schemeClr val="tx2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CADC87A-A51C-E888-FB06-FEB1433A610A}"/>
              </a:ext>
            </a:extLst>
          </p:cNvPr>
          <p:cNvCxnSpPr/>
          <p:nvPr/>
        </p:nvCxnSpPr>
        <p:spPr>
          <a:xfrm>
            <a:off x="3525055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B6C02A6-9532-EA6C-4D3A-0F71AE8BFD9C}"/>
              </a:ext>
            </a:extLst>
          </p:cNvPr>
          <p:cNvSpPr txBox="1"/>
          <p:nvPr/>
        </p:nvSpPr>
        <p:spPr>
          <a:xfrm>
            <a:off x="8287556" y="5006311"/>
            <a:ext cx="3227364" cy="8491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sz="105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기초 인프라를 구축하여 모든 팀원들이 네트워크 연결의 흐름과 서버의 구축 및 서비스 관리의 과정을 이해함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8B29CB7-8DD7-DBA5-F986-93E568DBE71D}"/>
              </a:ext>
            </a:extLst>
          </p:cNvPr>
          <p:cNvSpPr/>
          <p:nvPr/>
        </p:nvSpPr>
        <p:spPr>
          <a:xfrm>
            <a:off x="8287556" y="4623715"/>
            <a:ext cx="266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기대 효과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EA1D86-1281-D57B-7B37-A2B401183AAB}"/>
              </a:ext>
            </a:extLst>
          </p:cNvPr>
          <p:cNvGrpSpPr/>
          <p:nvPr/>
        </p:nvGrpSpPr>
        <p:grpSpPr>
          <a:xfrm>
            <a:off x="8319466" y="2480590"/>
            <a:ext cx="3227364" cy="1056361"/>
            <a:chOff x="8319466" y="2480590"/>
            <a:chExt cx="3227364" cy="10563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6B8286-FBE8-AEDB-6D92-EFF29A7176E1}"/>
                </a:ext>
              </a:extLst>
            </p:cNvPr>
            <p:cNvSpPr txBox="1"/>
            <p:nvPr/>
          </p:nvSpPr>
          <p:spPr>
            <a:xfrm>
              <a:off x="8319466" y="2923919"/>
              <a:ext cx="3227364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배운 기술 최대한 모두 활용</a:t>
              </a:r>
            </a:p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각각의 서버에 기획한 서비스들을 적용</a:t>
              </a:r>
            </a:p>
            <a:p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데이터 안정성 및 서비스 이해도 강화</a:t>
              </a:r>
            </a:p>
            <a:p>
              <a:b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</a:b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0BFB6A0-F1F3-2AB1-3C87-C15F9333E859}"/>
                </a:ext>
              </a:extLst>
            </p:cNvPr>
            <p:cNvSpPr/>
            <p:nvPr/>
          </p:nvSpPr>
          <p:spPr>
            <a:xfrm>
              <a:off x="8319466" y="2585365"/>
              <a:ext cx="2667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6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서버 서비스들의 다양한 활용</a:t>
              </a:r>
              <a:endPara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B6CA673-0CA1-1459-2770-1812AEDAE6C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856" y="2480590"/>
              <a:ext cx="24765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82FABA1-D3E4-1F9D-BB9A-8C1F9A3D0303}"/>
              </a:ext>
            </a:extLst>
          </p:cNvPr>
          <p:cNvCxnSpPr>
            <a:cxnSpLocks/>
          </p:cNvCxnSpPr>
          <p:nvPr/>
        </p:nvCxnSpPr>
        <p:spPr>
          <a:xfrm>
            <a:off x="8401856" y="4518940"/>
            <a:ext cx="2476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림 7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6FE905CB-A0B9-B567-AB62-24AEEA013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623620"/>
            <a:ext cx="1047750" cy="78067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5DB81B9-E091-1C9D-28CE-104F76C9DAD9}"/>
              </a:ext>
            </a:extLst>
          </p:cNvPr>
          <p:cNvGrpSpPr/>
          <p:nvPr/>
        </p:nvGrpSpPr>
        <p:grpSpPr>
          <a:xfrm>
            <a:off x="875876" y="2580860"/>
            <a:ext cx="3082618" cy="951586"/>
            <a:chOff x="1122614" y="2580860"/>
            <a:chExt cx="3082618" cy="95158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F41F51A-8D3D-62A5-B62B-330DA294A9A6}"/>
                </a:ext>
              </a:extLst>
            </p:cNvPr>
            <p:cNvSpPr txBox="1"/>
            <p:nvPr/>
          </p:nvSpPr>
          <p:spPr>
            <a:xfrm>
              <a:off x="1782121" y="2919414"/>
              <a:ext cx="2417397" cy="613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배운 기술 최대한 모두 활용</a:t>
              </a:r>
            </a:p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모든 네트워크 단의 안정적인 연결</a:t>
              </a:r>
            </a:p>
            <a:p>
              <a:pPr algn="r"/>
              <a:r>
                <a:rPr lang="en-US" altLang="ko-KR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패킷 동작 흐름에 대한 이해도 증진</a:t>
              </a:r>
            </a:p>
            <a:p>
              <a:pPr algn="r"/>
              <a:br>
                <a:rPr lang="ko-KR" altLang="en-US" sz="105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</a:br>
              <a:endParaRPr lang="en-US" altLang="ko-KR" sz="105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40047B0-FFE5-29F5-51BC-FE0799C538CD}"/>
                </a:ext>
              </a:extLst>
            </p:cNvPr>
            <p:cNvSpPr/>
            <p:nvPr/>
          </p:nvSpPr>
          <p:spPr>
            <a:xfrm>
              <a:off x="1122614" y="2580860"/>
              <a:ext cx="30826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ko-KR" altLang="en-US" sz="16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모든 네트워크 단의 안정적인 연결</a:t>
              </a:r>
              <a:endParaRPr lang="ko-KR" altLang="en-US" sz="1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08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8ECD-558F-044F-9B11-AD18832E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455D83-C25D-EA46-4081-629CA48235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6BEEA4E3-1479-98EB-29EB-5CACFA402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82046FAA-0265-647A-0B7F-3695E56F2B52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시나리오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7BE10D-1E66-5719-ECB6-F29FAE8FCAFB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17D3E8-F6C7-4A7A-F12E-1BDFE21E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5286F69-ABAF-3416-EBD1-6260B305866A}"/>
              </a:ext>
            </a:extLst>
          </p:cNvPr>
          <p:cNvGrpSpPr/>
          <p:nvPr/>
        </p:nvGrpSpPr>
        <p:grpSpPr>
          <a:xfrm>
            <a:off x="1153273" y="1679042"/>
            <a:ext cx="4465810" cy="349815"/>
            <a:chOff x="954357" y="1896756"/>
            <a:chExt cx="4465810" cy="349815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0C871D2-D518-0C1F-6C32-CF03105AB4FA}"/>
                </a:ext>
              </a:extLst>
            </p:cNvPr>
            <p:cNvSpPr/>
            <p:nvPr/>
          </p:nvSpPr>
          <p:spPr>
            <a:xfrm>
              <a:off x="954357" y="1896756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백본망</a:t>
              </a:r>
              <a:endParaRPr lang="ko-KR" altLang="en-US" sz="1600" dirty="0">
                <a:solidFill>
                  <a:schemeClr val="tx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3E3F9D-8F89-3E05-A1A7-0E41950034B1}"/>
                </a:ext>
              </a:extLst>
            </p:cNvPr>
            <p:cNvSpPr txBox="1"/>
            <p:nvPr/>
          </p:nvSpPr>
          <p:spPr>
            <a:xfrm>
              <a:off x="2419024" y="1915854"/>
              <a:ext cx="30011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이더넷 연결 및 메인 </a:t>
              </a:r>
              <a:r>
                <a:rPr lang="ko-KR" altLang="en-US" sz="1400" dirty="0" err="1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코어망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서버 구축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D702307-12E1-D6A8-C808-FAD1ACD580FC}"/>
              </a:ext>
            </a:extLst>
          </p:cNvPr>
          <p:cNvGrpSpPr/>
          <p:nvPr/>
        </p:nvGrpSpPr>
        <p:grpSpPr>
          <a:xfrm>
            <a:off x="1154636" y="2364995"/>
            <a:ext cx="5520587" cy="523220"/>
            <a:chOff x="954357" y="2804632"/>
            <a:chExt cx="5520587" cy="52322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4370A77-0329-DFEC-F116-B7A23357558E}"/>
                </a:ext>
              </a:extLst>
            </p:cNvPr>
            <p:cNvSpPr/>
            <p:nvPr/>
          </p:nvSpPr>
          <p:spPr>
            <a:xfrm>
              <a:off x="954357" y="2886052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LB</a:t>
              </a:r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본사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B0173C-AF86-71D7-DEFE-0E184718EC73}"/>
                </a:ext>
              </a:extLst>
            </p:cNvPr>
            <p:cNvSpPr txBox="1"/>
            <p:nvPr/>
          </p:nvSpPr>
          <p:spPr>
            <a:xfrm>
              <a:off x="2419025" y="2804632"/>
              <a:ext cx="4055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 네트워크 대역과의 적절한 통신을 하는 회선 구축</a:t>
              </a:r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 </a:t>
              </a: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여러 서비스를 하는 서버 구축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1CB35B-FE4D-E661-3EB4-88FB50A6862C}"/>
              </a:ext>
            </a:extLst>
          </p:cNvPr>
          <p:cNvGrpSpPr/>
          <p:nvPr/>
        </p:nvGrpSpPr>
        <p:grpSpPr>
          <a:xfrm>
            <a:off x="1153272" y="3135726"/>
            <a:ext cx="3350121" cy="523220"/>
            <a:chOff x="954357" y="3784726"/>
            <a:chExt cx="3350121" cy="52322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FF78D60-075F-A031-D8D8-D7193AD89BBB}"/>
                </a:ext>
              </a:extLst>
            </p:cNvPr>
            <p:cNvSpPr/>
            <p:nvPr/>
          </p:nvSpPr>
          <p:spPr>
            <a:xfrm>
              <a:off x="954357" y="3872172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데이터센터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D0F283-67EB-56FA-B2A9-85E1D1007FE3}"/>
                </a:ext>
              </a:extLst>
            </p:cNvPr>
            <p:cNvSpPr txBox="1"/>
            <p:nvPr/>
          </p:nvSpPr>
          <p:spPr>
            <a:xfrm>
              <a:off x="2419025" y="3784726"/>
              <a:ext cx="18854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안정적인 회선 구축 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KVM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가상화 환경 구축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F32D17-00B0-8CDF-C1DF-6AA856594946}"/>
              </a:ext>
            </a:extLst>
          </p:cNvPr>
          <p:cNvGrpSpPr/>
          <p:nvPr/>
        </p:nvGrpSpPr>
        <p:grpSpPr>
          <a:xfrm>
            <a:off x="1153272" y="4002428"/>
            <a:ext cx="4058648" cy="349815"/>
            <a:chOff x="954356" y="4756775"/>
            <a:chExt cx="4058648" cy="34981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EC0807A-F9FD-AD05-9FDE-B0028CB3DC53}"/>
                </a:ext>
              </a:extLst>
            </p:cNvPr>
            <p:cNvSpPr/>
            <p:nvPr/>
          </p:nvSpPr>
          <p:spPr>
            <a:xfrm>
              <a:off x="954356" y="4756775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기지국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D8EC6E-2B94-AE18-57DE-162EB9F7F466}"/>
                </a:ext>
              </a:extLst>
            </p:cNvPr>
            <p:cNvSpPr txBox="1"/>
            <p:nvPr/>
          </p:nvSpPr>
          <p:spPr>
            <a:xfrm>
              <a:off x="2419024" y="4777793"/>
              <a:ext cx="2593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본사와 사용자 사이의 통신 연결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2BFA72-18A8-D52D-5CF3-BDDBB0F734C8}"/>
              </a:ext>
            </a:extLst>
          </p:cNvPr>
          <p:cNvGrpSpPr/>
          <p:nvPr/>
        </p:nvGrpSpPr>
        <p:grpSpPr>
          <a:xfrm>
            <a:off x="1153271" y="5507978"/>
            <a:ext cx="5262503" cy="349815"/>
            <a:chOff x="954356" y="5745853"/>
            <a:chExt cx="5262503" cy="349815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6418030-F425-5D64-B404-287046B67FE8}"/>
                </a:ext>
              </a:extLst>
            </p:cNvPr>
            <p:cNvSpPr/>
            <p:nvPr/>
          </p:nvSpPr>
          <p:spPr>
            <a:xfrm>
              <a:off x="954356" y="5745853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사용자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010AB1-EEA2-E5DB-0478-AEDF08AB4959}"/>
                </a:ext>
              </a:extLst>
            </p:cNvPr>
            <p:cNvSpPr txBox="1"/>
            <p:nvPr/>
          </p:nvSpPr>
          <p:spPr>
            <a:xfrm>
              <a:off x="2419024" y="5760845"/>
              <a:ext cx="3797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NAT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을 통해 네트워크 대역을 사설 대역으로 변환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E363075-E179-6C1F-BA51-E5D4670D9934}"/>
              </a:ext>
            </a:extLst>
          </p:cNvPr>
          <p:cNvGrpSpPr/>
          <p:nvPr/>
        </p:nvGrpSpPr>
        <p:grpSpPr>
          <a:xfrm>
            <a:off x="1153271" y="4668500"/>
            <a:ext cx="3492627" cy="523220"/>
            <a:chOff x="954356" y="5659150"/>
            <a:chExt cx="3492627" cy="52322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93346FF6-6936-E6FC-999F-8E54B57CAFD7}"/>
                </a:ext>
              </a:extLst>
            </p:cNvPr>
            <p:cNvSpPr/>
            <p:nvPr/>
          </p:nvSpPr>
          <p:spPr>
            <a:xfrm>
              <a:off x="954356" y="5745853"/>
              <a:ext cx="1255443" cy="34981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대리점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54B5A0-C3B2-D841-3177-7E9291237046}"/>
                </a:ext>
              </a:extLst>
            </p:cNvPr>
            <p:cNvSpPr txBox="1"/>
            <p:nvPr/>
          </p:nvSpPr>
          <p:spPr>
            <a:xfrm>
              <a:off x="2415658" y="5659150"/>
              <a:ext cx="20313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각 네트워크 회선 분리</a:t>
              </a:r>
              <a:endParaRPr lang="en-US" altLang="ko-KR" sz="1400" dirty="0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  <a:p>
              <a:r>
                <a:rPr lang="en-US" altLang="ko-KR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- VNC </a:t>
              </a:r>
              <a:r>
                <a:rPr lang="ko-KR" altLang="en-US" sz="1400" dirty="0"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원격제어 환경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407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6DAB-2904-EE69-C76C-48A8EB3F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7E7203-161F-380D-7CDC-FDCFEA2D9B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C6650E79-D1FC-A73E-1E87-47A34D052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133" y="1804988"/>
            <a:ext cx="4066581" cy="3614738"/>
          </a:xfrm>
          <a:prstGeom prst="rect">
            <a:avLst/>
          </a:prstGeom>
        </p:spPr>
      </p:pic>
      <p:sp>
        <p:nvSpPr>
          <p:cNvPr id="9" name="제목 5">
            <a:extLst>
              <a:ext uri="{FF2B5EF4-FFF2-40B4-BE49-F238E27FC236}">
                <a16:creationId xmlns:a16="http://schemas.microsoft.com/office/drawing/2014/main" id="{64A20916-EADA-69B5-A336-281E2D160651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프로젝트 일정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2D7ABA-7D8C-D428-C4C0-F258BC3676BA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5D4396-8076-F773-C8FE-B04D820BD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24F3E9A-BF19-2CF0-92AE-042FB4664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607" r="498" b="-1"/>
          <a:stretch>
            <a:fillRect/>
          </a:stretch>
        </p:blipFill>
        <p:spPr>
          <a:xfrm>
            <a:off x="1065104" y="1163715"/>
            <a:ext cx="5375548" cy="52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8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F94C-6BB4-874C-96D2-617B5DA9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19A949-87FB-BC0C-80FA-973D069A53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6650D4DB-ED4D-F11F-4BF2-9EAA6F798C0A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네트워크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195BA4-D395-8753-CF30-B14011D1FFCE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A2461E-D925-2902-BBFE-CA5D24912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EFCA9F-F797-980A-A5D6-DF3E0F54F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04695"/>
              </p:ext>
            </p:extLst>
          </p:nvPr>
        </p:nvGraphicFramePr>
        <p:xfrm>
          <a:off x="755276" y="1364085"/>
          <a:ext cx="10681447" cy="5057745"/>
        </p:xfrm>
        <a:graphic>
          <a:graphicData uri="http://schemas.openxmlformats.org/drawingml/2006/table">
            <a:tbl>
              <a:tblPr/>
              <a:tblGrid>
                <a:gridCol w="1277471">
                  <a:extLst>
                    <a:ext uri="{9D8B030D-6E8A-4147-A177-3AD203B41FA5}">
                      <a16:colId xmlns:a16="http://schemas.microsoft.com/office/drawing/2014/main" val="4082589377"/>
                    </a:ext>
                  </a:extLst>
                </a:gridCol>
                <a:gridCol w="792708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927819">
                  <a:extLst>
                    <a:ext uri="{9D8B030D-6E8A-4147-A177-3AD203B41FA5}">
                      <a16:colId xmlns:a16="http://schemas.microsoft.com/office/drawing/2014/main" val="461927618"/>
                    </a:ext>
                  </a:extLst>
                </a:gridCol>
                <a:gridCol w="7683449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기술명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SWITCH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VPCS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네트워크 내의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서버로부터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주소를 자동으로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할당받아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Client Device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의 동적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설정을 테스트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스위치를 여러 개의 논리적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Broadcast Domain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으로 분할하여 네트워크의 유연성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보안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성능을 향상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 err="1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InterVlan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서로 다른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속한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Host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들이 통신할 수 있도록 라우팅 기능을 제공하여 네트워크 확장성 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VTP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내의 스위치 간에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정보를 자동 동기화하여 대규모 네트워크에서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설정 및 관리를 단순화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Trunk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여러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VLAN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속하는 트래픽을 하나의 물리적인 링크를 통해 전송할 수 있도록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Switch Trunk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포트 구성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STP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스위치 네트워크에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Loop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발생하는 것을 방지하고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통신 경로의 이중화를 제공하여 안정적인 네트워크 환경 유지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Frame Relay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Frame Relay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다수의 원격 네트워크를 하나의 공유된 통신망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WAN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으로 연결하여 전용선 대비 비용 효율적인 통신 환경 구축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64861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ROUTER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9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소규모 네트워크에서 라우터가 직접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Gateway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등을 할당하여 별도 서버 없이 클라이언트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자동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STATIC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관리자가 수동으로 경로를 지정하여 단순하거나 통제된 네트워크 구조에서 트래픽의 흐름을 명확하게 제어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summary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사설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(VM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또는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VPC)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Cloud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노드를 통해 외부 공인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네트워크로 접근하도록 주소 변환 기능 구현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다양한 벤더 장비 간의 </a:t>
                      </a: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Serial WAN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연결 및 인증 기능을 제공하기 위한 개방형 캡슐화 프로토콜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998135"/>
                  </a:ext>
                </a:extLst>
              </a:tr>
              <a:tr h="3636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PAP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PPP </a:t>
                      </a:r>
                      <a:r>
                        <a:rPr lang="ko-KR" altLang="en-US" sz="1200" b="0" u="none" strike="noStrike" dirty="0"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연결 시 비밀번호를 암호화하여 전송하는 보안성이 높은 인증 방식을 설정하여 중간자 공격 방지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50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7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FF63-9814-55E9-7B5C-3099BB00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4EE86E-A216-4AB2-31DE-E08FCBF957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9874E86A-D3FC-D71F-21CA-243AB703D972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서버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C40BDB-3AA8-E8AF-F1B9-FD112B423FBC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1A63FF-6754-0260-5C3C-6A19A41E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DE9305-1DD3-F502-9ACD-9BEEF64FD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19372"/>
              </p:ext>
            </p:extLst>
          </p:nvPr>
        </p:nvGraphicFramePr>
        <p:xfrm>
          <a:off x="755276" y="1440961"/>
          <a:ext cx="10681447" cy="4575651"/>
        </p:xfrm>
        <a:graphic>
          <a:graphicData uri="http://schemas.openxmlformats.org/drawingml/2006/table">
            <a:tbl>
              <a:tblPr/>
              <a:tblGrid>
                <a:gridCol w="1992123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8689324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분류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DHCP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내의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Gateway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등을 자동으로 할당하여 수동 설정으로 인한 오류 제거 및 관리 부담 최소화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Log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분석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system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및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jupyter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 로그 파일을 분석하여 서버 오류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보안 침해 시도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비정상적인 접근 패턴 등을 식별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의 특정 디렉터리를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파일 시스템처럼 네트워크 공유하여 파일 접근성 및 공동 작업 효율성 향상</a:t>
                      </a:r>
                      <a:endParaRPr lang="ko-KR" alt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Partition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물리적 디스크를 여러 개의 논리적 공간으로 나누어 사용 데이터 격리 및 운영체제 재설치 시 데이터 보호를 위해 사용</a:t>
                      </a:r>
                      <a:endParaRPr lang="ko-KR" alt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RAID 10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10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은 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1(</a:t>
                      </a: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미러링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과 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RAID 0(</a:t>
                      </a: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스트라이핑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의 기능을 결합한 방식으로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뛰어난 성능과 높은 안정성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데이터 가용성</a:t>
                      </a:r>
                      <a:r>
                        <a:rPr lang="en-US" altLang="ko-K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을 동시에 제공</a:t>
                      </a:r>
                      <a:endParaRPr lang="ko-KR" altLang="en-US" sz="12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NFS-Server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로컬 디스크의 특정 디렉토리를 네트워크를 통해 외부에 공유하여 클라이언트가 원격으로 파일 시스템에 접근할 수 있도록 제공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NFS-Client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Server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 공유한 원격 디렉토리를 자신의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시스템에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마운트하여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로컬 디스크처럼 파일을 읽고 쓸 수 있도록 접근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01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Linux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환경에 원격 접속하여 마우스와 그래픽 인터페이스를  통해 서버를 관리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X-RDP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리눅스 시스템에 원격 데스크톱 접속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(RDP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프로토콜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을 가능하게 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윈도우의 원격 데스크톱처럼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환경으로 원격 제어하기 위한 도구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VNC</a:t>
                      </a:r>
                      <a:endParaRPr lang="en-US" sz="20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서버의 현재 데스크톱 화면 또는 별도의 가상 세션을 공유하여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로컬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PC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GUI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환경을 제어하고 관리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67544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Monitorix</a:t>
                      </a:r>
                      <a:endParaRPr 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서버의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CPU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사용량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메모리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 트래픽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디스크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I/O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등 다양한 시스템 지표를 웹 기반 그래프로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시각화하여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상태 변화를 지속적으로 모니터링</a:t>
                      </a:r>
                      <a:endParaRPr lang="ko-KR" altLang="en-US" sz="20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6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66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08C0-2224-44D0-12FB-710383B3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99761C-2CDA-30D6-EAE1-9DEF368AC7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CFFF8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9" name="제목 5">
            <a:extLst>
              <a:ext uri="{FF2B5EF4-FFF2-40B4-BE49-F238E27FC236}">
                <a16:creationId xmlns:a16="http://schemas.microsoft.com/office/drawing/2014/main" id="{9A1C70D8-6A40-FAF6-3B47-16F53ADDF317}"/>
              </a:ext>
            </a:extLst>
          </p:cNvPr>
          <p:cNvSpPr txBox="1">
            <a:spLocks/>
          </p:cNvSpPr>
          <p:nvPr/>
        </p:nvSpPr>
        <p:spPr>
          <a:xfrm>
            <a:off x="1502250" y="436170"/>
            <a:ext cx="4249100" cy="96871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600" dirty="0">
                <a:solidFill>
                  <a:schemeClr val="tx2"/>
                </a:solidFill>
                <a:latin typeface="HG꼬딕씨 60g" panose="02020603020101020101" pitchFamily="18" charset="-127"/>
                <a:ea typeface="HG꼬딕씨 60g" panose="02020603020101020101" pitchFamily="18" charset="-127"/>
                <a:cs typeface="+mn-cs"/>
              </a:rPr>
              <a:t>서버 기술 리스트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BCA0B0E-F157-CB39-E0A9-F9EA5DBB1D36}"/>
              </a:ext>
            </a:extLst>
          </p:cNvPr>
          <p:cNvSpPr/>
          <p:nvPr/>
        </p:nvSpPr>
        <p:spPr>
          <a:xfrm rot="5400000">
            <a:off x="3576665" y="162104"/>
            <a:ext cx="100270" cy="576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D54B72-598E-8D27-3B87-3F349D3C5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1804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EF7CCE-15A0-8672-A7E3-C95FFDBCB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058970"/>
              </p:ext>
            </p:extLst>
          </p:nvPr>
        </p:nvGraphicFramePr>
        <p:xfrm>
          <a:off x="755276" y="1440961"/>
          <a:ext cx="10681447" cy="3909279"/>
        </p:xfrm>
        <a:graphic>
          <a:graphicData uri="http://schemas.openxmlformats.org/drawingml/2006/table">
            <a:tbl>
              <a:tblPr/>
              <a:tblGrid>
                <a:gridCol w="1992123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8689324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3856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분류</a:t>
                      </a: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사용 목적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Diskquota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서버나 파일 시스템에서 사용자나 그룹별로 사용할 수 있는 디스크 공간과 파일 개수를 제한하여 자원을 효율적으로 관리하고 디스크 고갈을 방지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MariaDB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데이터를 저장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관리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조회하기 위한 오픈소스 관계형 데이터베이스 관리 시스템</a:t>
                      </a: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(RDBMS)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PHP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웹 서버에서 동적으로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HTML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페이지를 생성하고 데이터베이스와 연동하기 위한 서버사이드 스크립트 언어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  <a:cs typeface="+mn-cs"/>
                        </a:rPr>
                        <a:t>APACHE2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웹 페이지를 클라이언트에게 제공하기 위한 오픈소스 웹 서버 소프트웨어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VirtualHost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하나의 서버에서 여러 개의 도메인이나 웹사이트를 동시에 운영하기 위한 기능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FTP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파일을 업로드하거나 다운로드하기 위한 파일 전송 프로토콜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  <a:tr h="3868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DNS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도메인 이름을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IP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주소로 변환하여 사용자가 웹사이트에 쉽게 접근할 수 있도록 하는 시스템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119517"/>
                  </a:ext>
                </a:extLst>
              </a:tr>
              <a:tr h="4010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iSCSI</a:t>
                      </a:r>
                      <a:endParaRPr 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네트워크를 통해 원격 저장장치를 로컬 디스크처럼 사용하기 위한 스토리지 전송 프로토콜</a:t>
                      </a:r>
                      <a:endParaRPr lang="ko-KR" altLang="en-US" sz="140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35355"/>
                  </a:ext>
                </a:extLst>
              </a:tr>
              <a:tr h="363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KVM</a:t>
                      </a:r>
                      <a:endParaRPr 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리눅스에서 가상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머신을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생성하고 관리하기 위한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하이퍼바이저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가상화 기술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)</a:t>
                      </a:r>
                      <a:endParaRPr lang="ko-KR" altLang="en-US" sz="140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05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0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C812-71DB-A623-1E87-4DBE00EE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6AF2A7A0-EA0A-1549-C52D-F99C9E87E09A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EFBDADD8-DDA3-E1C6-5BB4-3CA073DCBE42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23CEAF6D-5016-C654-3DF8-1820131FB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51A2F0B2-DC16-07EB-A2E6-94AC48D24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BF7CC72F-BF04-D004-9826-585ECA113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50B96DF1-F161-1F16-CD07-6E7468E99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BC1FE810-1169-4D26-DA41-35C47B35A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049195FC-5A50-CEB7-6F1E-751901921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7D10BCA6-2B69-ED53-5D78-FFBC513AF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08378C05-37FB-82E2-D7B2-75C4FAF04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9E2EC6BC-BBEA-88F3-F41A-FDF792518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FC244D40-17D4-A266-449C-083CD9A5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7D5CE173-24BD-B2CB-E36F-0D4921B85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02C54B17-2E2C-30A1-3163-B5AE2881B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66304955-5D13-A000-3529-01555906F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CD2F3F98-09D5-BCD1-B21A-C838729DD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EF89ECD5-3D00-7581-E769-303043CB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04CE2817-56C4-2A9C-A328-A5B913FA8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6C13E690-D3BC-8E5F-11F9-37694E961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6855F833-D63F-C2FB-93E9-A44D4DE8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20DD8670-F5CE-14B0-6CD9-86C6DD487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F820DDF6-4C77-095E-88C3-99B37EDEB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05CBCA8A-0279-CF2B-3520-8675180B4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06DB6D02-0315-C56C-87B4-16728D6A7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53650F3A-B5D7-87C3-5898-032DE7559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AA6EBFDF-35F1-7875-701E-0F7F8E249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B3365A5D-0643-BF58-C230-36B89B0CE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7BCEC45E-A107-1C66-FF4C-A00E9496D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F446832-A0CA-18EA-9635-86CC7F3BB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F139FAB0-6163-493C-E589-AE83F6D18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0D85B472-01BB-3EA1-8C63-01A8CD1D2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04354ECA-807E-18F0-F106-C5A4AC1C2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5C68BFD0-B09D-F381-D053-C0B561483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2C372FDC-B8E6-CEA4-7901-D4B4A472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41265A3A-8D7E-73F4-F80B-2FAE0A215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F5B67496-CB5F-FB9D-DE48-3DA486FBB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44E7351D-7C48-5D7B-6282-A6F4AC9EE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F1E8BD1F-5C89-C99C-0A4A-0A94D364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CBDA9326-4421-6267-0F5E-7D484766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CB801DC6-1A23-4237-0A3A-6E25D284A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A204538B-2BC8-C011-9DBE-707415B60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9197E4E4-C2B1-AD46-DEBC-EB1B319E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0B37591B-C182-C684-2DD1-17FF94E97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2561849-753C-50F8-C187-EAFC42AA7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493C310F-54F6-467A-580E-A37BE3E30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3C05BDF9-895E-0847-AC22-429FB17A2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B4F6BF62-5ADB-6B38-64F7-76248B78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61C0070A-F183-3F4C-A7CE-A5EAA64C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88799403-95AB-EEC8-CC1B-1420C97D1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ECABEE1F-0F80-4405-D656-0798E0CAD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833B951A-4F9D-C45D-172D-6E5FBB9AE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BD7C893E-562B-501B-7C00-ABDFFA16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E6FDCD41-5F32-5FDE-A7DF-4A2EC244A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7C18B881-CB5D-8B64-3CD2-76482CE5F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82F3E013-7A23-D08E-7BD2-F3517232A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A57F22AA-4791-40C8-7707-FCE404497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332836ED-D97B-6623-C887-601897392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6BD93883-B847-B5A1-9884-A2A06DEBA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230321D-F1EB-8C63-080B-F9490E30B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5CA2243E-FAD8-116E-E6C4-0D18CF93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3D02E3EC-8F8B-7166-B378-CD7E0CDB5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5BF28A97-9694-3D0E-F49B-58A14439A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D310CEED-33B3-9E35-E57E-1A5BB56B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85D8B58F-99D8-B88C-A6CA-5B3A90DB7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FEE30183-7461-2820-24BA-1A26D48C2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377BAF25-9FE2-A206-DCFF-D7C78BAA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B1DD8E0D-DE6B-C3D7-3E01-0FE713EDF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C1CA3D5A-19A9-0DC7-5EAA-4FBA6A604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AC4AF080-F14B-D7F1-444A-E0B4AAAD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89BDB5D0-AA48-38ED-0CB9-6B8C21F87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552A05B4-E53C-2E76-BBF6-874E19F9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AB2CDDA7-1BCD-D9D9-945D-DC43D23E5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2DEC6A9C-79A0-25F1-E711-84863261C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825874E2-3309-9697-87A6-E6567F853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87F26FD9-7AFF-1D0E-66A0-9AF605584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8BF276D3-61A4-8D75-8673-545A267F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7FBF5564-0E4F-2AF5-ADB7-06158DDF0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4882F819-5539-B472-1C35-959C1B19D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6F926BFF-EEBD-D279-CEF7-70609B58C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9DF5B174-7750-DD81-4B2C-579D63B1B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68A8A225-CE2E-0998-2DD4-27332E229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83AF234C-5FB7-7592-735A-2A05FD374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4515D79E-2656-383B-54EC-A566A7D1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B5EB34DF-FD5C-C091-DA0D-2D57E7978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A15669E7-D22D-2F97-5E92-0CF57E5E5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7C07C50E-A994-F013-F751-E35D9D4C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129985C4-3986-D3A5-F200-09394DAA3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89E33B84-B046-729C-B513-91B33D8A1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4DF051E1-6D37-521D-98C4-7412F922C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45FBF004-3377-28F2-2C5F-004355410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8BC6BD1E-AD23-E6F2-E90F-D85875AD7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7C479930-29C0-251D-B840-6DB4AF376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7CF8DE3-57AC-F060-CD22-CB71FC229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3B803C90-F14D-0BC2-1BCF-10C8DFF2F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B89FBC45-0FC3-87E3-15BA-63451074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A9E4C036-4053-8C3B-FC6E-627B9E04D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D473A4F9-5A47-838B-524C-146F80853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00D1A552-995D-CFD2-12EE-D7D614B99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5259E55-2CCE-DA1E-2E1D-8A1BFC811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4B08689C-4993-1B2D-9393-007C3AFAB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11E07510-CEE4-B6D4-0BA8-E4DC592BE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6D2F2515-B7CA-F101-C269-CED061F7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407CBAE5-3ADA-1487-4DA1-331F7A11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2C23A4D7-3689-6E6D-4744-1A60CE2F7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8B55DCF8-F12C-4C3C-43CB-852C3735D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5AE46415-04EC-096A-FC74-63C150660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A6076BE4-CEAA-1BDB-C88D-6A320285D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F907D8B3-F8C2-A76D-D5EF-DC7A8992C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3B7F6AB8-66C8-73A6-0A1B-7D2AE9037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069E66C5-4E1C-0BBF-107A-3F7650632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61B2FB71-5E89-E61C-1276-EC009A10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F8B00356-FD4D-E675-165E-993AA4319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81ECC3DE-33E3-5680-E6EF-B7477C067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1140524A-5F27-0F6B-1C21-B31C9862D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62CF8F4-E8B3-B729-D257-1A151F90D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56764D4A-C637-4355-B8D9-D241DBC7D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586BAD15-F09E-4D17-3E4A-B46E484B8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6A5C1508-9571-5B87-48E1-144089D0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353DC07C-B793-83E8-FC95-7BBF6BAC6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76D03B0A-F366-8FBD-B3B4-C39DD66E2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205649D6-BEB5-03D2-AF54-F1DC923BE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C3A00411-02ED-8909-C590-9B873CF48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67BD3878-6084-11FA-3F50-AA2A41AAA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D356A0E3-9387-C709-3DAD-46F62BE47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BDF1F2A3-4F64-D90C-F0D1-8F9A3059A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0CD25A6F-EACF-9BA0-D11B-F6DD9AEFC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BEFE6AEF-BD83-0AD8-614B-8EE163C0A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4D1B5925-B1E6-0D58-6A74-FA9E9F0E3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7CD045BE-1EBE-D6E1-CF84-4AF17B816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5811C1AF-34B0-EEF1-B588-454FFDB6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AD73EEE1-451D-4084-F5E3-6D77DC5F7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E8484BA5-19C4-5C13-1D90-DC204EEC9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2925CA36-9A9B-929F-88AF-B6A93A36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F659085E-40AD-FCBC-155D-256050890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C536A852-39A6-14C6-8457-CBD3A5F03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9BD55CF1-E5AC-E05C-2E9B-F1CE2A320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7359D6DD-B577-C365-2A1A-A93611235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02FEA94E-15C0-A8F8-B785-F1C688502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E5053760-7412-8B29-59AB-C4973CCE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EA8D64BA-474D-4F07-1631-A6DEC70BF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F406B7C3-1B63-DD15-FD23-6947EF772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9CEB0758-4668-CE31-CB82-8F54053E0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07A4BE-669D-0109-6D89-C8842E1AC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D8B2B57C-711D-D7E3-7473-3EA97D63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CFE085D6-F85C-1D36-8FD8-54DBA942A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723B8F3C-48ED-F40A-C1DF-D88C0EF4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7D628E1-3A0A-CCC4-F2A9-458930C0D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6C1DF59A-E521-1E50-D1F7-06B56F010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43053D7E-EE8B-A60F-2C6F-1078C99EC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5BCF186-14BA-6AA9-A35F-4BFF9CF18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E81B0D0F-CC41-6A94-7D7B-598C7FBBC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D8317A0-D321-EDAE-E560-FB095832B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32319463-44D2-C6D4-C13A-89B935612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C8C0374B-644F-F720-FE81-FEFC1B7B4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11C051CC-0D2E-D3F0-B2A6-403DFB7B8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8CC14263-1CD0-EB45-DDF1-D301A9895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481573ED-A512-BE14-9B60-C09E6F7E5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AC29C558-E181-E887-36DA-8AB439519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E6BBCDDC-D271-147E-2DEF-6C637F757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01937A7E-F36D-0530-CD08-4BEBBF965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E9E56E98-2CAF-0822-0B10-96800C7F8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9D6E1FF3-C430-B731-C74C-739F1026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A6836865-4700-2511-0D40-0DFBFF6A5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EAB4D658-FA97-F7F6-026E-345C95E0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DEE4C4D2-7AA9-7158-B34C-F6FD8AFAC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F5F8C660-5B1E-5FDB-1288-04971173B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C0585E28-D4B6-A707-C41B-92BD5AFE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A3543B60-BDA1-2360-9FE2-E64C17DE7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56B43265-F51F-687D-08A6-A9170E43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825CF03F-D7BF-EDA4-F8CD-FA8B18B12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2747F402-8348-8384-BD50-CB69EF7CF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8EEE6DC2-7872-3333-1FBD-BB0D539BD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D6BDF2C-8789-40BE-08F0-77146ABC4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62192538-A3F5-CE2A-5598-B8AD225F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5543FC37-375F-1F7C-4EC5-1426B578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227CBE06-EEFF-8348-B5E0-E809B2176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9506177C-00D2-468E-8F39-FCE8117AC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C5373F62-0D45-2A43-324C-E24FF59AB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065608A-D4F8-53A0-6DC5-91E99E61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FD12E8AF-8CF3-4F21-8A78-8345B3785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3B3E4AAD-0226-F61C-B760-738C78CF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FEC46BA6-3648-8F6A-3DB2-EEEA1C23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AFDBFC87-475D-F21D-0A76-A5F28DCA3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D04394E6-B121-D70D-32C3-819C02AE0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A7CF9C24-FC4D-72A9-F372-5C02B0A02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200E493E-AFEB-2EBF-C490-CCFB56E83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5F0335A6-9220-B736-173C-24B1044B8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3B868245-CDBB-B189-38D0-AE81C6F4C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B327FCA1-F03D-63A6-1634-2295462B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6978FDF8-14C6-37EA-C28B-A992D6A48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C1270EA7-6C93-3DFB-0B96-A013B4BD5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9306B8EC-1AA2-DF54-6D18-3782C2EA4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197DD0DD-4C8D-084A-F305-DD0C4EC3E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BA9B1A88-648D-1A76-77F1-33BF4ABC9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57E3C58C-86A9-B5F8-5D08-2CC3FD7AE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0885F67B-3F08-EA2F-2E75-F5BE1181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12597542-49BA-B3DE-8EE7-A8185C0B4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69CCFF3A-865A-467C-ED90-87487CD45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573EB05E-4C41-25FC-72B2-A8E7689DC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284CEB5F-A7E0-5007-EB52-AB1E65AB2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CE9386E1-39A6-4765-C333-F3229F737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4A56A59D-D75D-39DB-3A9D-8838DBE7D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8A7790F6-1A74-22AB-8BA4-8735A7721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C44F599B-7452-3506-36AB-7A8CACD8B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19AFD52C-D4A1-63DA-35CF-731149510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8C158063-25C4-3DC6-3819-FAB97B1DB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3F85E323-00CA-CE59-AD72-D2A876209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05B94885-A4E6-FA10-2770-3E1C137B4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0EC54FE1-34EE-ACB3-05E4-026DEF33F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EB989C7C-B55C-12B7-4DA2-460ECFE84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81F835F3-F4DA-41D6-086A-C7FFBA021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1D62B2B2-F62F-7019-43E8-BADE16AC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A139A3DA-AE40-A1E1-C722-7A7A17731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EF1D72FD-4726-CC4E-957F-73FAC010E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504B9E5D-94C0-49A5-2D26-9E669482C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30B4A8EC-528F-D09E-6726-327376F24863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5C5486BC-9D27-9C43-6F2A-B0F30DED560C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15C3D0DE-58F6-E61F-E432-97687E73E14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7F9C7ED0-4469-6CE6-62EA-985EE9EF306C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D5AF387F-3C42-C232-9B39-2B2978ABE76E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1D15B7F-B451-CF77-82DD-1C5398F7F684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4CD631FF-770C-2589-1AC5-F616A6AC228A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CD6203FF-6A11-4B8A-2426-75B37F414371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705B0644-E148-61D3-D28F-949EA5FD2756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F215081A-2BEF-5537-D820-3FB0437A954F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91C5534C-BBEE-057E-F3D0-6B764E263C47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ABF40A7B-658A-0ED9-90E4-4DAD2DBFD655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C4DE7428-86C2-924E-1B9B-E3F78FC59D71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D9134248-B80D-30DA-A293-4CBE0970D5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69749AA7-BB78-B970-F156-64856C48B347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8FC9AB64-C206-F6B7-8CB7-4BC1C06E0234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4D2DF1B7-031D-71A4-386B-6D0AE2E50AF6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A334669D-71DF-4F8B-8F9D-1C191CE0C26B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5F7E8611-C2BB-4FD4-1278-76C53916AE09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6B01A46D-B884-BEF7-44D1-0DF3BD3957BB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2C857463-A881-05C6-FBEA-AE1562DE3038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FF14D7D9-A35C-9EBB-AB28-8A1BE51C6EB2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FB3ACCBC-4A97-66CA-93C5-35C58CD5BD59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25E484DE-D93B-AACF-537B-91EB039920AF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F5708D1C-7FB3-7BF1-B8D7-A49250306470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869F13BC-6989-EA4F-D6F5-45DB00C0FF0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46BEBD9A-E0E9-25CB-0093-B832522E8F30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DE9AA010-C370-BAEE-F592-B42A0C308B6D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A19E3EE1-A140-3E47-AAD6-30658B7232AC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24508735-018F-FFD9-6D19-40845BA115E3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67E19B60-CF9F-FD2B-0DB8-BB5DC79AADDC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B4A94394-6E27-4766-D615-0A1C1D023268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4A401557-E71D-EFD9-A4C7-97F434E522F6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D8E55F4A-9B24-18D1-881F-D1F66BA9D469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0D51F7-64BA-83C3-52D0-B9F3D1218A4B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AB1D2F84-AFE5-5AC5-8A51-D754CE84A623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63577EF3-D895-8909-119D-F07D88CE51F4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272FCB55-C506-1961-9DFE-B839CD967627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4857D617-B022-A445-2B44-F5F03E01339E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9410D4FB-1B1F-C049-94D0-A03353137320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B0CA06E2-9D3A-F0DB-9849-D996A4EBC854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2B3D3430-147D-FCFC-BEFB-BEBEFF08686F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0DFF9F6B-B5A6-A5BF-E57E-B8B0458D3B82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80932906-D2E0-5400-7A34-BA2959D7DAE0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EFE79D7D-F4C8-B9A9-2DE5-079BE4350A77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CAAE45B7-825A-34BA-596A-B45D18C8BD70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726A3303-1991-16EF-10F3-BA706457B684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391C7A3D-0DCE-B7A5-9C79-334BBB991041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2322FE2A-0E7B-6E64-B965-A4EF130E9BF1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8DB7B479-13E4-DC7F-411B-C77BF652B009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EB112839-30B8-038D-5743-B3726263F180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023DE23E-54CE-74A0-7F44-DE719E2C7EF3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5784D028-D23A-31C8-B920-28730BCD2E5A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AF8314BC-98B3-EA0F-45CE-ADF86782D757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6D8F2DED-90BF-8167-D366-B143FE16B3B9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60EEE248-09A1-A6F7-9731-4964BA8CD700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2CBB831C-4FC4-8A95-3F73-2571AE98D9E9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79240A5B-27E9-13EE-EC2B-4533D6E2AE1F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7B4726FE-A2F3-1396-3107-E357AD1F297B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6BCD00B1-CDB8-D04C-BC29-E1CCD6F9C887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15F3C612-248F-310E-E3AF-69803EF830AF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E4BE4A79-CD66-A92A-35B1-30A0E9B68BE8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4420BA66-01A7-6D47-A631-C9122BF2D57A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BF96DD9E-94D4-EA75-0138-DFFA5516F6FB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D3DDBABE-E82E-4816-2F2A-04163EF964CA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BD735907-166E-8518-727A-9E675F257F18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73CA02BC-E185-20C1-9CAE-F7463F5DBAE5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2D927DD2-8CD9-B6CD-842F-508A39BD3582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F909F10F-A3C4-5AD0-44A7-229BA2E0F7F8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2B75D2D8-749F-A803-145F-2879C2CBB97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84D79C64-D983-24CD-C613-263E19D5B416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B8979C0B-8DB6-0C62-B603-3FF4F3CE5BEB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C8A67F37-2CCE-AE47-FEC4-957F030A21EA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17B4E3E7-9EBA-5E8F-465B-A0AC24D989C2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B585C0AD-929A-5D49-EEBB-0465F41A461E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C241894F-21FA-4C9A-F694-1B46D34FF6F1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F2D3F060-7434-458E-4836-301DEDB06845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6BF90CAB-38F6-F92E-F061-E456EE6B0113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77667BDE-DF18-209D-1E13-8189B0A9B5B3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EACCA95A-03D3-21E2-E25D-9C34BAE870F3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B27A4EEB-5420-A341-E2FD-F7121DB7CB8E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F32197C3-164D-50AA-D89C-8112F2BEFD74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5E2FC75D-0BE1-A1EB-828E-5E311AD1FEDF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42919D98-5984-A00F-5092-9CA6CADC7EE5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21ACF51D-357F-82FC-A905-B8933E5406F3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D6517176-1266-E7E1-8BE8-88AB0938E1E3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8BFF72B2-6BC8-6A8C-8CA1-AA5671FA66A8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A48F3BFA-8186-9AEC-531F-D5E10B13FCA3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E3DA3BC0-5369-FC72-1B37-31B02086ADBA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03451660-C265-C775-0B68-AF271DC27B38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589DE79B-E4BF-62EC-3F27-123102A2B29E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44DE90AE-9F6D-65D8-7AF5-FC9D91815EB1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D9D81A79-6F5B-2B63-8925-CBB591E1DE70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786EC559-873E-2317-6EEB-C2F7677DC895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B0DDC2CC-6393-1BA9-D093-681FD11DDF38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A4FE06B-3A54-9E0A-A4A2-7E2861E5A8E0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911A3DD7-CDB7-D1DA-F1AF-024C62176436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4084A730-5676-1784-ACE2-F6A44B934285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6F9466ED-FAFE-5D63-020E-C1ED2E629863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84950F94-852D-95C1-A5AD-493C5BDF5E1E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B9D0FE03-5CD8-C358-2BBA-FD962CC22F29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565E0883-A3E4-4AA0-E49E-9E21BA0875B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91842D7A-83B1-8428-0F34-CF1179CED0FF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9A9845EF-ED80-C836-2DCB-3FDB6E38C21F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56944201-26BE-149B-364E-94CEA7778357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2DA6EA0F-7705-98DC-1083-33271D0C6B2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D23E785E-59B0-5D97-CF1D-517572AB83D1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E8151261-3B0D-0FE2-673D-F95C148B5A52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FEF24A2A-ADA6-17FC-9C40-978A6A76CA06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44F764BE-CE27-1B5D-A495-03C21B75BF99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975028EF-62BA-28AB-4787-29A78797C95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6F643DC5-9DB3-7501-23F7-3FFC2D29485C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3D032978-E5B5-0A4B-F38D-C34598F1CF42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F25F1770-763C-A739-82A6-64CF1DD67040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43ECBA17-ABC3-77D3-5AB1-41ACDBF162BC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02D93807-0E5B-7A2E-9453-591E7285C206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FFA01407-7057-1813-1CD5-5D8AA960219C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C9FED019-D20D-AD2F-987C-C67A73E37B73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9C772921-C136-0A19-6442-6CA27C4C7C33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9B6B22F-66EE-0AB5-F351-8351E136CC90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2ACCBA96-7817-0DA2-0C38-EE70470168A4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508F8A99-4552-B2D2-E797-F38D1C5BF44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410C326F-C49A-3E91-58B1-1DBAD22D6748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0CA5511B-02E5-87B4-0C9C-EE3A199C4B52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12BC224E-C761-0899-5D6C-2945080BEC9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50FB2DFC-0D2D-5F34-5BFC-6528979CFD34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B303684D-F235-4CB4-28A8-C5A9E427505B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A94D300-AB29-3E10-9EAD-12F4419B863F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7629B3-A8C5-9298-4CF2-9A3407134A97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D7C2786A-67DC-95DB-FFFB-81A68B2F81FF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174969E2-F50C-1474-0295-066A0B9A0BD2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E0C32D32-221A-B64C-EC40-C9FAE05F9B85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B13B4FE-B245-8F40-AD9D-F36F41F87908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A709F28A-55EF-DC10-BE1D-FF596DB4B033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8ABA0152-A093-91B0-4416-8F940BCE1200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A41B4A21-0A83-672E-5AB8-D1FD81625C97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EBFA5454-0A8B-813E-A62B-68A3370311E6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DDAAD5F1-D47F-49ED-EF1C-D5D70566E90B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0A220D56-491A-F8D7-76CC-2D0B8A1CEC62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AF08BB10-6689-90C9-060E-4336C639BD1F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AE7C8D97-923C-C29F-F10D-3A2E7F304F73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8E4732D2-A3D7-9CC3-DC97-57ACD4BC1D75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305BDB71-0955-984F-E409-57071B436C80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41E48C8D-A29A-1131-622D-BFEC861B4588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2FBE3D8A-FD42-7740-0160-661C8C74DB5C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2CAD04AC-1A6D-326E-FE62-16B449F3D07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075EB0BA-ADCF-9387-F14A-9BBAC0763A6C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655AC30-CE73-A771-25BC-B29840006B7E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64D21582-6C91-CF94-29D2-C873CF1F51CE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8CAF19C4-DBF6-A7E4-07D8-A3C4CE827A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80CE9F53-AEB2-37DF-7B5F-AEB00D752EBA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B7D99980-C1DE-569C-6CD1-552FE770C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78017D1F-3ED1-9DEA-E67E-ECC79DCB1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A672726D-E298-6AFA-2E3D-C3032AED3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2A00A1DB-B012-0A62-D6E7-71AE12497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30F4545-F35C-827D-F9F3-A3FED6BDD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A4984A6C-3BB0-A246-C6FF-33395D4C4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155DE97B-7AC3-A4BC-6574-2F50C1410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EFF83CDF-D926-12A4-6151-792544A7D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3D9BE055-405D-CF10-3245-392E29284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C80C5D9-2DE8-F6AB-CC62-27B22B0F3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BA57A808-3004-5330-0273-0A38AAD80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870AD610-D5F0-29EE-FF00-0B77FE461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590E29B1-CEF6-6642-1973-0F4DCCE90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69BEF275-D247-B9C4-0CF1-CBFFD27EE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D7CD0D23-8109-8F4C-39BA-65A204692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17F37AF9-21FF-8548-9847-B122F96FB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6378145B-8E21-3DA7-A6CA-879A8B842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9C3D98BA-2506-953A-88A9-68BAC1CFC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E449F842-BDAF-2B15-7B74-02CA1213B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8B494D8-3D48-6834-B7CD-0F70DF389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E14A0424-17B2-5F2A-B586-B4C856AEC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992EEDCF-80B2-B2B0-74A9-DBAF47EEB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9DD4077D-695E-3293-2088-0A0E4DA87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F166AAA4-C571-6FDA-2669-5F6ACBC9B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9EFCEE77-AC7F-B4A9-022E-AFE6AF017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D3693BA5-9970-C3E6-5388-CD975917A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861A5B0A-9E4D-A4FA-AA00-31E7CDB0D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97A7CF6A-4823-6B64-B467-2B88167D9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05301090-C77B-0704-5B49-9F7983BD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3131CF62-17F3-D6B2-8B9D-B9A412B20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7B0F7B8F-568B-6DE2-CBEC-E403FB07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5981EB04-3366-2B87-D78B-A5C2E6F1A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6199FA2-4F7A-092C-61F0-DB1DAF0A2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34AB94C0-896E-F5E0-C49F-BEBBF7246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2700C368-DBF9-E5B5-2898-D7A60B21F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A58892B2-612A-D445-A4A3-AA0A8D613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0FCEB7CE-E8F3-035E-0153-B06EB8013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AB96E15F-C364-741D-1371-AA62B3619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C8DEDE33-2A72-0792-0AEF-5B55E1402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943B2FBC-B8D7-F66F-471B-B182A96B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DE6EE35C-0DDA-3CE4-C0B4-BAF90FB6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E2FA5274-F505-C514-6263-66560BCD2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A0C7F227-B5CF-8907-1533-9574DCEA0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C81D5EF0-3326-B3C4-FB9C-0933FAC19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E867D612-3313-8DA4-7AD9-A1F1C494B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C25F6299-5019-4A3E-909A-2C1A706C2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6CE39E89-00F3-F999-FD9E-B24450408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6AA1915F-2C80-892B-306E-189315EE7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0CAABC98-74ED-7B72-6DA0-E1B4581B3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63A1B07A-AD25-2823-6BFC-63B6A9F5E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CF05BA2B-2E55-5F9E-9A6A-3A41ABF6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A6A46B38-41FD-CCAA-09E0-7256458F7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21E41E64-DB36-A088-97C0-81192D049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48D0636C-5A17-A3DF-A417-A56D4408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6CBB5DBC-C009-A9E3-2D31-2EFCFAF65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AD6B6884-DA09-3C29-9030-3F3DD318A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8FD356E4-44F6-BD37-DC74-9D5F5A85E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C991E710-18AC-80D6-F61F-3A09C0E3E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ED62FAC6-32E6-C619-8708-4B284A9C9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85959D7A-90D4-46CC-AB50-A717D58D9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4D5C7885-4AE1-ED96-0A3D-9A657BB50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3EABBE09-FC9B-6AF5-32E4-69D7E659A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A09081F3-5A50-7D47-BE50-387E312D7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B5C98618-AD28-569A-F5F5-A54530898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40E142B2-B736-96A5-14A3-5A7F7D434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FAC17508-D31E-DD1C-3686-58D456030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0827522D-AFB3-DD81-ADE0-967231166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903495C5-A8AE-88DD-68E6-291538AF6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7CBE1D15-8EA5-7033-0EF2-FBEF3D4F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E70E0ABB-0167-175B-F5D5-C099EFA66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F298AD1F-F1AE-7624-F152-B3C44E4EA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34A5DA20-33E6-10E7-7F70-D57EAC35E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B7358C9C-312E-6860-F8D7-82342E473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BA41D240-D5C8-E2B9-CBCB-26F0569C9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F08D7069-ED4E-367C-274F-DC8B369F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E11C85CA-A30C-43C7-4DEA-425EC43B4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CB3B8976-FF51-890C-AAFD-8F6013B8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4F53F554-7737-65E7-CA34-50FE65153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50711B09-9503-5406-0181-64A4E0474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37A97824-68A6-C7EA-A1C5-465C4F66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5B770F03-133D-020C-B008-8ECF682E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6A81B0C3-061B-FD71-1BFE-FBCEABA14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1FD4AFEA-8A71-BE8C-42B7-7CB6C1874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EA075018-A8B7-3384-287B-BE456C4CF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95EFF368-4794-FA07-3967-F7787FA18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7076609C-38F8-1930-B52A-26187E6B3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755E57CC-8EDD-5E2E-BFDE-F474705B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DC19A19E-163B-EA04-A4B4-3BA174A15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461E384C-3CF8-007C-3723-9910EAD3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51CF8D46-1F5B-5E72-4BD0-3920E77F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15554F79-0877-9E9B-088C-D549C5AEC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0077B959-8C59-3494-1062-1A9EBD174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2D62A349-2DAD-64F0-FFAC-429428FBA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AD0CF657-A8F3-7FAD-13AB-2384D3468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AE74B9F8-5E17-9871-229D-0198B5EE9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B6B592AB-C3D1-F795-D6AC-06BBBC0C0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9B7899F9-93C9-1464-19AE-C62700018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98B9BABD-D566-F4ED-89DC-FDA09309D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3AA052AE-1AED-4EA3-F92A-39C1B3922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44220D1D-D9F9-6C5B-0FB2-8F9432A75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068409C9-154F-57CA-C307-B3BC28799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87E1980B-2AA6-544D-D287-2385832BD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740AD1E1-D287-98DC-34A1-2DDC05DB0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C5C0F73E-778E-E1BD-7427-26D55E643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D2BF3A3E-D5D4-89FA-605D-BA9549F53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FD1CF1D-83E8-5B43-2B01-FCDC57FC4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3651F839-A500-6B0A-5DD5-8CD969A4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B168EDE7-7E17-DAA8-E291-198A15EA5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279A67C9-8658-3796-9462-905766875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B569D702-25EC-ADAE-DBF3-BD391ABCA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30551571-E7E3-F711-052A-725CDD161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FA60EEE1-238F-544A-BE49-63955CD35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E1B19095-2319-2C25-15DD-539CFD506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FF85883C-0B5D-A71E-2B04-76AA18FE5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4721CA22-271E-6830-F07A-E3B553B95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7C3159F4-91A1-6A21-9746-A4A0916E8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79E02E18-B0B0-B8F9-BCBB-D96933271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0F3FB12D-674A-DB8E-67E1-E2B3A6C8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82439499-A504-5988-B2EF-7D602647F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2A46D708-9B73-A288-BA10-5830F8201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2FF55656-0E32-3675-80CC-A4BDEB461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C6A6E8FF-85ED-56BB-AE22-13287902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461914CF-456E-A053-18E5-8B614D897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64A1B11F-2B23-7636-9184-FFF493FF1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66465DC0-1F2A-A9F7-CA16-1AFAC3323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34698BC-3AF5-CAC4-52DC-CE0C8D73A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119F0823-02CF-01B5-12A9-1251B8DA4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217F2F35-BD0D-E63A-168E-7E71A9CB6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8AC10EC9-6584-15AE-D1DD-416BDF345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17560339-A137-9938-D971-3E23AA360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22E61B67-0ADA-960B-C5E6-19680A2B2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B720E28B-0D1A-8F15-A6FB-BB3D05B39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DE6652FC-CA12-1620-16F1-7F1914E66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A38CAEEF-B1AD-441C-D1AC-9EAE6DF61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6EB06A33-526B-1696-BA91-549678551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D2A74DB0-2638-C340-3F4B-4104C5C78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BD167DC1-2BCA-FE06-CED3-B6F0235D6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9D7EE7B7-7C51-EF9C-8C99-5B3DE28B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5D2D414B-C8CD-C1B1-CE96-0A818B236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8F332CDA-AF69-A0DE-A79F-851D5A1E4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7BC383AB-B949-139C-71E4-A9727F3DF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81AEA00F-DADA-370F-D5CB-AFAA0B597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4F6413CA-0AC2-D4FC-7740-8BD361041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38C1B9FB-AD7A-EF77-8CAA-C0ADD2753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25DFF507-95E2-A47D-87A2-C4A9425D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66D15DF8-9EA9-B84A-0591-BAA5320F6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4CBC2AED-9504-2D8F-DCC0-9CCAC63D9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EBA0AFDA-2BC1-B3AE-8F08-D2E82F664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79C65D46-086E-5012-B933-0E49A0B5E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7CA21489-BCC7-9BC9-D46F-F4921F209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407B8857-7168-C2A8-C495-C0B6282F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CB4ABE8D-2F0B-1B32-407C-6B57266AC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9898D362-DFD3-F426-4BD0-9F1DED00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0F1B71BD-D193-09B6-05F5-459447804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38CC429F-B83D-A0D3-24A4-6B1D5E1BF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9E9991EA-55E7-97E1-4BBC-2AD9FEF68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5621E7D5-7C57-C93A-6FF3-7F632C0EE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4CBAA228-36DE-5BBE-C8DB-465ED5F40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553B99E7-A9DD-EF39-EC77-C3B959912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840CEB86-7A10-58D2-6915-B26292103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EC9EFF45-7056-23C2-97A4-73A6B8F61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1D7D54A-4291-09BC-9480-0F4A15B2B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B2416F6C-FF5B-8BE5-4FCF-41F3B1F01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E86A1CE7-A32A-C1D2-4A9A-6104C7DE1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0CB3511D-380B-CBD4-C3CA-B02DCE2F4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326858E3-CE2E-AA69-37A6-09F0AC4D5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93687AC0-65AF-E31E-0C10-CDCF34120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5F9FC25A-C796-7E74-C5F7-58BD65763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8E258F23-6905-DE2C-CB95-2EAAD0FE0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CE48A45A-50C2-9E2F-ED32-23B8C1490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DC11CF2A-DAE9-9F80-9AAE-E9BE8B00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703A55B9-B161-816B-BFAF-B0069CBBF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D3B6FBE0-405A-74C5-1D9D-83F6153F9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BC86208B-73C2-095A-E7FA-4E86FEBAA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802C95F9-C660-E9A6-C003-426A98B37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0AF57674-7ABA-0FE9-868D-90972BE87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785C227D-858B-D691-4447-CA2D80BD9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505057EB-4FC3-99A4-79C6-12DB7C86F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9D7A2B3F-5148-5A50-1840-8BA04FBB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995BDE85-263F-7677-2367-520C9453A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74E161D5-E43F-F81F-D653-9291EA03E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FCBD0AAA-4F55-92A8-C91F-571BA5D01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A61AC950-3370-4638-525C-88825C82B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9915D28-25F8-6C82-06E5-89EC575CC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494A6340-DE0B-C468-9ECD-51F9B869C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A02F013B-0BAB-9660-7959-C9A47B911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33016044-95FC-AFCC-F0BB-E0708874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E5288C43-1383-10C0-4CCE-B68215BB1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B59BC018-82D2-EA8D-EB49-B199F79F0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49FCFFB1-8F84-20D1-BFCC-1757E8AA1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28FE1AC5-9EFD-268B-7528-30F3657A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81033FD-20C8-443F-9B87-6A290116C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7DB796F5-2D4E-14F9-B85C-4C50D622E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814610C-09F2-0FC8-F104-BDD20392B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5938A950-9AF9-B132-6960-20D2E1F4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1F81ECA0-089E-21FB-2AE9-8FC3AB8B9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1DAA4291-DDA2-E241-A3A2-5D9CC62CB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F1781859-6AA2-9A24-97FA-A0D086D9D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C6F73B4B-486C-62B6-9BB9-751376567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2B0C8683-EE88-007A-5524-DA64C7C89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EB1590FF-91DF-7902-51C4-3D190EAD7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DE5909D0-C00C-E2BC-BC55-140555628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D3221A87-4F53-B851-FDA0-ACD49A201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4895648E-DD47-8950-9052-44BF18AED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E296F449-C118-D022-186D-E308D7B8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70259C7B-3D12-C7A6-85A5-0B23C8391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1CF08E59-B8EA-4A28-063B-27A8CAB81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9753B40B-1DAE-6CF6-3532-72A6F634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ABDE7D39-9B73-87A9-8DDE-D799A33E8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FE4637F1-E587-5938-832D-35EF3341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4D9CF521-3F5A-B5A4-F23D-711258353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102164B7-48D5-E227-9604-AD9F58823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2DDB43A5-4D98-9133-287A-EDA32733D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0B988834-B040-7BE4-A23D-FF8A77DB9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3AE13647-4412-156C-B060-94F40015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B135ABC1-8F97-EAF3-798F-5C4A2142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01E3EA38-8E0D-C2AB-5773-3CE5AE045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A24B617D-E93D-2AD7-F404-21407852C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799E29B4-A218-BBCF-952E-18B4ECC63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C8FB2EA0-0D3B-7C50-3840-2FD1DCC97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15376226-3BB4-8AF1-4434-C5C1255D4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F3B9072D-DEB5-55B4-85E0-8CE2B41DB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7A7DC747-BC31-EC07-A816-EE6B95CAC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55D841CB-8B97-2892-607C-A88FC6044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648BF61A-87D3-57C5-E463-121C3B1A5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311670F9-A51D-2BF6-5525-092655621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E18A7248-1B65-C870-A6E6-EEAA70CA6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874E0819-2FE1-833F-FC0C-6FE418D0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0427D0A3-4D2A-C587-014B-43B34F62B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F0015A9D-27B1-8872-0618-9FC846E91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2CCBA555-494C-6F07-EFCF-77931416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11523598-9974-69C2-9F57-02B1901DD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012D372B-C9BD-F5FA-FA89-661179BFA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0B8B860C-5E1F-E99E-74EA-DCC091415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BCFC7B-2732-93A6-7AAF-A9FE900B8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EB1B8805-EDDE-091B-1BD3-863CDFA30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FB98A00B-31A2-6C97-5CC1-4E2AF6DE2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768A5952-94A5-A9A4-38EB-F30A82EED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854C079D-98CE-6878-6151-FC00B1C93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FF685395-AD29-EE1E-71CC-12427D564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1489249F-391A-3DFC-FC76-8757868C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C68D12D-4D85-2514-B681-E3874AB4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EC243210-8C48-6C6D-52E0-3F90D74A4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5C7FB261-AB21-119E-6B37-6D8DAAF3F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CE01AD0C-71CA-9FD9-9E44-CB62212DA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8BB794BB-FAA0-F07F-D6BE-582C3F0A6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148E29DB-4FCC-A75F-BC09-60B19820C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718226B9-F1B6-6B29-B817-8CE397349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0E79D58-8BD6-DF8F-BB7A-EE8C3EEE4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48AE92C5-3588-8BAA-CC37-1F2012C52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B354A8F7-D9E0-958D-9D72-5E8B9DAD6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C45A6D28-33FB-A87A-064A-A0C4388D6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F1BAE71-AAF7-A8D6-DC1D-81E39325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8B8D6347-5380-F765-5380-78AD84755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393AC4B0-0868-71D0-0F9F-1EBDAE6EB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16FF3CD7-5C3F-9762-2D78-89DC87290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ACD51444-5AC8-56F0-0C18-C143D9662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36703D50-A40C-9C8B-16DC-02EE2337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F986DE22-127E-5D31-1FCC-E05BCD7B7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985A6ECE-5DB1-8487-41F7-61983E98F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178C597-03E3-6E6D-E143-ED0E75B82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E4B4B41-41A3-A73C-FE78-B1A22742F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D1C2C98D-2B72-0550-7C87-F26D6AE52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6BDD9CFB-2728-FCBF-75CF-2BD5F9BEF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AA5D00B5-37CE-380A-1724-035C835CE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68261536-500C-BDD0-DBDC-E584AF46A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6E7D2350-C44E-52D7-14E9-14F3F462A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F5E3BB4C-ED2B-ADCE-E35E-E1D337C67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028F8D59-B859-839A-9FE9-43F977103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E9DD4316-C23A-0886-FD71-BD19B97CC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7287CE6D-EE7C-AD75-1B0E-C8EDA6DA9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ECA4CAEF-FC60-E5DF-E6C9-E8B5CBD61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DAC20844-442A-F621-61FE-251A91A3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92815CC3-23AD-6485-1666-67B0153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8F7236EA-B08B-AB78-1B95-D821DBA33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EE692D0A-FD7B-099D-B3C0-2258532D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B2CD2BFE-700D-784D-EF0E-F47A43D3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E5BDF5BB-C749-BB96-076F-DEEEC505A266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3A0C8641-3ADC-2556-9D43-019F5D408DA0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A32ABD55-B5D9-3F60-0A86-09CB624560BF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3DFD57FE-4581-1AB4-2947-954915C2C0D2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8A491CFB-E820-FEFD-0A5A-5646A236CBDC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253C59B6-6ED2-E88E-3948-01E467A00AF1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E63F1258-C9C9-BE4A-3916-00CEB15B7B67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F69BC1AC-3AD8-FCC3-1511-6B018526E7CA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4F31BEC9-5F26-1500-DC5C-8ACEC65B7678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15F5CF4C-33DE-FFAA-8027-155BA2BE202D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9030FD63-600A-EABB-D13D-77BA1AB6060C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562B45F9-AE40-EB3C-F31A-D3FE5F8A842C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7C0B177A-5F5E-27A3-4CFE-A5AE0A94B511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DEB9F6DC-8A34-E947-46B9-C9D6785B1DF4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14360B9-09AB-3A2F-6B5B-E6774955B8F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CB6C64AD-1470-25B9-1B5A-F957DB307821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303DB10C-BF0A-7DFD-4A80-9F4E1ABF85B3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CDCE8F3A-665A-4547-B163-D24FE7F5DC33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236A2D40-F434-6D1A-F327-C43CD836F4C8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721B0A34-B8A7-F108-E6D8-4E2A0BBAF81D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6487BDDC-BFEC-B633-2C87-1F58389B39AE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AC3D92B8-F210-529F-0581-86E632D9F2AC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B25A834B-98EC-5B43-F6C5-2109E85B3E0E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E7814D5C-1F16-53A2-1D22-D31EF6A616AE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6EDE9A0F-8C28-764C-CCEB-7B15342EEE57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97639BAF-4046-726D-3C87-59F0584364C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D9CD2D89-80E9-6795-01B6-8481EC4E02F1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ECE9C97E-C088-2329-6C9A-009749C2BD13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81055C2F-E982-4AED-0E22-8B5E006B775A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E6F977E7-CE22-D77F-F607-668ADE4E3B9F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8D024AAA-5827-8BE6-6D84-C867C3F47794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A8AA33FB-28D6-C071-F23A-37652FFAD637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18D6D833-F7BC-E40A-848B-DE72FCA1F469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1CC85FE6-12D1-A0B6-FA7F-A9D2D1ED224A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7C0B47F7-CDCC-B0D0-8ECD-F8C189F0C6D9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59DF2179-1033-6971-25DC-3A378BBB856D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582573ED-4BE2-C959-816C-615E16F8259B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B7E8078C-EE97-7700-8186-84F8383E89C3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070834C8-6E59-BF2E-6F04-EF9334366472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22E31D09-10BE-67C0-9CEA-8A9C225B17AE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479FCC86-9A4D-A76A-9874-267660E0DE1E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7B261C87-A1D5-D490-2593-1DC39676B960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0BE0E693-8588-9D0A-8DAA-C72575FE0693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A591285F-4FB1-B5D5-F098-7ED7B04EDAFB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A7E09382-D5DE-ED7E-D0CC-E25BB696AA09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51EA50BC-1A3B-B328-6C87-1AF31A126B1D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D9F71061-C53C-55FA-C887-45AA12B407A4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3D62F491-EC50-89B6-D86E-BA3461B15217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3627E95D-3345-F694-B89F-B31AE8EC448D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78A7CBA-54A9-A773-7F4A-7AF6DC46552E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B774D8A3-4EB4-F17D-366B-0605B560DF26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F63E3D11-7E21-3F86-4868-31DCB028F706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75054FD5-7135-0E84-43E0-5CF7A3C181D2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1842CA53-AB6F-6807-D05D-3DF90BE1AB44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423FEC63-7B8A-A0A8-6E5D-DDA3038085AB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5E89C7E5-7D58-C8D9-FE44-A749AC68509E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A25822AE-8028-8CC4-0D1A-92C4158574A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2E2D317-4CA3-F06D-5FA9-9C500BDB356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87049769-81F8-4E7B-FC7F-2B65F315701C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2E9E307B-56E1-AA31-CAEC-0584FE858823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ECD8E298-C3AE-F245-80CB-60254F440C77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639752F3-3469-4D31-91BC-F0293AB36043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05316F48-1F5E-48EA-B034-38CB406570A4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F6BB7699-3B08-198E-D644-9FBE10EEAC50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FD6C5C76-6342-D56D-FFEA-BFD6A75855D1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EFC24175-B351-6CF8-6D74-6AEDA1B29399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76CAE00E-69BB-912E-024E-51AD39321208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35F240F6-7E21-6C04-0616-FCE79F3DA13B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69B58B10-AE65-0B53-D54F-07B5D66DCAC7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C99DBCF1-F27B-565D-BBFB-9534BFC31BFB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BF73C8B1-57A9-278E-280E-5B1F726AF90F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3D23A8CA-39B5-383F-0131-1B68EBF56A0B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96FC4BB3-5F93-F197-EDE4-C90E0F669905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2F8478F-083F-D4A9-CCB0-724C127E6840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5C8D245E-5077-BC7F-CC56-8769F0215E7A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4772C2E5-B211-28EE-4AA7-8D7045F6EA57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14C6824B-3523-65BF-C5C1-DEA87FF0C27B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7963C401-1F49-CD06-C61D-8F97916DE70B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436DCE6F-7C8F-4A16-06A7-E4442B00EF7A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75B35E4A-996F-9298-0494-18C9677E81C2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7934C64E-AAE1-C789-4512-CD1210C839F2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2A052FB8-7BF6-8DBE-A159-6DC37CEB02D4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125C8E36-ADD7-08C8-C8E2-980700B8FE35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CE8F27F5-A4D8-F2D4-8435-9FCA8452C3F7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0A4EEAD8-29D0-D477-6162-E2A949FBD72C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66EC10F7-A676-2BD7-20A6-DE857E186EF1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5995486C-E492-343B-EC15-972161B45CA0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4113E187-0CDB-87AC-8F70-2942F2A2B9DB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31362BCA-9F06-1840-3CE3-A8A46482DCD7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64A0CFA6-D169-A57E-20F0-6BD3B797EC90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ACF3D435-5EEF-7D8F-D3FC-8E4A4AF6080B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A04C155E-828B-D1FC-E727-B9DD3DC1C9D2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46780863-19BF-C807-FFD7-F282D0246F33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AA1F3D86-2583-4218-3CFB-5FBB5037B345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3EBAE2B4-2BDB-A14C-BBB2-8B7EC5335FE5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3FCC7A8A-304F-6F92-21AA-680A32573810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945587D1-CB1A-A38E-317A-0742B9B20D6E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05416298-C85D-0C45-C7B4-6E917376F662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0294FA79-8A82-8C73-2678-FBB81C90A7A6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0E4004C5-7C8E-7BC1-9112-EA67FA0C3E91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6C0DF598-6406-2646-11EF-66AA6A66E74C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5E293462-DE18-ABF6-0125-2036CAE607BE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B4E3F6E4-483E-0C1F-1427-688EE8DB6377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97A19006-514C-5921-66FA-5A2FFDE752CF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0725E305-97EB-01B4-22CC-EC93A4B60167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F6485DC9-1039-4F8A-FD0D-2337EFA8B9D4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F451C07C-6211-4988-AA5C-136EAE5F05D4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190AF5AD-4E57-48E0-2E7D-D449252E6587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4440FC67-CF0E-D8CD-4287-35058352B246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EF171C1C-A969-EFA5-5E34-CE5BA53B97DC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98CA508C-1AD9-8060-DFED-EEC4630B6E87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44694AB3-D911-DC2A-043E-11613B562E8A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B6F5A785-F43A-B20C-D895-3537E636A112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B78DCB83-CE1B-1FDC-6855-FD8B2D205BF3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754D8E1B-DE30-8077-3627-62FCDAFF833E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6CADA25C-7BCB-F87C-525B-C4CE8BA40DFA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D32C8955-77CB-F35D-78FE-3B01FB2348AC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DBBE806D-128D-B4AC-5B4D-9C37FD39A490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DCC27517-E9E8-BDD8-389F-8931CB693912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B1CE67C0-DF13-E021-8D11-584059D937A8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609485B1-795B-5323-E8D1-ACD3C282EF69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F575F4F9-DDD9-886D-A7A7-6B99A81DD09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D2436144-48B0-03E0-2EEB-43EA2BB3A9FD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E25CE13F-554F-D6B1-3F8A-8473B21960F5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72B8CE53-A01F-ADC5-0E25-833BEB9BB330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FA81BD16-60AA-F30C-D351-2676AEA7D997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483A93E8-CCF6-DD0A-B588-7330E07A7B1B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947761EA-D1DA-3FF3-F69D-CE714B6F599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00DF4700-23AD-A407-F530-0B51C314D475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D85E0B4E-9AD6-2AC0-A2A5-4DBA034FF118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15FFF885-4490-EA4F-6CC4-B9E3A3FA7C05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B823D8C3-C78E-2954-6006-C4E2AD18C519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837DC66C-5379-AD05-F258-578D72C81693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75DEACD5-02DA-CB49-708B-CA1774B2A144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DC0D3BD0-3777-BE58-7AEB-870E0F28A851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8D8F369F-A396-B6CB-D174-3B893DB6AE35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95161301-93B4-6C85-CB49-85C870DE2603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030F3632-A490-E775-B07F-50072E868733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B2012E4A-E6CD-283E-FFAF-A35B47956DA1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98CD57A4-FB88-922B-B2F7-32D31F41E5D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BD1DC7EE-5F8B-580D-7206-8E2535191808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613F69C5-C908-2342-BFC6-F23545A3E9C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C9A9529B-77AD-5F2E-1F6E-FC70FF17F1B6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441664F8-2FD6-38E2-A146-1EF721EEDC88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12D4A1C-F794-37F5-B6C2-76D3BCFD3BAB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4FFFF6FE-75EB-2C3F-30B9-B886B67622C6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45FCEC4B-D9D5-17A0-411A-44D3B1B53B8F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A3F06323-0AD0-A723-AFEE-E4609D9BC1AC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CB58A921-B235-5428-4455-DA3099CF946A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AC5DE7D5-B618-6717-D480-39039D4EEAA9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FC653631-191A-5E7F-59D2-44B7083303C9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58328014-6A35-9D5C-56D0-5C3FF8E7589D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4D2A7224-A951-89EC-BE73-E525101A8098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397B14C4-47A7-BCD0-6965-0ADD288BD4D6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36EB31CF-0AB0-E536-B784-8E277D6B0809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1869B8D8-D4E5-3C9A-EC2D-632FEBCC8A77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88EB9EE6-5538-3984-6001-4FF43D4E80E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DE2EEA73-64B5-9B75-28FC-ECB06E442752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23527B74-CCB3-D1C3-CB7C-750E9867C63B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9DE897B9-482A-D1A9-DB2E-3D05B3499BCD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393B8BA9-8BEC-C128-85D1-E0EA515C68E9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5110CE88-2921-73DB-0F83-1571A2D5DA10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B332A8E5-8EFA-BCAD-3FE1-90C6657C283B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521D6C17-50D5-7E6C-C7C3-DEE6D367B63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9D290793-493B-C688-CAFA-DC5A2FDC7CCB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8E3F10AC-03BE-5715-BC44-75A8D8CA9DAE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A2B4CF08-166B-DED4-0168-27B66B4509FD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8F6154EE-8838-B3A2-35DB-4B8A4AE1395D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FB33951A-38F7-B5AA-199D-3338EAC53A19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267B9745-1E6F-8FC6-4C80-B638130BBE49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F0567C60-A77E-1E27-94AD-AA4E2581C7CE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2EC796EC-040A-F050-A8CC-15F8C94F3C7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33ABB309-FC9E-8435-A2CE-041E9163E8E2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12F4E45D-ABDE-BBF8-E416-83B3002F8260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B0BAF7AD-A7D4-FF36-FB57-CEF1EBF31A8F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A16EA109-6EDB-D567-2B80-E646A34316EC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36676220-5C95-FA1F-1641-AB33051F24F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8239B4D2-10AF-7AAC-A169-D8EC4AC116EC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8935BDFB-1807-F9FD-5AFF-C6E80FBFDF24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81D778-3B07-9EFC-245F-474864012158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996648-822E-678F-9B51-3E4BD502C7F9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94DD741-F68E-3918-AA04-B4CD2B80434E}"/>
              </a:ext>
            </a:extLst>
          </p:cNvPr>
          <p:cNvSpPr txBox="1">
            <a:spLocks/>
          </p:cNvSpPr>
          <p:nvPr/>
        </p:nvSpPr>
        <p:spPr>
          <a:xfrm>
            <a:off x="887635" y="1356572"/>
            <a:ext cx="6454459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물리 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1A0BA86-E61F-6D7F-4847-23C13BFFDC9F}"/>
              </a:ext>
            </a:extLst>
          </p:cNvPr>
          <p:cNvSpPr txBox="1">
            <a:spLocks/>
          </p:cNvSpPr>
          <p:nvPr/>
        </p:nvSpPr>
        <p:spPr>
          <a:xfrm>
            <a:off x="442164" y="467971"/>
            <a:ext cx="7330236" cy="117225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6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논리 구성도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B47603-48FE-AE3C-21BF-5E91406F48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55"/>
          <a:stretch>
            <a:fillRect/>
          </a:stretch>
        </p:blipFill>
        <p:spPr bwMode="auto">
          <a:xfrm>
            <a:off x="1737593" y="1466935"/>
            <a:ext cx="8716814" cy="497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57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ADB00-52DB-D002-F997-4B939902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8F32E-BBD5-89D3-EEFE-8511A8E4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물리 구성도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4E9543-450A-5073-C8B6-707787BB3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54" y="1380971"/>
            <a:ext cx="9066955" cy="511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31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3250-9B90-4399-1A4B-8402479F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304E3-EB65-96F4-E33B-B74DB8B2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도메인 기반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Ping </a:t>
            </a:r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테스트 결과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B790863-2C65-9398-431D-E731A4AB2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710" y="1506026"/>
            <a:ext cx="4029075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5989227-64DF-EE0E-75FB-4C47740DC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217" y="1294785"/>
            <a:ext cx="44386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7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AC8292CD-74D8-D67C-2C9F-1A990D79F08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BA14E008-EC48-B4F0-9004-D9150BA5065C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D3C46202-9931-3827-6D3A-E5904B00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2B7C8458-E1A8-687D-001D-94867835B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5151AE03-96E0-3C51-A2A7-A14A0C2D5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10210134-6E95-5D25-78C9-B9BAAB4D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38F53600-5153-C9F0-FA63-B0A13869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AEA68619-1DC5-A36B-CFDC-1D204470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BF418EAB-B434-0F40-54D4-43747E428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87FE8745-A0BD-CB7C-6E97-FD883DD91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D4CA0FE-3F6E-1FAF-7293-B95D9B9A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9D5CF62A-5640-EEA4-9B02-E5AE24EF3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529C2CDE-63FC-3B35-606D-0623C150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6150E392-DA5D-4E8D-F9F7-88948DFA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E4FE4377-E14C-E92C-8CA1-C323A7D29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2F2B73B8-B6B0-2036-BFD3-12DC5DBD0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3302228A-419F-7087-6084-5142B590F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F52E472-C480-A552-AFE4-79528F0E4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8C1D95EE-9A36-6E5A-0E75-764F7EAC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37C62BB3-7C11-790C-3DF7-289DA252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8368AFF0-7262-2E9E-0EE0-4263DE10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187EEC03-5370-DA4D-8183-054472418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19FD135D-BA2C-7A10-5B53-0E2029DDB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5D4D8824-1EAA-F6C4-BC15-A2E3CA3D0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26A55F2C-DE94-8D02-44A7-045BB04E5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102810E6-8C3D-D03B-9200-CD168BC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45C61503-7105-F719-AC3D-ECB80F732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8496D6ED-119B-14E6-4592-4DBC28EB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55F29003-E5B4-B53C-EFE9-E463F5E0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B0510A1F-E002-2E53-2101-49DE8155D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1B983865-E93F-89F8-948C-43CAAA1CF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EA03431E-6137-3150-B757-7A04DF3F8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3CB56130-1713-7F09-CAA5-8AD35AB2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15D958C8-BC22-F6F4-7227-DD9819B2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FF7BF81A-2BE4-99C1-7359-EA61A2A6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32CC6C5F-42EB-94DC-1E92-567888BB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6BC150CE-2941-5477-5E31-902ED49F3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0445F7F1-6068-9A4D-5BC3-07E6EB9B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BB88D87-F43E-5F87-6F83-D7F2E189B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086DB94D-7997-4675-8D1D-85D87EFB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8CEE1A6E-B2E4-C023-5A7A-57DB1D3DF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1B56880E-C19A-8161-AC18-F404D75C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33362AAC-EE41-16C3-B3FE-998FF4DDC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E0F8DB6C-2A61-36A0-76D7-5FF3202A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99640A13-FA70-1AC2-4712-419B845B1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CD2AFDE0-C840-EAB5-C04A-8565ADBC0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4B109178-4843-BF77-111F-D43697A8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CAB5C66F-C735-6DC4-7B22-4A6EF0A9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CFED28F3-D42D-389B-BD63-871990A4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BAB59604-F32D-85A8-0AB0-DDE8F94F3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7C445141-6779-F67B-696B-05E06588F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66CE2B2D-9BA9-74E7-7D6B-C3BD7EF7A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B5645446-0301-1156-2679-4C193726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8447BB0E-99E5-B237-A1C9-AEF971C80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FD3C6BED-D3BB-D17A-6C10-627720BB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819BA4E9-8F51-22CF-F6B4-489FEA2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7D921F34-E1F7-8F69-1EED-DF30724F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02B0D9E3-347B-C7ED-399D-DB1DEECDE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67287DE4-1CA6-B7A0-959B-E18FEF26A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2DBCEE40-1DD6-6CB7-599D-61B5DB57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50DD3E72-D6CA-D5C3-98CF-3F85092F6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AC2EF6E3-7A19-7976-D3A2-AC87A24BF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9EE5B424-C6D9-DD31-2864-750379D9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1B69E275-0C7E-30AB-34C7-1D84F8B5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C228984B-1C1B-7FF7-66B1-666860186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9E57C071-9F6B-40F7-2591-88F73DA3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7C572118-45EA-0F4B-5002-8DE9C49FC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E6E23BCC-DAC8-E4F4-BECF-904089519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3AC8ED04-726D-3974-CDC6-983907E92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23A20A99-5635-D9E6-6AB8-58EBD271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19B1E930-C15C-29EC-ED74-68C6C552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584248AB-4905-FA3E-AB7A-6E9CC2BA6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E06E49BD-363E-04A6-4B8F-3A983B063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6A1821DE-4F59-E8F5-EC3A-460811E85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CF6D2342-A211-EBE1-1347-0E073133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AA8FA2C2-FB54-8892-5245-838BD6A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BE460D65-35E2-9292-7B22-AF4009E2D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3D236880-FD17-AA4F-A0D5-4D9BEF724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A2D03FA7-4E35-69C9-A5F6-E98A0631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BAC2990-DC85-C196-C2BF-D16549751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F9544290-A10C-00F8-D386-A6F37DF34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02D6F5B8-DDBE-C2E6-117D-68D66CA70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724E0BA9-F727-5A6E-A5E7-FDF5C0CA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6FFE9648-62B7-6C86-2122-CC93E656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70E78F8E-C280-EAEA-6312-02457863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2910466-BE0E-ED79-C222-ABDABAC4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C2711AF1-C1FF-51D8-D28B-CFE87191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95E4D6D4-976C-1D80-5B16-5360C937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BB6C0FEE-A528-2DC6-3592-D27D2D5AA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32DBAE76-D977-CAE2-00E9-3C7D9F1E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BA40B691-E288-6585-3448-2F93AE06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05B71EF8-E584-1EC6-DD24-01193E999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627C69D8-25B3-1DD1-D636-2C3222E6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C966DB2-8D9E-1956-4015-2A3D8FD9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7D7A9C11-1064-2D68-72B3-65BBE6BB3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52D2CA89-B5AA-ED46-0E56-37B8C501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45D46AA1-0634-883C-B599-F3D6D588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BAC5A3ED-12E9-F178-5ACC-EFDFC0987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F4F5979C-AC70-B056-806F-9F2D07B45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1168C95B-AAC5-63AE-2A69-3188F141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8CA6CB95-369A-00E8-50FE-CAF0DC605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C49D595E-692D-0BBE-F7D3-C7BE21ADA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378DC35E-9F89-C899-8242-FE309E849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8E319494-BB32-DDA2-7F09-EDF503EF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18D85803-5D2C-4A35-BBD9-EBF786E1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E51E9EEA-CFCA-6D56-D34E-E6F223E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73815614-4629-3AE5-0950-670D573EC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50062BF7-075E-DF4A-B611-4A8100455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8BCDE6CE-749B-6F3B-8CB5-5C38583C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B4E368B0-1CBC-6501-DF15-9CEDE96F1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AE289164-2A53-F57F-78AF-9D6B2DAF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3EDCEA00-67A6-BA16-60D4-5FC626677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4575172-0B2A-9E74-17C2-6DA37F38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F019C6C0-907E-438A-C157-B028CC2D7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CBBBFE1B-27A1-0FF4-E464-BA790271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824160EA-1980-782B-5406-BCB72ECA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29923D47-F3E0-366C-DF0B-E7D592A92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1A57715B-DD12-C44E-416C-51184159E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EBAD0B6C-F9C4-0A53-AC62-7E3D135B3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F27DF0EC-B744-54AA-6528-21D91B5B8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9E7E570A-1D6D-7931-80BD-73783B47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421FC0AD-D0D5-F42D-EC8A-8AF91C2DD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BEF9D34-221A-67A9-27EC-6185D5AC1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AF6E46F6-BF5F-047D-40B7-70C540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79BA92FC-6F8B-5556-229B-5BBA0A4DE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790F6F2F-23B8-684A-18AB-F5A1FC4C6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7FFB5AE-CE08-EE98-2B3C-D28874CE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D1AE8401-A45C-71AB-3AD0-84828314A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6721FE35-4D51-499A-C8C3-6DA9EF835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10F87ACB-D7B2-1456-E948-19EBF2D85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141F71AC-AE83-89CD-AD4A-83AD24A6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0065965D-389D-5B52-DBC1-C0A5A4F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D00EE541-A403-1162-3DA7-C3D0E6C96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3E084BAB-3249-C8A4-1C3C-AFF7AA4C1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91F51312-34B4-B923-B67C-1889EF5FC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713A37B3-25F0-CB0F-4772-8F3E694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3CDA3C56-C02C-32E7-7F92-AF1C5C9BD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10B08D79-2547-7844-0C81-DAF8CF24D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D624FC65-243A-C87C-AD79-6A28BF4EB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D71CEBEB-8D6E-DC4F-909B-CA70294FE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CD4BBF91-1E66-35B7-63B0-229EA49A5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CE6C899D-C516-EE2C-5557-0D7687000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6D1B61C6-6DC9-F50D-C3FD-FABFD0D9E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5DA390AF-7A00-CC30-24E6-C592DC08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9EDC055F-E636-8CA7-3E62-5D9AF023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5D17C7A6-78C8-1514-0C76-5678AAF3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1E4A5FA3-0CDC-E11E-5AFB-D4A47BDB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48D4A4A0-B77E-5B0B-EF3B-BE3C096F1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F2E603D3-0262-B0BB-EA13-E3DB8EDE0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97E6E669-2BCD-6B6D-9938-1B3737DC4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5A740BEC-73AA-022C-FE84-18C3709A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F529EC00-DCDD-F6C7-9798-6A4812C4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B4B28E70-11C8-CEF4-C96B-24578DE92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6C34273E-DD03-2843-5EB1-02D55CDD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AC0FC2A1-708A-6F5C-2C35-A18CB8F2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EED5DA48-78B4-608C-79C1-D78C139B1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90C506F7-8A24-B7FB-1040-8582A5F54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4F25563A-CBCF-505A-6B36-2A3BDBC1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19070960-4D14-45C5-F10A-D6317B932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58689598-E018-228F-5046-675231D3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192BCA26-1DCC-22E0-F7A3-D82A528A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A6F8092F-ED14-A8E9-4ECF-0F40DCCF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99C10463-B90E-243A-B1AD-90899E8F1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8616565F-0542-2112-B5A3-69055444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472A0668-EFFB-033F-9D37-03AD8E96C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A5995E28-8C5E-F902-2DF2-18E0F0CE0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405997C0-BB40-2809-32F7-0069AACB0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F0106187-D7DA-5BC6-CBBB-67759782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E5748CF9-B36D-CE18-19AE-C2686CBB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60541B57-60DB-1D4F-A539-8C243FAE6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592BA0FE-462F-BCCC-B874-27D19E45A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538B6101-01B1-76DA-4099-F4C22426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909B13EC-0BB0-8134-663C-299FF2D2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C8FBA3EC-A471-9F05-32C0-7BD30B5A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B819C88E-DD6E-F6CA-D174-4138D1239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995B30AD-61F5-5AEE-F310-B52F6CC38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1CE378C9-6D7C-A5A9-5E77-6F173572E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AF8A9067-44EB-E86C-9186-D0B41704F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C785E9D9-7EC9-968F-1A3F-B8850691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A234C2A4-EA47-3CE2-0A27-C9A21736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C0C30C14-D90A-0D82-27BB-08AECD59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CF3EE52-5304-E03F-DA03-6A50CDF8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19AEF808-2822-AA7D-6817-81D0F731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89194619-89F0-6539-A628-77A4C4C0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2E55787F-A767-FFB3-841F-8035A9290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96FD99A2-B909-FBA5-F186-E2AAF5892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49B519B4-3004-5776-C470-F03D1260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1E1A025D-2DB9-9725-256C-52027920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88F1A0C3-32FA-336F-DD9E-AEFB47ED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EAE7E49F-0BFC-6554-AF58-5D6E00E45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F55F8AA5-5ED1-4DA7-2119-E8CAEB04A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8A603B9D-FBB5-7C43-E7A0-E78D3D7E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43424F38-9869-A593-9809-5622AAC40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66A38C9E-11A6-AF18-3924-7ED58C0AB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F611D381-2D72-C3B7-FDB4-E9EB99C8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5B737025-A719-6289-8BDD-4A93B8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C0B591F0-C986-3137-76B0-E5BBF3A7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5B6B90AA-BC67-4D50-D744-8979C764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423F7350-2E97-575A-BAE1-F4B2F9F0F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CCA2F309-A8C5-B394-E0A1-2EAE4605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08801F60-CC5F-7BDD-39C1-2366AAA0E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9C1ADD1F-FC12-FB45-A30C-2F025A2D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CA21F845-7E99-96B6-1919-61E5D5BCB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E25FCA94-2BEC-8DB7-F3C1-061D730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B8295C63-AA82-D5F2-7002-C123DA5E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AF8349B9-09C9-8E69-AD21-F8C28D403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1EE63356-9DA2-60B3-B4EF-42428233E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42487D85-623D-5AA6-03C1-D0711A4D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977251FA-C188-01F3-2068-0C1D8508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DCCAAA1C-853C-8FE4-86DC-C7AEE3E8B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BBE6978F-4B9B-5316-AF52-9D31897D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B9876F3A-794F-D00D-08D1-1533EBE5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9820FE33-225D-0CF4-8F52-F971038ED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DC8DAD6D-30EC-2E5D-B1D4-75B1AE54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F17AB65-FC32-0859-C3B4-A86A7AB04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FCD2EDE5-58CB-8AF7-A1E9-C4308C638960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DD175158-026A-41C3-1463-C448B486F037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94CA249B-4BB8-1523-217C-8C529FCADEF4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D2DBE75F-CBAE-FCA4-7554-8BFBE5592D1B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34D1A785-5449-F5D3-7871-3BF55389AAB9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3D9A6796-6AEB-F601-FBA9-01B8FD3343C8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98B1CF36-875B-C167-316A-AA84B275C586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A652B9ED-1708-E4DF-E275-63EDF328BA02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84F5F9A1-E91B-396F-8DDF-FEE965020FEA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2DA47442-E837-EF35-052D-0DDD4AEFB842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68BF3694-41E1-D0DA-0511-83E2D593C324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DE3CA5FE-C2C7-D241-23D1-4032430FAB57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0DBC3BB1-7609-3249-B709-C2640799B038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C0B73AAB-0D46-F22D-402F-699CE3AC56D7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03562E09-DE6E-3618-B48F-4F8CFB32E915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E99D4155-4C08-4D89-6170-656C06A0424E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E2D9A127-680E-34E2-D329-3E79444C092C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E11E07FF-DADF-A92A-C0A6-D0AB62CB70C3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3204CF71-2B62-12FF-437A-A8669663E40F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DD8B9FAF-F48D-A51F-E6CE-D929E60EE864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628D4049-508F-F364-33BA-2F5C7113669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88B4FD1A-05A1-74E1-3A4A-7D0F0164CE37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D999ACBF-8143-3326-F7D8-15FF0D98CA1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BECD7BFB-7C6E-BC47-5631-BAAAF96C3C87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4D35F434-2470-7C62-06DF-1CFFC32E0C63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F3537B87-F34D-8842-677D-0747F0E8FA1B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D0AB95F1-E812-88D1-3475-35925686C8D5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56F6125B-D10A-7C81-5B80-5E224211F76B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EC06120D-C701-B62D-422A-A5E0C307832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2CD5ACD-1811-4F17-BC83-92DB7D881952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8890F322-D403-C297-6BBF-F21B0168FB9D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82F4B9C6-74F9-0BDA-60F2-B3EB805ACFB6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96F392E3-86BC-6B8B-392E-33A10047FE1B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B75F2D78-DDC2-CEEF-4B6B-C7C573E21007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1980EFFC-DDE3-A8AD-3CF9-9D6DB0D46E27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73001DB6-7619-81E6-DE8A-19CF0B3BD43B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F52B9CE-1114-F321-3DCB-E4B5CE415F4B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4B3D182C-4D49-9262-BF7E-E34113E16506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CD43C987-F324-C78B-EDD2-64E82233F554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722986E7-15C8-1EFC-9B72-E5BF674880C6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3088103C-E184-E4E5-6992-2410DB70C3BF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366335C8-7071-B910-DDCB-9D004D4F441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441A7C7D-A578-815A-233E-FF53F4E4C9AD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DE4CAEC2-F460-24E1-4603-50C46EA40964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A0723408-528E-26BA-FA49-7CDF42D30341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97E47198-0B30-853B-519B-C92CF6DF9BC1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DF25C3B7-253C-04C7-3E47-827F0F437B45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4E5C42C8-62B2-0575-2E68-8A0EF69A4E8B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14D8A689-191F-C146-4259-D154E41B7A1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F244AFF4-A300-C134-7B69-6385F69356AC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BEF3EDD5-A307-0983-ACE0-18DC5CC95B35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60E86249-FEC9-A03A-EF31-9823F395DDEC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D0FAF4F9-0284-8AD7-0FD1-D0F1E82FCB11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B1C58DFE-831C-D099-DD3C-C9C81642FA8E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A94B3149-0076-99E0-BC99-B464FF63EBF8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CDFD0E4D-23C3-3EF5-9466-786EF36F9797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9029C3DF-E6B5-300C-44CB-BE329CEFE3D3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E4C9F987-F683-7259-27F2-B7CA88AFCBCE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6F582EB8-ED9D-1B18-D513-57BCC2DECECD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F06514E1-DA33-8016-672B-8306A6602805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FE8C6BFB-14DE-8708-4608-B877679EE581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333B79D4-0AE9-3A9C-3774-AD3592B0319B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5E3F5A82-7310-769B-26FE-C5285301750B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0F3A0D26-485F-116F-C0DB-8CE07D832E27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9C76B3C9-F45D-8100-7C54-ECBE2273245B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FD9B422D-FBB6-55F6-ED01-8BC5D6FBCE42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148D4B4A-D118-F108-AE1D-8EC716F0F799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9F90956A-EEDA-FF33-ACF5-437DD39A3DDD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0E21A126-1A13-C158-80C3-39CB47C693A3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391173C-69DC-F4B3-5B32-1998FD70A043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C376824A-CD1B-06FA-813A-8A9ED0EBE2F1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3C2F9F9-95E6-34B1-464D-6FFE2DD3A2AE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46D5D96C-C66A-FA05-F57F-7D128B261D31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B121FD62-7B99-1AA3-6474-A8EB8E2110DB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9C7E7BE6-61AC-839C-9E4E-E572E04D39CC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A1E55A9B-085E-338C-A622-46C17427FEE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63C9E405-DD9D-38DD-6088-72280379BE98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0B084119-B38B-A6F8-7CA0-D2E34345C121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2AFB6AF7-496C-7BC9-F722-7F51641F8024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7C49D9AB-9CCC-40CC-8B3F-8D2F651C7B72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9F4EE7B1-FDA3-9E24-01DF-49A6C4655D07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4A9976C5-62A7-1452-7386-8EE9B22863AF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082933B4-A1B9-324B-2D1D-52BABD712E42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2A40D49E-6669-EE8D-4BA7-0BE55DA03EF1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312823CF-56BB-B320-E19E-7DF7C110C5B4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63C85B83-2F23-AC21-3C5B-45ADD93F947B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222C6D39-AA69-D3C8-6711-EDF921C0A3F9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83EC01BC-ADDF-9DF2-D1C2-CD93CA04839E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095E8EC3-0CD7-708C-64E3-834FC07F94C3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4472D6F-5842-89A7-0025-10934228839B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3B70B9CA-5EED-2D50-3B22-9F5823F79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5D1F2D52-4F3A-89BF-ACA2-202EAA25F35A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5898DC63-6375-C261-44D9-202761A7FD84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2BF9A508-1F4B-1CAC-616F-CE103BF3FC73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96B88304-1429-5131-8EED-E723E1AE4D0C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0ED8D5A5-4C5D-B4A4-EF2A-5B2F60408186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0A5ACD15-94C5-CF4D-8FE3-AC0EB6C0837E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34B95528-E85C-2F3B-2062-2F226E67B0AE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5F9A714D-628C-A812-875D-DC51E867823C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6FA9B55D-47A4-2AB6-9CDF-5DA1C667C8B9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3AA62648-3668-446D-324D-662347B12F0E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32659447-6063-297F-3C8B-4DD97826D296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55C14D2E-1E0E-B657-EEA3-00CCBB434677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A0CAB159-F754-7576-62F7-D2946987937E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6E975A-AF12-86DD-D9D0-402F426224BF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4EC45CAB-867E-1B87-8D93-5907D1124802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CF87C1AB-4CBA-66DE-7395-F14AED90AE75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D27FA258-78FF-18DD-A29B-7520F36DB94D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93A75B29-EE8E-998E-1B11-27AB8AD9F7F1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63F63746-4906-14FD-B265-2120014AD844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C17CBDB3-23BD-A320-E446-9C14E9D4E7CB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CE10DFE9-D5CB-A931-0045-E9DB2005EBBE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2D4F06E6-74E1-40DD-B75F-1B839D02DF78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DFF07E45-6574-FD65-2436-25D6936F41A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F2CCF2D2-4CE6-1882-38EE-23290A61930F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71E17DDB-1D0E-2CF2-7526-F800DD7A90E5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E0286520-D972-1952-BC94-A7486994C7B9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E72E5AE6-4A12-6C14-EFB4-409A71E078C8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D236EF34-AB82-9369-D006-985CBD5CF06A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C2835CE7-C9A0-0E53-A27F-0001D0A282D3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00CACA2B-DD50-519E-3DAE-1B44867CEB3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81185423-1C1F-C387-F71F-50FFDE7D186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5A0307FE-63ED-5B4C-8D21-D87E976B9094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9F5B7FE0-5332-250D-06A6-57C8FED9FF80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AB26AE7D-E8DF-FEA3-7D4F-C89D245666D5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6C95C320-8758-FE2C-CEB4-18DC254339A0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0AD92CEC-DD67-9978-F3C9-1FA082CC4757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EFE2D545-9606-E04B-4E9A-892B5422FC1C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F3C393D5-3A27-ADB6-1249-3D58FC12FA2D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8C4D9C7E-C9E3-5D23-BB81-B7B1708DF8DA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CB6ABD3A-3AEA-0602-FE55-1AC145908EAA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2C4F8A2F-76AB-06E5-6084-EC1DEFA1B7AE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6EA46B58-C8EF-2D61-8F5F-A40DAA9C7F6B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27D7624A-0CE1-FDB6-91DB-2370BE14A31E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57A6FBA3-02AF-C6D0-325F-613CB279D01D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58A9011C-9F63-2805-FA24-D10837066FD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3E4D2BB9-F98A-9714-AEA0-699426BA3F1A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B3EA04BE-9080-BB61-6F65-C6095EC40A57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4792EB03-C90B-1B7B-37B3-3D461C29C4D6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13B7C7A1-577B-78F5-49F3-9EC39331CBE6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F817A2C1-44D0-30AF-F0AF-77EC02BED92E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D6328594-B4EC-D1DB-336E-513615F2CC6F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F992F896-54DB-6CF9-4A25-AE5B2D8AD462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C763886D-46E8-EB38-ED7E-9BDA46CD1067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9C1FEA47-08E9-B720-4448-A8AD4FE7DBF5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D1B484B3-4E0D-26F0-31C0-824925043F45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D4178819-0BF6-9A1F-AEE8-C42A7756C760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A39C1C8C-3494-AAB7-E37A-6EDC9E694676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C52BCC79-D786-14C0-5DA4-814B0A7FB8BD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5AB37E46-451B-30B1-71CB-136B6A66695A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2AEBFD38-BB18-6126-49FB-81E305B86FC9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9F1FFBAA-76E3-0C9C-95FC-1565EE04D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839570D5-EBEA-A073-D106-9059D42E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D3287D8B-EDEC-1E02-32AD-5BDA32E66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EB22D9F9-666C-EC91-298B-06FECB07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F70D6986-5DDB-F2C1-148F-31085FB5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EDAFCDE5-CF01-0AA8-9991-88D11E1E2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2513B4D5-0181-C01B-567C-F5B7887A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84018A85-7D64-F2BA-5A26-E9F12AE41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B7B238B3-4F51-345A-17E7-13906A661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3F594B2C-E4DD-73C6-6A46-D1FD7FF70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23B13426-543A-B068-190B-2AE3825EC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54B8AAEE-8913-6E95-7DBF-91DA1F95A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CB59B176-9BAE-4E0B-3277-DAD414316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D2DB22F8-21FA-F716-30B9-4F892F00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BCF2C05B-7FEB-8592-88F8-BA70CE54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76B03157-6846-19BB-E255-BA1BCAF3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A324686A-BCDA-3516-4FB9-DCDC3FF3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6F8EEFFB-FB54-5860-BB93-FFCE453B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948D9FDC-D350-F2FD-A888-4376D999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D4DB5D44-92F8-EDCA-F1D8-EF1958D7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8651EC25-969E-0962-8EB3-8B9EB4F7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A4976DA2-3221-564D-6CA9-069858180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8E8EF435-CA77-CB18-3C53-AB9266987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42CE52A1-A2DD-7C5B-8F5B-BF50E267A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FFF014D4-9B6C-BC4F-65AB-03BA177C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A56D5A8A-E4AE-AB83-8564-9C7B26D6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A9368A95-40CC-C7D6-6248-A8161748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B70AEF7A-91E1-813F-5763-D46574F56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2C8FC917-7138-4627-9F2E-10BE8E7B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09873B65-86A9-FC83-AF18-D9BA1299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0CBD755C-1B44-A1CC-F4BA-4AE8B8045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8F741D88-BFAE-3D54-91D3-E02601087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60EA1E56-41B2-4FA4-8387-60991FA9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82A106AF-1F6A-002A-88E8-BC88B67F3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4944364A-4293-C226-1157-395D06C3C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E7A083E2-E06C-3DAD-53E2-219A4F219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3ACE42C0-2DDA-76CB-FF85-4E0009FC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2112C3E4-EF42-AE9F-7BFE-7A8D09D99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DCADC38-93C9-62D1-24A7-AFEAFBEDD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3AFF08CD-1084-CEED-068D-6F3F9536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6B747B4D-7569-2F9B-287E-D7DC0AF4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6FE46FCB-77FE-9482-A653-CFADAAAED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C129F6FD-1309-E1F7-A6C6-86A8CEC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E2B44278-54C9-52FA-C206-68B3FB61D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6DE2A667-8EF6-C1C0-AB6E-6CB9FA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6385A7-7256-B744-5B0F-468A56BE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3A1E3702-FB2C-611E-89F8-817BF661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545C47ED-0B07-796C-D5A0-961AA9A1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46016E61-594B-8349-B4A2-1E53178A3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CF51437C-9683-B880-AE9F-672A44731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A5F1949A-151D-D083-DD4F-341D5F9A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5757DD35-CA98-2D85-E625-243D618D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E6B9CBC9-5772-739C-BF8F-95AB6B770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0C0ECF05-3D25-5EB4-EE85-0E46B9849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DA36E8F0-5C4B-D00A-5413-DBFDCFC7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5EA392E8-674A-A730-A7B1-1E90EE74A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5B120109-F97D-E8F4-AF9B-7EDCE736E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FFB6FD1C-618A-FF33-C6B0-225D7A3C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36EC6DB0-3BF2-D2FA-6A4E-023077E5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6995B139-79FC-0489-0D96-90EAC896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6D8C574B-C3D6-F846-C9D3-2CE47D827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FB70E577-AC5A-367B-0C75-7BEDD3A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B3C118B8-F324-2F34-404C-E86696160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8B9BCAA5-1034-E0AB-B5C1-A9DC52A6A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370A3086-C152-D278-EFA3-EE85B76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E9B90EC-1C92-EAF0-3F6C-5A1C1A57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27A8432D-C0CB-8F68-E025-A7FA0C50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24325DB9-5298-0DB4-5C58-FEBBDC1DB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EC97220B-F9A8-2D08-2F60-9032686F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A5A00320-BE76-40D5-8FEA-D0774B0C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A8BB2B9D-EB45-240C-AA85-26259B66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C55E798B-95F3-C858-4728-27DBFFB6D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8AEE9021-AFAC-C0F4-4320-1938059B3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8CC87571-9DAA-B756-CB25-764A0D40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47BB91F1-62B2-4FFF-205D-88383538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7CFDA0D3-E9FE-A76F-CE65-EED3D7A85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65707AE5-9E4B-BC34-2B04-53D32D16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786A32D-563C-F2E2-1169-6A2CC264E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B10B9B43-5A1C-7EA5-E03D-0B21A2366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662CDCB-F825-BBB6-C231-502FFB766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E6D545B1-CB11-BA95-6130-42332406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300C7592-2890-A03B-8853-568185EB4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736A6631-90D7-8D95-D173-A5E5F78A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59DD9F38-009A-729A-75F9-C5A75D34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C678446E-8BEB-032C-46F9-10CC37BE0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E34529C4-7A9B-E88F-E4C3-6EAA3656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9C2CD747-C03D-D3FD-08B2-7ECFB2739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A0D1A17A-6C65-B1F8-6829-E3D5EE673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BEAC2B9C-E86E-BA4A-D168-48E00F0B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815DB04B-FA9D-0334-2391-5FBA3141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F43159E9-1FCE-786A-F808-4932CA5F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19E0F8F2-7873-82E0-1312-00F2C847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9BCDCFC9-0F8D-B034-F725-5110E92EB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9BB99801-3ACE-960F-97F5-C95DD259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141D3FF2-F9AB-4FB7-2BDD-E9444DE63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EDF9A7BD-5B8B-2B58-67C0-7EA064AA7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0C6E577D-3377-0BA4-B5F4-A5D8F340A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57FAE993-8012-44AF-CFCE-CBAE613B3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AD9AF6E0-9F02-0D34-130D-F043564F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24743A19-64A5-BA2D-5462-F8F1EDAE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80C63E78-32A6-3202-1D3D-584BFC0F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9A0FA988-D9C2-E9AB-94B6-2FDB20C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C09C827D-0871-780C-33BE-CA7FA50F8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04025F30-14B8-80B4-FDD8-AA2D8D701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E76D2576-ACA4-2409-22DC-0E49877E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1C21161D-027C-A37A-B2B3-46711A5D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ECE06AEE-2A23-B7DC-D1F4-A87842758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1CD21AF2-3868-592C-7AC5-7C68E4699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9C94FC9A-BDBC-7886-D730-040CFC90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AAD7A052-A22E-75EA-73B0-0A7B0D933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C7D58EA7-70B3-4E34-1789-3678FC9E3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08BCF0D4-504D-61DA-F2C7-9376F29F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A96C16CC-1AA5-DB23-3F38-7318A9B59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832EFC0B-B3B7-5B7C-AC75-3C45D2DA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65D99FCA-C2EA-1E5D-54C9-82512AE5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10E26422-383F-A5F4-5DD5-7651B567B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97FBC098-6336-658E-A4CD-A1D7EEDD9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BDC0A517-12DD-100A-0DE9-B9DE3FDE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52E2E6DB-2BE5-D885-DAEF-840995F7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14928A33-354B-F5C4-6E15-F61C20822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7778887C-104B-2A86-D5A6-6562177C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D08C44B6-577C-2C6E-96CA-1CD019F4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5DC44138-E692-D302-0CD5-718CAC701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E2CDD3BE-95BE-0A69-5340-EC78B2A28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BA0330DA-F4B1-B9BC-2B4A-3C677524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850235AB-6F39-722F-2634-0D7396CD1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2C08903C-8699-B49A-65F3-8AE92C1A2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02F77F1E-0BAA-A910-8922-6A9E3CA3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F25D31E-D164-850D-59B9-117E7DA7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534E99F2-C625-B654-D902-D2CCF546D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74FF9AC8-C91B-02F9-F7E6-41D81E7F0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9892525B-1E91-20C7-62D5-27962A954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6ECAAE26-834C-6D11-D4A8-5DD47DF8C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7B64EB94-554B-432E-B6B2-62AC0804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CD598CA1-7987-9300-EF06-EA689EBD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341A250C-37A5-38D3-7023-941987D31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69B0A23D-58A6-27E6-2F15-796554D6C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20B4CEF0-E6F9-C3BC-B5C6-EDA47D64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79760CAA-CD59-E1E0-D5D0-E7EB5666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9382DAFF-AF78-1278-D340-9077FF773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9C5B4550-0F35-B443-BE07-48C6FA97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9A7EE50C-E876-A2C7-819B-6A1436D4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B0BB18DE-8A99-EFD8-96B6-971C89F3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8E31F835-08DC-8A0A-4549-1EABBEE0E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6104F4E7-3FBD-097B-9675-E5584BB7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BA6727A4-96BC-663C-B1D1-773E8387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588DE844-9E81-F967-FACA-571DFF6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0E50EF38-6C7F-3F6C-ABDF-0CBAB0A0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BCE052DA-8439-40E2-67F0-BDE5F71E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97FA4132-BBCE-4A3B-4AAC-4A2CC750D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107927B0-5A02-0ED9-E2B9-EF66145FC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D4FDCF28-F859-A77E-701C-21B3CCE7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100A29E6-1258-F191-D736-23081D5A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F537ADEA-BF8C-21AD-CDA6-8238B5BAB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EFCEC379-5DEB-9247-76D2-1E0944ED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EF7C6C8D-D316-7FED-1DC5-C1CD50C6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ACC546B6-A0A9-8493-A571-BF72FE1EF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6AE0B946-6236-438D-E829-8810AE6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13EEDCC-FE44-C66F-C2D8-E998D900B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3124B025-2B96-11DB-94A8-E6E0E7F13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DF491726-E7D6-A30F-D103-E59DED090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A5E29083-7601-FF3A-7F20-DAC2A41F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326FB28F-8453-22C8-B445-F9807157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B264015D-C8B7-B6CB-EFF4-6A85F86C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6C644A8D-E0D8-38CE-2004-F2697CFB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170CEA64-B1F5-6064-E48A-31FE1AAE7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D6AD047C-8055-0F2F-3C47-BCEA2F5A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394581B0-2EAA-9F94-AE5A-BA8989F9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418349CE-6D10-4787-73F3-C5E8388AE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217E48F6-E2B4-89BA-E424-8F6590E0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3C14EB64-C959-D0E0-93E2-FBED7C87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FB219F75-CF41-0910-52B3-B3DB41917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08AC7723-02B5-152F-0381-652E9C80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D777C69D-10B6-2F6D-DAEC-8E3C639D4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6F7FFBA9-CB25-B729-49F9-EA196DFE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AA56597-B9FE-4E9A-921B-28E84284A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D461B4D8-2A45-B2DC-8CBF-2708445B4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2D8113DD-369F-37CD-BE91-5A766226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8B71F9E5-0C08-68B5-AF5B-65702AFD1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1FBCCA10-CF1D-ABA2-A365-2AF808AD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5C55151A-8D40-E278-83B8-3A6F10D8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00CA843B-7664-A9D8-B3E2-722BB6B4E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5743BC91-A113-0A2F-6B28-94E4548F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BE30113C-4F44-4032-E47C-22D8AD08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C93B6255-9219-C483-7AD7-A3E604639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74EB0C73-E8F2-CF6E-D249-DD527D0A2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19FD3442-DF39-092B-E6BD-9B5BA90C6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F14E4987-62EF-297A-D592-C5C3B819A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9F8EE4A0-1757-2CD7-3E87-4E25F26F4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D4BAACA-E6C7-563F-875F-6A449020F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593D0733-154C-2728-46D4-C141589E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C1F42D78-7113-BF2C-EDDC-C7B27B248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C06A1D7D-375F-F37A-A2A4-4750FEDF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DA80C86D-D528-D028-6257-26B764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C72EB6E5-7574-493A-AB58-2E451C448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DBC6354A-89E5-DF23-8A33-1CDE2B39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7CEC600A-8201-DFD3-C29F-FB2598A8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BE405B44-3068-E7AB-F6C1-10CC20212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88BFAAEB-AFD0-F80A-D4C9-D049CC92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9D895380-8C41-4922-0728-60690FE3E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86B3D1E7-AC06-8EE7-7ED5-757EB8B9D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AC4F2AF-B18C-8E37-1977-220B9B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9ECB4268-79E5-F910-295D-1A8EE712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92207C05-D0E1-8F29-C4EC-94AC0704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03C4AA48-7358-6FF6-85F9-6BD0E2B6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6817B481-945B-F81C-D475-09263CC88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DBC5014A-FBC9-FDA8-F607-83C587EFC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F311C6D7-76B0-6281-D4A6-DB42C397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E0E9843A-786C-A297-CE16-629797FD8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8F5225B9-F4F3-321C-A9B3-306F82487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2D206C21-E81D-5B65-A26B-D1E1618A1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80D9999-F66C-4C25-BC32-22E1792B7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D9443F90-A969-C1AA-5E05-8D3067CC7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95158F7F-44A2-4C89-452A-E780F9CB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0997AAB4-0667-3704-E51F-EB72505F1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6570DEBC-6F4A-51B0-77E2-0D1B451FE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575EF3BE-0155-26CB-F609-59D2EA071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0ECE4251-F47F-D432-46AB-74C6DBFB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2F933D88-C637-ED46-C301-EB9BD5167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BB03BD6D-3932-5EEA-C59E-33553B84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93AB8218-F318-CA68-8F55-A4C127CA1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731FD2C2-03EF-1CD4-BF32-36DAF19C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C37FF41C-4B8E-35E2-21EB-A6CBA263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4FE23D18-42CF-D268-AACA-A5FA5551D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2290D4F4-C3E2-5742-BECE-C3A37A3F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50532D85-F9FF-B1F5-E44F-2583980B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FB19EBC5-123B-50B5-95D4-82366439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D63BDF52-6AB0-8D6F-6653-EA746A9AD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E462629-74A3-5499-DE2E-930D4DEA0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941C520C-0E71-BD2C-7187-995A9369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E15670E5-B853-1099-53AC-9037B69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C0829D7A-4D00-51F4-F8F5-A46C544D3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90C5A5FE-480C-848C-06D3-5835AEDC4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2915E890-0F73-AE7B-2A13-5A1DF852D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C22D1BE8-700A-1465-8BE4-1DEC6B0F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334E0CF7-3D2E-3757-BE06-4BFE80432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B744968D-AFD4-193D-855D-C4B83C7B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D9A616E4-BC88-24B2-7CE6-70046722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D12B918-7321-2D6B-ADE4-66310D299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0E1C06D2-5F85-D708-95D5-5AFFF76B8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502C0DA2-8B15-265A-59D7-2CB73AC58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E0D5EABB-F1D7-F307-E0DE-5E17FCC95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D385ADF8-61EF-C14B-1158-F12ECC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6CDA1CF1-8C40-4AAB-D81A-B33C94E0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B8FB784C-6CBC-3103-99B7-C777F58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C165007D-C8E0-6998-647B-4DB05230A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0D1B5000-3E2D-3644-9AE5-B2334472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9779A8AD-D0DF-A990-C71D-FAA66DF5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BA80C143-5A88-794B-DD1E-AB674048C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BD008EBB-F671-D4F2-AE67-FE68E2D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F9D2ABB-F01C-9E93-27B9-40D2D7131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46812C56-15D2-F2D7-2BF0-8C155BEAE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5653C9FF-FB7F-A3A8-8DEF-9F9101B4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F8195BEF-F1BB-75E7-F23B-0DF409B0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015FBC4D-7252-67CC-DF88-0A1C404C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58723BB3-576B-5DD2-1508-7CC6F0C15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27602D60-084D-BC96-8CA3-7B48F3191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C0BFB03B-CF12-B731-8DCB-1A633D45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3767C823-9F1D-923D-738E-1F32771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D66325DC-DC52-5D8B-C7E9-7482FC95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EDD4D597-8E2C-2D7D-5B9E-FB629039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A9930113-4100-AB93-F00D-CF6B230AE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13F149FD-331A-CB69-64A6-D7CA131E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87D1707A-4CC2-34C6-5A34-36500331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D44ECBC4-3D40-4A20-9E42-A6C191D9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D833748C-9D53-9DFA-5650-70206452D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7FBB90FF-CBA3-F914-2394-F86DE7284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13760B20-B7F4-B060-FBEB-ECC4D342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AD89B049-E4F6-5CDF-E37A-70E5455E9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075DB512-F3AE-47F7-8BAD-E5384C818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EA7FE436-70DC-5062-7EE6-6CC08905D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144B5D3A-8632-7AED-F49E-E68BB3BD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00A81F38-877E-B5F7-0101-39D1B987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280C36DE-1768-DA05-3465-456A1931E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7EDF9E56-7B52-113E-72FE-60F6C9D6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35401750-EEA8-3705-E024-45ADD382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58C3A413-A7C3-E719-9652-D65A8E498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CD3EEDBE-1B64-57F4-DF42-39A06B2D15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F50E8E45-A5AD-94F3-7272-A0DE799F0402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CDCDBA83-100B-CB14-2D51-D3B93DCAD7EC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D115F191-17AF-9A16-8F31-604C4CE5E72E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E5E17750-B398-A8E6-6D9D-62179A886EC7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F4DDC840-C68D-E7AE-43A5-A0F31F71C040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3B214CFB-0585-D5CC-7940-85341288CC63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3972E871-BAC7-BB5A-94F8-1AEABA5AAE8F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1F1C8221-8DC4-23E5-B712-0F29A99615B3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5CA862C3-775A-A51D-C7D0-EC3F6BCEC77C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85430EB9-9585-7E40-5E6E-102522C59A6E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4F2B4B4D-B63C-B6F8-7907-28630AEB2787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6E8CEFEB-BE25-0902-EC8A-4F0415B0BB67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A9EB10CE-23DF-FCE6-05C3-C605837BFF40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EC3143BE-343C-0142-B65E-8BBA6BA44A06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00A6218D-5986-0E8B-7421-A3B336CBF5E8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5B4E1F48-F071-1972-7716-2660915FB7DE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33A3F0C9-E975-EC71-FEF7-949E6C929E82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1ACFF180-7003-D2E8-9765-F52EEA56C782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07A4FD48-A6EC-62A8-F6AB-27FE57C9EF83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B045ED76-8753-9410-2479-6642FD7A6FAD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B36BA08-1E4F-EB96-D630-9FEDBB89AD3F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7E3F5DCF-D00C-C904-5FF7-954C54721973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079C9077-320B-EF3D-9082-2AE845680753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AC5B902E-AC6D-6399-055B-4F3F2738AECC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5BC62E84-5AF4-6F6F-0677-ED879FFA0FD3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1251E691-4E82-CCF0-9CB3-076AE9B2B2F6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4BDB57D8-3B67-B77A-742C-9A97C5A5C926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063B9F9D-667E-5713-1A28-612F9F50EB5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902AB151-C9F6-6BF9-AF5B-A9AEA8E316F9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6B2AE96F-91DF-DFA5-0B92-38905C025136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4D3FCEC-8644-7137-796D-7FF7C5F29FB8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D9E9850C-1870-CF43-F781-C592D86B992B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3D82C4F6-35FF-AAE3-3B50-9D817087384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A7ABA224-4793-AB7A-99F6-2936855FC6C7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B81D628-D4B9-E6F7-6F83-317A5649C70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C52CA2CA-A081-B500-86F2-C93FFE3D010F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5B7D6841-B8E7-4BF7-A4B0-FC9CF06851B7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DDBB2A63-8E74-6EE3-C5E4-3606CCC42391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82078891-35E4-609A-643D-4B30D6B8CCB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328D45A3-EE3F-28F3-B245-2200D0CFFF30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C4D0C139-DE07-5577-033B-DF3885669611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71C65833-BD94-C196-6365-B0C5AFCABCD4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25C6676F-3BFD-E8F4-BD17-DDB3F768EA76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57638A13-DD45-EADB-F260-00BD49594BE0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A4DF6DF-5ABE-1F60-8DB6-57E99009E0B6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40434C2-52FA-AEB7-1C8D-CB421EA824B2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786B7EFE-4B62-4D15-A34F-330F1B7C94EA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749750FE-D1CA-F548-8BE3-58F09C282031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B382D3A5-9E36-4FC3-B2F9-12BA3AE9FEC6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0D69B395-89C6-0542-962C-F1F1BA748A14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A2B0F434-C55F-612D-9EB3-65CC3AF9BB63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53027D0D-38FF-5913-0ECB-47C8123E433C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E00C0513-7476-9392-D0D0-2FB7F5D9917E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6F5592F0-9FDF-6A71-438B-6AAFB790FB67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42705B5A-60C8-1570-BE79-6796F6948D23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61879975-845A-3479-9D7F-E92B93FC2670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73AEA9C4-84EA-74AC-12CB-3A70F54504E4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29368B7B-623B-D143-AD7E-C379DEC66E9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1C76DD27-F85D-3F60-D06C-981A82270A07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08A579AC-35A8-53A5-BFC2-51CEE3B0F24D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4ED6983E-5E65-CE8A-D1B3-9414219B12F0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5499AD40-C213-3A0F-CB45-1A48DCD4867D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7BB257DF-0478-830E-292D-363F5C7514D4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16052658-55E2-3FDF-5DDA-F9A48E0EB11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0653199F-41FC-BE93-9041-7D317EB0F6B5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E6D0129B-0F56-C372-CD62-CF9922B5251E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7E1CD688-68AA-D072-E16E-719E56EC9E8F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0F2D008F-CE2B-815E-527A-3D5262B2EA8B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62219E1E-7CE8-8264-B1A6-3578EC5C187D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17C83858-EF52-7A78-1E07-42740970AC01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1794D74-6B4A-A989-C5C0-BB2539DE00CA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2E55DE08-5DF5-A9B7-DACF-49EA8FBFF5DA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3C8119AE-817A-594F-4605-0B5F25990415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C1DD7CC8-03A4-2D9F-F6F8-254EFEA0CEE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0931BB27-A892-3977-21E2-5C0F1565E29F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05C72209-986E-F147-0075-A2A465C64483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E1BEDDE2-24A0-5A72-52B1-C45257E9BBE8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6A0D46B2-8951-14D7-4EAF-57DE08A9A57C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9C5FDF6-A2C7-8814-0830-021AC44D5C35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BF4265DD-2C6C-184A-FCB5-B1F5AFAE1E7C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F780045D-A733-F42A-4159-1000857A3F3A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F31B682B-AE7E-4B18-CE52-CD7056E4BDD9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0B9F94B4-8760-F3E3-564C-C94D7E108378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AA89D2E6-6B05-74AD-E603-A0A35221B781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89E50310-E284-C969-0B38-034C1D040D60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050F92C5-DE3A-60E5-A2CF-E1DA9B386A84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A2EAF6A3-80A5-B5D7-780E-389F9947F117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E7B5ACC9-7916-6D23-FA68-117719173ADC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4AD22BB5-9180-8DD9-F85E-354EBE716889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52311A62-E410-D53D-C700-F6DFA7B0FA62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8D1F4003-64C8-1EE0-07A9-793104FCFC80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F19A9D92-3772-9DCF-B928-6F058C7BC387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0FCEDB89-3C29-E931-F5B5-792A5AA39A97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CE9ADAB5-A30F-50E9-825C-EEA2CD2DFC12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179F537F-BCB6-03D8-CB20-621C8F024C3A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FB736E45-23F8-591B-DD4E-F742D2927E73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B55D6B89-FF25-8E85-AFC6-318B5F6CC461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6E4FD170-88CB-A6D6-2401-90C69FF24F08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1894B7AB-C057-C5EE-E1DD-0CF22B9A88F4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883173A0-0863-00BB-5212-FA41059FB453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8F5D5215-3630-D431-0DEC-41EA72B1EBB1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11F24663-57D6-CAB9-2D7C-8841F889A9A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F04A787D-7AEF-0CFF-6D24-3A01A9EA90B3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65C0FE97-9EEC-231D-4E1B-1C1DC1DB85EB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0F8AF7E4-075A-D40F-8739-9B94FFC2EF76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8750C289-AD21-667E-1498-92B7F73A947E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CCD719D9-A4C2-309B-1EC1-64C7BB66C4BE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29E54A4B-B6B7-8034-6F06-5AE2981B4DDE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5E351291-CD7E-0E48-DB96-126F44FDB969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DBFA2F07-2A9F-AF84-BBC6-972659E171BE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6A7BE6E3-6A8C-4DFB-1C4B-2DF87DD58A18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968019B5-1AB2-FA2D-C2E7-AD11DC701B9F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CFDF4DE4-00E7-F752-7C87-2433AFF1E117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2E56B922-05C7-2807-5E21-6218AF361FA5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BE976DD0-9701-DCF1-B6A9-BC267A193068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9C59E85E-EBCF-A7ED-6C86-358222C5DEFB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B3ADC9D1-8022-8549-758A-FFC46C18B394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9015D36A-043D-A6ED-0859-FC336E1DF686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4209A52B-7055-E8D6-D145-34BEA64E78F5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C42AE8C8-F72A-8D58-2B36-A4C5AEE730AF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C0486DFF-FCA1-4353-F793-36FA9DC3BE7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E8B1A15E-E832-2630-6B9B-BB0B613D2E90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B2007BAF-3092-4E16-F833-5B90FFBF5900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EF9E3500-7E07-0AFB-BD85-441DA8BA0081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3C1ADE47-3C1E-8255-A35F-77ABF186E5D5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C06CF101-FD28-3D2B-070C-540F3F9F920D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1B999A91-0380-50F5-9D0A-B32A218E85D9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344025FD-6174-A410-F798-281F0B5F86F9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7E7E3827-3239-2905-D35A-12A7B0623624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71C3A32B-DF5E-C905-C09E-EC1833097A77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3BEADA53-E8EB-6136-ABFA-36073166CF8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500089B9-DEEB-E04D-552D-08CA171B6587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2F1E2C13-2436-A90E-FA3D-5AE21C3BA18D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115A22E5-5620-CF81-7D84-16AC8D845D9A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9B74602E-3105-987D-44C4-CC7587A6C6B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BC3B0896-AA91-5846-CD56-D9F2B9CFDEE5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7F8DB0B1-3456-5C2D-24B8-81DCF3E52808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5E619F4A-34BD-C6E4-4DB5-58373C216E68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E750CD1B-2BC5-B8AE-15FE-BBFBEB101417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3C47242B-61CF-61DB-771D-83FC25F58C17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1AE65752-5CAC-3A5E-9B7E-B37C086C6250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5467471A-2B0F-2FB3-4FB0-E20A3EB46D4D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2A56615B-B434-562B-5ACE-0E76871FFF5A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190F270B-524C-3FCB-C011-43AD27A6E987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2FD65F58-B341-360E-A63A-33794E4DFD1E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5CB061AA-1005-B263-A0EF-EA9170C9A0D5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8B9EDB94-C156-E1F5-3706-86BCF804777B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BCF7E2DA-F25F-87F9-615F-07F08294F5AC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651FD0E-3D20-A6C1-1665-CD2311D3B3E0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500194B8-C1F5-312D-1CD7-FA2A9C34168F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7EA94264-5D25-4F52-8D1C-7D149BE422A1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52D6A845-0F9C-908F-6E5E-FAEC68253A82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506F7478-E694-2BEF-5FF8-23F3A87B6E98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F0914F8-071F-8A7C-91CB-15686AF772CF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B229589-9987-EDF4-2E0B-B7F711AE677E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BB057E7C-A928-B499-7542-FA0524BF3C40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6B6BF893-3A28-132A-7A93-55EC8DD1CE99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4F7F5B2D-0C7F-C2E4-4253-FF53D1A2891D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08645F64-D583-351E-1845-F45728D20747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1340D167-7DFC-B203-0128-770A31EA6280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2042926C-2128-B079-E98E-E0BE9FF9F4F4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7D3F3360-9D33-F50D-28EA-65E7AD45F997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800FA753-DE29-D02C-E3CB-C1802BEDF34C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70E06B6E-C076-F2C7-62D1-4ED7995EB5A0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62F97B5A-DEBA-9731-8C32-DAEE7F5C4653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B837C21D-BDA7-78D4-98E8-34E6E69B2B0C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3028B98A-1E88-E614-6276-7F25375A265F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5EAF9BE8-BA5E-5F7B-2642-436D1A5FF55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B4F1D562-7128-7E2F-AB3A-27CB2750FAAA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0364C44C-D8FE-1352-779B-90B4D82A8458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0C2AB000-4EF9-7169-F8D2-034B2F189A2D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4799CF01-5D5C-79E1-82E9-1B694C236E46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F0562406-D180-3696-D2EB-BD0AA85FDEEB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EDB9266E-9F7D-D81F-5E84-E6C876C17170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3C664D01-9371-FE63-E99C-5AFC2E0ED386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AC2FC4F6-9308-520A-E6F5-450ABFAFD1B3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6EFF8EAD-8012-5740-E80B-33F250479358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619F2DD4-6832-5AC4-A88A-A4F26D905E6E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3EE78B-1C32-B34D-2656-90A64AF1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2578" y="467971"/>
            <a:ext cx="7330236" cy="1172256"/>
          </a:xfrm>
        </p:spPr>
        <p:txBody>
          <a:bodyPr/>
          <a:lstStyle/>
          <a:p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       서버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642C8B-1089-65B2-3365-5F25B0DDAAEE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37B1B-C9AA-60C4-1FC0-83E314429CDE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4E2397-483F-24BE-050E-ECC6F23A6161}"/>
              </a:ext>
            </a:extLst>
          </p:cNvPr>
          <p:cNvSpPr txBox="1">
            <a:spLocks/>
          </p:cNvSpPr>
          <p:nvPr/>
        </p:nvSpPr>
        <p:spPr>
          <a:xfrm>
            <a:off x="887635" y="1356572"/>
            <a:ext cx="6454459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흐름도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구성도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156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EC06-1ADF-2E22-6FCA-904CF008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47D4C-05B6-82AD-3FA8-FEFBC07B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구성도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D7FC683-F20C-67E7-A35A-F22B3E33F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71" y="1363611"/>
            <a:ext cx="9157058" cy="487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28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5588977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흐름도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AE7F2E-3E47-A233-D2E1-D3EFEBAAB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282" y="1238987"/>
            <a:ext cx="9163435" cy="561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625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59A3-0FB6-AD59-F33D-FBE5B0C6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30FD6-A743-C164-823E-59C5B9B4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운영체제 정보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9117D8B-0547-A69E-9CC9-5DDAE7171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81033"/>
              </p:ext>
            </p:extLst>
          </p:nvPr>
        </p:nvGraphicFramePr>
        <p:xfrm>
          <a:off x="1828799" y="1426446"/>
          <a:ext cx="8563429" cy="5003384"/>
        </p:xfrm>
        <a:graphic>
          <a:graphicData uri="http://schemas.openxmlformats.org/drawingml/2006/table">
            <a:tbl>
              <a:tblPr/>
              <a:tblGrid>
                <a:gridCol w="1597109">
                  <a:extLst>
                    <a:ext uri="{9D8B030D-6E8A-4147-A177-3AD203B41FA5}">
                      <a16:colId xmlns:a16="http://schemas.microsoft.com/office/drawing/2014/main" val="1769872588"/>
                    </a:ext>
                  </a:extLst>
                </a:gridCol>
                <a:gridCol w="6966320">
                  <a:extLst>
                    <a:ext uri="{9D8B030D-6E8A-4147-A177-3AD203B41FA5}">
                      <a16:colId xmlns:a16="http://schemas.microsoft.com/office/drawing/2014/main" val="3938825012"/>
                    </a:ext>
                  </a:extLst>
                </a:gridCol>
              </a:tblGrid>
              <a:tr h="4574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OS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버전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4783" marR="4783" marT="47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9716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Rocky-9.6-x86_64-dvd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72601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ubuntu-25.04-desktop-amd64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171677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Rocky_CLI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Rocky-9.5-x86_64-minimal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61073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Ubuntu_CLI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ubuntu-25.04-live-server-amd64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54239"/>
                  </a:ext>
                </a:extLst>
              </a:tr>
              <a:tr h="7249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 10 LTSB Remiz 1510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윈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10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커스텀 윈도우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, </a:t>
                      </a:r>
                      <a:r>
                        <a:rPr lang="en-US" alt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vm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용</a:t>
                      </a:r>
                      <a:endParaRPr lang="ko-KR" alt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65045"/>
                  </a:ext>
                </a:extLst>
              </a:tr>
              <a:tr h="92146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Window22-server</a:t>
                      </a:r>
                      <a:endParaRPr lang="en-US" sz="20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Windows_2022Server</a:t>
                      </a:r>
                      <a:endParaRPr lang="en-US" sz="20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2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484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1D07-C230-D3BC-D3BF-DFC6DD77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B80C9-6DC9-9175-5723-A5CA56FAB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제원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서비스별 패키지 정보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B7EB61-2BEE-DF42-F544-8B08854CB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677075"/>
              </p:ext>
            </p:extLst>
          </p:nvPr>
        </p:nvGraphicFramePr>
        <p:xfrm>
          <a:off x="1654629" y="1378857"/>
          <a:ext cx="8577940" cy="5191156"/>
        </p:xfrm>
        <a:graphic>
          <a:graphicData uri="http://schemas.openxmlformats.org/drawingml/2006/table">
            <a:tbl>
              <a:tblPr/>
              <a:tblGrid>
                <a:gridCol w="1721231">
                  <a:extLst>
                    <a:ext uri="{9D8B030D-6E8A-4147-A177-3AD203B41FA5}">
                      <a16:colId xmlns:a16="http://schemas.microsoft.com/office/drawing/2014/main" val="2124897204"/>
                    </a:ext>
                  </a:extLst>
                </a:gridCol>
                <a:gridCol w="1848208">
                  <a:extLst>
                    <a:ext uri="{9D8B030D-6E8A-4147-A177-3AD203B41FA5}">
                      <a16:colId xmlns:a16="http://schemas.microsoft.com/office/drawing/2014/main" val="3597375325"/>
                    </a:ext>
                  </a:extLst>
                </a:gridCol>
                <a:gridCol w="5008501">
                  <a:extLst>
                    <a:ext uri="{9D8B030D-6E8A-4147-A177-3AD203B41FA5}">
                      <a16:colId xmlns:a16="http://schemas.microsoft.com/office/drawing/2014/main" val="2175572874"/>
                    </a:ext>
                  </a:extLst>
                </a:gridCol>
              </a:tblGrid>
              <a:tr h="36286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Service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OS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Version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82549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SMB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 4.20.2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00388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samba 4.21.0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6497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DNS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bind 9.20.3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62629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FTP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vsftpd 4.0.5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05358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IIS FTP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76426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iSCSI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targetcli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2.1.58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8660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X-RDP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xrdp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0.9.24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816388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RDP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02874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Putty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Putty 0.83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22045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WEB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apache2 2.4.62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31477"/>
                  </a:ext>
                </a:extLst>
              </a:tr>
              <a:tr h="34487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-kerel-server 2.6.4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36251"/>
                  </a:ext>
                </a:extLst>
              </a:tr>
              <a:tr h="3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Window10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NFS Client 10.0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515019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VNC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Ubuntu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tigervnc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-server 1.13.1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570810"/>
                  </a:ext>
                </a:extLst>
              </a:tr>
              <a:tr h="344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KVM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Rocky</a:t>
                      </a:r>
                      <a:endParaRPr lang="en-US" sz="1200" b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qemu-kvm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G꼬딕씨 60g" panose="02020603020101020101" pitchFamily="18" charset="-127"/>
                          <a:ea typeface="HG꼬딕씨 60g" panose="02020603020101020101" pitchFamily="18" charset="-127"/>
                        </a:rPr>
                        <a:t> 9.0.1</a:t>
                      </a:r>
                      <a:endParaRPr lang="en-US" sz="1200" b="0" dirty="0">
                        <a:effectLst/>
                        <a:latin typeface="HG꼬딕씨 60g" panose="02020603020101020101" pitchFamily="18" charset="-127"/>
                        <a:ea typeface="HG꼬딕씨 60g" panose="02020603020101020101" pitchFamily="18" charset="-127"/>
                      </a:endParaRPr>
                    </a:p>
                  </a:txBody>
                  <a:tcPr marL="62304" marR="62304" marT="62304" marB="6230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80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3BC0B1E-A13C-14EA-0A75-557633183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8018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69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009C-1FD6-72CE-1E09-42AAE068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1326C-2078-FAE4-A6AA-5CBA0E81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결과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1D825E8-D296-366D-A842-64965726654B}"/>
              </a:ext>
            </a:extLst>
          </p:cNvPr>
          <p:cNvGrpSpPr/>
          <p:nvPr/>
        </p:nvGrpSpPr>
        <p:grpSpPr>
          <a:xfrm>
            <a:off x="1243856" y="1464619"/>
            <a:ext cx="9704288" cy="5105400"/>
            <a:chOff x="1198461" y="1577770"/>
            <a:chExt cx="9704288" cy="5105400"/>
          </a:xfrm>
        </p:grpSpPr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C26F8956-AEF0-3139-C734-09EE2D4BA5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8461" y="1971060"/>
              <a:ext cx="4505325" cy="403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D1079CE-138B-8809-7B69-3EDE459A64DA}"/>
                </a:ext>
              </a:extLst>
            </p:cNvPr>
            <p:cNvGrpSpPr/>
            <p:nvPr/>
          </p:nvGrpSpPr>
          <p:grpSpPr>
            <a:xfrm>
              <a:off x="6027174" y="1577770"/>
              <a:ext cx="4875575" cy="5105400"/>
              <a:chOff x="6096000" y="1538441"/>
              <a:chExt cx="4875575" cy="5105400"/>
            </a:xfrm>
          </p:grpSpPr>
          <p:pic>
            <p:nvPicPr>
              <p:cNvPr id="6150" name="Picture 6">
                <a:extLst>
                  <a:ext uri="{FF2B5EF4-FFF2-40B4-BE49-F238E27FC236}">
                    <a16:creationId xmlns:a16="http://schemas.microsoft.com/office/drawing/2014/main" id="{21741423-BEF9-E225-580D-19CC81C98C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4091141"/>
                <a:ext cx="4410075" cy="2552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52" name="Picture 8">
                <a:extLst>
                  <a:ext uri="{FF2B5EF4-FFF2-40B4-BE49-F238E27FC236}">
                    <a16:creationId xmlns:a16="http://schemas.microsoft.com/office/drawing/2014/main" id="{FE2445A7-31EF-6C35-A3FF-D8FF8016AB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1538441"/>
                <a:ext cx="4875575" cy="2552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052674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40384-172D-5FA2-4A65-F90A2BDC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0B058-5FA3-298E-5625-C6B0B80B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결과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13AB27-6B4D-B5C4-18D3-81268DD88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87" y="3146477"/>
            <a:ext cx="44196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7C93D525-AF15-BFCF-79DE-3E5FC84B1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549" y="1907023"/>
            <a:ext cx="4448175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24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292C-E5D2-DE23-B894-C8605607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DA56CEDD-5307-0233-6C31-CD98A330EAD0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custGeom>
            <a:avLst/>
            <a:gdLst>
              <a:gd name="connsiteX0" fmla="*/ -64 w 13951259"/>
              <a:gd name="connsiteY0" fmla="*/ -83 h 8104985"/>
              <a:gd name="connsiteX1" fmla="*/ 13951195 w 13951259"/>
              <a:gd name="connsiteY1" fmla="*/ -83 h 8104985"/>
              <a:gd name="connsiteX2" fmla="*/ 13951195 w 13951259"/>
              <a:gd name="connsiteY2" fmla="*/ 8104903 h 8104985"/>
              <a:gd name="connsiteX3" fmla="*/ -65 w 13951259"/>
              <a:gd name="connsiteY3" fmla="*/ 8104903 h 810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51259" h="8104985">
                <a:moveTo>
                  <a:pt x="-64" y="-83"/>
                </a:moveTo>
                <a:lnTo>
                  <a:pt x="13951195" y="-83"/>
                </a:lnTo>
                <a:lnTo>
                  <a:pt x="13951195" y="8104903"/>
                </a:lnTo>
                <a:lnTo>
                  <a:pt x="-65" y="8104903"/>
                </a:lnTo>
                <a:close/>
              </a:path>
            </a:pathLst>
          </a:custGeom>
          <a:solidFill>
            <a:schemeClr val="tx2"/>
          </a:solidFill>
          <a:ln w="7106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grpSp>
        <p:nvGrpSpPr>
          <p:cNvPr id="2086" name="그룹 2085">
            <a:extLst>
              <a:ext uri="{FF2B5EF4-FFF2-40B4-BE49-F238E27FC236}">
                <a16:creationId xmlns:a16="http://schemas.microsoft.com/office/drawing/2014/main" id="{C023DD67-AB78-9DDC-8790-AF2D56D6F28F}"/>
              </a:ext>
            </a:extLst>
          </p:cNvPr>
          <p:cNvGrpSpPr/>
          <p:nvPr/>
        </p:nvGrpSpPr>
        <p:grpSpPr>
          <a:xfrm>
            <a:off x="874892" y="0"/>
            <a:ext cx="11331267" cy="6869587"/>
            <a:chOff x="874892" y="0"/>
            <a:chExt cx="11331267" cy="6869587"/>
          </a:xfrm>
        </p:grpSpPr>
        <p:pic>
          <p:nvPicPr>
            <p:cNvPr id="1055" name="그림 1054">
              <a:extLst>
                <a:ext uri="{FF2B5EF4-FFF2-40B4-BE49-F238E27FC236}">
                  <a16:creationId xmlns:a16="http://schemas.microsoft.com/office/drawing/2014/main" id="{E73AB8B7-FF16-A3F7-390A-24B82B5B1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892" y="6674555"/>
              <a:ext cx="218723" cy="183444"/>
            </a:xfrm>
            <a:custGeom>
              <a:avLst/>
              <a:gdLst>
                <a:gd name="connsiteX0" fmla="*/ 124 w 218723"/>
                <a:gd name="connsiteY0" fmla="*/ 946 h 183444"/>
                <a:gd name="connsiteX1" fmla="*/ 218847 w 218723"/>
                <a:gd name="connsiteY1" fmla="*/ 946 h 183444"/>
                <a:gd name="connsiteX2" fmla="*/ 218847 w 218723"/>
                <a:gd name="connsiteY2" fmla="*/ 184390 h 183444"/>
                <a:gd name="connsiteX3" fmla="*/ 124 w 218723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83444">
                  <a:moveTo>
                    <a:pt x="124" y="946"/>
                  </a:moveTo>
                  <a:lnTo>
                    <a:pt x="218847" y="946"/>
                  </a:lnTo>
                  <a:lnTo>
                    <a:pt x="218847" y="184390"/>
                  </a:lnTo>
                  <a:lnTo>
                    <a:pt x="124" y="184390"/>
                  </a:lnTo>
                  <a:close/>
                </a:path>
              </a:pathLst>
            </a:custGeom>
          </p:spPr>
        </p:pic>
        <p:pic>
          <p:nvPicPr>
            <p:cNvPr id="1056" name="그림 1055">
              <a:extLst>
                <a:ext uri="{FF2B5EF4-FFF2-40B4-BE49-F238E27FC236}">
                  <a16:creationId xmlns:a16="http://schemas.microsoft.com/office/drawing/2014/main" id="{5A32EFDA-BADF-B457-F469-058A8234D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339" y="5743222"/>
              <a:ext cx="635002" cy="197555"/>
            </a:xfrm>
            <a:custGeom>
              <a:avLst/>
              <a:gdLst>
                <a:gd name="connsiteX0" fmla="*/ 222 w 635002"/>
                <a:gd name="connsiteY0" fmla="*/ 814 h 197555"/>
                <a:gd name="connsiteX1" fmla="*/ 635225 w 635002"/>
                <a:gd name="connsiteY1" fmla="*/ 814 h 197555"/>
                <a:gd name="connsiteX2" fmla="*/ 635225 w 635002"/>
                <a:gd name="connsiteY2" fmla="*/ 198370 h 197555"/>
                <a:gd name="connsiteX3" fmla="*/ 222 w 635002"/>
                <a:gd name="connsiteY3" fmla="*/ 19837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97555">
                  <a:moveTo>
                    <a:pt x="222" y="814"/>
                  </a:moveTo>
                  <a:lnTo>
                    <a:pt x="635225" y="814"/>
                  </a:lnTo>
                  <a:lnTo>
                    <a:pt x="635225" y="198370"/>
                  </a:lnTo>
                  <a:lnTo>
                    <a:pt x="222" y="198370"/>
                  </a:lnTo>
                  <a:close/>
                </a:path>
              </a:pathLst>
            </a:custGeom>
          </p:spPr>
        </p:pic>
        <p:pic>
          <p:nvPicPr>
            <p:cNvPr id="1057" name="그림 1056">
              <a:extLst>
                <a:ext uri="{FF2B5EF4-FFF2-40B4-BE49-F238E27FC236}">
                  <a16:creationId xmlns:a16="http://schemas.microsoft.com/office/drawing/2014/main" id="{B10EA802-389C-59D4-4E85-83B9C18A7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339" y="5926666"/>
              <a:ext cx="155222" cy="127000"/>
            </a:xfrm>
            <a:custGeom>
              <a:avLst/>
              <a:gdLst>
                <a:gd name="connsiteX0" fmla="*/ 222 w 155222"/>
                <a:gd name="connsiteY0" fmla="*/ 840 h 127000"/>
                <a:gd name="connsiteX1" fmla="*/ 155445 w 155222"/>
                <a:gd name="connsiteY1" fmla="*/ 840 h 127000"/>
                <a:gd name="connsiteX2" fmla="*/ 155445 w 155222"/>
                <a:gd name="connsiteY2" fmla="*/ 127840 h 127000"/>
                <a:gd name="connsiteX3" fmla="*/ 222 w 155222"/>
                <a:gd name="connsiteY3" fmla="*/ 12784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127000">
                  <a:moveTo>
                    <a:pt x="222" y="840"/>
                  </a:moveTo>
                  <a:lnTo>
                    <a:pt x="155445" y="840"/>
                  </a:lnTo>
                  <a:lnTo>
                    <a:pt x="155445" y="127840"/>
                  </a:lnTo>
                  <a:lnTo>
                    <a:pt x="222" y="127840"/>
                  </a:lnTo>
                  <a:close/>
                </a:path>
              </a:pathLst>
            </a:custGeom>
          </p:spPr>
        </p:pic>
        <p:pic>
          <p:nvPicPr>
            <p:cNvPr id="1058" name="그림 1057">
              <a:extLst>
                <a:ext uri="{FF2B5EF4-FFF2-40B4-BE49-F238E27FC236}">
                  <a16:creationId xmlns:a16="http://schemas.microsoft.com/office/drawing/2014/main" id="{B3B1AC98-FD0E-1B23-ACE9-9EE463D05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7451" y="5736166"/>
              <a:ext cx="493890" cy="317500"/>
            </a:xfrm>
            <a:custGeom>
              <a:avLst/>
              <a:gdLst>
                <a:gd name="connsiteX0" fmla="*/ 242 w 493890"/>
                <a:gd name="connsiteY0" fmla="*/ 813 h 317500"/>
                <a:gd name="connsiteX1" fmla="*/ 494133 w 493890"/>
                <a:gd name="connsiteY1" fmla="*/ 813 h 317500"/>
                <a:gd name="connsiteX2" fmla="*/ 494133 w 493890"/>
                <a:gd name="connsiteY2" fmla="*/ 318313 h 317500"/>
                <a:gd name="connsiteX3" fmla="*/ 242 w 493890"/>
                <a:gd name="connsiteY3" fmla="*/ 31831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317500">
                  <a:moveTo>
                    <a:pt x="242" y="813"/>
                  </a:moveTo>
                  <a:lnTo>
                    <a:pt x="494133" y="813"/>
                  </a:lnTo>
                  <a:lnTo>
                    <a:pt x="494133" y="318313"/>
                  </a:lnTo>
                  <a:lnTo>
                    <a:pt x="242" y="318313"/>
                  </a:lnTo>
                  <a:close/>
                </a:path>
              </a:pathLst>
            </a:custGeom>
          </p:spPr>
        </p:pic>
        <p:pic>
          <p:nvPicPr>
            <p:cNvPr id="1059" name="그림 1058">
              <a:extLst>
                <a:ext uri="{FF2B5EF4-FFF2-40B4-BE49-F238E27FC236}">
                  <a16:creationId xmlns:a16="http://schemas.microsoft.com/office/drawing/2014/main" id="{0AAC88A1-71A2-BC73-7835-2DEF0F013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2508" y="6632222"/>
              <a:ext cx="649113" cy="204611"/>
            </a:xfrm>
            <a:custGeom>
              <a:avLst/>
              <a:gdLst>
                <a:gd name="connsiteX0" fmla="*/ 315 w 649113"/>
                <a:gd name="connsiteY0" fmla="*/ 940 h 204611"/>
                <a:gd name="connsiteX1" fmla="*/ 649429 w 649113"/>
                <a:gd name="connsiteY1" fmla="*/ 940 h 204611"/>
                <a:gd name="connsiteX2" fmla="*/ 649429 w 649113"/>
                <a:gd name="connsiteY2" fmla="*/ 205551 h 204611"/>
                <a:gd name="connsiteX3" fmla="*/ 315 w 649113"/>
                <a:gd name="connsiteY3" fmla="*/ 20555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04611">
                  <a:moveTo>
                    <a:pt x="315" y="940"/>
                  </a:moveTo>
                  <a:lnTo>
                    <a:pt x="649429" y="940"/>
                  </a:lnTo>
                  <a:lnTo>
                    <a:pt x="649429" y="205551"/>
                  </a:lnTo>
                  <a:lnTo>
                    <a:pt x="315" y="205551"/>
                  </a:lnTo>
                  <a:close/>
                </a:path>
              </a:pathLst>
            </a:custGeom>
          </p:spPr>
        </p:pic>
        <p:pic>
          <p:nvPicPr>
            <p:cNvPr id="1060" name="그림 1059">
              <a:extLst>
                <a:ext uri="{FF2B5EF4-FFF2-40B4-BE49-F238E27FC236}">
                  <a16:creationId xmlns:a16="http://schemas.microsoft.com/office/drawing/2014/main" id="{158BDD72-868F-18DA-A2DD-BE89FAAC4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508" y="6300611"/>
              <a:ext cx="211667" cy="345722"/>
            </a:xfrm>
            <a:custGeom>
              <a:avLst/>
              <a:gdLst>
                <a:gd name="connsiteX0" fmla="*/ 315 w 211667"/>
                <a:gd name="connsiteY0" fmla="*/ 893 h 345722"/>
                <a:gd name="connsiteX1" fmla="*/ 211983 w 211667"/>
                <a:gd name="connsiteY1" fmla="*/ 893 h 345722"/>
                <a:gd name="connsiteX2" fmla="*/ 211983 w 211667"/>
                <a:gd name="connsiteY2" fmla="*/ 346615 h 345722"/>
                <a:gd name="connsiteX3" fmla="*/ 315 w 211667"/>
                <a:gd name="connsiteY3" fmla="*/ 34661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345722">
                  <a:moveTo>
                    <a:pt x="315" y="893"/>
                  </a:moveTo>
                  <a:lnTo>
                    <a:pt x="211983" y="893"/>
                  </a:lnTo>
                  <a:lnTo>
                    <a:pt x="211983" y="346615"/>
                  </a:lnTo>
                  <a:lnTo>
                    <a:pt x="315" y="346615"/>
                  </a:lnTo>
                  <a:close/>
                </a:path>
              </a:pathLst>
            </a:custGeom>
          </p:spPr>
        </p:pic>
        <p:pic>
          <p:nvPicPr>
            <p:cNvPr id="1061" name="그림 1060">
              <a:extLst>
                <a:ext uri="{FF2B5EF4-FFF2-40B4-BE49-F238E27FC236}">
                  <a16:creationId xmlns:a16="http://schemas.microsoft.com/office/drawing/2014/main" id="{32FD0329-C693-8733-CD3D-3E6350D21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22508" y="6632222"/>
              <a:ext cx="338667" cy="225777"/>
            </a:xfrm>
            <a:custGeom>
              <a:avLst/>
              <a:gdLst>
                <a:gd name="connsiteX0" fmla="*/ 315 w 338667"/>
                <a:gd name="connsiteY0" fmla="*/ 940 h 225777"/>
                <a:gd name="connsiteX1" fmla="*/ 338983 w 338667"/>
                <a:gd name="connsiteY1" fmla="*/ 940 h 225777"/>
                <a:gd name="connsiteX2" fmla="*/ 338983 w 338667"/>
                <a:gd name="connsiteY2" fmla="*/ 226718 h 225777"/>
                <a:gd name="connsiteX3" fmla="*/ 315 w 338667"/>
                <a:gd name="connsiteY3" fmla="*/ 22671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25777">
                  <a:moveTo>
                    <a:pt x="315" y="940"/>
                  </a:moveTo>
                  <a:lnTo>
                    <a:pt x="338983" y="940"/>
                  </a:lnTo>
                  <a:lnTo>
                    <a:pt x="338983" y="226718"/>
                  </a:lnTo>
                  <a:lnTo>
                    <a:pt x="315" y="226718"/>
                  </a:lnTo>
                  <a:close/>
                </a:path>
              </a:pathLst>
            </a:custGeom>
          </p:spPr>
        </p:pic>
        <p:pic>
          <p:nvPicPr>
            <p:cNvPr id="1063" name="그림 1062">
              <a:extLst>
                <a:ext uri="{FF2B5EF4-FFF2-40B4-BE49-F238E27FC236}">
                  <a16:creationId xmlns:a16="http://schemas.microsoft.com/office/drawing/2014/main" id="{F3072EF8-30AD-9752-DD89-B3B996DC5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14231" y="5588000"/>
              <a:ext cx="500946" cy="176388"/>
            </a:xfrm>
            <a:custGeom>
              <a:avLst/>
              <a:gdLst>
                <a:gd name="connsiteX0" fmla="*/ 328 w 500946"/>
                <a:gd name="connsiteY0" fmla="*/ 792 h 176388"/>
                <a:gd name="connsiteX1" fmla="*/ 501274 w 500946"/>
                <a:gd name="connsiteY1" fmla="*/ 792 h 176388"/>
                <a:gd name="connsiteX2" fmla="*/ 501274 w 500946"/>
                <a:gd name="connsiteY2" fmla="*/ 177181 h 176388"/>
                <a:gd name="connsiteX3" fmla="*/ 328 w 500946"/>
                <a:gd name="connsiteY3" fmla="*/ 177181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76388">
                  <a:moveTo>
                    <a:pt x="328" y="792"/>
                  </a:moveTo>
                  <a:lnTo>
                    <a:pt x="501274" y="792"/>
                  </a:lnTo>
                  <a:lnTo>
                    <a:pt x="501274" y="177181"/>
                  </a:lnTo>
                  <a:lnTo>
                    <a:pt x="328" y="177181"/>
                  </a:lnTo>
                  <a:close/>
                </a:path>
              </a:pathLst>
            </a:custGeom>
          </p:spPr>
        </p:pic>
        <p:pic>
          <p:nvPicPr>
            <p:cNvPr id="1064" name="그림 1063">
              <a:extLst>
                <a:ext uri="{FF2B5EF4-FFF2-40B4-BE49-F238E27FC236}">
                  <a16:creationId xmlns:a16="http://schemas.microsoft.com/office/drawing/2014/main" id="{06E87DD5-15FE-D330-7B4D-F0EE2F450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07175" y="5517444"/>
              <a:ext cx="627946" cy="84666"/>
            </a:xfrm>
            <a:custGeom>
              <a:avLst/>
              <a:gdLst>
                <a:gd name="connsiteX0" fmla="*/ 327 w 627946"/>
                <a:gd name="connsiteY0" fmla="*/ 782 h 84666"/>
                <a:gd name="connsiteX1" fmla="*/ 628274 w 627946"/>
                <a:gd name="connsiteY1" fmla="*/ 782 h 84666"/>
                <a:gd name="connsiteX2" fmla="*/ 628274 w 627946"/>
                <a:gd name="connsiteY2" fmla="*/ 85449 h 84666"/>
                <a:gd name="connsiteX3" fmla="*/ 327 w 627946"/>
                <a:gd name="connsiteY3" fmla="*/ 8544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84666">
                  <a:moveTo>
                    <a:pt x="327" y="782"/>
                  </a:moveTo>
                  <a:lnTo>
                    <a:pt x="628274" y="782"/>
                  </a:lnTo>
                  <a:lnTo>
                    <a:pt x="628274" y="85449"/>
                  </a:lnTo>
                  <a:lnTo>
                    <a:pt x="327" y="85449"/>
                  </a:lnTo>
                  <a:close/>
                </a:path>
              </a:pathLst>
            </a:custGeom>
          </p:spPr>
        </p:pic>
        <p:pic>
          <p:nvPicPr>
            <p:cNvPr id="1065" name="그림 1064">
              <a:extLst>
                <a:ext uri="{FF2B5EF4-FFF2-40B4-BE49-F238E27FC236}">
                  <a16:creationId xmlns:a16="http://schemas.microsoft.com/office/drawing/2014/main" id="{44400FDB-676E-CF10-7DCE-2C001533A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87230" y="5588000"/>
              <a:ext cx="134056" cy="169333"/>
            </a:xfrm>
            <a:custGeom>
              <a:avLst/>
              <a:gdLst>
                <a:gd name="connsiteX0" fmla="*/ 310 w 134056"/>
                <a:gd name="connsiteY0" fmla="*/ 792 h 169333"/>
                <a:gd name="connsiteX1" fmla="*/ 134366 w 134056"/>
                <a:gd name="connsiteY1" fmla="*/ 792 h 169333"/>
                <a:gd name="connsiteX2" fmla="*/ 134366 w 134056"/>
                <a:gd name="connsiteY2" fmla="*/ 170125 h 169333"/>
                <a:gd name="connsiteX3" fmla="*/ 310 w 134056"/>
                <a:gd name="connsiteY3" fmla="*/ 1701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169333">
                  <a:moveTo>
                    <a:pt x="310" y="792"/>
                  </a:moveTo>
                  <a:lnTo>
                    <a:pt x="134366" y="792"/>
                  </a:lnTo>
                  <a:lnTo>
                    <a:pt x="134366" y="170125"/>
                  </a:lnTo>
                  <a:lnTo>
                    <a:pt x="310" y="170125"/>
                  </a:lnTo>
                  <a:close/>
                </a:path>
              </a:pathLst>
            </a:custGeom>
          </p:spPr>
        </p:pic>
        <p:pic>
          <p:nvPicPr>
            <p:cNvPr id="1066" name="그림 1065">
              <a:extLst>
                <a:ext uri="{FF2B5EF4-FFF2-40B4-BE49-F238E27FC236}">
                  <a16:creationId xmlns:a16="http://schemas.microsoft.com/office/drawing/2014/main" id="{F4431748-AC17-AC80-5AC8-82AFFF8C4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87230" y="5736166"/>
              <a:ext cx="627946" cy="28222"/>
            </a:xfrm>
            <a:custGeom>
              <a:avLst/>
              <a:gdLst>
                <a:gd name="connsiteX0" fmla="*/ 310 w 627946"/>
                <a:gd name="connsiteY0" fmla="*/ 813 h 28222"/>
                <a:gd name="connsiteX1" fmla="*/ 628257 w 627946"/>
                <a:gd name="connsiteY1" fmla="*/ 813 h 28222"/>
                <a:gd name="connsiteX2" fmla="*/ 628257 w 627946"/>
                <a:gd name="connsiteY2" fmla="*/ 29035 h 28222"/>
                <a:gd name="connsiteX3" fmla="*/ 310 w 627946"/>
                <a:gd name="connsiteY3" fmla="*/ 29035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8222">
                  <a:moveTo>
                    <a:pt x="310" y="813"/>
                  </a:moveTo>
                  <a:lnTo>
                    <a:pt x="628257" y="813"/>
                  </a:lnTo>
                  <a:lnTo>
                    <a:pt x="628257" y="29035"/>
                  </a:lnTo>
                  <a:lnTo>
                    <a:pt x="310" y="29035"/>
                  </a:lnTo>
                  <a:close/>
                </a:path>
              </a:pathLst>
            </a:custGeom>
          </p:spPr>
        </p:pic>
        <p:pic>
          <p:nvPicPr>
            <p:cNvPr id="1067" name="그림 1066">
              <a:extLst>
                <a:ext uri="{FF2B5EF4-FFF2-40B4-BE49-F238E27FC236}">
                  <a16:creationId xmlns:a16="http://schemas.microsoft.com/office/drawing/2014/main" id="{4AB35277-B78C-8048-4FBE-2556DFF3F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20065" y="6103055"/>
              <a:ext cx="642058" cy="211666"/>
            </a:xfrm>
            <a:custGeom>
              <a:avLst/>
              <a:gdLst>
                <a:gd name="connsiteX0" fmla="*/ 343 w 642058"/>
                <a:gd name="connsiteY0" fmla="*/ 865 h 211666"/>
                <a:gd name="connsiteX1" fmla="*/ 642401 w 642058"/>
                <a:gd name="connsiteY1" fmla="*/ 865 h 211666"/>
                <a:gd name="connsiteX2" fmla="*/ 642401 w 642058"/>
                <a:gd name="connsiteY2" fmla="*/ 212532 h 211666"/>
                <a:gd name="connsiteX3" fmla="*/ 343 w 642058"/>
                <a:gd name="connsiteY3" fmla="*/ 212532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211666">
                  <a:moveTo>
                    <a:pt x="343" y="865"/>
                  </a:moveTo>
                  <a:lnTo>
                    <a:pt x="642401" y="865"/>
                  </a:lnTo>
                  <a:lnTo>
                    <a:pt x="642401" y="212532"/>
                  </a:lnTo>
                  <a:lnTo>
                    <a:pt x="343" y="212532"/>
                  </a:lnTo>
                  <a:close/>
                </a:path>
              </a:pathLst>
            </a:custGeom>
          </p:spPr>
        </p:pic>
        <p:pic>
          <p:nvPicPr>
            <p:cNvPr id="1069" name="그림 1068">
              <a:extLst>
                <a:ext uri="{FF2B5EF4-FFF2-40B4-BE49-F238E27FC236}">
                  <a16:creationId xmlns:a16="http://schemas.microsoft.com/office/drawing/2014/main" id="{B48309D3-771D-273A-81E3-79C4A1FE9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921011" y="5453944"/>
              <a:ext cx="437446" cy="77611"/>
            </a:xfrm>
            <a:custGeom>
              <a:avLst/>
              <a:gdLst>
                <a:gd name="connsiteX0" fmla="*/ 414 w 437446"/>
                <a:gd name="connsiteY0" fmla="*/ 773 h 77611"/>
                <a:gd name="connsiteX1" fmla="*/ 437860 w 437446"/>
                <a:gd name="connsiteY1" fmla="*/ 773 h 77611"/>
                <a:gd name="connsiteX2" fmla="*/ 437860 w 437446"/>
                <a:gd name="connsiteY2" fmla="*/ 78384 h 77611"/>
                <a:gd name="connsiteX3" fmla="*/ 414 w 437446"/>
                <a:gd name="connsiteY3" fmla="*/ 783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77611">
                  <a:moveTo>
                    <a:pt x="414" y="773"/>
                  </a:moveTo>
                  <a:lnTo>
                    <a:pt x="437860" y="773"/>
                  </a:lnTo>
                  <a:lnTo>
                    <a:pt x="437860" y="78384"/>
                  </a:lnTo>
                  <a:lnTo>
                    <a:pt x="414" y="78384"/>
                  </a:lnTo>
                  <a:close/>
                </a:path>
              </a:pathLst>
            </a:custGeom>
          </p:spPr>
        </p:pic>
        <p:pic>
          <p:nvPicPr>
            <p:cNvPr id="1070" name="그림 1069">
              <a:extLst>
                <a:ext uri="{FF2B5EF4-FFF2-40B4-BE49-F238E27FC236}">
                  <a16:creationId xmlns:a16="http://schemas.microsoft.com/office/drawing/2014/main" id="{C1F00069-FE21-5CE7-79E9-A30629993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1066" y="5517444"/>
              <a:ext cx="134056" cy="246944"/>
            </a:xfrm>
            <a:custGeom>
              <a:avLst/>
              <a:gdLst>
                <a:gd name="connsiteX0" fmla="*/ 397 w 134056"/>
                <a:gd name="connsiteY0" fmla="*/ 782 h 246944"/>
                <a:gd name="connsiteX1" fmla="*/ 134453 w 134056"/>
                <a:gd name="connsiteY1" fmla="*/ 782 h 246944"/>
                <a:gd name="connsiteX2" fmla="*/ 134453 w 134056"/>
                <a:gd name="connsiteY2" fmla="*/ 247726 h 246944"/>
                <a:gd name="connsiteX3" fmla="*/ 397 w 134056"/>
                <a:gd name="connsiteY3" fmla="*/ 2477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46944">
                  <a:moveTo>
                    <a:pt x="397" y="782"/>
                  </a:moveTo>
                  <a:lnTo>
                    <a:pt x="134453" y="782"/>
                  </a:lnTo>
                  <a:lnTo>
                    <a:pt x="134453" y="247726"/>
                  </a:lnTo>
                  <a:lnTo>
                    <a:pt x="397" y="247726"/>
                  </a:lnTo>
                  <a:close/>
                </a:path>
              </a:pathLst>
            </a:custGeom>
          </p:spPr>
        </p:pic>
        <p:pic>
          <p:nvPicPr>
            <p:cNvPr id="1071" name="그림 1070">
              <a:extLst>
                <a:ext uri="{FF2B5EF4-FFF2-40B4-BE49-F238E27FC236}">
                  <a16:creationId xmlns:a16="http://schemas.microsoft.com/office/drawing/2014/main" id="{6C61A8AF-75EB-A6CC-295B-167406CAA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1066" y="5750277"/>
              <a:ext cx="261056" cy="366888"/>
            </a:xfrm>
            <a:custGeom>
              <a:avLst/>
              <a:gdLst>
                <a:gd name="connsiteX0" fmla="*/ 397 w 261056"/>
                <a:gd name="connsiteY0" fmla="*/ 815 h 366888"/>
                <a:gd name="connsiteX1" fmla="*/ 261454 w 261056"/>
                <a:gd name="connsiteY1" fmla="*/ 815 h 366888"/>
                <a:gd name="connsiteX2" fmla="*/ 261454 w 261056"/>
                <a:gd name="connsiteY2" fmla="*/ 367704 h 366888"/>
                <a:gd name="connsiteX3" fmla="*/ 397 w 261056"/>
                <a:gd name="connsiteY3" fmla="*/ 367704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66888">
                  <a:moveTo>
                    <a:pt x="397" y="815"/>
                  </a:moveTo>
                  <a:lnTo>
                    <a:pt x="261454" y="815"/>
                  </a:lnTo>
                  <a:lnTo>
                    <a:pt x="261454" y="367704"/>
                  </a:lnTo>
                  <a:lnTo>
                    <a:pt x="397" y="367704"/>
                  </a:lnTo>
                  <a:close/>
                </a:path>
              </a:pathLst>
            </a:custGeom>
          </p:spPr>
        </p:pic>
        <p:pic>
          <p:nvPicPr>
            <p:cNvPr id="1072" name="그림 1071">
              <a:extLst>
                <a:ext uri="{FF2B5EF4-FFF2-40B4-BE49-F238E27FC236}">
                  <a16:creationId xmlns:a16="http://schemas.microsoft.com/office/drawing/2014/main" id="{CA7386B9-6D0F-E890-93E5-C4218569A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90070" y="6350000"/>
              <a:ext cx="762002" cy="218722"/>
            </a:xfrm>
            <a:custGeom>
              <a:avLst/>
              <a:gdLst>
                <a:gd name="connsiteX0" fmla="*/ 523 w 762002"/>
                <a:gd name="connsiteY0" fmla="*/ 900 h 218722"/>
                <a:gd name="connsiteX1" fmla="*/ 762526 w 762002"/>
                <a:gd name="connsiteY1" fmla="*/ 900 h 218722"/>
                <a:gd name="connsiteX2" fmla="*/ 762526 w 762002"/>
                <a:gd name="connsiteY2" fmla="*/ 219622 h 218722"/>
                <a:gd name="connsiteX3" fmla="*/ 523 w 762002"/>
                <a:gd name="connsiteY3" fmla="*/ 219622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218722">
                  <a:moveTo>
                    <a:pt x="523" y="900"/>
                  </a:moveTo>
                  <a:lnTo>
                    <a:pt x="762526" y="900"/>
                  </a:lnTo>
                  <a:lnTo>
                    <a:pt x="762526" y="219622"/>
                  </a:lnTo>
                  <a:lnTo>
                    <a:pt x="523" y="219622"/>
                  </a:lnTo>
                  <a:close/>
                </a:path>
              </a:pathLst>
            </a:custGeom>
          </p:spPr>
        </p:pic>
        <p:pic>
          <p:nvPicPr>
            <p:cNvPr id="1074" name="그림 1073">
              <a:extLst>
                <a:ext uri="{FF2B5EF4-FFF2-40B4-BE49-F238E27FC236}">
                  <a16:creationId xmlns:a16="http://schemas.microsoft.com/office/drawing/2014/main" id="{74638F76-E360-DB2A-C18F-4530B4F1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93460" y="6632222"/>
              <a:ext cx="395112" cy="211666"/>
            </a:xfrm>
            <a:custGeom>
              <a:avLst/>
              <a:gdLst>
                <a:gd name="connsiteX0" fmla="*/ 566 w 395112"/>
                <a:gd name="connsiteY0" fmla="*/ 940 h 211666"/>
                <a:gd name="connsiteX1" fmla="*/ 395679 w 395112"/>
                <a:gd name="connsiteY1" fmla="*/ 940 h 211666"/>
                <a:gd name="connsiteX2" fmla="*/ 395679 w 395112"/>
                <a:gd name="connsiteY2" fmla="*/ 212607 h 211666"/>
                <a:gd name="connsiteX3" fmla="*/ 566 w 395112"/>
                <a:gd name="connsiteY3" fmla="*/ 212607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211666">
                  <a:moveTo>
                    <a:pt x="566" y="940"/>
                  </a:moveTo>
                  <a:lnTo>
                    <a:pt x="395679" y="940"/>
                  </a:lnTo>
                  <a:lnTo>
                    <a:pt x="395679" y="212607"/>
                  </a:lnTo>
                  <a:lnTo>
                    <a:pt x="566" y="212607"/>
                  </a:lnTo>
                  <a:close/>
                </a:path>
              </a:pathLst>
            </a:custGeom>
          </p:spPr>
        </p:pic>
        <p:pic>
          <p:nvPicPr>
            <p:cNvPr id="1075" name="그림 1074">
              <a:extLst>
                <a:ext uri="{FF2B5EF4-FFF2-40B4-BE49-F238E27FC236}">
                  <a16:creationId xmlns:a16="http://schemas.microsoft.com/office/drawing/2014/main" id="{D82435C8-09FF-C02B-86CD-51AE42E75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44346" y="5171722"/>
              <a:ext cx="557391" cy="296333"/>
            </a:xfrm>
            <a:custGeom>
              <a:avLst/>
              <a:gdLst>
                <a:gd name="connsiteX0" fmla="*/ 474 w 557391"/>
                <a:gd name="connsiteY0" fmla="*/ 733 h 296333"/>
                <a:gd name="connsiteX1" fmla="*/ 557865 w 557391"/>
                <a:gd name="connsiteY1" fmla="*/ 733 h 296333"/>
                <a:gd name="connsiteX2" fmla="*/ 557865 w 557391"/>
                <a:gd name="connsiteY2" fmla="*/ 297066 h 296333"/>
                <a:gd name="connsiteX3" fmla="*/ 474 w 557391"/>
                <a:gd name="connsiteY3" fmla="*/ 297066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296333">
                  <a:moveTo>
                    <a:pt x="474" y="733"/>
                  </a:moveTo>
                  <a:lnTo>
                    <a:pt x="557865" y="733"/>
                  </a:lnTo>
                  <a:lnTo>
                    <a:pt x="557865" y="297066"/>
                  </a:lnTo>
                  <a:lnTo>
                    <a:pt x="474" y="297066"/>
                  </a:lnTo>
                  <a:close/>
                </a:path>
              </a:pathLst>
            </a:custGeom>
          </p:spPr>
        </p:pic>
        <p:pic>
          <p:nvPicPr>
            <p:cNvPr id="1076" name="그림 1075">
              <a:extLst>
                <a:ext uri="{FF2B5EF4-FFF2-40B4-BE49-F238E27FC236}">
                  <a16:creationId xmlns:a16="http://schemas.microsoft.com/office/drawing/2014/main" id="{4D790CB0-C913-A24E-F17C-D38E9EABD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44346" y="5453944"/>
              <a:ext cx="303390" cy="119944"/>
            </a:xfrm>
            <a:custGeom>
              <a:avLst/>
              <a:gdLst>
                <a:gd name="connsiteX0" fmla="*/ 474 w 303390"/>
                <a:gd name="connsiteY0" fmla="*/ 773 h 119944"/>
                <a:gd name="connsiteX1" fmla="*/ 303864 w 303390"/>
                <a:gd name="connsiteY1" fmla="*/ 773 h 119944"/>
                <a:gd name="connsiteX2" fmla="*/ 303864 w 303390"/>
                <a:gd name="connsiteY2" fmla="*/ 120717 h 119944"/>
                <a:gd name="connsiteX3" fmla="*/ 474 w 303390"/>
                <a:gd name="connsiteY3" fmla="*/ 12071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19944">
                  <a:moveTo>
                    <a:pt x="474" y="773"/>
                  </a:moveTo>
                  <a:lnTo>
                    <a:pt x="303864" y="773"/>
                  </a:lnTo>
                  <a:lnTo>
                    <a:pt x="303864" y="120717"/>
                  </a:lnTo>
                  <a:lnTo>
                    <a:pt x="474" y="120717"/>
                  </a:lnTo>
                  <a:close/>
                </a:path>
              </a:pathLst>
            </a:custGeom>
          </p:spPr>
        </p:pic>
        <p:pic>
          <p:nvPicPr>
            <p:cNvPr id="1077" name="그림 1076">
              <a:extLst>
                <a:ext uri="{FF2B5EF4-FFF2-40B4-BE49-F238E27FC236}">
                  <a16:creationId xmlns:a16="http://schemas.microsoft.com/office/drawing/2014/main" id="{3089FE0B-4311-B794-C922-E89C6BBF0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33625" y="5446888"/>
              <a:ext cx="578557" cy="127000"/>
            </a:xfrm>
            <a:custGeom>
              <a:avLst/>
              <a:gdLst>
                <a:gd name="connsiteX0" fmla="*/ 515 w 578557"/>
                <a:gd name="connsiteY0" fmla="*/ 772 h 127000"/>
                <a:gd name="connsiteX1" fmla="*/ 579073 w 578557"/>
                <a:gd name="connsiteY1" fmla="*/ 772 h 127000"/>
                <a:gd name="connsiteX2" fmla="*/ 579073 w 578557"/>
                <a:gd name="connsiteY2" fmla="*/ 127772 h 127000"/>
                <a:gd name="connsiteX3" fmla="*/ 515 w 578557"/>
                <a:gd name="connsiteY3" fmla="*/ 12777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27000">
                  <a:moveTo>
                    <a:pt x="515" y="772"/>
                  </a:moveTo>
                  <a:lnTo>
                    <a:pt x="579073" y="772"/>
                  </a:lnTo>
                  <a:lnTo>
                    <a:pt x="579073" y="127772"/>
                  </a:lnTo>
                  <a:lnTo>
                    <a:pt x="515" y="127772"/>
                  </a:lnTo>
                  <a:close/>
                </a:path>
              </a:pathLst>
            </a:custGeom>
          </p:spPr>
        </p:pic>
        <p:pic>
          <p:nvPicPr>
            <p:cNvPr id="1078" name="그림 1077">
              <a:extLst>
                <a:ext uri="{FF2B5EF4-FFF2-40B4-BE49-F238E27FC236}">
                  <a16:creationId xmlns:a16="http://schemas.microsoft.com/office/drawing/2014/main" id="{668D5C52-D2B0-701C-8367-EFB3031CF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261572" y="5954888"/>
              <a:ext cx="536224" cy="148166"/>
            </a:xfrm>
            <a:custGeom>
              <a:avLst/>
              <a:gdLst>
                <a:gd name="connsiteX0" fmla="*/ 604 w 536224"/>
                <a:gd name="connsiteY0" fmla="*/ 844 h 148166"/>
                <a:gd name="connsiteX1" fmla="*/ 536828 w 536224"/>
                <a:gd name="connsiteY1" fmla="*/ 844 h 148166"/>
                <a:gd name="connsiteX2" fmla="*/ 536828 w 536224"/>
                <a:gd name="connsiteY2" fmla="*/ 149011 h 148166"/>
                <a:gd name="connsiteX3" fmla="*/ 604 w 536224"/>
                <a:gd name="connsiteY3" fmla="*/ 149011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48166">
                  <a:moveTo>
                    <a:pt x="604" y="844"/>
                  </a:moveTo>
                  <a:lnTo>
                    <a:pt x="536828" y="844"/>
                  </a:lnTo>
                  <a:lnTo>
                    <a:pt x="536828" y="149011"/>
                  </a:lnTo>
                  <a:lnTo>
                    <a:pt x="604" y="149011"/>
                  </a:lnTo>
                  <a:close/>
                </a:path>
              </a:pathLst>
            </a:custGeom>
          </p:spPr>
        </p:pic>
        <p:pic>
          <p:nvPicPr>
            <p:cNvPr id="1079" name="그림 1078">
              <a:extLst>
                <a:ext uri="{FF2B5EF4-FFF2-40B4-BE49-F238E27FC236}">
                  <a16:creationId xmlns:a16="http://schemas.microsoft.com/office/drawing/2014/main" id="{8A5CB36D-B024-223D-3ECB-5B4EDBFB6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261572" y="6088944"/>
              <a:ext cx="190500" cy="275166"/>
            </a:xfrm>
            <a:custGeom>
              <a:avLst/>
              <a:gdLst>
                <a:gd name="connsiteX0" fmla="*/ 604 w 190500"/>
                <a:gd name="connsiteY0" fmla="*/ 863 h 275166"/>
                <a:gd name="connsiteX1" fmla="*/ 191105 w 190500"/>
                <a:gd name="connsiteY1" fmla="*/ 863 h 275166"/>
                <a:gd name="connsiteX2" fmla="*/ 191105 w 190500"/>
                <a:gd name="connsiteY2" fmla="*/ 276030 h 275166"/>
                <a:gd name="connsiteX3" fmla="*/ 604 w 190500"/>
                <a:gd name="connsiteY3" fmla="*/ 276030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75166">
                  <a:moveTo>
                    <a:pt x="604" y="863"/>
                  </a:moveTo>
                  <a:lnTo>
                    <a:pt x="191105" y="863"/>
                  </a:lnTo>
                  <a:lnTo>
                    <a:pt x="191105" y="276030"/>
                  </a:lnTo>
                  <a:lnTo>
                    <a:pt x="604" y="276030"/>
                  </a:lnTo>
                  <a:close/>
                </a:path>
              </a:pathLst>
            </a:custGeom>
          </p:spPr>
        </p:pic>
        <p:pic>
          <p:nvPicPr>
            <p:cNvPr id="1080" name="그림 1079">
              <a:extLst>
                <a:ext uri="{FF2B5EF4-FFF2-40B4-BE49-F238E27FC236}">
                  <a16:creationId xmlns:a16="http://schemas.microsoft.com/office/drawing/2014/main" id="{9060AEFA-5457-F770-01F5-DF6D077C5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437961" y="6053666"/>
              <a:ext cx="627946" cy="310444"/>
            </a:xfrm>
            <a:custGeom>
              <a:avLst/>
              <a:gdLst>
                <a:gd name="connsiteX0" fmla="*/ 629 w 627946"/>
                <a:gd name="connsiteY0" fmla="*/ 858 h 310444"/>
                <a:gd name="connsiteX1" fmla="*/ 628576 w 627946"/>
                <a:gd name="connsiteY1" fmla="*/ 858 h 310444"/>
                <a:gd name="connsiteX2" fmla="*/ 628576 w 627946"/>
                <a:gd name="connsiteY2" fmla="*/ 311302 h 310444"/>
                <a:gd name="connsiteX3" fmla="*/ 629 w 627946"/>
                <a:gd name="connsiteY3" fmla="*/ 31130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310444">
                  <a:moveTo>
                    <a:pt x="629" y="858"/>
                  </a:moveTo>
                  <a:lnTo>
                    <a:pt x="628576" y="858"/>
                  </a:lnTo>
                  <a:lnTo>
                    <a:pt x="628576" y="311302"/>
                  </a:lnTo>
                  <a:lnTo>
                    <a:pt x="629" y="311302"/>
                  </a:lnTo>
                  <a:close/>
                </a:path>
              </a:pathLst>
            </a:custGeom>
          </p:spPr>
        </p:pic>
        <p:pic>
          <p:nvPicPr>
            <p:cNvPr id="1081" name="그림 1080">
              <a:extLst>
                <a:ext uri="{FF2B5EF4-FFF2-40B4-BE49-F238E27FC236}">
                  <a16:creationId xmlns:a16="http://schemas.microsoft.com/office/drawing/2014/main" id="{F9E8D7F0-FFF2-D7F8-BDCD-3F3FC6C68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437961" y="5954888"/>
              <a:ext cx="359834" cy="409222"/>
            </a:xfrm>
            <a:custGeom>
              <a:avLst/>
              <a:gdLst>
                <a:gd name="connsiteX0" fmla="*/ 629 w 359834"/>
                <a:gd name="connsiteY0" fmla="*/ 844 h 409222"/>
                <a:gd name="connsiteX1" fmla="*/ 360464 w 359834"/>
                <a:gd name="connsiteY1" fmla="*/ 844 h 409222"/>
                <a:gd name="connsiteX2" fmla="*/ 360464 w 359834"/>
                <a:gd name="connsiteY2" fmla="*/ 410066 h 409222"/>
                <a:gd name="connsiteX3" fmla="*/ 629 w 359834"/>
                <a:gd name="connsiteY3" fmla="*/ 410066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409222">
                  <a:moveTo>
                    <a:pt x="629" y="844"/>
                  </a:moveTo>
                  <a:lnTo>
                    <a:pt x="360464" y="844"/>
                  </a:lnTo>
                  <a:lnTo>
                    <a:pt x="360464" y="410066"/>
                  </a:lnTo>
                  <a:lnTo>
                    <a:pt x="629" y="410066"/>
                  </a:lnTo>
                  <a:close/>
                </a:path>
              </a:pathLst>
            </a:custGeom>
          </p:spPr>
        </p:pic>
        <p:pic>
          <p:nvPicPr>
            <p:cNvPr id="1082" name="그림 1081">
              <a:extLst>
                <a:ext uri="{FF2B5EF4-FFF2-40B4-BE49-F238E27FC236}">
                  <a16:creationId xmlns:a16="http://schemas.microsoft.com/office/drawing/2014/main" id="{DA8DB160-C9ED-CB5D-9CBB-F60E8210D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374461" y="6547555"/>
              <a:ext cx="825503" cy="98777"/>
            </a:xfrm>
            <a:custGeom>
              <a:avLst/>
              <a:gdLst>
                <a:gd name="connsiteX0" fmla="*/ 620 w 825503"/>
                <a:gd name="connsiteY0" fmla="*/ 928 h 98777"/>
                <a:gd name="connsiteX1" fmla="*/ 826123 w 825503"/>
                <a:gd name="connsiteY1" fmla="*/ 928 h 98777"/>
                <a:gd name="connsiteX2" fmla="*/ 826123 w 825503"/>
                <a:gd name="connsiteY2" fmla="*/ 99706 h 98777"/>
                <a:gd name="connsiteX3" fmla="*/ 620 w 825503"/>
                <a:gd name="connsiteY3" fmla="*/ 9970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98777">
                  <a:moveTo>
                    <a:pt x="620" y="928"/>
                  </a:moveTo>
                  <a:lnTo>
                    <a:pt x="826123" y="928"/>
                  </a:lnTo>
                  <a:lnTo>
                    <a:pt x="826123" y="99706"/>
                  </a:lnTo>
                  <a:lnTo>
                    <a:pt x="620" y="99706"/>
                  </a:lnTo>
                  <a:close/>
                </a:path>
              </a:pathLst>
            </a:custGeom>
          </p:spPr>
        </p:pic>
        <p:pic>
          <p:nvPicPr>
            <p:cNvPr id="1083" name="그림 1082">
              <a:extLst>
                <a:ext uri="{FF2B5EF4-FFF2-40B4-BE49-F238E27FC236}">
                  <a16:creationId xmlns:a16="http://schemas.microsoft.com/office/drawing/2014/main" id="{2BCE2BF3-2C8A-C558-213F-C66788B3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88572" y="6399388"/>
              <a:ext cx="451557" cy="402166"/>
            </a:xfrm>
            <a:custGeom>
              <a:avLst/>
              <a:gdLst>
                <a:gd name="connsiteX0" fmla="*/ 622 w 451557"/>
                <a:gd name="connsiteY0" fmla="*/ 907 h 402166"/>
                <a:gd name="connsiteX1" fmla="*/ 452179 w 451557"/>
                <a:gd name="connsiteY1" fmla="*/ 907 h 402166"/>
                <a:gd name="connsiteX2" fmla="*/ 452179 w 451557"/>
                <a:gd name="connsiteY2" fmla="*/ 403074 h 402166"/>
                <a:gd name="connsiteX3" fmla="*/ 622 w 451557"/>
                <a:gd name="connsiteY3" fmla="*/ 40307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402166">
                  <a:moveTo>
                    <a:pt x="622" y="907"/>
                  </a:moveTo>
                  <a:lnTo>
                    <a:pt x="452179" y="907"/>
                  </a:lnTo>
                  <a:lnTo>
                    <a:pt x="452179" y="403074"/>
                  </a:lnTo>
                  <a:lnTo>
                    <a:pt x="622" y="403074"/>
                  </a:lnTo>
                  <a:close/>
                </a:path>
              </a:pathLst>
            </a:custGeom>
          </p:spPr>
        </p:pic>
        <p:pic>
          <p:nvPicPr>
            <p:cNvPr id="1084" name="그림 1083">
              <a:extLst>
                <a:ext uri="{FF2B5EF4-FFF2-40B4-BE49-F238E27FC236}">
                  <a16:creationId xmlns:a16="http://schemas.microsoft.com/office/drawing/2014/main" id="{3AA010A6-C9CE-4D3B-6685-22087EE3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332128" y="6357055"/>
              <a:ext cx="70555" cy="56444"/>
            </a:xfrm>
            <a:custGeom>
              <a:avLst/>
              <a:gdLst>
                <a:gd name="connsiteX0" fmla="*/ 614 w 70555"/>
                <a:gd name="connsiteY0" fmla="*/ 901 h 56444"/>
                <a:gd name="connsiteX1" fmla="*/ 71170 w 70555"/>
                <a:gd name="connsiteY1" fmla="*/ 901 h 56444"/>
                <a:gd name="connsiteX2" fmla="*/ 71170 w 70555"/>
                <a:gd name="connsiteY2" fmla="*/ 57345 h 56444"/>
                <a:gd name="connsiteX3" fmla="*/ 614 w 70555"/>
                <a:gd name="connsiteY3" fmla="*/ 57345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6444">
                  <a:moveTo>
                    <a:pt x="614" y="901"/>
                  </a:moveTo>
                  <a:lnTo>
                    <a:pt x="71170" y="901"/>
                  </a:lnTo>
                  <a:lnTo>
                    <a:pt x="71170" y="57345"/>
                  </a:lnTo>
                  <a:lnTo>
                    <a:pt x="614" y="57345"/>
                  </a:lnTo>
                  <a:close/>
                </a:path>
              </a:pathLst>
            </a:custGeom>
          </p:spPr>
        </p:pic>
        <p:pic>
          <p:nvPicPr>
            <p:cNvPr id="1085" name="그림 1084">
              <a:extLst>
                <a:ext uri="{FF2B5EF4-FFF2-40B4-BE49-F238E27FC236}">
                  <a16:creationId xmlns:a16="http://schemas.microsoft.com/office/drawing/2014/main" id="{3186BF84-ECD0-B65F-BC49-CD9A63BD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446910" y="6794500"/>
              <a:ext cx="359834" cy="63500"/>
            </a:xfrm>
            <a:custGeom>
              <a:avLst/>
              <a:gdLst>
                <a:gd name="connsiteX0" fmla="*/ 772 w 359834"/>
                <a:gd name="connsiteY0" fmla="*/ 963 h 63500"/>
                <a:gd name="connsiteX1" fmla="*/ 360607 w 359834"/>
                <a:gd name="connsiteY1" fmla="*/ 963 h 63500"/>
                <a:gd name="connsiteX2" fmla="*/ 360607 w 359834"/>
                <a:gd name="connsiteY2" fmla="*/ 64463 h 63500"/>
                <a:gd name="connsiteX3" fmla="*/ 772 w 359834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3500">
                  <a:moveTo>
                    <a:pt x="772" y="963"/>
                  </a:moveTo>
                  <a:lnTo>
                    <a:pt x="360607" y="963"/>
                  </a:lnTo>
                  <a:lnTo>
                    <a:pt x="360607" y="64463"/>
                  </a:lnTo>
                  <a:lnTo>
                    <a:pt x="772" y="64463"/>
                  </a:lnTo>
                  <a:close/>
                </a:path>
              </a:pathLst>
            </a:custGeom>
          </p:spPr>
        </p:pic>
        <p:pic>
          <p:nvPicPr>
            <p:cNvPr id="1086" name="그림 1085">
              <a:extLst>
                <a:ext uri="{FF2B5EF4-FFF2-40B4-BE49-F238E27FC236}">
                  <a16:creationId xmlns:a16="http://schemas.microsoft.com/office/drawing/2014/main" id="{493F7EF4-CD60-19DD-C0B5-86FAE8A26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198072" y="4769555"/>
              <a:ext cx="338667" cy="691444"/>
            </a:xfrm>
            <a:custGeom>
              <a:avLst/>
              <a:gdLst>
                <a:gd name="connsiteX0" fmla="*/ 595 w 338667"/>
                <a:gd name="connsiteY0" fmla="*/ 676 h 691444"/>
                <a:gd name="connsiteX1" fmla="*/ 339263 w 338667"/>
                <a:gd name="connsiteY1" fmla="*/ 676 h 691444"/>
                <a:gd name="connsiteX2" fmla="*/ 339263 w 338667"/>
                <a:gd name="connsiteY2" fmla="*/ 692120 h 691444"/>
                <a:gd name="connsiteX3" fmla="*/ 595 w 338667"/>
                <a:gd name="connsiteY3" fmla="*/ 692120 h 691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91444">
                  <a:moveTo>
                    <a:pt x="595" y="676"/>
                  </a:moveTo>
                  <a:lnTo>
                    <a:pt x="339263" y="676"/>
                  </a:lnTo>
                  <a:lnTo>
                    <a:pt x="339263" y="692120"/>
                  </a:lnTo>
                  <a:lnTo>
                    <a:pt x="595" y="692120"/>
                  </a:lnTo>
                  <a:close/>
                </a:path>
              </a:pathLst>
            </a:custGeom>
          </p:spPr>
        </p:pic>
        <p:pic>
          <p:nvPicPr>
            <p:cNvPr id="1087" name="그림 1086">
              <a:extLst>
                <a:ext uri="{FF2B5EF4-FFF2-40B4-BE49-F238E27FC236}">
                  <a16:creationId xmlns:a16="http://schemas.microsoft.com/office/drawing/2014/main" id="{0489BFAA-6CB1-6FA8-D86D-696E38CBE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783685" y="5185833"/>
              <a:ext cx="127000" cy="776111"/>
            </a:xfrm>
            <a:custGeom>
              <a:avLst/>
              <a:gdLst>
                <a:gd name="connsiteX0" fmla="*/ 678 w 127000"/>
                <a:gd name="connsiteY0" fmla="*/ 735 h 776111"/>
                <a:gd name="connsiteX1" fmla="*/ 127679 w 127000"/>
                <a:gd name="connsiteY1" fmla="*/ 735 h 776111"/>
                <a:gd name="connsiteX2" fmla="*/ 127679 w 127000"/>
                <a:gd name="connsiteY2" fmla="*/ 776846 h 776111"/>
                <a:gd name="connsiteX3" fmla="*/ 678 w 127000"/>
                <a:gd name="connsiteY3" fmla="*/ 776846 h 776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776111">
                  <a:moveTo>
                    <a:pt x="678" y="735"/>
                  </a:moveTo>
                  <a:lnTo>
                    <a:pt x="127679" y="735"/>
                  </a:lnTo>
                  <a:lnTo>
                    <a:pt x="127679" y="776846"/>
                  </a:lnTo>
                  <a:lnTo>
                    <a:pt x="678" y="776846"/>
                  </a:lnTo>
                  <a:close/>
                </a:path>
              </a:pathLst>
            </a:custGeom>
          </p:spPr>
        </p:pic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AC27F34F-4BD8-B08C-8AC9-0D1DE51D0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83685" y="5954888"/>
              <a:ext cx="282223" cy="112888"/>
            </a:xfrm>
            <a:custGeom>
              <a:avLst/>
              <a:gdLst>
                <a:gd name="connsiteX0" fmla="*/ 678 w 282223"/>
                <a:gd name="connsiteY0" fmla="*/ 844 h 112888"/>
                <a:gd name="connsiteX1" fmla="*/ 282901 w 282223"/>
                <a:gd name="connsiteY1" fmla="*/ 844 h 112888"/>
                <a:gd name="connsiteX2" fmla="*/ 282901 w 282223"/>
                <a:gd name="connsiteY2" fmla="*/ 113733 h 112888"/>
                <a:gd name="connsiteX3" fmla="*/ 678 w 282223"/>
                <a:gd name="connsiteY3" fmla="*/ 113733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12888">
                  <a:moveTo>
                    <a:pt x="678" y="844"/>
                  </a:moveTo>
                  <a:lnTo>
                    <a:pt x="282901" y="844"/>
                  </a:lnTo>
                  <a:lnTo>
                    <a:pt x="282901" y="113733"/>
                  </a:lnTo>
                  <a:lnTo>
                    <a:pt x="678" y="113733"/>
                  </a:lnTo>
                  <a:close/>
                </a:path>
              </a:pathLst>
            </a:custGeom>
          </p:spPr>
        </p:pic>
        <p:pic>
          <p:nvPicPr>
            <p:cNvPr id="1089" name="그림 1088">
              <a:extLst>
                <a:ext uri="{FF2B5EF4-FFF2-40B4-BE49-F238E27FC236}">
                  <a16:creationId xmlns:a16="http://schemas.microsoft.com/office/drawing/2014/main" id="{A43A699A-20E3-F91E-5625-40CBF5089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051797" y="5326944"/>
              <a:ext cx="359834" cy="740833"/>
            </a:xfrm>
            <a:custGeom>
              <a:avLst/>
              <a:gdLst>
                <a:gd name="connsiteX0" fmla="*/ 716 w 359834"/>
                <a:gd name="connsiteY0" fmla="*/ 755 h 740833"/>
                <a:gd name="connsiteX1" fmla="*/ 360551 w 359834"/>
                <a:gd name="connsiteY1" fmla="*/ 755 h 740833"/>
                <a:gd name="connsiteX2" fmla="*/ 360551 w 359834"/>
                <a:gd name="connsiteY2" fmla="*/ 741588 h 740833"/>
                <a:gd name="connsiteX3" fmla="*/ 716 w 359834"/>
                <a:gd name="connsiteY3" fmla="*/ 741588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740833">
                  <a:moveTo>
                    <a:pt x="716" y="755"/>
                  </a:moveTo>
                  <a:lnTo>
                    <a:pt x="360551" y="755"/>
                  </a:lnTo>
                  <a:lnTo>
                    <a:pt x="360551" y="741588"/>
                  </a:lnTo>
                  <a:lnTo>
                    <a:pt x="716" y="741588"/>
                  </a:lnTo>
                  <a:close/>
                </a:path>
              </a:pathLst>
            </a:custGeom>
          </p:spPr>
        </p:pic>
        <p:pic>
          <p:nvPicPr>
            <p:cNvPr id="1090" name="그림 1089">
              <a:extLst>
                <a:ext uri="{FF2B5EF4-FFF2-40B4-BE49-F238E27FC236}">
                  <a16:creationId xmlns:a16="http://schemas.microsoft.com/office/drawing/2014/main" id="{D3A9DA45-3AEE-2791-DBBA-BE5DAADB5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185853" y="6194777"/>
              <a:ext cx="740836" cy="359833"/>
            </a:xfrm>
            <a:custGeom>
              <a:avLst/>
              <a:gdLst>
                <a:gd name="connsiteX0" fmla="*/ 735 w 740836"/>
                <a:gd name="connsiteY0" fmla="*/ 878 h 359833"/>
                <a:gd name="connsiteX1" fmla="*/ 741571 w 740836"/>
                <a:gd name="connsiteY1" fmla="*/ 878 h 359833"/>
                <a:gd name="connsiteX2" fmla="*/ 741571 w 740836"/>
                <a:gd name="connsiteY2" fmla="*/ 360711 h 359833"/>
                <a:gd name="connsiteX3" fmla="*/ 735 w 740836"/>
                <a:gd name="connsiteY3" fmla="*/ 360711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9833">
                  <a:moveTo>
                    <a:pt x="735" y="878"/>
                  </a:moveTo>
                  <a:lnTo>
                    <a:pt x="741571" y="878"/>
                  </a:lnTo>
                  <a:lnTo>
                    <a:pt x="741571" y="360711"/>
                  </a:lnTo>
                  <a:lnTo>
                    <a:pt x="735" y="360711"/>
                  </a:lnTo>
                  <a:close/>
                </a:path>
              </a:pathLst>
            </a:custGeom>
          </p:spPr>
        </p:pic>
        <p:pic>
          <p:nvPicPr>
            <p:cNvPr id="1091" name="그림 1090">
              <a:extLst>
                <a:ext uri="{FF2B5EF4-FFF2-40B4-BE49-F238E27FC236}">
                  <a16:creationId xmlns:a16="http://schemas.microsoft.com/office/drawing/2014/main" id="{BF8D6346-A31D-6B0C-484C-FF480E066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785578" y="6794500"/>
              <a:ext cx="190500" cy="63500"/>
            </a:xfrm>
            <a:custGeom>
              <a:avLst/>
              <a:gdLst>
                <a:gd name="connsiteX0" fmla="*/ 820 w 190500"/>
                <a:gd name="connsiteY0" fmla="*/ 963 h 63500"/>
                <a:gd name="connsiteX1" fmla="*/ 191321 w 190500"/>
                <a:gd name="connsiteY1" fmla="*/ 963 h 63500"/>
                <a:gd name="connsiteX2" fmla="*/ 191321 w 190500"/>
                <a:gd name="connsiteY2" fmla="*/ 64463 h 63500"/>
                <a:gd name="connsiteX3" fmla="*/ 820 w 190500"/>
                <a:gd name="connsiteY3" fmla="*/ 6446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3500">
                  <a:moveTo>
                    <a:pt x="820" y="963"/>
                  </a:moveTo>
                  <a:lnTo>
                    <a:pt x="191321" y="963"/>
                  </a:lnTo>
                  <a:lnTo>
                    <a:pt x="191321" y="64463"/>
                  </a:lnTo>
                  <a:lnTo>
                    <a:pt x="820" y="64463"/>
                  </a:lnTo>
                  <a:close/>
                </a:path>
              </a:pathLst>
            </a:custGeom>
          </p:spPr>
        </p:pic>
        <p:pic>
          <p:nvPicPr>
            <p:cNvPr id="1092" name="그림 1091">
              <a:extLst>
                <a:ext uri="{FF2B5EF4-FFF2-40B4-BE49-F238E27FC236}">
                  <a16:creationId xmlns:a16="http://schemas.microsoft.com/office/drawing/2014/main" id="{D68102DA-A08C-1459-07D8-A19F0677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49629" y="4423833"/>
              <a:ext cx="268112" cy="338666"/>
            </a:xfrm>
            <a:custGeom>
              <a:avLst/>
              <a:gdLst>
                <a:gd name="connsiteX0" fmla="*/ 659 w 268112"/>
                <a:gd name="connsiteY0" fmla="*/ 627 h 338666"/>
                <a:gd name="connsiteX1" fmla="*/ 268771 w 268112"/>
                <a:gd name="connsiteY1" fmla="*/ 627 h 338666"/>
                <a:gd name="connsiteX2" fmla="*/ 268771 w 268112"/>
                <a:gd name="connsiteY2" fmla="*/ 339294 h 338666"/>
                <a:gd name="connsiteX3" fmla="*/ 659 w 268112"/>
                <a:gd name="connsiteY3" fmla="*/ 33929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338666">
                  <a:moveTo>
                    <a:pt x="659" y="627"/>
                  </a:moveTo>
                  <a:lnTo>
                    <a:pt x="268771" y="627"/>
                  </a:lnTo>
                  <a:lnTo>
                    <a:pt x="268771" y="339294"/>
                  </a:lnTo>
                  <a:lnTo>
                    <a:pt x="659" y="339294"/>
                  </a:lnTo>
                  <a:close/>
                </a:path>
              </a:pathLst>
            </a:custGeom>
          </p:spPr>
        </p:pic>
        <p:pic>
          <p:nvPicPr>
            <p:cNvPr id="1093" name="그림 1092">
              <a:extLst>
                <a:ext uri="{FF2B5EF4-FFF2-40B4-BE49-F238E27FC236}">
                  <a16:creationId xmlns:a16="http://schemas.microsoft.com/office/drawing/2014/main" id="{831E710F-2791-BE46-732C-62FE6006B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522628" y="4748388"/>
              <a:ext cx="141111" cy="35277"/>
            </a:xfrm>
            <a:custGeom>
              <a:avLst/>
              <a:gdLst>
                <a:gd name="connsiteX0" fmla="*/ 641 w 141111"/>
                <a:gd name="connsiteY0" fmla="*/ 673 h 35277"/>
                <a:gd name="connsiteX1" fmla="*/ 141753 w 141111"/>
                <a:gd name="connsiteY1" fmla="*/ 673 h 35277"/>
                <a:gd name="connsiteX2" fmla="*/ 141753 w 141111"/>
                <a:gd name="connsiteY2" fmla="*/ 35951 h 35277"/>
                <a:gd name="connsiteX3" fmla="*/ 641 w 141111"/>
                <a:gd name="connsiteY3" fmla="*/ 3595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35277">
                  <a:moveTo>
                    <a:pt x="641" y="673"/>
                  </a:moveTo>
                  <a:lnTo>
                    <a:pt x="141753" y="673"/>
                  </a:lnTo>
                  <a:lnTo>
                    <a:pt x="141753" y="35951"/>
                  </a:lnTo>
                  <a:lnTo>
                    <a:pt x="641" y="35951"/>
                  </a:lnTo>
                  <a:close/>
                </a:path>
              </a:pathLst>
            </a:custGeom>
          </p:spPr>
        </p:pic>
        <p:pic>
          <p:nvPicPr>
            <p:cNvPr id="1094" name="그림 1093">
              <a:extLst>
                <a:ext uri="{FF2B5EF4-FFF2-40B4-BE49-F238E27FC236}">
                  <a16:creationId xmlns:a16="http://schemas.microsoft.com/office/drawing/2014/main" id="{F7AF8EA6-7DBA-5567-80C7-8A572805A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522628" y="4106333"/>
              <a:ext cx="296334" cy="677333"/>
            </a:xfrm>
            <a:custGeom>
              <a:avLst/>
              <a:gdLst>
                <a:gd name="connsiteX0" fmla="*/ 641 w 296334"/>
                <a:gd name="connsiteY0" fmla="*/ 582 h 677333"/>
                <a:gd name="connsiteX1" fmla="*/ 296976 w 296334"/>
                <a:gd name="connsiteY1" fmla="*/ 582 h 677333"/>
                <a:gd name="connsiteX2" fmla="*/ 296976 w 296334"/>
                <a:gd name="connsiteY2" fmla="*/ 677915 h 677333"/>
                <a:gd name="connsiteX3" fmla="*/ 641 w 296334"/>
                <a:gd name="connsiteY3" fmla="*/ 677915 h 6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677333">
                  <a:moveTo>
                    <a:pt x="641" y="582"/>
                  </a:moveTo>
                  <a:lnTo>
                    <a:pt x="296976" y="582"/>
                  </a:lnTo>
                  <a:lnTo>
                    <a:pt x="296976" y="677915"/>
                  </a:lnTo>
                  <a:lnTo>
                    <a:pt x="641" y="677915"/>
                  </a:lnTo>
                  <a:close/>
                </a:path>
              </a:pathLst>
            </a:custGeom>
          </p:spPr>
        </p:pic>
        <p:pic>
          <p:nvPicPr>
            <p:cNvPr id="1095" name="그림 1094">
              <a:extLst>
                <a:ext uri="{FF2B5EF4-FFF2-40B4-BE49-F238E27FC236}">
                  <a16:creationId xmlns:a16="http://schemas.microsoft.com/office/drawing/2014/main" id="{F4F82025-9EB9-A3BE-7E3C-20B52B780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522628" y="4769555"/>
              <a:ext cx="388057" cy="423333"/>
            </a:xfrm>
            <a:custGeom>
              <a:avLst/>
              <a:gdLst>
                <a:gd name="connsiteX0" fmla="*/ 641 w 388057"/>
                <a:gd name="connsiteY0" fmla="*/ 676 h 423333"/>
                <a:gd name="connsiteX1" fmla="*/ 388698 w 388057"/>
                <a:gd name="connsiteY1" fmla="*/ 676 h 423333"/>
                <a:gd name="connsiteX2" fmla="*/ 388698 w 388057"/>
                <a:gd name="connsiteY2" fmla="*/ 424009 h 423333"/>
                <a:gd name="connsiteX3" fmla="*/ 641 w 388057"/>
                <a:gd name="connsiteY3" fmla="*/ 424009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3">
                  <a:moveTo>
                    <a:pt x="641" y="676"/>
                  </a:moveTo>
                  <a:lnTo>
                    <a:pt x="388698" y="676"/>
                  </a:lnTo>
                  <a:lnTo>
                    <a:pt x="388698" y="424009"/>
                  </a:lnTo>
                  <a:lnTo>
                    <a:pt x="641" y="424009"/>
                  </a:lnTo>
                  <a:close/>
                </a:path>
              </a:pathLst>
            </a:custGeom>
          </p:spPr>
        </p:pic>
        <p:pic>
          <p:nvPicPr>
            <p:cNvPr id="1096" name="그림 1095">
              <a:extLst>
                <a:ext uri="{FF2B5EF4-FFF2-40B4-BE49-F238E27FC236}">
                  <a16:creationId xmlns:a16="http://schemas.microsoft.com/office/drawing/2014/main" id="{C8C9CAB4-136C-9612-1FCE-C44752932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397521" y="4854222"/>
              <a:ext cx="275167" cy="486833"/>
            </a:xfrm>
            <a:custGeom>
              <a:avLst/>
              <a:gdLst>
                <a:gd name="connsiteX0" fmla="*/ 765 w 275167"/>
                <a:gd name="connsiteY0" fmla="*/ 688 h 486833"/>
                <a:gd name="connsiteX1" fmla="*/ 275933 w 275167"/>
                <a:gd name="connsiteY1" fmla="*/ 688 h 486833"/>
                <a:gd name="connsiteX2" fmla="*/ 275933 w 275167"/>
                <a:gd name="connsiteY2" fmla="*/ 487521 h 486833"/>
                <a:gd name="connsiteX3" fmla="*/ 765 w 275167"/>
                <a:gd name="connsiteY3" fmla="*/ 487521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86833">
                  <a:moveTo>
                    <a:pt x="765" y="688"/>
                  </a:moveTo>
                  <a:lnTo>
                    <a:pt x="275933" y="688"/>
                  </a:lnTo>
                  <a:lnTo>
                    <a:pt x="275933" y="487521"/>
                  </a:lnTo>
                  <a:lnTo>
                    <a:pt x="765" y="487521"/>
                  </a:lnTo>
                  <a:close/>
                </a:path>
              </a:pathLst>
            </a:custGeom>
          </p:spPr>
        </p:pic>
        <p:pic>
          <p:nvPicPr>
            <p:cNvPr id="1097" name="그림 1096">
              <a:extLst>
                <a:ext uri="{FF2B5EF4-FFF2-40B4-BE49-F238E27FC236}">
                  <a16:creationId xmlns:a16="http://schemas.microsoft.com/office/drawing/2014/main" id="{A9EA00AE-3F73-9864-0A7F-5F3CA248C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58973" y="6808611"/>
              <a:ext cx="536224" cy="49388"/>
            </a:xfrm>
            <a:custGeom>
              <a:avLst/>
              <a:gdLst>
                <a:gd name="connsiteX0" fmla="*/ 1043 w 536224"/>
                <a:gd name="connsiteY0" fmla="*/ 965 h 49388"/>
                <a:gd name="connsiteX1" fmla="*/ 537267 w 536224"/>
                <a:gd name="connsiteY1" fmla="*/ 965 h 49388"/>
                <a:gd name="connsiteX2" fmla="*/ 537267 w 536224"/>
                <a:gd name="connsiteY2" fmla="*/ 50354 h 49388"/>
                <a:gd name="connsiteX3" fmla="*/ 1043 w 536224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49388">
                  <a:moveTo>
                    <a:pt x="1043" y="965"/>
                  </a:moveTo>
                  <a:lnTo>
                    <a:pt x="537267" y="965"/>
                  </a:lnTo>
                  <a:lnTo>
                    <a:pt x="537267" y="50354"/>
                  </a:lnTo>
                  <a:lnTo>
                    <a:pt x="1043" y="50354"/>
                  </a:lnTo>
                  <a:close/>
                </a:path>
              </a:pathLst>
            </a:custGeom>
          </p:spPr>
        </p:pic>
        <p:pic>
          <p:nvPicPr>
            <p:cNvPr id="1098" name="그림 1097">
              <a:extLst>
                <a:ext uri="{FF2B5EF4-FFF2-40B4-BE49-F238E27FC236}">
                  <a16:creationId xmlns:a16="http://schemas.microsoft.com/office/drawing/2014/main" id="{A3D69C90-5307-FE52-167C-2044DD566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811907" y="4106333"/>
              <a:ext cx="105833" cy="338666"/>
            </a:xfrm>
            <a:custGeom>
              <a:avLst/>
              <a:gdLst>
                <a:gd name="connsiteX0" fmla="*/ 682 w 105833"/>
                <a:gd name="connsiteY0" fmla="*/ 582 h 338666"/>
                <a:gd name="connsiteX1" fmla="*/ 106516 w 105833"/>
                <a:gd name="connsiteY1" fmla="*/ 582 h 338666"/>
                <a:gd name="connsiteX2" fmla="*/ 106516 w 105833"/>
                <a:gd name="connsiteY2" fmla="*/ 339249 h 338666"/>
                <a:gd name="connsiteX3" fmla="*/ 682 w 105833"/>
                <a:gd name="connsiteY3" fmla="*/ 339249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38666">
                  <a:moveTo>
                    <a:pt x="682" y="582"/>
                  </a:moveTo>
                  <a:lnTo>
                    <a:pt x="106516" y="582"/>
                  </a:lnTo>
                  <a:lnTo>
                    <a:pt x="106516" y="339249"/>
                  </a:lnTo>
                  <a:lnTo>
                    <a:pt x="682" y="339249"/>
                  </a:lnTo>
                  <a:close/>
                </a:path>
              </a:pathLst>
            </a:custGeom>
          </p:spPr>
        </p:pic>
        <p:pic>
          <p:nvPicPr>
            <p:cNvPr id="1099" name="그림 1098">
              <a:extLst>
                <a:ext uri="{FF2B5EF4-FFF2-40B4-BE49-F238E27FC236}">
                  <a16:creationId xmlns:a16="http://schemas.microsoft.com/office/drawing/2014/main" id="{7229D41A-6141-EC2E-CD5D-8745DB1AD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4811907" y="3852333"/>
              <a:ext cx="529168" cy="261055"/>
            </a:xfrm>
            <a:custGeom>
              <a:avLst/>
              <a:gdLst>
                <a:gd name="connsiteX0" fmla="*/ 682 w 529168"/>
                <a:gd name="connsiteY0" fmla="*/ 546 h 261055"/>
                <a:gd name="connsiteX1" fmla="*/ 529851 w 529168"/>
                <a:gd name="connsiteY1" fmla="*/ 546 h 261055"/>
                <a:gd name="connsiteX2" fmla="*/ 529851 w 529168"/>
                <a:gd name="connsiteY2" fmla="*/ 261602 h 261055"/>
                <a:gd name="connsiteX3" fmla="*/ 682 w 529168"/>
                <a:gd name="connsiteY3" fmla="*/ 261602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261055">
                  <a:moveTo>
                    <a:pt x="682" y="546"/>
                  </a:moveTo>
                  <a:lnTo>
                    <a:pt x="529851" y="546"/>
                  </a:lnTo>
                  <a:lnTo>
                    <a:pt x="529851" y="261602"/>
                  </a:lnTo>
                  <a:lnTo>
                    <a:pt x="682" y="261602"/>
                  </a:lnTo>
                  <a:close/>
                </a:path>
              </a:pathLst>
            </a:custGeom>
          </p:spPr>
        </p:pic>
        <p:pic>
          <p:nvPicPr>
            <p:cNvPr id="1100" name="그림 1099">
              <a:extLst>
                <a:ext uri="{FF2B5EF4-FFF2-40B4-BE49-F238E27FC236}">
                  <a16:creationId xmlns:a16="http://schemas.microsoft.com/office/drawing/2014/main" id="{62619BDD-5E1F-8DCF-F02B-0275FB84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651522" y="4854222"/>
              <a:ext cx="402168" cy="183444"/>
            </a:xfrm>
            <a:custGeom>
              <a:avLst/>
              <a:gdLst>
                <a:gd name="connsiteX0" fmla="*/ 801 w 402168"/>
                <a:gd name="connsiteY0" fmla="*/ 688 h 183444"/>
                <a:gd name="connsiteX1" fmla="*/ 402969 w 402168"/>
                <a:gd name="connsiteY1" fmla="*/ 688 h 183444"/>
                <a:gd name="connsiteX2" fmla="*/ 402969 w 402168"/>
                <a:gd name="connsiteY2" fmla="*/ 184132 h 183444"/>
                <a:gd name="connsiteX3" fmla="*/ 801 w 402168"/>
                <a:gd name="connsiteY3" fmla="*/ 18413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183444">
                  <a:moveTo>
                    <a:pt x="801" y="688"/>
                  </a:moveTo>
                  <a:lnTo>
                    <a:pt x="402969" y="688"/>
                  </a:lnTo>
                  <a:lnTo>
                    <a:pt x="402969" y="184132"/>
                  </a:lnTo>
                  <a:lnTo>
                    <a:pt x="801" y="184132"/>
                  </a:lnTo>
                  <a:close/>
                </a:path>
              </a:pathLst>
            </a:custGeom>
          </p:spPr>
        </p:pic>
        <p:pic>
          <p:nvPicPr>
            <p:cNvPr id="1101" name="그림 1100">
              <a:extLst>
                <a:ext uri="{FF2B5EF4-FFF2-40B4-BE49-F238E27FC236}">
                  <a16:creationId xmlns:a16="http://schemas.microsoft.com/office/drawing/2014/main" id="{8293E46D-250E-2CDC-3051-3F6723BB7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039579" y="4501444"/>
              <a:ext cx="317501" cy="536222"/>
            </a:xfrm>
            <a:custGeom>
              <a:avLst/>
              <a:gdLst>
                <a:gd name="connsiteX0" fmla="*/ 856 w 317501"/>
                <a:gd name="connsiteY0" fmla="*/ 638 h 536222"/>
                <a:gd name="connsiteX1" fmla="*/ 318357 w 317501"/>
                <a:gd name="connsiteY1" fmla="*/ 638 h 536222"/>
                <a:gd name="connsiteX2" fmla="*/ 318357 w 317501"/>
                <a:gd name="connsiteY2" fmla="*/ 536860 h 536222"/>
                <a:gd name="connsiteX3" fmla="*/ 856 w 317501"/>
                <a:gd name="connsiteY3" fmla="*/ 53686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536222">
                  <a:moveTo>
                    <a:pt x="856" y="638"/>
                  </a:moveTo>
                  <a:lnTo>
                    <a:pt x="318357" y="638"/>
                  </a:lnTo>
                  <a:lnTo>
                    <a:pt x="318357" y="536860"/>
                  </a:lnTo>
                  <a:lnTo>
                    <a:pt x="856" y="536860"/>
                  </a:lnTo>
                  <a:close/>
                </a:path>
              </a:pathLst>
            </a:custGeom>
          </p:spPr>
        </p:pic>
        <p:pic>
          <p:nvPicPr>
            <p:cNvPr id="1102" name="그림 1101">
              <a:extLst>
                <a:ext uri="{FF2B5EF4-FFF2-40B4-BE49-F238E27FC236}">
                  <a16:creationId xmlns:a16="http://schemas.microsoft.com/office/drawing/2014/main" id="{C7138CBC-0F47-C608-EF64-316FBD828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556529" y="6208888"/>
              <a:ext cx="49389" cy="649111"/>
            </a:xfrm>
            <a:custGeom>
              <a:avLst/>
              <a:gdLst>
                <a:gd name="connsiteX0" fmla="*/ 1071 w 49389"/>
                <a:gd name="connsiteY0" fmla="*/ 880 h 649111"/>
                <a:gd name="connsiteX1" fmla="*/ 50460 w 49389"/>
                <a:gd name="connsiteY1" fmla="*/ 880 h 649111"/>
                <a:gd name="connsiteX2" fmla="*/ 50460 w 49389"/>
                <a:gd name="connsiteY2" fmla="*/ 649991 h 649111"/>
                <a:gd name="connsiteX3" fmla="*/ 1071 w 49389"/>
                <a:gd name="connsiteY3" fmla="*/ 64999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649111">
                  <a:moveTo>
                    <a:pt x="1071" y="880"/>
                  </a:moveTo>
                  <a:lnTo>
                    <a:pt x="50460" y="880"/>
                  </a:lnTo>
                  <a:lnTo>
                    <a:pt x="50460" y="649991"/>
                  </a:lnTo>
                  <a:lnTo>
                    <a:pt x="1071" y="649991"/>
                  </a:lnTo>
                  <a:close/>
                </a:path>
              </a:pathLst>
            </a:custGeom>
          </p:spPr>
        </p:pic>
        <p:pic>
          <p:nvPicPr>
            <p:cNvPr id="1103" name="그림 1102">
              <a:extLst>
                <a:ext uri="{FF2B5EF4-FFF2-40B4-BE49-F238E27FC236}">
                  <a16:creationId xmlns:a16="http://schemas.microsoft.com/office/drawing/2014/main" id="{851C5F65-342B-6C36-3376-437622A4B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344862" y="6462888"/>
              <a:ext cx="261056" cy="395111"/>
            </a:xfrm>
            <a:custGeom>
              <a:avLst/>
              <a:gdLst>
                <a:gd name="connsiteX0" fmla="*/ 1041 w 261056"/>
                <a:gd name="connsiteY0" fmla="*/ 916 h 395111"/>
                <a:gd name="connsiteX1" fmla="*/ 262098 w 261056"/>
                <a:gd name="connsiteY1" fmla="*/ 916 h 395111"/>
                <a:gd name="connsiteX2" fmla="*/ 262098 w 261056"/>
                <a:gd name="connsiteY2" fmla="*/ 396027 h 395111"/>
                <a:gd name="connsiteX3" fmla="*/ 1041 w 261056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395111">
                  <a:moveTo>
                    <a:pt x="1041" y="916"/>
                  </a:moveTo>
                  <a:lnTo>
                    <a:pt x="262098" y="916"/>
                  </a:lnTo>
                  <a:lnTo>
                    <a:pt x="262098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4" name="그림 1103">
              <a:extLst>
                <a:ext uri="{FF2B5EF4-FFF2-40B4-BE49-F238E27FC236}">
                  <a16:creationId xmlns:a16="http://schemas.microsoft.com/office/drawing/2014/main" id="{EA93A861-C56F-0FB5-C6C1-D468C292F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7344862" y="6208888"/>
              <a:ext cx="225778" cy="268111"/>
            </a:xfrm>
            <a:custGeom>
              <a:avLst/>
              <a:gdLst>
                <a:gd name="connsiteX0" fmla="*/ 1041 w 225778"/>
                <a:gd name="connsiteY0" fmla="*/ 880 h 268111"/>
                <a:gd name="connsiteX1" fmla="*/ 226820 w 225778"/>
                <a:gd name="connsiteY1" fmla="*/ 880 h 268111"/>
                <a:gd name="connsiteX2" fmla="*/ 226820 w 225778"/>
                <a:gd name="connsiteY2" fmla="*/ 268991 h 268111"/>
                <a:gd name="connsiteX3" fmla="*/ 1041 w 225778"/>
                <a:gd name="connsiteY3" fmla="*/ 268991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68111">
                  <a:moveTo>
                    <a:pt x="1041" y="880"/>
                  </a:moveTo>
                  <a:lnTo>
                    <a:pt x="226820" y="880"/>
                  </a:lnTo>
                  <a:lnTo>
                    <a:pt x="226820" y="268991"/>
                  </a:lnTo>
                  <a:lnTo>
                    <a:pt x="1041" y="268991"/>
                  </a:lnTo>
                  <a:close/>
                </a:path>
              </a:pathLst>
            </a:custGeom>
          </p:spPr>
        </p:pic>
        <p:pic>
          <p:nvPicPr>
            <p:cNvPr id="1105" name="그림 1104">
              <a:extLst>
                <a:ext uri="{FF2B5EF4-FFF2-40B4-BE49-F238E27FC236}">
                  <a16:creationId xmlns:a16="http://schemas.microsoft.com/office/drawing/2014/main" id="{652204F1-0B61-3D0B-B6B3-677A4DB4E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344862" y="6462888"/>
              <a:ext cx="423334" cy="395111"/>
            </a:xfrm>
            <a:custGeom>
              <a:avLst/>
              <a:gdLst>
                <a:gd name="connsiteX0" fmla="*/ 1041 w 423334"/>
                <a:gd name="connsiteY0" fmla="*/ 916 h 395111"/>
                <a:gd name="connsiteX1" fmla="*/ 424376 w 423334"/>
                <a:gd name="connsiteY1" fmla="*/ 916 h 395111"/>
                <a:gd name="connsiteX2" fmla="*/ 424376 w 423334"/>
                <a:gd name="connsiteY2" fmla="*/ 396027 h 395111"/>
                <a:gd name="connsiteX3" fmla="*/ 1041 w 423334"/>
                <a:gd name="connsiteY3" fmla="*/ 396027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395111">
                  <a:moveTo>
                    <a:pt x="1041" y="916"/>
                  </a:moveTo>
                  <a:lnTo>
                    <a:pt x="424376" y="916"/>
                  </a:lnTo>
                  <a:lnTo>
                    <a:pt x="424376" y="396027"/>
                  </a:lnTo>
                  <a:lnTo>
                    <a:pt x="1041" y="396027"/>
                  </a:lnTo>
                  <a:close/>
                </a:path>
              </a:pathLst>
            </a:custGeom>
          </p:spPr>
        </p:pic>
        <p:pic>
          <p:nvPicPr>
            <p:cNvPr id="1106" name="그림 1105">
              <a:extLst>
                <a:ext uri="{FF2B5EF4-FFF2-40B4-BE49-F238E27FC236}">
                  <a16:creationId xmlns:a16="http://schemas.microsoft.com/office/drawing/2014/main" id="{6756DDBD-22AC-FC38-C5AB-599695E8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135087" y="6469944"/>
              <a:ext cx="691447" cy="388055"/>
            </a:xfrm>
            <a:custGeom>
              <a:avLst/>
              <a:gdLst>
                <a:gd name="connsiteX0" fmla="*/ 1153 w 691447"/>
                <a:gd name="connsiteY0" fmla="*/ 917 h 388055"/>
                <a:gd name="connsiteX1" fmla="*/ 692600 w 691447"/>
                <a:gd name="connsiteY1" fmla="*/ 917 h 388055"/>
                <a:gd name="connsiteX2" fmla="*/ 692600 w 691447"/>
                <a:gd name="connsiteY2" fmla="*/ 388973 h 388055"/>
                <a:gd name="connsiteX3" fmla="*/ 1153 w 691447"/>
                <a:gd name="connsiteY3" fmla="*/ 388973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388055">
                  <a:moveTo>
                    <a:pt x="1153" y="917"/>
                  </a:moveTo>
                  <a:lnTo>
                    <a:pt x="692600" y="917"/>
                  </a:lnTo>
                  <a:lnTo>
                    <a:pt x="692600" y="388973"/>
                  </a:lnTo>
                  <a:lnTo>
                    <a:pt x="1153" y="388973"/>
                  </a:lnTo>
                  <a:close/>
                </a:path>
              </a:pathLst>
            </a:custGeom>
          </p:spPr>
        </p:pic>
        <p:pic>
          <p:nvPicPr>
            <p:cNvPr id="1107" name="그림 1106">
              <a:extLst>
                <a:ext uri="{FF2B5EF4-FFF2-40B4-BE49-F238E27FC236}">
                  <a16:creationId xmlns:a16="http://schemas.microsoft.com/office/drawing/2014/main" id="{96B56CC4-E3B0-A145-C931-69B606A9D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881086" y="6808611"/>
              <a:ext cx="268112" cy="49388"/>
            </a:xfrm>
            <a:custGeom>
              <a:avLst/>
              <a:gdLst>
                <a:gd name="connsiteX0" fmla="*/ 1117 w 268112"/>
                <a:gd name="connsiteY0" fmla="*/ 965 h 49388"/>
                <a:gd name="connsiteX1" fmla="*/ 269229 w 268112"/>
                <a:gd name="connsiteY1" fmla="*/ 965 h 49388"/>
                <a:gd name="connsiteX2" fmla="*/ 269229 w 268112"/>
                <a:gd name="connsiteY2" fmla="*/ 50354 h 49388"/>
                <a:gd name="connsiteX3" fmla="*/ 1117 w 268112"/>
                <a:gd name="connsiteY3" fmla="*/ 50354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49388">
                  <a:moveTo>
                    <a:pt x="1117" y="965"/>
                  </a:moveTo>
                  <a:lnTo>
                    <a:pt x="269229" y="965"/>
                  </a:lnTo>
                  <a:lnTo>
                    <a:pt x="269229" y="50354"/>
                  </a:lnTo>
                  <a:lnTo>
                    <a:pt x="1117" y="50354"/>
                  </a:lnTo>
                  <a:close/>
                </a:path>
              </a:pathLst>
            </a:custGeom>
          </p:spPr>
        </p:pic>
        <p:pic>
          <p:nvPicPr>
            <p:cNvPr id="1108" name="그림 1107">
              <a:extLst>
                <a:ext uri="{FF2B5EF4-FFF2-40B4-BE49-F238E27FC236}">
                  <a16:creationId xmlns:a16="http://schemas.microsoft.com/office/drawing/2014/main" id="{DBC22ED5-BF0D-B65A-E01B-B23C3F181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326965" y="3859388"/>
              <a:ext cx="522113" cy="416277"/>
            </a:xfrm>
            <a:custGeom>
              <a:avLst/>
              <a:gdLst>
                <a:gd name="connsiteX0" fmla="*/ 755 w 522113"/>
                <a:gd name="connsiteY0" fmla="*/ 547 h 416277"/>
                <a:gd name="connsiteX1" fmla="*/ 522868 w 522113"/>
                <a:gd name="connsiteY1" fmla="*/ 547 h 416277"/>
                <a:gd name="connsiteX2" fmla="*/ 522868 w 522113"/>
                <a:gd name="connsiteY2" fmla="*/ 416825 h 416277"/>
                <a:gd name="connsiteX3" fmla="*/ 755 w 522113"/>
                <a:gd name="connsiteY3" fmla="*/ 416825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16277">
                  <a:moveTo>
                    <a:pt x="755" y="547"/>
                  </a:moveTo>
                  <a:lnTo>
                    <a:pt x="522868" y="547"/>
                  </a:lnTo>
                  <a:lnTo>
                    <a:pt x="522868" y="416825"/>
                  </a:lnTo>
                  <a:lnTo>
                    <a:pt x="755" y="416825"/>
                  </a:lnTo>
                  <a:close/>
                </a:path>
              </a:pathLst>
            </a:custGeom>
          </p:spPr>
        </p:pic>
        <p:pic>
          <p:nvPicPr>
            <p:cNvPr id="1109" name="그림 1108">
              <a:extLst>
                <a:ext uri="{FF2B5EF4-FFF2-40B4-BE49-F238E27FC236}">
                  <a16:creationId xmlns:a16="http://schemas.microsoft.com/office/drawing/2014/main" id="{C69F97A6-5E55-A355-4CDD-F646C170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5898467" y="3908777"/>
              <a:ext cx="42333" cy="134055"/>
            </a:xfrm>
            <a:custGeom>
              <a:avLst/>
              <a:gdLst>
                <a:gd name="connsiteX0" fmla="*/ 836 w 42333"/>
                <a:gd name="connsiteY0" fmla="*/ 554 h 134055"/>
                <a:gd name="connsiteX1" fmla="*/ 43170 w 42333"/>
                <a:gd name="connsiteY1" fmla="*/ 554 h 134055"/>
                <a:gd name="connsiteX2" fmla="*/ 43170 w 42333"/>
                <a:gd name="connsiteY2" fmla="*/ 134610 h 134055"/>
                <a:gd name="connsiteX3" fmla="*/ 836 w 42333"/>
                <a:gd name="connsiteY3" fmla="*/ 13461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34055">
                  <a:moveTo>
                    <a:pt x="836" y="554"/>
                  </a:moveTo>
                  <a:lnTo>
                    <a:pt x="43170" y="554"/>
                  </a:lnTo>
                  <a:lnTo>
                    <a:pt x="43170" y="134610"/>
                  </a:lnTo>
                  <a:lnTo>
                    <a:pt x="836" y="134610"/>
                  </a:lnTo>
                  <a:close/>
                </a:path>
              </a:pathLst>
            </a:custGeom>
          </p:spPr>
        </p:pic>
        <p:pic>
          <p:nvPicPr>
            <p:cNvPr id="1110" name="그림 1109">
              <a:extLst>
                <a:ext uri="{FF2B5EF4-FFF2-40B4-BE49-F238E27FC236}">
                  <a16:creationId xmlns:a16="http://schemas.microsoft.com/office/drawing/2014/main" id="{302E7275-3B09-C3AD-A760-9ED181AE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5933745" y="4028722"/>
              <a:ext cx="423334" cy="479777"/>
            </a:xfrm>
            <a:custGeom>
              <a:avLst/>
              <a:gdLst>
                <a:gd name="connsiteX0" fmla="*/ 841 w 423334"/>
                <a:gd name="connsiteY0" fmla="*/ 571 h 479777"/>
                <a:gd name="connsiteX1" fmla="*/ 424176 w 423334"/>
                <a:gd name="connsiteY1" fmla="*/ 571 h 479777"/>
                <a:gd name="connsiteX2" fmla="*/ 424176 w 423334"/>
                <a:gd name="connsiteY2" fmla="*/ 480349 h 479777"/>
                <a:gd name="connsiteX3" fmla="*/ 841 w 423334"/>
                <a:gd name="connsiteY3" fmla="*/ 480349 h 47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479777">
                  <a:moveTo>
                    <a:pt x="841" y="571"/>
                  </a:moveTo>
                  <a:lnTo>
                    <a:pt x="424176" y="571"/>
                  </a:lnTo>
                  <a:lnTo>
                    <a:pt x="424176" y="480349"/>
                  </a:lnTo>
                  <a:lnTo>
                    <a:pt x="841" y="480349"/>
                  </a:lnTo>
                  <a:close/>
                </a:path>
              </a:pathLst>
            </a:custGeom>
          </p:spPr>
        </p:pic>
        <p:pic>
          <p:nvPicPr>
            <p:cNvPr id="1111" name="그림 1110">
              <a:extLst>
                <a:ext uri="{FF2B5EF4-FFF2-40B4-BE49-F238E27FC236}">
                  <a16:creationId xmlns:a16="http://schemas.microsoft.com/office/drawing/2014/main" id="{D1E34000-33AC-B244-7D02-3BCAD1682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556529" y="6011333"/>
              <a:ext cx="14111" cy="211666"/>
            </a:xfrm>
            <a:custGeom>
              <a:avLst/>
              <a:gdLst>
                <a:gd name="connsiteX0" fmla="*/ 1071 w 14111"/>
                <a:gd name="connsiteY0" fmla="*/ 852 h 211666"/>
                <a:gd name="connsiteX1" fmla="*/ 15182 w 14111"/>
                <a:gd name="connsiteY1" fmla="*/ 852 h 211666"/>
                <a:gd name="connsiteX2" fmla="*/ 15182 w 14111"/>
                <a:gd name="connsiteY2" fmla="*/ 212519 h 211666"/>
                <a:gd name="connsiteX3" fmla="*/ 1071 w 14111"/>
                <a:gd name="connsiteY3" fmla="*/ 21251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211666">
                  <a:moveTo>
                    <a:pt x="1071" y="852"/>
                  </a:moveTo>
                  <a:lnTo>
                    <a:pt x="15182" y="852"/>
                  </a:lnTo>
                  <a:lnTo>
                    <a:pt x="15182" y="212519"/>
                  </a:lnTo>
                  <a:lnTo>
                    <a:pt x="1071" y="212519"/>
                  </a:lnTo>
                  <a:close/>
                </a:path>
              </a:pathLst>
            </a:custGeom>
          </p:spPr>
        </p:pic>
        <p:pic>
          <p:nvPicPr>
            <p:cNvPr id="1112" name="그림 1111">
              <a:extLst>
                <a:ext uri="{FF2B5EF4-FFF2-40B4-BE49-F238E27FC236}">
                  <a16:creationId xmlns:a16="http://schemas.microsoft.com/office/drawing/2014/main" id="{CAEC7994-6870-944B-EE2A-B22FD4BC5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812423" y="6011333"/>
              <a:ext cx="726725" cy="472722"/>
            </a:xfrm>
            <a:custGeom>
              <a:avLst/>
              <a:gdLst>
                <a:gd name="connsiteX0" fmla="*/ 1249 w 726725"/>
                <a:gd name="connsiteY0" fmla="*/ 852 h 472722"/>
                <a:gd name="connsiteX1" fmla="*/ 727974 w 726725"/>
                <a:gd name="connsiteY1" fmla="*/ 852 h 472722"/>
                <a:gd name="connsiteX2" fmla="*/ 727974 w 726725"/>
                <a:gd name="connsiteY2" fmla="*/ 473574 h 472722"/>
                <a:gd name="connsiteX3" fmla="*/ 1249 w 726725"/>
                <a:gd name="connsiteY3" fmla="*/ 473574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472722">
                  <a:moveTo>
                    <a:pt x="1249" y="852"/>
                  </a:moveTo>
                  <a:lnTo>
                    <a:pt x="727974" y="852"/>
                  </a:lnTo>
                  <a:lnTo>
                    <a:pt x="727974" y="473574"/>
                  </a:lnTo>
                  <a:lnTo>
                    <a:pt x="1249" y="473574"/>
                  </a:lnTo>
                  <a:close/>
                </a:path>
              </a:pathLst>
            </a:custGeom>
          </p:spPr>
        </p:pic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F813D1D2-8F92-AE1E-1BDE-8243A41BC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812423" y="6469944"/>
              <a:ext cx="924281" cy="141111"/>
            </a:xfrm>
            <a:custGeom>
              <a:avLst/>
              <a:gdLst>
                <a:gd name="connsiteX0" fmla="*/ 1249 w 924281"/>
                <a:gd name="connsiteY0" fmla="*/ 917 h 141111"/>
                <a:gd name="connsiteX1" fmla="*/ 925530 w 924281"/>
                <a:gd name="connsiteY1" fmla="*/ 917 h 141111"/>
                <a:gd name="connsiteX2" fmla="*/ 925530 w 924281"/>
                <a:gd name="connsiteY2" fmla="*/ 142028 h 141111"/>
                <a:gd name="connsiteX3" fmla="*/ 1249 w 924281"/>
                <a:gd name="connsiteY3" fmla="*/ 14202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281" h="141111">
                  <a:moveTo>
                    <a:pt x="1249" y="917"/>
                  </a:moveTo>
                  <a:lnTo>
                    <a:pt x="925530" y="917"/>
                  </a:lnTo>
                  <a:lnTo>
                    <a:pt x="925530" y="142028"/>
                  </a:lnTo>
                  <a:lnTo>
                    <a:pt x="1249" y="142028"/>
                  </a:lnTo>
                  <a:close/>
                </a:path>
              </a:pathLst>
            </a:custGeom>
          </p:spPr>
        </p:pic>
        <p:pic>
          <p:nvPicPr>
            <p:cNvPr id="1114" name="그림 1113">
              <a:extLst>
                <a:ext uri="{FF2B5EF4-FFF2-40B4-BE49-F238E27FC236}">
                  <a16:creationId xmlns:a16="http://schemas.microsoft.com/office/drawing/2014/main" id="{DFEC4457-1431-D9FB-15A0-DA06BE02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8812423" y="6469944"/>
              <a:ext cx="402168" cy="204611"/>
            </a:xfrm>
            <a:custGeom>
              <a:avLst/>
              <a:gdLst>
                <a:gd name="connsiteX0" fmla="*/ 1249 w 402168"/>
                <a:gd name="connsiteY0" fmla="*/ 917 h 204611"/>
                <a:gd name="connsiteX1" fmla="*/ 403417 w 402168"/>
                <a:gd name="connsiteY1" fmla="*/ 917 h 204611"/>
                <a:gd name="connsiteX2" fmla="*/ 403417 w 402168"/>
                <a:gd name="connsiteY2" fmla="*/ 205528 h 204611"/>
                <a:gd name="connsiteX3" fmla="*/ 1249 w 402168"/>
                <a:gd name="connsiteY3" fmla="*/ 20552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204611">
                  <a:moveTo>
                    <a:pt x="1249" y="917"/>
                  </a:moveTo>
                  <a:lnTo>
                    <a:pt x="403417" y="917"/>
                  </a:lnTo>
                  <a:lnTo>
                    <a:pt x="403417" y="205528"/>
                  </a:lnTo>
                  <a:lnTo>
                    <a:pt x="1249" y="205528"/>
                  </a:lnTo>
                  <a:close/>
                </a:path>
              </a:pathLst>
            </a:custGeom>
          </p:spPr>
        </p:pic>
        <p:pic>
          <p:nvPicPr>
            <p:cNvPr id="1115" name="그림 1114">
              <a:extLst>
                <a:ext uri="{FF2B5EF4-FFF2-40B4-BE49-F238E27FC236}">
                  <a16:creationId xmlns:a16="http://schemas.microsoft.com/office/drawing/2014/main" id="{B07C2663-5816-9EAC-EAFA-E21568B59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9200480" y="6046611"/>
              <a:ext cx="359834" cy="627944"/>
            </a:xfrm>
            <a:custGeom>
              <a:avLst/>
              <a:gdLst>
                <a:gd name="connsiteX0" fmla="*/ 1304 w 359834"/>
                <a:gd name="connsiteY0" fmla="*/ 857 h 627944"/>
                <a:gd name="connsiteX1" fmla="*/ 361139 w 359834"/>
                <a:gd name="connsiteY1" fmla="*/ 857 h 627944"/>
                <a:gd name="connsiteX2" fmla="*/ 361139 w 359834"/>
                <a:gd name="connsiteY2" fmla="*/ 628801 h 627944"/>
                <a:gd name="connsiteX3" fmla="*/ 1304 w 359834"/>
                <a:gd name="connsiteY3" fmla="*/ 628801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627944">
                  <a:moveTo>
                    <a:pt x="1304" y="857"/>
                  </a:moveTo>
                  <a:lnTo>
                    <a:pt x="361139" y="857"/>
                  </a:lnTo>
                  <a:lnTo>
                    <a:pt x="361139" y="628801"/>
                  </a:lnTo>
                  <a:lnTo>
                    <a:pt x="1304" y="628801"/>
                  </a:lnTo>
                  <a:close/>
                </a:path>
              </a:pathLst>
            </a:custGeom>
          </p:spPr>
        </p:pic>
        <p:pic>
          <p:nvPicPr>
            <p:cNvPr id="1116" name="그림 1115">
              <a:extLst>
                <a:ext uri="{FF2B5EF4-FFF2-40B4-BE49-F238E27FC236}">
                  <a16:creationId xmlns:a16="http://schemas.microsoft.com/office/drawing/2014/main" id="{8D19EAFC-CA6C-B422-5641-6AA5E403F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9200480" y="6011333"/>
              <a:ext cx="338667" cy="663222"/>
            </a:xfrm>
            <a:custGeom>
              <a:avLst/>
              <a:gdLst>
                <a:gd name="connsiteX0" fmla="*/ 1304 w 338667"/>
                <a:gd name="connsiteY0" fmla="*/ 852 h 663222"/>
                <a:gd name="connsiteX1" fmla="*/ 339972 w 338667"/>
                <a:gd name="connsiteY1" fmla="*/ 852 h 663222"/>
                <a:gd name="connsiteX2" fmla="*/ 339972 w 338667"/>
                <a:gd name="connsiteY2" fmla="*/ 664074 h 663222"/>
                <a:gd name="connsiteX3" fmla="*/ 1304 w 338667"/>
                <a:gd name="connsiteY3" fmla="*/ 664074 h 66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663222">
                  <a:moveTo>
                    <a:pt x="1304" y="852"/>
                  </a:moveTo>
                  <a:lnTo>
                    <a:pt x="339972" y="852"/>
                  </a:lnTo>
                  <a:lnTo>
                    <a:pt x="339972" y="664074"/>
                  </a:lnTo>
                  <a:lnTo>
                    <a:pt x="1304" y="664074"/>
                  </a:lnTo>
                  <a:close/>
                </a:path>
              </a:pathLst>
            </a:custGeom>
          </p:spPr>
        </p:pic>
        <p:pic>
          <p:nvPicPr>
            <p:cNvPr id="1117" name="그림 1116">
              <a:extLst>
                <a:ext uri="{FF2B5EF4-FFF2-40B4-BE49-F238E27FC236}">
                  <a16:creationId xmlns:a16="http://schemas.microsoft.com/office/drawing/2014/main" id="{802432CA-3C60-8EB6-4DB5-211A430B2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872138" y="4635500"/>
              <a:ext cx="366890" cy="486833"/>
            </a:xfrm>
            <a:custGeom>
              <a:avLst/>
              <a:gdLst>
                <a:gd name="connsiteX0" fmla="*/ 974 w 366890"/>
                <a:gd name="connsiteY0" fmla="*/ 657 h 486833"/>
                <a:gd name="connsiteX1" fmla="*/ 367864 w 366890"/>
                <a:gd name="connsiteY1" fmla="*/ 657 h 486833"/>
                <a:gd name="connsiteX2" fmla="*/ 367864 w 366890"/>
                <a:gd name="connsiteY2" fmla="*/ 487490 h 486833"/>
                <a:gd name="connsiteX3" fmla="*/ 974 w 366890"/>
                <a:gd name="connsiteY3" fmla="*/ 48749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486833">
                  <a:moveTo>
                    <a:pt x="974" y="657"/>
                  </a:moveTo>
                  <a:lnTo>
                    <a:pt x="367864" y="657"/>
                  </a:lnTo>
                  <a:lnTo>
                    <a:pt x="367864" y="487490"/>
                  </a:lnTo>
                  <a:lnTo>
                    <a:pt x="974" y="487490"/>
                  </a:lnTo>
                  <a:close/>
                </a:path>
              </a:pathLst>
            </a:custGeom>
          </p:spPr>
        </p:pic>
        <p:pic>
          <p:nvPicPr>
            <p:cNvPr id="1118" name="그림 1117">
              <a:extLst>
                <a:ext uri="{FF2B5EF4-FFF2-40B4-BE49-F238E27FC236}">
                  <a16:creationId xmlns:a16="http://schemas.microsoft.com/office/drawing/2014/main" id="{3C041BDE-EA5D-DBAC-E5A3-AA512CFD7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6872138" y="4402666"/>
              <a:ext cx="127000" cy="246944"/>
            </a:xfrm>
            <a:custGeom>
              <a:avLst/>
              <a:gdLst>
                <a:gd name="connsiteX0" fmla="*/ 974 w 127000"/>
                <a:gd name="connsiteY0" fmla="*/ 624 h 246944"/>
                <a:gd name="connsiteX1" fmla="*/ 127975 w 127000"/>
                <a:gd name="connsiteY1" fmla="*/ 624 h 246944"/>
                <a:gd name="connsiteX2" fmla="*/ 127975 w 127000"/>
                <a:gd name="connsiteY2" fmla="*/ 247568 h 246944"/>
                <a:gd name="connsiteX3" fmla="*/ 974 w 127000"/>
                <a:gd name="connsiteY3" fmla="*/ 247568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46944">
                  <a:moveTo>
                    <a:pt x="974" y="624"/>
                  </a:moveTo>
                  <a:lnTo>
                    <a:pt x="127975" y="624"/>
                  </a:lnTo>
                  <a:lnTo>
                    <a:pt x="127975" y="247568"/>
                  </a:lnTo>
                  <a:lnTo>
                    <a:pt x="974" y="247568"/>
                  </a:lnTo>
                  <a:close/>
                </a:path>
              </a:pathLst>
            </a:custGeom>
          </p:spPr>
        </p:pic>
        <p:pic>
          <p:nvPicPr>
            <p:cNvPr id="1119" name="그림 1118">
              <a:extLst>
                <a:ext uri="{FF2B5EF4-FFF2-40B4-BE49-F238E27FC236}">
                  <a16:creationId xmlns:a16="http://schemas.microsoft.com/office/drawing/2014/main" id="{828F293C-D7E9-8D31-45E6-52C45DC20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217861" y="4367388"/>
              <a:ext cx="620891" cy="162277"/>
            </a:xfrm>
            <a:custGeom>
              <a:avLst/>
              <a:gdLst>
                <a:gd name="connsiteX0" fmla="*/ 1023 w 620891"/>
                <a:gd name="connsiteY0" fmla="*/ 619 h 162277"/>
                <a:gd name="connsiteX1" fmla="*/ 621914 w 620891"/>
                <a:gd name="connsiteY1" fmla="*/ 619 h 162277"/>
                <a:gd name="connsiteX2" fmla="*/ 621914 w 620891"/>
                <a:gd name="connsiteY2" fmla="*/ 162897 h 162277"/>
                <a:gd name="connsiteX3" fmla="*/ 1023 w 620891"/>
                <a:gd name="connsiteY3" fmla="*/ 16289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162277">
                  <a:moveTo>
                    <a:pt x="1023" y="619"/>
                  </a:moveTo>
                  <a:lnTo>
                    <a:pt x="621914" y="619"/>
                  </a:lnTo>
                  <a:lnTo>
                    <a:pt x="621914" y="162897"/>
                  </a:lnTo>
                  <a:lnTo>
                    <a:pt x="1023" y="162897"/>
                  </a:lnTo>
                  <a:close/>
                </a:path>
              </a:pathLst>
            </a:custGeom>
          </p:spPr>
        </p:pic>
        <p:pic>
          <p:nvPicPr>
            <p:cNvPr id="1120" name="그림 1119">
              <a:extLst>
                <a:ext uri="{FF2B5EF4-FFF2-40B4-BE49-F238E27FC236}">
                  <a16:creationId xmlns:a16="http://schemas.microsoft.com/office/drawing/2014/main" id="{E15C0486-6E57-8886-DE59-0F56E96FE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7217861" y="4282722"/>
              <a:ext cx="536224" cy="98777"/>
            </a:xfrm>
            <a:custGeom>
              <a:avLst/>
              <a:gdLst>
                <a:gd name="connsiteX0" fmla="*/ 1023 w 536224"/>
                <a:gd name="connsiteY0" fmla="*/ 607 h 98777"/>
                <a:gd name="connsiteX1" fmla="*/ 537247 w 536224"/>
                <a:gd name="connsiteY1" fmla="*/ 607 h 98777"/>
                <a:gd name="connsiteX2" fmla="*/ 537247 w 536224"/>
                <a:gd name="connsiteY2" fmla="*/ 99385 h 98777"/>
                <a:gd name="connsiteX3" fmla="*/ 1023 w 536224"/>
                <a:gd name="connsiteY3" fmla="*/ 9938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98777">
                  <a:moveTo>
                    <a:pt x="1023" y="607"/>
                  </a:moveTo>
                  <a:lnTo>
                    <a:pt x="537247" y="607"/>
                  </a:lnTo>
                  <a:lnTo>
                    <a:pt x="537247" y="99385"/>
                  </a:lnTo>
                  <a:lnTo>
                    <a:pt x="1023" y="99385"/>
                  </a:lnTo>
                  <a:close/>
                </a:path>
              </a:pathLst>
            </a:custGeom>
          </p:spPr>
        </p:pic>
        <p:pic>
          <p:nvPicPr>
            <p:cNvPr id="1121" name="그림 1120">
              <a:extLst>
                <a:ext uri="{FF2B5EF4-FFF2-40B4-BE49-F238E27FC236}">
                  <a16:creationId xmlns:a16="http://schemas.microsoft.com/office/drawing/2014/main" id="{2E61CBB6-9DCB-8B94-D38F-4BEE5F076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7203750" y="4367388"/>
              <a:ext cx="28222" cy="444500"/>
            </a:xfrm>
            <a:custGeom>
              <a:avLst/>
              <a:gdLst>
                <a:gd name="connsiteX0" fmla="*/ 1021 w 28222"/>
                <a:gd name="connsiteY0" fmla="*/ 619 h 444500"/>
                <a:gd name="connsiteX1" fmla="*/ 29243 w 28222"/>
                <a:gd name="connsiteY1" fmla="*/ 619 h 444500"/>
                <a:gd name="connsiteX2" fmla="*/ 29243 w 28222"/>
                <a:gd name="connsiteY2" fmla="*/ 445119 h 444500"/>
                <a:gd name="connsiteX3" fmla="*/ 1021 w 28222"/>
                <a:gd name="connsiteY3" fmla="*/ 44511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444500">
                  <a:moveTo>
                    <a:pt x="1021" y="619"/>
                  </a:moveTo>
                  <a:lnTo>
                    <a:pt x="29243" y="619"/>
                  </a:lnTo>
                  <a:lnTo>
                    <a:pt x="29243" y="445119"/>
                  </a:lnTo>
                  <a:lnTo>
                    <a:pt x="1021" y="445119"/>
                  </a:lnTo>
                  <a:close/>
                </a:path>
              </a:pathLst>
            </a:custGeom>
          </p:spPr>
        </p:pic>
        <p:pic>
          <p:nvPicPr>
            <p:cNvPr id="1122" name="그림 1121">
              <a:extLst>
                <a:ext uri="{FF2B5EF4-FFF2-40B4-BE49-F238E27FC236}">
                  <a16:creationId xmlns:a16="http://schemas.microsoft.com/office/drawing/2014/main" id="{FBF6A4B0-D63C-DDD4-A35A-D6A5E3A1B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203750" y="4437944"/>
              <a:ext cx="169333" cy="373944"/>
            </a:xfrm>
            <a:custGeom>
              <a:avLst/>
              <a:gdLst>
                <a:gd name="connsiteX0" fmla="*/ 1021 w 169333"/>
                <a:gd name="connsiteY0" fmla="*/ 629 h 373944"/>
                <a:gd name="connsiteX1" fmla="*/ 170355 w 169333"/>
                <a:gd name="connsiteY1" fmla="*/ 629 h 373944"/>
                <a:gd name="connsiteX2" fmla="*/ 170355 w 169333"/>
                <a:gd name="connsiteY2" fmla="*/ 374573 h 373944"/>
                <a:gd name="connsiteX3" fmla="*/ 1021 w 169333"/>
                <a:gd name="connsiteY3" fmla="*/ 374573 h 37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73944">
                  <a:moveTo>
                    <a:pt x="1021" y="629"/>
                  </a:moveTo>
                  <a:lnTo>
                    <a:pt x="170355" y="629"/>
                  </a:lnTo>
                  <a:lnTo>
                    <a:pt x="170355" y="374573"/>
                  </a:lnTo>
                  <a:lnTo>
                    <a:pt x="1021" y="374573"/>
                  </a:lnTo>
                  <a:close/>
                </a:path>
              </a:pathLst>
            </a:custGeom>
          </p:spPr>
        </p:pic>
        <p:pic>
          <p:nvPicPr>
            <p:cNvPr id="1123" name="그림 1122">
              <a:extLst>
                <a:ext uri="{FF2B5EF4-FFF2-40B4-BE49-F238E27FC236}">
                  <a16:creationId xmlns:a16="http://schemas.microsoft.com/office/drawing/2014/main" id="{BBB070B0-83CC-355D-B415-ACDA63C29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7203750" y="4282722"/>
              <a:ext cx="550335" cy="529166"/>
            </a:xfrm>
            <a:custGeom>
              <a:avLst/>
              <a:gdLst>
                <a:gd name="connsiteX0" fmla="*/ 1021 w 550335"/>
                <a:gd name="connsiteY0" fmla="*/ 607 h 529166"/>
                <a:gd name="connsiteX1" fmla="*/ 551357 w 550335"/>
                <a:gd name="connsiteY1" fmla="*/ 607 h 529166"/>
                <a:gd name="connsiteX2" fmla="*/ 551357 w 550335"/>
                <a:gd name="connsiteY2" fmla="*/ 529774 h 529166"/>
                <a:gd name="connsiteX3" fmla="*/ 1021 w 550335"/>
                <a:gd name="connsiteY3" fmla="*/ 529774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29166">
                  <a:moveTo>
                    <a:pt x="1021" y="607"/>
                  </a:moveTo>
                  <a:lnTo>
                    <a:pt x="551357" y="607"/>
                  </a:lnTo>
                  <a:lnTo>
                    <a:pt x="551357" y="529774"/>
                  </a:lnTo>
                  <a:lnTo>
                    <a:pt x="1021" y="529774"/>
                  </a:lnTo>
                  <a:close/>
                </a:path>
              </a:pathLst>
            </a:custGeom>
          </p:spPr>
        </p:pic>
        <p:pic>
          <p:nvPicPr>
            <p:cNvPr id="1124" name="그림 1123">
              <a:extLst>
                <a:ext uri="{FF2B5EF4-FFF2-40B4-BE49-F238E27FC236}">
                  <a16:creationId xmlns:a16="http://schemas.microsoft.com/office/drawing/2014/main" id="{AE6CE342-A99B-7D88-3219-9A2F528EE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9320425" y="6815666"/>
              <a:ext cx="345723" cy="42333"/>
            </a:xfrm>
            <a:custGeom>
              <a:avLst/>
              <a:gdLst>
                <a:gd name="connsiteX0" fmla="*/ 1321 w 345723"/>
                <a:gd name="connsiteY0" fmla="*/ 966 h 42333"/>
                <a:gd name="connsiteX1" fmla="*/ 347045 w 345723"/>
                <a:gd name="connsiteY1" fmla="*/ 966 h 42333"/>
                <a:gd name="connsiteX2" fmla="*/ 347045 w 345723"/>
                <a:gd name="connsiteY2" fmla="*/ 43299 h 42333"/>
                <a:gd name="connsiteX3" fmla="*/ 1321 w 345723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42333">
                  <a:moveTo>
                    <a:pt x="1321" y="966"/>
                  </a:moveTo>
                  <a:lnTo>
                    <a:pt x="347045" y="966"/>
                  </a:lnTo>
                  <a:lnTo>
                    <a:pt x="347045" y="43299"/>
                  </a:lnTo>
                  <a:lnTo>
                    <a:pt x="1321" y="43299"/>
                  </a:lnTo>
                  <a:close/>
                </a:path>
              </a:pathLst>
            </a:custGeom>
          </p:spPr>
        </p:pic>
        <p:pic>
          <p:nvPicPr>
            <p:cNvPr id="1125" name="그림 1124">
              <a:extLst>
                <a:ext uri="{FF2B5EF4-FFF2-40B4-BE49-F238E27FC236}">
                  <a16:creationId xmlns:a16="http://schemas.microsoft.com/office/drawing/2014/main" id="{EBB2237A-5620-54A7-9DB2-D076E700E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652037" y="6815666"/>
              <a:ext cx="783169" cy="42333"/>
            </a:xfrm>
            <a:custGeom>
              <a:avLst/>
              <a:gdLst>
                <a:gd name="connsiteX0" fmla="*/ 1368 w 783169"/>
                <a:gd name="connsiteY0" fmla="*/ 966 h 42333"/>
                <a:gd name="connsiteX1" fmla="*/ 784538 w 783169"/>
                <a:gd name="connsiteY1" fmla="*/ 966 h 42333"/>
                <a:gd name="connsiteX2" fmla="*/ 784538 w 783169"/>
                <a:gd name="connsiteY2" fmla="*/ 43299 h 42333"/>
                <a:gd name="connsiteX3" fmla="*/ 1368 w 783169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42333">
                  <a:moveTo>
                    <a:pt x="1368" y="966"/>
                  </a:moveTo>
                  <a:lnTo>
                    <a:pt x="784538" y="966"/>
                  </a:lnTo>
                  <a:lnTo>
                    <a:pt x="784538" y="43299"/>
                  </a:lnTo>
                  <a:lnTo>
                    <a:pt x="1368" y="43299"/>
                  </a:lnTo>
                  <a:close/>
                </a:path>
              </a:pathLst>
            </a:custGeom>
          </p:spPr>
        </p:pic>
        <p:pic>
          <p:nvPicPr>
            <p:cNvPr id="1126" name="그림 1125">
              <a:extLst>
                <a:ext uri="{FF2B5EF4-FFF2-40B4-BE49-F238E27FC236}">
                  <a16:creationId xmlns:a16="http://schemas.microsoft.com/office/drawing/2014/main" id="{B39F691B-C65D-BF05-8046-77F0857C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9405092" y="6596944"/>
              <a:ext cx="331612" cy="84666"/>
            </a:xfrm>
            <a:custGeom>
              <a:avLst/>
              <a:gdLst>
                <a:gd name="connsiteX0" fmla="*/ 1333 w 331612"/>
                <a:gd name="connsiteY0" fmla="*/ 935 h 84666"/>
                <a:gd name="connsiteX1" fmla="*/ 332945 w 331612"/>
                <a:gd name="connsiteY1" fmla="*/ 935 h 84666"/>
                <a:gd name="connsiteX2" fmla="*/ 332945 w 331612"/>
                <a:gd name="connsiteY2" fmla="*/ 85602 h 84666"/>
                <a:gd name="connsiteX3" fmla="*/ 1333 w 331612"/>
                <a:gd name="connsiteY3" fmla="*/ 85602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84666">
                  <a:moveTo>
                    <a:pt x="1333" y="935"/>
                  </a:moveTo>
                  <a:lnTo>
                    <a:pt x="332945" y="935"/>
                  </a:lnTo>
                  <a:lnTo>
                    <a:pt x="332945" y="85602"/>
                  </a:lnTo>
                  <a:lnTo>
                    <a:pt x="1333" y="85602"/>
                  </a:lnTo>
                  <a:close/>
                </a:path>
              </a:pathLst>
            </a:custGeom>
          </p:spPr>
        </p:pic>
        <p:pic>
          <p:nvPicPr>
            <p:cNvPr id="1127" name="그림 1126">
              <a:extLst>
                <a:ext uri="{FF2B5EF4-FFF2-40B4-BE49-F238E27FC236}">
                  <a16:creationId xmlns:a16="http://schemas.microsoft.com/office/drawing/2014/main" id="{855FBFBB-4DDE-9ED4-7132-C6F863549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9525037" y="6011333"/>
              <a:ext cx="211667" cy="599722"/>
            </a:xfrm>
            <a:custGeom>
              <a:avLst/>
              <a:gdLst>
                <a:gd name="connsiteX0" fmla="*/ 1350 w 211667"/>
                <a:gd name="connsiteY0" fmla="*/ 852 h 599722"/>
                <a:gd name="connsiteX1" fmla="*/ 213018 w 211667"/>
                <a:gd name="connsiteY1" fmla="*/ 852 h 599722"/>
                <a:gd name="connsiteX2" fmla="*/ 213018 w 211667"/>
                <a:gd name="connsiteY2" fmla="*/ 600574 h 599722"/>
                <a:gd name="connsiteX3" fmla="*/ 1350 w 211667"/>
                <a:gd name="connsiteY3" fmla="*/ 60057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599722">
                  <a:moveTo>
                    <a:pt x="1350" y="852"/>
                  </a:moveTo>
                  <a:lnTo>
                    <a:pt x="213018" y="852"/>
                  </a:lnTo>
                  <a:lnTo>
                    <a:pt x="213018" y="600574"/>
                  </a:lnTo>
                  <a:lnTo>
                    <a:pt x="1350" y="600574"/>
                  </a:lnTo>
                  <a:close/>
                </a:path>
              </a:pathLst>
            </a:custGeom>
          </p:spPr>
        </p:pic>
        <p:pic>
          <p:nvPicPr>
            <p:cNvPr id="1128" name="그림 1127">
              <a:extLst>
                <a:ext uri="{FF2B5EF4-FFF2-40B4-BE49-F238E27FC236}">
                  <a16:creationId xmlns:a16="http://schemas.microsoft.com/office/drawing/2014/main" id="{0D47944F-E743-F271-941B-A1A8D5EEB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9517981" y="6011333"/>
              <a:ext cx="42333" cy="56444"/>
            </a:xfrm>
            <a:custGeom>
              <a:avLst/>
              <a:gdLst>
                <a:gd name="connsiteX0" fmla="*/ 1349 w 42333"/>
                <a:gd name="connsiteY0" fmla="*/ 852 h 56444"/>
                <a:gd name="connsiteX1" fmla="*/ 43683 w 42333"/>
                <a:gd name="connsiteY1" fmla="*/ 852 h 56444"/>
                <a:gd name="connsiteX2" fmla="*/ 43683 w 42333"/>
                <a:gd name="connsiteY2" fmla="*/ 57296 h 56444"/>
                <a:gd name="connsiteX3" fmla="*/ 1349 w 42333"/>
                <a:gd name="connsiteY3" fmla="*/ 57296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56444">
                  <a:moveTo>
                    <a:pt x="1349" y="852"/>
                  </a:moveTo>
                  <a:lnTo>
                    <a:pt x="43683" y="852"/>
                  </a:lnTo>
                  <a:lnTo>
                    <a:pt x="43683" y="57296"/>
                  </a:lnTo>
                  <a:lnTo>
                    <a:pt x="1349" y="57296"/>
                  </a:lnTo>
                  <a:close/>
                </a:path>
              </a:pathLst>
            </a:custGeom>
          </p:spPr>
        </p:pic>
        <p:pic>
          <p:nvPicPr>
            <p:cNvPr id="1129" name="그림 1128">
              <a:extLst>
                <a:ext uri="{FF2B5EF4-FFF2-40B4-BE49-F238E27FC236}">
                  <a16:creationId xmlns:a16="http://schemas.microsoft.com/office/drawing/2014/main" id="{D5268565-6BEB-B02A-805A-C43091613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525037" y="6011333"/>
              <a:ext cx="740836" cy="84666"/>
            </a:xfrm>
            <a:custGeom>
              <a:avLst/>
              <a:gdLst>
                <a:gd name="connsiteX0" fmla="*/ 1350 w 740836"/>
                <a:gd name="connsiteY0" fmla="*/ 852 h 84666"/>
                <a:gd name="connsiteX1" fmla="*/ 742186 w 740836"/>
                <a:gd name="connsiteY1" fmla="*/ 852 h 84666"/>
                <a:gd name="connsiteX2" fmla="*/ 742186 w 740836"/>
                <a:gd name="connsiteY2" fmla="*/ 85519 h 84666"/>
                <a:gd name="connsiteX3" fmla="*/ 1350 w 740836"/>
                <a:gd name="connsiteY3" fmla="*/ 85519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84666">
                  <a:moveTo>
                    <a:pt x="1350" y="852"/>
                  </a:moveTo>
                  <a:lnTo>
                    <a:pt x="742186" y="852"/>
                  </a:lnTo>
                  <a:lnTo>
                    <a:pt x="742186" y="85519"/>
                  </a:lnTo>
                  <a:lnTo>
                    <a:pt x="1350" y="85519"/>
                  </a:lnTo>
                  <a:close/>
                </a:path>
              </a:pathLst>
            </a:custGeom>
          </p:spPr>
        </p:pic>
        <p:pic>
          <p:nvPicPr>
            <p:cNvPr id="1130" name="그림 1129">
              <a:extLst>
                <a:ext uri="{FF2B5EF4-FFF2-40B4-BE49-F238E27FC236}">
                  <a16:creationId xmlns:a16="http://schemas.microsoft.com/office/drawing/2014/main" id="{22DBC8B8-8CFD-926C-E429-5DE01BCF8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539148" y="5707944"/>
              <a:ext cx="747891" cy="352777"/>
            </a:xfrm>
            <a:custGeom>
              <a:avLst/>
              <a:gdLst>
                <a:gd name="connsiteX0" fmla="*/ 1352 w 747891"/>
                <a:gd name="connsiteY0" fmla="*/ 809 h 352777"/>
                <a:gd name="connsiteX1" fmla="*/ 749244 w 747891"/>
                <a:gd name="connsiteY1" fmla="*/ 809 h 352777"/>
                <a:gd name="connsiteX2" fmla="*/ 749244 w 747891"/>
                <a:gd name="connsiteY2" fmla="*/ 353587 h 352777"/>
                <a:gd name="connsiteX3" fmla="*/ 1352 w 747891"/>
                <a:gd name="connsiteY3" fmla="*/ 353587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352777">
                  <a:moveTo>
                    <a:pt x="1352" y="809"/>
                  </a:moveTo>
                  <a:lnTo>
                    <a:pt x="749244" y="809"/>
                  </a:lnTo>
                  <a:lnTo>
                    <a:pt x="749244" y="353587"/>
                  </a:lnTo>
                  <a:lnTo>
                    <a:pt x="1352" y="353587"/>
                  </a:lnTo>
                  <a:close/>
                </a:path>
              </a:pathLst>
            </a:custGeom>
          </p:spPr>
        </p:pic>
        <p:pic>
          <p:nvPicPr>
            <p:cNvPr id="1131" name="그림 1130">
              <a:extLst>
                <a:ext uri="{FF2B5EF4-FFF2-40B4-BE49-F238E27FC236}">
                  <a16:creationId xmlns:a16="http://schemas.microsoft.com/office/drawing/2014/main" id="{1A99B090-E69B-2654-75F2-45E48ADFD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25983" y="5693833"/>
              <a:ext cx="550335" cy="536222"/>
            </a:xfrm>
            <a:custGeom>
              <a:avLst/>
              <a:gdLst>
                <a:gd name="connsiteX0" fmla="*/ 1421 w 550335"/>
                <a:gd name="connsiteY0" fmla="*/ 807 h 536222"/>
                <a:gd name="connsiteX1" fmla="*/ 551757 w 550335"/>
                <a:gd name="connsiteY1" fmla="*/ 807 h 536222"/>
                <a:gd name="connsiteX2" fmla="*/ 551757 w 550335"/>
                <a:gd name="connsiteY2" fmla="*/ 537029 h 536222"/>
                <a:gd name="connsiteX3" fmla="*/ 1421 w 550335"/>
                <a:gd name="connsiteY3" fmla="*/ 53702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536222">
                  <a:moveTo>
                    <a:pt x="1421" y="807"/>
                  </a:moveTo>
                  <a:lnTo>
                    <a:pt x="551757" y="807"/>
                  </a:lnTo>
                  <a:lnTo>
                    <a:pt x="551757" y="537029"/>
                  </a:lnTo>
                  <a:lnTo>
                    <a:pt x="1421" y="537029"/>
                  </a:lnTo>
                  <a:close/>
                </a:path>
              </a:pathLst>
            </a:custGeom>
          </p:spPr>
        </p:pic>
        <p:pic>
          <p:nvPicPr>
            <p:cNvPr id="1132" name="그림 1131">
              <a:extLst>
                <a:ext uri="{FF2B5EF4-FFF2-40B4-BE49-F238E27FC236}">
                  <a16:creationId xmlns:a16="http://schemas.microsoft.com/office/drawing/2014/main" id="{DCA603E6-D60F-5C39-A4F7-DB05053E1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025983" y="6208888"/>
              <a:ext cx="352779" cy="225777"/>
            </a:xfrm>
            <a:custGeom>
              <a:avLst/>
              <a:gdLst>
                <a:gd name="connsiteX0" fmla="*/ 1421 w 352779"/>
                <a:gd name="connsiteY0" fmla="*/ 880 h 225777"/>
                <a:gd name="connsiteX1" fmla="*/ 354200 w 352779"/>
                <a:gd name="connsiteY1" fmla="*/ 880 h 225777"/>
                <a:gd name="connsiteX2" fmla="*/ 354200 w 352779"/>
                <a:gd name="connsiteY2" fmla="*/ 226658 h 225777"/>
                <a:gd name="connsiteX3" fmla="*/ 1421 w 352779"/>
                <a:gd name="connsiteY3" fmla="*/ 22665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225777">
                  <a:moveTo>
                    <a:pt x="1421" y="880"/>
                  </a:moveTo>
                  <a:lnTo>
                    <a:pt x="354200" y="880"/>
                  </a:lnTo>
                  <a:lnTo>
                    <a:pt x="354200" y="226658"/>
                  </a:lnTo>
                  <a:lnTo>
                    <a:pt x="1421" y="226658"/>
                  </a:lnTo>
                  <a:close/>
                </a:path>
              </a:pathLst>
            </a:custGeom>
          </p:spPr>
        </p:pic>
        <p:pic>
          <p:nvPicPr>
            <p:cNvPr id="1133" name="그림 1132">
              <a:extLst>
                <a:ext uri="{FF2B5EF4-FFF2-40B4-BE49-F238E27FC236}">
                  <a16:creationId xmlns:a16="http://schemas.microsoft.com/office/drawing/2014/main" id="{7BE26EFD-3FBD-1489-D19E-CB57DC5F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357596" y="5700888"/>
              <a:ext cx="218723" cy="733777"/>
            </a:xfrm>
            <a:custGeom>
              <a:avLst/>
              <a:gdLst>
                <a:gd name="connsiteX0" fmla="*/ 1468 w 218723"/>
                <a:gd name="connsiteY0" fmla="*/ 808 h 733777"/>
                <a:gd name="connsiteX1" fmla="*/ 220191 w 218723"/>
                <a:gd name="connsiteY1" fmla="*/ 808 h 733777"/>
                <a:gd name="connsiteX2" fmla="*/ 220191 w 218723"/>
                <a:gd name="connsiteY2" fmla="*/ 734586 h 733777"/>
                <a:gd name="connsiteX3" fmla="*/ 1468 w 218723"/>
                <a:gd name="connsiteY3" fmla="*/ 734586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33777">
                  <a:moveTo>
                    <a:pt x="1468" y="808"/>
                  </a:moveTo>
                  <a:lnTo>
                    <a:pt x="220191" y="808"/>
                  </a:lnTo>
                  <a:lnTo>
                    <a:pt x="220191" y="734586"/>
                  </a:lnTo>
                  <a:lnTo>
                    <a:pt x="1468" y="734586"/>
                  </a:lnTo>
                  <a:close/>
                </a:path>
              </a:pathLst>
            </a:custGeom>
          </p:spPr>
        </p:pic>
        <p:pic>
          <p:nvPicPr>
            <p:cNvPr id="1134" name="그림 1133">
              <a:extLst>
                <a:ext uri="{FF2B5EF4-FFF2-40B4-BE49-F238E27FC236}">
                  <a16:creationId xmlns:a16="http://schemas.microsoft.com/office/drawing/2014/main" id="{613CB8A2-20E7-33BA-02B9-6A41B6312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043364" y="5065888"/>
              <a:ext cx="239889" cy="218722"/>
            </a:xfrm>
            <a:custGeom>
              <a:avLst/>
              <a:gdLst>
                <a:gd name="connsiteX0" fmla="*/ 1140 w 239889"/>
                <a:gd name="connsiteY0" fmla="*/ 718 h 218722"/>
                <a:gd name="connsiteX1" fmla="*/ 241030 w 239889"/>
                <a:gd name="connsiteY1" fmla="*/ 718 h 218722"/>
                <a:gd name="connsiteX2" fmla="*/ 241030 w 239889"/>
                <a:gd name="connsiteY2" fmla="*/ 219440 h 218722"/>
                <a:gd name="connsiteX3" fmla="*/ 1140 w 239889"/>
                <a:gd name="connsiteY3" fmla="*/ 21944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18722">
                  <a:moveTo>
                    <a:pt x="1140" y="718"/>
                  </a:moveTo>
                  <a:lnTo>
                    <a:pt x="241030" y="718"/>
                  </a:lnTo>
                  <a:lnTo>
                    <a:pt x="241030" y="219440"/>
                  </a:lnTo>
                  <a:lnTo>
                    <a:pt x="1140" y="219440"/>
                  </a:lnTo>
                  <a:close/>
                </a:path>
              </a:pathLst>
            </a:custGeom>
          </p:spPr>
        </p:pic>
        <p:pic>
          <p:nvPicPr>
            <p:cNvPr id="1135" name="그림 1134">
              <a:extLst>
                <a:ext uri="{FF2B5EF4-FFF2-40B4-BE49-F238E27FC236}">
                  <a16:creationId xmlns:a16="http://schemas.microsoft.com/office/drawing/2014/main" id="{DA625170-14FF-0D0D-353E-B67D07F8F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050420" y="5270500"/>
              <a:ext cx="91722" cy="119944"/>
            </a:xfrm>
            <a:custGeom>
              <a:avLst/>
              <a:gdLst>
                <a:gd name="connsiteX0" fmla="*/ 1141 w 91722"/>
                <a:gd name="connsiteY0" fmla="*/ 747 h 119944"/>
                <a:gd name="connsiteX1" fmla="*/ 92864 w 91722"/>
                <a:gd name="connsiteY1" fmla="*/ 747 h 119944"/>
                <a:gd name="connsiteX2" fmla="*/ 92864 w 91722"/>
                <a:gd name="connsiteY2" fmla="*/ 120691 h 119944"/>
                <a:gd name="connsiteX3" fmla="*/ 1141 w 91722"/>
                <a:gd name="connsiteY3" fmla="*/ 120691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19944">
                  <a:moveTo>
                    <a:pt x="1141" y="747"/>
                  </a:moveTo>
                  <a:lnTo>
                    <a:pt x="92864" y="747"/>
                  </a:lnTo>
                  <a:lnTo>
                    <a:pt x="92864" y="120691"/>
                  </a:lnTo>
                  <a:lnTo>
                    <a:pt x="1141" y="120691"/>
                  </a:lnTo>
                  <a:close/>
                </a:path>
              </a:pathLst>
            </a:custGeom>
          </p:spPr>
        </p:pic>
        <p:pic>
          <p:nvPicPr>
            <p:cNvPr id="1136" name="그림 1135">
              <a:extLst>
                <a:ext uri="{FF2B5EF4-FFF2-40B4-BE49-F238E27FC236}">
                  <a16:creationId xmlns:a16="http://schemas.microsoft.com/office/drawing/2014/main" id="{540A66B8-8A23-34DA-AE05-95B425A30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8128031" y="5207000"/>
              <a:ext cx="409223" cy="183444"/>
            </a:xfrm>
            <a:custGeom>
              <a:avLst/>
              <a:gdLst>
                <a:gd name="connsiteX0" fmla="*/ 1152 w 409223"/>
                <a:gd name="connsiteY0" fmla="*/ 738 h 183444"/>
                <a:gd name="connsiteX1" fmla="*/ 410376 w 409223"/>
                <a:gd name="connsiteY1" fmla="*/ 738 h 183444"/>
                <a:gd name="connsiteX2" fmla="*/ 410376 w 409223"/>
                <a:gd name="connsiteY2" fmla="*/ 184182 h 183444"/>
                <a:gd name="connsiteX3" fmla="*/ 1152 w 409223"/>
                <a:gd name="connsiteY3" fmla="*/ 184182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83444">
                  <a:moveTo>
                    <a:pt x="1152" y="738"/>
                  </a:moveTo>
                  <a:lnTo>
                    <a:pt x="410376" y="738"/>
                  </a:lnTo>
                  <a:lnTo>
                    <a:pt x="410376" y="184182"/>
                  </a:lnTo>
                  <a:lnTo>
                    <a:pt x="1152" y="184182"/>
                  </a:lnTo>
                  <a:close/>
                </a:path>
              </a:pathLst>
            </a:custGeom>
          </p:spPr>
        </p:pic>
        <p:pic>
          <p:nvPicPr>
            <p:cNvPr id="1137" name="그림 1136">
              <a:extLst>
                <a:ext uri="{FF2B5EF4-FFF2-40B4-BE49-F238E27FC236}">
                  <a16:creationId xmlns:a16="http://schemas.microsoft.com/office/drawing/2014/main" id="{7C3C8CB5-F17D-40A1-E4B1-CB371FB31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8128031" y="5065888"/>
              <a:ext cx="155222" cy="324555"/>
            </a:xfrm>
            <a:custGeom>
              <a:avLst/>
              <a:gdLst>
                <a:gd name="connsiteX0" fmla="*/ 1152 w 155222"/>
                <a:gd name="connsiteY0" fmla="*/ 718 h 324555"/>
                <a:gd name="connsiteX1" fmla="*/ 156375 w 155222"/>
                <a:gd name="connsiteY1" fmla="*/ 718 h 324555"/>
                <a:gd name="connsiteX2" fmla="*/ 156375 w 155222"/>
                <a:gd name="connsiteY2" fmla="*/ 325274 h 324555"/>
                <a:gd name="connsiteX3" fmla="*/ 1152 w 155222"/>
                <a:gd name="connsiteY3" fmla="*/ 325274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2" h="324555">
                  <a:moveTo>
                    <a:pt x="1152" y="718"/>
                  </a:moveTo>
                  <a:lnTo>
                    <a:pt x="156375" y="718"/>
                  </a:lnTo>
                  <a:lnTo>
                    <a:pt x="156375" y="325274"/>
                  </a:lnTo>
                  <a:lnTo>
                    <a:pt x="1152" y="325274"/>
                  </a:lnTo>
                  <a:close/>
                </a:path>
              </a:pathLst>
            </a:custGeom>
          </p:spPr>
        </p:pic>
        <p:pic>
          <p:nvPicPr>
            <p:cNvPr id="1138" name="그림 1137">
              <a:extLst>
                <a:ext uri="{FF2B5EF4-FFF2-40B4-BE49-F238E27FC236}">
                  <a16:creationId xmlns:a16="http://schemas.microsoft.com/office/drawing/2014/main" id="{07E8F46B-EA71-C771-924F-C5C704334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8128031" y="5136444"/>
              <a:ext cx="127000" cy="254000"/>
            </a:xfrm>
            <a:custGeom>
              <a:avLst/>
              <a:gdLst>
                <a:gd name="connsiteX0" fmla="*/ 1152 w 127000"/>
                <a:gd name="connsiteY0" fmla="*/ 728 h 254000"/>
                <a:gd name="connsiteX1" fmla="*/ 128153 w 127000"/>
                <a:gd name="connsiteY1" fmla="*/ 728 h 254000"/>
                <a:gd name="connsiteX2" fmla="*/ 128153 w 127000"/>
                <a:gd name="connsiteY2" fmla="*/ 254728 h 254000"/>
                <a:gd name="connsiteX3" fmla="*/ 1152 w 127000"/>
                <a:gd name="connsiteY3" fmla="*/ 254728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254000">
                  <a:moveTo>
                    <a:pt x="1152" y="728"/>
                  </a:moveTo>
                  <a:lnTo>
                    <a:pt x="128153" y="728"/>
                  </a:lnTo>
                  <a:lnTo>
                    <a:pt x="128153" y="254728"/>
                  </a:lnTo>
                  <a:lnTo>
                    <a:pt x="1152" y="254728"/>
                  </a:lnTo>
                  <a:close/>
                </a:path>
              </a:pathLst>
            </a:custGeom>
          </p:spPr>
        </p:pic>
        <p:pic>
          <p:nvPicPr>
            <p:cNvPr id="1139" name="그림 1138">
              <a:extLst>
                <a:ext uri="{FF2B5EF4-FFF2-40B4-BE49-F238E27FC236}">
                  <a16:creationId xmlns:a16="http://schemas.microsoft.com/office/drawing/2014/main" id="{A68EDEA5-8FDA-5EB1-5A5D-333FC469F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8240921" y="5101166"/>
              <a:ext cx="331612" cy="49388"/>
            </a:xfrm>
            <a:custGeom>
              <a:avLst/>
              <a:gdLst>
                <a:gd name="connsiteX0" fmla="*/ 1168 w 331612"/>
                <a:gd name="connsiteY0" fmla="*/ 723 h 49388"/>
                <a:gd name="connsiteX1" fmla="*/ 332780 w 331612"/>
                <a:gd name="connsiteY1" fmla="*/ 723 h 49388"/>
                <a:gd name="connsiteX2" fmla="*/ 332780 w 331612"/>
                <a:gd name="connsiteY2" fmla="*/ 50112 h 49388"/>
                <a:gd name="connsiteX3" fmla="*/ 1168 w 331612"/>
                <a:gd name="connsiteY3" fmla="*/ 50112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49388">
                  <a:moveTo>
                    <a:pt x="1168" y="723"/>
                  </a:moveTo>
                  <a:lnTo>
                    <a:pt x="332780" y="723"/>
                  </a:lnTo>
                  <a:lnTo>
                    <a:pt x="332780" y="50112"/>
                  </a:lnTo>
                  <a:lnTo>
                    <a:pt x="1168" y="50112"/>
                  </a:lnTo>
                  <a:close/>
                </a:path>
              </a:pathLst>
            </a:custGeom>
          </p:spPr>
        </p:pic>
        <p:pic>
          <p:nvPicPr>
            <p:cNvPr id="1140" name="그림 1139">
              <a:extLst>
                <a:ext uri="{FF2B5EF4-FFF2-40B4-BE49-F238E27FC236}">
                  <a16:creationId xmlns:a16="http://schemas.microsoft.com/office/drawing/2014/main" id="{D97E63BD-B668-374B-4067-802BA6EB1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8240921" y="5136444"/>
              <a:ext cx="296334" cy="84666"/>
            </a:xfrm>
            <a:custGeom>
              <a:avLst/>
              <a:gdLst>
                <a:gd name="connsiteX0" fmla="*/ 1168 w 296334"/>
                <a:gd name="connsiteY0" fmla="*/ 728 h 84666"/>
                <a:gd name="connsiteX1" fmla="*/ 297503 w 296334"/>
                <a:gd name="connsiteY1" fmla="*/ 728 h 84666"/>
                <a:gd name="connsiteX2" fmla="*/ 297503 w 296334"/>
                <a:gd name="connsiteY2" fmla="*/ 85395 h 84666"/>
                <a:gd name="connsiteX3" fmla="*/ 1168 w 296334"/>
                <a:gd name="connsiteY3" fmla="*/ 85395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84666">
                  <a:moveTo>
                    <a:pt x="1168" y="728"/>
                  </a:moveTo>
                  <a:lnTo>
                    <a:pt x="297503" y="728"/>
                  </a:lnTo>
                  <a:lnTo>
                    <a:pt x="297503" y="85395"/>
                  </a:lnTo>
                  <a:lnTo>
                    <a:pt x="1168" y="85395"/>
                  </a:lnTo>
                  <a:close/>
                </a:path>
              </a:pathLst>
            </a:custGeom>
          </p:spPr>
        </p:pic>
        <p:pic>
          <p:nvPicPr>
            <p:cNvPr id="1141" name="그림 1140">
              <a:extLst>
                <a:ext uri="{FF2B5EF4-FFF2-40B4-BE49-F238E27FC236}">
                  <a16:creationId xmlns:a16="http://schemas.microsoft.com/office/drawing/2014/main" id="{AA107787-49B2-098D-CE2E-120E6455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881086" y="4642555"/>
              <a:ext cx="691447" cy="28222"/>
            </a:xfrm>
            <a:custGeom>
              <a:avLst/>
              <a:gdLst>
                <a:gd name="connsiteX0" fmla="*/ 1117 w 691447"/>
                <a:gd name="connsiteY0" fmla="*/ 658 h 28222"/>
                <a:gd name="connsiteX1" fmla="*/ 692564 w 691447"/>
                <a:gd name="connsiteY1" fmla="*/ 658 h 28222"/>
                <a:gd name="connsiteX2" fmla="*/ 692564 w 691447"/>
                <a:gd name="connsiteY2" fmla="*/ 28880 h 28222"/>
                <a:gd name="connsiteX3" fmla="*/ 1117 w 691447"/>
                <a:gd name="connsiteY3" fmla="*/ 2888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28222">
                  <a:moveTo>
                    <a:pt x="1117" y="658"/>
                  </a:moveTo>
                  <a:lnTo>
                    <a:pt x="692564" y="658"/>
                  </a:lnTo>
                  <a:lnTo>
                    <a:pt x="692564" y="28880"/>
                  </a:lnTo>
                  <a:lnTo>
                    <a:pt x="1117" y="28880"/>
                  </a:lnTo>
                  <a:close/>
                </a:path>
              </a:pathLst>
            </a:custGeom>
          </p:spPr>
        </p:pic>
        <p:pic>
          <p:nvPicPr>
            <p:cNvPr id="1142" name="그림 1141">
              <a:extLst>
                <a:ext uri="{FF2B5EF4-FFF2-40B4-BE49-F238E27FC236}">
                  <a16:creationId xmlns:a16="http://schemas.microsoft.com/office/drawing/2014/main" id="{62343890-33A2-E023-6953-9DA312BA9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7824641" y="4515555"/>
              <a:ext cx="70555" cy="155222"/>
            </a:xfrm>
            <a:custGeom>
              <a:avLst/>
              <a:gdLst>
                <a:gd name="connsiteX0" fmla="*/ 1109 w 70555"/>
                <a:gd name="connsiteY0" fmla="*/ 640 h 155222"/>
                <a:gd name="connsiteX1" fmla="*/ 71665 w 70555"/>
                <a:gd name="connsiteY1" fmla="*/ 640 h 155222"/>
                <a:gd name="connsiteX2" fmla="*/ 71665 w 70555"/>
                <a:gd name="connsiteY2" fmla="*/ 155862 h 155222"/>
                <a:gd name="connsiteX3" fmla="*/ 1109 w 70555"/>
                <a:gd name="connsiteY3" fmla="*/ 155862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55222">
                  <a:moveTo>
                    <a:pt x="1109" y="640"/>
                  </a:moveTo>
                  <a:lnTo>
                    <a:pt x="71665" y="640"/>
                  </a:lnTo>
                  <a:lnTo>
                    <a:pt x="71665" y="155862"/>
                  </a:lnTo>
                  <a:lnTo>
                    <a:pt x="1109" y="155862"/>
                  </a:lnTo>
                  <a:close/>
                </a:path>
              </a:pathLst>
            </a:custGeom>
          </p:spPr>
        </p:pic>
        <p:pic>
          <p:nvPicPr>
            <p:cNvPr id="1143" name="그림 1142">
              <a:extLst>
                <a:ext uri="{FF2B5EF4-FFF2-40B4-BE49-F238E27FC236}">
                  <a16:creationId xmlns:a16="http://schemas.microsoft.com/office/drawing/2014/main" id="{D9763C30-BB40-BF3F-A517-E83B8B983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7824641" y="4515555"/>
              <a:ext cx="747891" cy="141111"/>
            </a:xfrm>
            <a:custGeom>
              <a:avLst/>
              <a:gdLst>
                <a:gd name="connsiteX0" fmla="*/ 1109 w 747891"/>
                <a:gd name="connsiteY0" fmla="*/ 640 h 141111"/>
                <a:gd name="connsiteX1" fmla="*/ 749001 w 747891"/>
                <a:gd name="connsiteY1" fmla="*/ 640 h 141111"/>
                <a:gd name="connsiteX2" fmla="*/ 749001 w 747891"/>
                <a:gd name="connsiteY2" fmla="*/ 141751 h 141111"/>
                <a:gd name="connsiteX3" fmla="*/ 1109 w 747891"/>
                <a:gd name="connsiteY3" fmla="*/ 141751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141111">
                  <a:moveTo>
                    <a:pt x="1109" y="640"/>
                  </a:moveTo>
                  <a:lnTo>
                    <a:pt x="749001" y="640"/>
                  </a:lnTo>
                  <a:lnTo>
                    <a:pt x="749001" y="141751"/>
                  </a:lnTo>
                  <a:lnTo>
                    <a:pt x="1109" y="141751"/>
                  </a:lnTo>
                  <a:close/>
                </a:path>
              </a:pathLst>
            </a:custGeom>
          </p:spPr>
        </p:pic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id="{733C40C6-3B25-CBFE-050D-D9D2BEE1D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7739974" y="4282722"/>
              <a:ext cx="98778" cy="246944"/>
            </a:xfrm>
            <a:custGeom>
              <a:avLst/>
              <a:gdLst>
                <a:gd name="connsiteX0" fmla="*/ 1097 w 98778"/>
                <a:gd name="connsiteY0" fmla="*/ 607 h 246944"/>
                <a:gd name="connsiteX1" fmla="*/ 99875 w 98778"/>
                <a:gd name="connsiteY1" fmla="*/ 607 h 246944"/>
                <a:gd name="connsiteX2" fmla="*/ 99875 w 98778"/>
                <a:gd name="connsiteY2" fmla="*/ 247551 h 246944"/>
                <a:gd name="connsiteX3" fmla="*/ 1097 w 98778"/>
                <a:gd name="connsiteY3" fmla="*/ 24755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46944">
                  <a:moveTo>
                    <a:pt x="1097" y="607"/>
                  </a:moveTo>
                  <a:lnTo>
                    <a:pt x="99875" y="607"/>
                  </a:lnTo>
                  <a:lnTo>
                    <a:pt x="99875" y="247551"/>
                  </a:lnTo>
                  <a:lnTo>
                    <a:pt x="1097" y="247551"/>
                  </a:lnTo>
                  <a:close/>
                </a:path>
              </a:pathLst>
            </a:custGeom>
          </p:spPr>
        </p:pic>
        <p:pic>
          <p:nvPicPr>
            <p:cNvPr id="1145" name="그림 1144">
              <a:extLst>
                <a:ext uri="{FF2B5EF4-FFF2-40B4-BE49-F238E27FC236}">
                  <a16:creationId xmlns:a16="http://schemas.microsoft.com/office/drawing/2014/main" id="{556D5159-D2F1-0C80-207F-31F7FB7C6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7739974" y="4282722"/>
              <a:ext cx="811392" cy="155222"/>
            </a:xfrm>
            <a:custGeom>
              <a:avLst/>
              <a:gdLst>
                <a:gd name="connsiteX0" fmla="*/ 1097 w 811392"/>
                <a:gd name="connsiteY0" fmla="*/ 607 h 155222"/>
                <a:gd name="connsiteX1" fmla="*/ 812489 w 811392"/>
                <a:gd name="connsiteY1" fmla="*/ 607 h 155222"/>
                <a:gd name="connsiteX2" fmla="*/ 812489 w 811392"/>
                <a:gd name="connsiteY2" fmla="*/ 155829 h 155222"/>
                <a:gd name="connsiteX3" fmla="*/ 1097 w 811392"/>
                <a:gd name="connsiteY3" fmla="*/ 155829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155222">
                  <a:moveTo>
                    <a:pt x="1097" y="607"/>
                  </a:moveTo>
                  <a:lnTo>
                    <a:pt x="812489" y="607"/>
                  </a:lnTo>
                  <a:lnTo>
                    <a:pt x="812489" y="155829"/>
                  </a:lnTo>
                  <a:lnTo>
                    <a:pt x="1097" y="155829"/>
                  </a:lnTo>
                  <a:close/>
                </a:path>
              </a:pathLst>
            </a:custGeom>
          </p:spPr>
        </p:pic>
        <p:pic>
          <p:nvPicPr>
            <p:cNvPr id="1146" name="그림 1145">
              <a:extLst>
                <a:ext uri="{FF2B5EF4-FFF2-40B4-BE49-F238E27FC236}">
                  <a16:creationId xmlns:a16="http://schemas.microsoft.com/office/drawing/2014/main" id="{8941A1B5-CB18-383F-D084-5CAF45B84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21096" y="6780388"/>
              <a:ext cx="606780" cy="77611"/>
            </a:xfrm>
            <a:custGeom>
              <a:avLst/>
              <a:gdLst>
                <a:gd name="connsiteX0" fmla="*/ 1477 w 606780"/>
                <a:gd name="connsiteY0" fmla="*/ 961 h 77611"/>
                <a:gd name="connsiteX1" fmla="*/ 608257 w 606780"/>
                <a:gd name="connsiteY1" fmla="*/ 961 h 77611"/>
                <a:gd name="connsiteX2" fmla="*/ 608257 w 606780"/>
                <a:gd name="connsiteY2" fmla="*/ 78572 h 77611"/>
                <a:gd name="connsiteX3" fmla="*/ 1477 w 606780"/>
                <a:gd name="connsiteY3" fmla="*/ 7857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7611">
                  <a:moveTo>
                    <a:pt x="1477" y="961"/>
                  </a:moveTo>
                  <a:lnTo>
                    <a:pt x="608257" y="961"/>
                  </a:lnTo>
                  <a:lnTo>
                    <a:pt x="608257" y="78572"/>
                  </a:lnTo>
                  <a:lnTo>
                    <a:pt x="1477" y="78572"/>
                  </a:lnTo>
                  <a:close/>
                </a:path>
              </a:pathLst>
            </a:custGeom>
          </p:spPr>
        </p:pic>
        <p:pic>
          <p:nvPicPr>
            <p:cNvPr id="1147" name="그림 1146">
              <a:extLst>
                <a:ext uri="{FF2B5EF4-FFF2-40B4-BE49-F238E27FC236}">
                  <a16:creationId xmlns:a16="http://schemas.microsoft.com/office/drawing/2014/main" id="{F54956DB-394C-225F-FB5C-7A6BCFC8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061261" y="5531555"/>
              <a:ext cx="275167" cy="458611"/>
            </a:xfrm>
            <a:custGeom>
              <a:avLst/>
              <a:gdLst>
                <a:gd name="connsiteX0" fmla="*/ 1426 w 275167"/>
                <a:gd name="connsiteY0" fmla="*/ 784 h 458611"/>
                <a:gd name="connsiteX1" fmla="*/ 276594 w 275167"/>
                <a:gd name="connsiteY1" fmla="*/ 784 h 458611"/>
                <a:gd name="connsiteX2" fmla="*/ 276594 w 275167"/>
                <a:gd name="connsiteY2" fmla="*/ 459395 h 458611"/>
                <a:gd name="connsiteX3" fmla="*/ 1426 w 275167"/>
                <a:gd name="connsiteY3" fmla="*/ 459395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458611">
                  <a:moveTo>
                    <a:pt x="1426" y="784"/>
                  </a:moveTo>
                  <a:lnTo>
                    <a:pt x="276594" y="784"/>
                  </a:lnTo>
                  <a:lnTo>
                    <a:pt x="276594" y="459395"/>
                  </a:lnTo>
                  <a:lnTo>
                    <a:pt x="1426" y="459395"/>
                  </a:lnTo>
                  <a:close/>
                </a:path>
              </a:pathLst>
            </a:custGeom>
          </p:spPr>
        </p:pic>
        <p:pic>
          <p:nvPicPr>
            <p:cNvPr id="1148" name="그림 1147">
              <a:extLst>
                <a:ext uri="{FF2B5EF4-FFF2-40B4-BE49-F238E27FC236}">
                  <a16:creationId xmlns:a16="http://schemas.microsoft.com/office/drawing/2014/main" id="{4E4FD7C0-204F-0611-5398-AD916D9D9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054206" y="5813777"/>
              <a:ext cx="190500" cy="176388"/>
            </a:xfrm>
            <a:custGeom>
              <a:avLst/>
              <a:gdLst>
                <a:gd name="connsiteX0" fmla="*/ 1425 w 190500"/>
                <a:gd name="connsiteY0" fmla="*/ 824 h 176388"/>
                <a:gd name="connsiteX1" fmla="*/ 191926 w 190500"/>
                <a:gd name="connsiteY1" fmla="*/ 824 h 176388"/>
                <a:gd name="connsiteX2" fmla="*/ 191926 w 190500"/>
                <a:gd name="connsiteY2" fmla="*/ 177213 h 176388"/>
                <a:gd name="connsiteX3" fmla="*/ 1425 w 190500"/>
                <a:gd name="connsiteY3" fmla="*/ 177213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76388">
                  <a:moveTo>
                    <a:pt x="1425" y="824"/>
                  </a:moveTo>
                  <a:lnTo>
                    <a:pt x="191926" y="824"/>
                  </a:lnTo>
                  <a:lnTo>
                    <a:pt x="191926" y="177213"/>
                  </a:lnTo>
                  <a:lnTo>
                    <a:pt x="1425" y="177213"/>
                  </a:lnTo>
                  <a:close/>
                </a:path>
              </a:pathLst>
            </a:custGeom>
          </p:spPr>
        </p:pic>
        <p:pic>
          <p:nvPicPr>
            <p:cNvPr id="1149" name="그림 1148">
              <a:extLst>
                <a:ext uri="{FF2B5EF4-FFF2-40B4-BE49-F238E27FC236}">
                  <a16:creationId xmlns:a16="http://schemas.microsoft.com/office/drawing/2014/main" id="{83747984-F6D2-DBE8-9046-A27036444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3"/>
            <a:stretch>
              <a:fillRect/>
            </a:stretch>
          </p:blipFill>
          <p:spPr>
            <a:xfrm>
              <a:off x="10230595" y="5037666"/>
              <a:ext cx="451557" cy="797277"/>
            </a:xfrm>
            <a:custGeom>
              <a:avLst/>
              <a:gdLst>
                <a:gd name="connsiteX0" fmla="*/ 1450 w 451557"/>
                <a:gd name="connsiteY0" fmla="*/ 714 h 797277"/>
                <a:gd name="connsiteX1" fmla="*/ 453007 w 451557"/>
                <a:gd name="connsiteY1" fmla="*/ 714 h 797277"/>
                <a:gd name="connsiteX2" fmla="*/ 453007 w 451557"/>
                <a:gd name="connsiteY2" fmla="*/ 797992 h 797277"/>
                <a:gd name="connsiteX3" fmla="*/ 1450 w 451557"/>
                <a:gd name="connsiteY3" fmla="*/ 79799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97277">
                  <a:moveTo>
                    <a:pt x="1450" y="714"/>
                  </a:moveTo>
                  <a:lnTo>
                    <a:pt x="453007" y="714"/>
                  </a:lnTo>
                  <a:lnTo>
                    <a:pt x="453007" y="797992"/>
                  </a:lnTo>
                  <a:lnTo>
                    <a:pt x="1450" y="797992"/>
                  </a:lnTo>
                  <a:close/>
                </a:path>
              </a:pathLst>
            </a:custGeom>
          </p:spPr>
        </p:pic>
        <p:pic>
          <p:nvPicPr>
            <p:cNvPr id="1150" name="그림 1149">
              <a:extLst>
                <a:ext uri="{FF2B5EF4-FFF2-40B4-BE49-F238E27FC236}">
                  <a16:creationId xmlns:a16="http://schemas.microsoft.com/office/drawing/2014/main" id="{5ADC113E-3AF9-5F52-BCB1-57379BFF2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4"/>
            <a:stretch>
              <a:fillRect/>
            </a:stretch>
          </p:blipFill>
          <p:spPr>
            <a:xfrm>
              <a:off x="10230595" y="5531555"/>
              <a:ext cx="105833" cy="303388"/>
            </a:xfrm>
            <a:custGeom>
              <a:avLst/>
              <a:gdLst>
                <a:gd name="connsiteX0" fmla="*/ 1450 w 105833"/>
                <a:gd name="connsiteY0" fmla="*/ 784 h 303388"/>
                <a:gd name="connsiteX1" fmla="*/ 107284 w 105833"/>
                <a:gd name="connsiteY1" fmla="*/ 784 h 303388"/>
                <a:gd name="connsiteX2" fmla="*/ 107284 w 105833"/>
                <a:gd name="connsiteY2" fmla="*/ 304173 h 303388"/>
                <a:gd name="connsiteX3" fmla="*/ 1450 w 105833"/>
                <a:gd name="connsiteY3" fmla="*/ 304173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03388">
                  <a:moveTo>
                    <a:pt x="1450" y="784"/>
                  </a:moveTo>
                  <a:lnTo>
                    <a:pt x="107284" y="784"/>
                  </a:lnTo>
                  <a:lnTo>
                    <a:pt x="107284" y="304173"/>
                  </a:lnTo>
                  <a:lnTo>
                    <a:pt x="1450" y="304173"/>
                  </a:lnTo>
                  <a:close/>
                </a:path>
              </a:pathLst>
            </a:custGeom>
          </p:spPr>
        </p:pic>
        <p:pic>
          <p:nvPicPr>
            <p:cNvPr id="1151" name="그림 1150">
              <a:extLst>
                <a:ext uri="{FF2B5EF4-FFF2-40B4-BE49-F238E27FC236}">
                  <a16:creationId xmlns:a16="http://schemas.microsoft.com/office/drawing/2014/main" id="{8BED3464-4AC3-F88E-D43A-38B46EA9D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5"/>
            <a:stretch>
              <a:fillRect/>
            </a:stretch>
          </p:blipFill>
          <p:spPr>
            <a:xfrm>
              <a:off x="10244706" y="5707944"/>
              <a:ext cx="42333" cy="388055"/>
            </a:xfrm>
            <a:custGeom>
              <a:avLst/>
              <a:gdLst>
                <a:gd name="connsiteX0" fmla="*/ 1452 w 42333"/>
                <a:gd name="connsiteY0" fmla="*/ 809 h 388055"/>
                <a:gd name="connsiteX1" fmla="*/ 43786 w 42333"/>
                <a:gd name="connsiteY1" fmla="*/ 809 h 388055"/>
                <a:gd name="connsiteX2" fmla="*/ 43786 w 42333"/>
                <a:gd name="connsiteY2" fmla="*/ 388865 h 388055"/>
                <a:gd name="connsiteX3" fmla="*/ 1452 w 42333"/>
                <a:gd name="connsiteY3" fmla="*/ 388865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388055">
                  <a:moveTo>
                    <a:pt x="1452" y="809"/>
                  </a:moveTo>
                  <a:lnTo>
                    <a:pt x="43786" y="809"/>
                  </a:lnTo>
                  <a:lnTo>
                    <a:pt x="43786" y="388865"/>
                  </a:lnTo>
                  <a:lnTo>
                    <a:pt x="1452" y="388865"/>
                  </a:lnTo>
                  <a:close/>
                </a:path>
              </a:pathLst>
            </a:custGeom>
          </p:spPr>
        </p:pic>
        <p:pic>
          <p:nvPicPr>
            <p:cNvPr id="1152" name="그림 1151">
              <a:extLst>
                <a:ext uri="{FF2B5EF4-FFF2-40B4-BE49-F238E27FC236}">
                  <a16:creationId xmlns:a16="http://schemas.microsoft.com/office/drawing/2014/main" id="{AB68115A-2C39-9E27-00C6-4A25A7BC8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/>
            <a:stretch>
              <a:fillRect/>
            </a:stretch>
          </p:blipFill>
          <p:spPr>
            <a:xfrm>
              <a:off x="10244706" y="5559777"/>
              <a:ext cx="663224" cy="536222"/>
            </a:xfrm>
            <a:custGeom>
              <a:avLst/>
              <a:gdLst>
                <a:gd name="connsiteX0" fmla="*/ 1452 w 663224"/>
                <a:gd name="connsiteY0" fmla="*/ 788 h 536222"/>
                <a:gd name="connsiteX1" fmla="*/ 664677 w 663224"/>
                <a:gd name="connsiteY1" fmla="*/ 788 h 536222"/>
                <a:gd name="connsiteX2" fmla="*/ 664677 w 663224"/>
                <a:gd name="connsiteY2" fmla="*/ 537010 h 536222"/>
                <a:gd name="connsiteX3" fmla="*/ 1452 w 663224"/>
                <a:gd name="connsiteY3" fmla="*/ 537010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536222">
                  <a:moveTo>
                    <a:pt x="1452" y="788"/>
                  </a:moveTo>
                  <a:lnTo>
                    <a:pt x="664677" y="788"/>
                  </a:lnTo>
                  <a:lnTo>
                    <a:pt x="664677" y="537010"/>
                  </a:lnTo>
                  <a:lnTo>
                    <a:pt x="1452" y="537010"/>
                  </a:lnTo>
                  <a:close/>
                </a:path>
              </a:pathLst>
            </a:custGeom>
          </p:spPr>
        </p:pic>
        <p:pic>
          <p:nvPicPr>
            <p:cNvPr id="1153" name="그림 1152">
              <a:extLst>
                <a:ext uri="{FF2B5EF4-FFF2-40B4-BE49-F238E27FC236}">
                  <a16:creationId xmlns:a16="http://schemas.microsoft.com/office/drawing/2014/main" id="{63BE173A-B430-D388-9E42-3EDF0DE15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7"/>
            <a:stretch>
              <a:fillRect/>
            </a:stretch>
          </p:blipFill>
          <p:spPr>
            <a:xfrm>
              <a:off x="10272929" y="5700888"/>
              <a:ext cx="303390" cy="28222"/>
            </a:xfrm>
            <a:custGeom>
              <a:avLst/>
              <a:gdLst>
                <a:gd name="connsiteX0" fmla="*/ 1456 w 303390"/>
                <a:gd name="connsiteY0" fmla="*/ 808 h 28222"/>
                <a:gd name="connsiteX1" fmla="*/ 304846 w 303390"/>
                <a:gd name="connsiteY1" fmla="*/ 808 h 28222"/>
                <a:gd name="connsiteX2" fmla="*/ 304846 w 303390"/>
                <a:gd name="connsiteY2" fmla="*/ 29030 h 28222"/>
                <a:gd name="connsiteX3" fmla="*/ 1456 w 303390"/>
                <a:gd name="connsiteY3" fmla="*/ 29030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8222">
                  <a:moveTo>
                    <a:pt x="1456" y="808"/>
                  </a:moveTo>
                  <a:lnTo>
                    <a:pt x="304846" y="808"/>
                  </a:lnTo>
                  <a:lnTo>
                    <a:pt x="304846" y="29030"/>
                  </a:lnTo>
                  <a:lnTo>
                    <a:pt x="1456" y="29030"/>
                  </a:lnTo>
                  <a:close/>
                </a:path>
              </a:pathLst>
            </a:custGeom>
          </p:spPr>
        </p:pic>
        <p:pic>
          <p:nvPicPr>
            <p:cNvPr id="1154" name="그림 1153">
              <a:extLst>
                <a:ext uri="{FF2B5EF4-FFF2-40B4-BE49-F238E27FC236}">
                  <a16:creationId xmlns:a16="http://schemas.microsoft.com/office/drawing/2014/main" id="{D012933E-1341-E53C-FA97-E8A9C7123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8"/>
            <a:stretch>
              <a:fillRect/>
            </a:stretch>
          </p:blipFill>
          <p:spPr>
            <a:xfrm>
              <a:off x="8269143" y="4557888"/>
              <a:ext cx="402168" cy="522111"/>
            </a:xfrm>
            <a:custGeom>
              <a:avLst/>
              <a:gdLst>
                <a:gd name="connsiteX0" fmla="*/ 1172 w 402168"/>
                <a:gd name="connsiteY0" fmla="*/ 646 h 522111"/>
                <a:gd name="connsiteX1" fmla="*/ 403340 w 402168"/>
                <a:gd name="connsiteY1" fmla="*/ 646 h 522111"/>
                <a:gd name="connsiteX2" fmla="*/ 403340 w 402168"/>
                <a:gd name="connsiteY2" fmla="*/ 522757 h 522111"/>
                <a:gd name="connsiteX3" fmla="*/ 1172 w 402168"/>
                <a:gd name="connsiteY3" fmla="*/ 522757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22111">
                  <a:moveTo>
                    <a:pt x="1172" y="646"/>
                  </a:moveTo>
                  <a:lnTo>
                    <a:pt x="403340" y="646"/>
                  </a:lnTo>
                  <a:lnTo>
                    <a:pt x="403340" y="522757"/>
                  </a:lnTo>
                  <a:lnTo>
                    <a:pt x="1172" y="522757"/>
                  </a:lnTo>
                  <a:close/>
                </a:path>
              </a:pathLst>
            </a:custGeom>
          </p:spPr>
        </p:pic>
        <p:pic>
          <p:nvPicPr>
            <p:cNvPr id="1155" name="그림 1154">
              <a:extLst>
                <a:ext uri="{FF2B5EF4-FFF2-40B4-BE49-F238E27FC236}">
                  <a16:creationId xmlns:a16="http://schemas.microsoft.com/office/drawing/2014/main" id="{F891EDBB-AF9C-66CC-34A0-2A10A96ED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523144" y="5101166"/>
              <a:ext cx="42333" cy="119944"/>
            </a:xfrm>
            <a:custGeom>
              <a:avLst/>
              <a:gdLst>
                <a:gd name="connsiteX0" fmla="*/ 1208 w 42333"/>
                <a:gd name="connsiteY0" fmla="*/ 723 h 119944"/>
                <a:gd name="connsiteX1" fmla="*/ 43542 w 42333"/>
                <a:gd name="connsiteY1" fmla="*/ 723 h 119944"/>
                <a:gd name="connsiteX2" fmla="*/ 43542 w 42333"/>
                <a:gd name="connsiteY2" fmla="*/ 120667 h 119944"/>
                <a:gd name="connsiteX3" fmla="*/ 1208 w 42333"/>
                <a:gd name="connsiteY3" fmla="*/ 12066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19944">
                  <a:moveTo>
                    <a:pt x="1208" y="723"/>
                  </a:moveTo>
                  <a:lnTo>
                    <a:pt x="43542" y="723"/>
                  </a:lnTo>
                  <a:lnTo>
                    <a:pt x="43542" y="120667"/>
                  </a:lnTo>
                  <a:lnTo>
                    <a:pt x="1208" y="120667"/>
                  </a:lnTo>
                  <a:close/>
                </a:path>
              </a:pathLst>
            </a:custGeom>
          </p:spPr>
        </p:pic>
        <p:pic>
          <p:nvPicPr>
            <p:cNvPr id="1156" name="그림 1155">
              <a:extLst>
                <a:ext uri="{FF2B5EF4-FFF2-40B4-BE49-F238E27FC236}">
                  <a16:creationId xmlns:a16="http://schemas.microsoft.com/office/drawing/2014/main" id="{CA946036-2937-085B-2037-D9550ECFA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8558422" y="4762500"/>
              <a:ext cx="656169" cy="352777"/>
            </a:xfrm>
            <a:custGeom>
              <a:avLst/>
              <a:gdLst>
                <a:gd name="connsiteX0" fmla="*/ 1213 w 656169"/>
                <a:gd name="connsiteY0" fmla="*/ 675 h 352777"/>
                <a:gd name="connsiteX1" fmla="*/ 657382 w 656169"/>
                <a:gd name="connsiteY1" fmla="*/ 675 h 352777"/>
                <a:gd name="connsiteX2" fmla="*/ 657382 w 656169"/>
                <a:gd name="connsiteY2" fmla="*/ 353453 h 352777"/>
                <a:gd name="connsiteX3" fmla="*/ 1213 w 656169"/>
                <a:gd name="connsiteY3" fmla="*/ 353453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9" h="352777">
                  <a:moveTo>
                    <a:pt x="1213" y="675"/>
                  </a:moveTo>
                  <a:lnTo>
                    <a:pt x="657382" y="675"/>
                  </a:lnTo>
                  <a:lnTo>
                    <a:pt x="657382" y="353453"/>
                  </a:lnTo>
                  <a:lnTo>
                    <a:pt x="1213" y="353453"/>
                  </a:lnTo>
                  <a:close/>
                </a:path>
              </a:pathLst>
            </a:custGeom>
          </p:spPr>
        </p:pic>
        <p:pic>
          <p:nvPicPr>
            <p:cNvPr id="1157" name="그림 1156">
              <a:extLst>
                <a:ext uri="{FF2B5EF4-FFF2-40B4-BE49-F238E27FC236}">
                  <a16:creationId xmlns:a16="http://schemas.microsoft.com/office/drawing/2014/main" id="{F5E8ADE6-28FC-6581-EB9B-D642CD727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8551366" y="4868333"/>
              <a:ext cx="91722" cy="246944"/>
            </a:xfrm>
            <a:custGeom>
              <a:avLst/>
              <a:gdLst>
                <a:gd name="connsiteX0" fmla="*/ 1212 w 91722"/>
                <a:gd name="connsiteY0" fmla="*/ 690 h 246944"/>
                <a:gd name="connsiteX1" fmla="*/ 92935 w 91722"/>
                <a:gd name="connsiteY1" fmla="*/ 690 h 246944"/>
                <a:gd name="connsiteX2" fmla="*/ 92935 w 91722"/>
                <a:gd name="connsiteY2" fmla="*/ 247634 h 246944"/>
                <a:gd name="connsiteX3" fmla="*/ 1212 w 91722"/>
                <a:gd name="connsiteY3" fmla="*/ 247634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46944">
                  <a:moveTo>
                    <a:pt x="1212" y="690"/>
                  </a:moveTo>
                  <a:lnTo>
                    <a:pt x="92935" y="690"/>
                  </a:lnTo>
                  <a:lnTo>
                    <a:pt x="92935" y="247634"/>
                  </a:lnTo>
                  <a:lnTo>
                    <a:pt x="1212" y="247634"/>
                  </a:lnTo>
                  <a:close/>
                </a:path>
              </a:pathLst>
            </a:custGeom>
          </p:spPr>
        </p:pic>
        <p:pic>
          <p:nvPicPr>
            <p:cNvPr id="1158" name="그림 1157">
              <a:extLst>
                <a:ext uri="{FF2B5EF4-FFF2-40B4-BE49-F238E27FC236}">
                  <a16:creationId xmlns:a16="http://schemas.microsoft.com/office/drawing/2014/main" id="{7F74CDE9-7B43-6CC7-8955-A6DD5DBCB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tretch>
              <a:fillRect/>
            </a:stretch>
          </p:blipFill>
          <p:spPr>
            <a:xfrm>
              <a:off x="8628978" y="4720166"/>
              <a:ext cx="670280" cy="162277"/>
            </a:xfrm>
            <a:custGeom>
              <a:avLst/>
              <a:gdLst>
                <a:gd name="connsiteX0" fmla="*/ 1223 w 670280"/>
                <a:gd name="connsiteY0" fmla="*/ 669 h 162277"/>
                <a:gd name="connsiteX1" fmla="*/ 671503 w 670280"/>
                <a:gd name="connsiteY1" fmla="*/ 669 h 162277"/>
                <a:gd name="connsiteX2" fmla="*/ 671503 w 670280"/>
                <a:gd name="connsiteY2" fmla="*/ 162947 h 162277"/>
                <a:gd name="connsiteX3" fmla="*/ 1223 w 670280"/>
                <a:gd name="connsiteY3" fmla="*/ 16294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162277">
                  <a:moveTo>
                    <a:pt x="1223" y="669"/>
                  </a:moveTo>
                  <a:lnTo>
                    <a:pt x="671503" y="669"/>
                  </a:lnTo>
                  <a:lnTo>
                    <a:pt x="671503" y="162947"/>
                  </a:lnTo>
                  <a:lnTo>
                    <a:pt x="1223" y="162947"/>
                  </a:lnTo>
                  <a:close/>
                </a:path>
              </a:pathLst>
            </a:custGeom>
          </p:spPr>
        </p:pic>
        <p:pic>
          <p:nvPicPr>
            <p:cNvPr id="1159" name="그림 1158">
              <a:extLst>
                <a:ext uri="{FF2B5EF4-FFF2-40B4-BE49-F238E27FC236}">
                  <a16:creationId xmlns:a16="http://schemas.microsoft.com/office/drawing/2014/main" id="{F17AE227-3B3F-5B7B-BB68-4723196DD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/>
            <a:stretch>
              <a:fillRect/>
            </a:stretch>
          </p:blipFill>
          <p:spPr>
            <a:xfrm>
              <a:off x="8558422" y="4642555"/>
              <a:ext cx="84666" cy="239888"/>
            </a:xfrm>
            <a:custGeom>
              <a:avLst/>
              <a:gdLst>
                <a:gd name="connsiteX0" fmla="*/ 1213 w 84666"/>
                <a:gd name="connsiteY0" fmla="*/ 658 h 239888"/>
                <a:gd name="connsiteX1" fmla="*/ 85880 w 84666"/>
                <a:gd name="connsiteY1" fmla="*/ 658 h 239888"/>
                <a:gd name="connsiteX2" fmla="*/ 85880 w 84666"/>
                <a:gd name="connsiteY2" fmla="*/ 240547 h 239888"/>
                <a:gd name="connsiteX3" fmla="*/ 1213 w 84666"/>
                <a:gd name="connsiteY3" fmla="*/ 24054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39888">
                  <a:moveTo>
                    <a:pt x="1213" y="658"/>
                  </a:moveTo>
                  <a:lnTo>
                    <a:pt x="85880" y="658"/>
                  </a:lnTo>
                  <a:lnTo>
                    <a:pt x="85880" y="240547"/>
                  </a:lnTo>
                  <a:lnTo>
                    <a:pt x="1213" y="240547"/>
                  </a:lnTo>
                  <a:close/>
                </a:path>
              </a:pathLst>
            </a:custGeom>
          </p:spPr>
        </p:pic>
        <p:pic>
          <p:nvPicPr>
            <p:cNvPr id="1160" name="그림 1159">
              <a:extLst>
                <a:ext uri="{FF2B5EF4-FFF2-40B4-BE49-F238E27FC236}">
                  <a16:creationId xmlns:a16="http://schemas.microsoft.com/office/drawing/2014/main" id="{EBB21273-234C-60D3-D8FD-4F625071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4"/>
            <a:stretch>
              <a:fillRect/>
            </a:stretch>
          </p:blipFill>
          <p:spPr>
            <a:xfrm>
              <a:off x="8558422" y="4508500"/>
              <a:ext cx="719669" cy="148166"/>
            </a:xfrm>
            <a:custGeom>
              <a:avLst/>
              <a:gdLst>
                <a:gd name="connsiteX0" fmla="*/ 1213 w 719669"/>
                <a:gd name="connsiteY0" fmla="*/ 639 h 148166"/>
                <a:gd name="connsiteX1" fmla="*/ 720883 w 719669"/>
                <a:gd name="connsiteY1" fmla="*/ 639 h 148166"/>
                <a:gd name="connsiteX2" fmla="*/ 720883 w 719669"/>
                <a:gd name="connsiteY2" fmla="*/ 148806 h 148166"/>
                <a:gd name="connsiteX3" fmla="*/ 1213 w 719669"/>
                <a:gd name="connsiteY3" fmla="*/ 148806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148166">
                  <a:moveTo>
                    <a:pt x="1213" y="639"/>
                  </a:moveTo>
                  <a:lnTo>
                    <a:pt x="720883" y="639"/>
                  </a:lnTo>
                  <a:lnTo>
                    <a:pt x="720883" y="148806"/>
                  </a:lnTo>
                  <a:lnTo>
                    <a:pt x="1213" y="148806"/>
                  </a:lnTo>
                  <a:close/>
                </a:path>
              </a:pathLst>
            </a:custGeom>
          </p:spPr>
        </p:pic>
        <p:pic>
          <p:nvPicPr>
            <p:cNvPr id="1161" name="그림 1160">
              <a:extLst>
                <a:ext uri="{FF2B5EF4-FFF2-40B4-BE49-F238E27FC236}">
                  <a16:creationId xmlns:a16="http://schemas.microsoft.com/office/drawing/2014/main" id="{96A99A64-1E46-CAF6-A77D-D0D3A55E7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/>
            <a:stretch>
              <a:fillRect/>
            </a:stretch>
          </p:blipFill>
          <p:spPr>
            <a:xfrm>
              <a:off x="8537255" y="4423833"/>
              <a:ext cx="35277" cy="232833"/>
            </a:xfrm>
            <a:custGeom>
              <a:avLst/>
              <a:gdLst>
                <a:gd name="connsiteX0" fmla="*/ 1210 w 35277"/>
                <a:gd name="connsiteY0" fmla="*/ 627 h 232833"/>
                <a:gd name="connsiteX1" fmla="*/ 36488 w 35277"/>
                <a:gd name="connsiteY1" fmla="*/ 627 h 232833"/>
                <a:gd name="connsiteX2" fmla="*/ 36488 w 35277"/>
                <a:gd name="connsiteY2" fmla="*/ 233460 h 232833"/>
                <a:gd name="connsiteX3" fmla="*/ 1210 w 35277"/>
                <a:gd name="connsiteY3" fmla="*/ 233460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232833">
                  <a:moveTo>
                    <a:pt x="1210" y="627"/>
                  </a:moveTo>
                  <a:lnTo>
                    <a:pt x="36488" y="627"/>
                  </a:lnTo>
                  <a:lnTo>
                    <a:pt x="36488" y="233460"/>
                  </a:lnTo>
                  <a:lnTo>
                    <a:pt x="1210" y="233460"/>
                  </a:lnTo>
                  <a:close/>
                </a:path>
              </a:pathLst>
            </a:custGeom>
          </p:spPr>
        </p:pic>
        <p:pic>
          <p:nvPicPr>
            <p:cNvPr id="1162" name="그림 1161">
              <a:extLst>
                <a:ext uri="{FF2B5EF4-FFF2-40B4-BE49-F238E27FC236}">
                  <a16:creationId xmlns:a16="http://schemas.microsoft.com/office/drawing/2014/main" id="{CB048178-E95D-01CA-1E5D-11AF324D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6"/>
            <a:stretch>
              <a:fillRect/>
            </a:stretch>
          </p:blipFill>
          <p:spPr>
            <a:xfrm>
              <a:off x="10322318" y="5058833"/>
              <a:ext cx="635002" cy="486833"/>
            </a:xfrm>
            <a:custGeom>
              <a:avLst/>
              <a:gdLst>
                <a:gd name="connsiteX0" fmla="*/ 1463 w 635002"/>
                <a:gd name="connsiteY0" fmla="*/ 717 h 486833"/>
                <a:gd name="connsiteX1" fmla="*/ 636466 w 635002"/>
                <a:gd name="connsiteY1" fmla="*/ 717 h 486833"/>
                <a:gd name="connsiteX2" fmla="*/ 636466 w 635002"/>
                <a:gd name="connsiteY2" fmla="*/ 487550 h 486833"/>
                <a:gd name="connsiteX3" fmla="*/ 1463 w 635002"/>
                <a:gd name="connsiteY3" fmla="*/ 487550 h 486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86833">
                  <a:moveTo>
                    <a:pt x="1463" y="717"/>
                  </a:moveTo>
                  <a:lnTo>
                    <a:pt x="636466" y="717"/>
                  </a:lnTo>
                  <a:lnTo>
                    <a:pt x="636466" y="487550"/>
                  </a:lnTo>
                  <a:lnTo>
                    <a:pt x="1463" y="487550"/>
                  </a:lnTo>
                  <a:close/>
                </a:path>
              </a:pathLst>
            </a:custGeom>
          </p:spPr>
        </p:pic>
        <p:pic>
          <p:nvPicPr>
            <p:cNvPr id="1163" name="그림 1162">
              <a:extLst>
                <a:ext uri="{FF2B5EF4-FFF2-40B4-BE49-F238E27FC236}">
                  <a16:creationId xmlns:a16="http://schemas.microsoft.com/office/drawing/2014/main" id="{ED1BDC8C-C356-0442-9ED8-5D46AD376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/>
            <a:stretch>
              <a:fillRect/>
            </a:stretch>
          </p:blipFill>
          <p:spPr>
            <a:xfrm>
              <a:off x="10322318" y="5037666"/>
              <a:ext cx="359834" cy="515055"/>
            </a:xfrm>
            <a:custGeom>
              <a:avLst/>
              <a:gdLst>
                <a:gd name="connsiteX0" fmla="*/ 1463 w 359834"/>
                <a:gd name="connsiteY0" fmla="*/ 714 h 515055"/>
                <a:gd name="connsiteX1" fmla="*/ 361298 w 359834"/>
                <a:gd name="connsiteY1" fmla="*/ 714 h 515055"/>
                <a:gd name="connsiteX2" fmla="*/ 361298 w 359834"/>
                <a:gd name="connsiteY2" fmla="*/ 515770 h 515055"/>
                <a:gd name="connsiteX3" fmla="*/ 1463 w 359834"/>
                <a:gd name="connsiteY3" fmla="*/ 5157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515055">
                  <a:moveTo>
                    <a:pt x="1463" y="714"/>
                  </a:moveTo>
                  <a:lnTo>
                    <a:pt x="361298" y="714"/>
                  </a:lnTo>
                  <a:lnTo>
                    <a:pt x="361298" y="515770"/>
                  </a:lnTo>
                  <a:lnTo>
                    <a:pt x="1463" y="515770"/>
                  </a:lnTo>
                  <a:close/>
                </a:path>
              </a:pathLst>
            </a:custGeom>
          </p:spPr>
        </p:pic>
        <p:pic>
          <p:nvPicPr>
            <p:cNvPr id="1164" name="그림 1163">
              <a:extLst>
                <a:ext uri="{FF2B5EF4-FFF2-40B4-BE49-F238E27FC236}">
                  <a16:creationId xmlns:a16="http://schemas.microsoft.com/office/drawing/2014/main" id="{23DF1746-82FC-0876-0E49-C87390965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8"/>
            <a:stretch>
              <a:fillRect/>
            </a:stretch>
          </p:blipFill>
          <p:spPr>
            <a:xfrm>
              <a:off x="10668041" y="4699000"/>
              <a:ext cx="726725" cy="352777"/>
            </a:xfrm>
            <a:custGeom>
              <a:avLst/>
              <a:gdLst>
                <a:gd name="connsiteX0" fmla="*/ 1512 w 726725"/>
                <a:gd name="connsiteY0" fmla="*/ 666 h 352777"/>
                <a:gd name="connsiteX1" fmla="*/ 728237 w 726725"/>
                <a:gd name="connsiteY1" fmla="*/ 666 h 352777"/>
                <a:gd name="connsiteX2" fmla="*/ 728237 w 726725"/>
                <a:gd name="connsiteY2" fmla="*/ 353444 h 352777"/>
                <a:gd name="connsiteX3" fmla="*/ 1512 w 726725"/>
                <a:gd name="connsiteY3" fmla="*/ 353444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725" h="352777">
                  <a:moveTo>
                    <a:pt x="1512" y="666"/>
                  </a:moveTo>
                  <a:lnTo>
                    <a:pt x="728237" y="666"/>
                  </a:lnTo>
                  <a:lnTo>
                    <a:pt x="728237" y="353444"/>
                  </a:lnTo>
                  <a:lnTo>
                    <a:pt x="1512" y="353444"/>
                  </a:lnTo>
                  <a:close/>
                </a:path>
              </a:pathLst>
            </a:custGeom>
          </p:spPr>
        </p:pic>
        <p:pic>
          <p:nvPicPr>
            <p:cNvPr id="1165" name="그림 1164">
              <a:extLst>
                <a:ext uri="{FF2B5EF4-FFF2-40B4-BE49-F238E27FC236}">
                  <a16:creationId xmlns:a16="http://schemas.microsoft.com/office/drawing/2014/main" id="{C9B2B126-00D7-3996-32D4-48767CB3D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/>
            <a:stretch>
              <a:fillRect/>
            </a:stretch>
          </p:blipFill>
          <p:spPr>
            <a:xfrm>
              <a:off x="10886765" y="5101166"/>
              <a:ext cx="740836" cy="472722"/>
            </a:xfrm>
            <a:custGeom>
              <a:avLst/>
              <a:gdLst>
                <a:gd name="connsiteX0" fmla="*/ 1543 w 740836"/>
                <a:gd name="connsiteY0" fmla="*/ 723 h 472722"/>
                <a:gd name="connsiteX1" fmla="*/ 742379 w 740836"/>
                <a:gd name="connsiteY1" fmla="*/ 723 h 472722"/>
                <a:gd name="connsiteX2" fmla="*/ 742379 w 740836"/>
                <a:gd name="connsiteY2" fmla="*/ 473445 h 472722"/>
                <a:gd name="connsiteX3" fmla="*/ 1543 w 740836"/>
                <a:gd name="connsiteY3" fmla="*/ 473445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472722">
                  <a:moveTo>
                    <a:pt x="1543" y="723"/>
                  </a:moveTo>
                  <a:lnTo>
                    <a:pt x="742379" y="723"/>
                  </a:lnTo>
                  <a:lnTo>
                    <a:pt x="742379" y="473445"/>
                  </a:lnTo>
                  <a:lnTo>
                    <a:pt x="1543" y="473445"/>
                  </a:lnTo>
                  <a:close/>
                </a:path>
              </a:pathLst>
            </a:custGeom>
          </p:spPr>
        </p:pic>
        <p:pic>
          <p:nvPicPr>
            <p:cNvPr id="1166" name="그림 1165">
              <a:extLst>
                <a:ext uri="{FF2B5EF4-FFF2-40B4-BE49-F238E27FC236}">
                  <a16:creationId xmlns:a16="http://schemas.microsoft.com/office/drawing/2014/main" id="{77A6A8FF-CBDF-3B10-801C-2EE74CF9A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0"/>
            <a:stretch>
              <a:fillRect/>
            </a:stretch>
          </p:blipFill>
          <p:spPr>
            <a:xfrm>
              <a:off x="11789879" y="5827888"/>
              <a:ext cx="416279" cy="190500"/>
            </a:xfrm>
            <a:custGeom>
              <a:avLst/>
              <a:gdLst>
                <a:gd name="connsiteX0" fmla="*/ 1671 w 416279"/>
                <a:gd name="connsiteY0" fmla="*/ 826 h 190500"/>
                <a:gd name="connsiteX1" fmla="*/ 417950 w 416279"/>
                <a:gd name="connsiteY1" fmla="*/ 826 h 190500"/>
                <a:gd name="connsiteX2" fmla="*/ 417950 w 416279"/>
                <a:gd name="connsiteY2" fmla="*/ 191326 h 190500"/>
                <a:gd name="connsiteX3" fmla="*/ 1671 w 416279"/>
                <a:gd name="connsiteY3" fmla="*/ 191326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190500">
                  <a:moveTo>
                    <a:pt x="1671" y="826"/>
                  </a:moveTo>
                  <a:lnTo>
                    <a:pt x="417950" y="826"/>
                  </a:lnTo>
                  <a:lnTo>
                    <a:pt x="417950" y="191326"/>
                  </a:lnTo>
                  <a:lnTo>
                    <a:pt x="1671" y="191326"/>
                  </a:lnTo>
                  <a:close/>
                </a:path>
              </a:pathLst>
            </a:custGeom>
          </p:spPr>
        </p:pic>
        <p:pic>
          <p:nvPicPr>
            <p:cNvPr id="1167" name="그림 1166">
              <a:extLst>
                <a:ext uri="{FF2B5EF4-FFF2-40B4-BE49-F238E27FC236}">
                  <a16:creationId xmlns:a16="http://schemas.microsoft.com/office/drawing/2014/main" id="{20864FAC-63CC-FEF5-ADA1-A1BBE6E4C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/>
            <a:stretch>
              <a:fillRect/>
            </a:stretch>
          </p:blipFill>
          <p:spPr>
            <a:xfrm>
              <a:off x="11789879" y="5997222"/>
              <a:ext cx="338667" cy="239888"/>
            </a:xfrm>
            <a:custGeom>
              <a:avLst/>
              <a:gdLst>
                <a:gd name="connsiteX0" fmla="*/ 1671 w 338667"/>
                <a:gd name="connsiteY0" fmla="*/ 850 h 239888"/>
                <a:gd name="connsiteX1" fmla="*/ 340339 w 338667"/>
                <a:gd name="connsiteY1" fmla="*/ 850 h 239888"/>
                <a:gd name="connsiteX2" fmla="*/ 340339 w 338667"/>
                <a:gd name="connsiteY2" fmla="*/ 240739 h 239888"/>
                <a:gd name="connsiteX3" fmla="*/ 1671 w 338667"/>
                <a:gd name="connsiteY3" fmla="*/ 240739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239888">
                  <a:moveTo>
                    <a:pt x="1671" y="850"/>
                  </a:moveTo>
                  <a:lnTo>
                    <a:pt x="340339" y="850"/>
                  </a:lnTo>
                  <a:lnTo>
                    <a:pt x="340339" y="240739"/>
                  </a:lnTo>
                  <a:lnTo>
                    <a:pt x="1671" y="240739"/>
                  </a:lnTo>
                  <a:close/>
                </a:path>
              </a:pathLst>
            </a:custGeom>
          </p:spPr>
        </p:pic>
        <p:pic>
          <p:nvPicPr>
            <p:cNvPr id="1168" name="그림 1167">
              <a:extLst>
                <a:ext uri="{FF2B5EF4-FFF2-40B4-BE49-F238E27FC236}">
                  <a16:creationId xmlns:a16="http://schemas.microsoft.com/office/drawing/2014/main" id="{40F8A39D-6E26-A0FE-30E4-878C38CAE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2"/>
            <a:stretch>
              <a:fillRect/>
            </a:stretch>
          </p:blipFill>
          <p:spPr>
            <a:xfrm>
              <a:off x="12114436" y="6159500"/>
              <a:ext cx="91722" cy="77611"/>
            </a:xfrm>
            <a:custGeom>
              <a:avLst/>
              <a:gdLst>
                <a:gd name="connsiteX0" fmla="*/ 1717 w 91722"/>
                <a:gd name="connsiteY0" fmla="*/ 873 h 77611"/>
                <a:gd name="connsiteX1" fmla="*/ 93440 w 91722"/>
                <a:gd name="connsiteY1" fmla="*/ 873 h 77611"/>
                <a:gd name="connsiteX2" fmla="*/ 93440 w 91722"/>
                <a:gd name="connsiteY2" fmla="*/ 78484 h 77611"/>
                <a:gd name="connsiteX3" fmla="*/ 1717 w 91722"/>
                <a:gd name="connsiteY3" fmla="*/ 78484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77611">
                  <a:moveTo>
                    <a:pt x="1717" y="873"/>
                  </a:moveTo>
                  <a:lnTo>
                    <a:pt x="93440" y="873"/>
                  </a:lnTo>
                  <a:lnTo>
                    <a:pt x="93440" y="78484"/>
                  </a:lnTo>
                  <a:lnTo>
                    <a:pt x="1717" y="78484"/>
                  </a:lnTo>
                  <a:close/>
                </a:path>
              </a:pathLst>
            </a:custGeom>
          </p:spPr>
        </p:pic>
        <p:pic>
          <p:nvPicPr>
            <p:cNvPr id="1169" name="그림 1168">
              <a:extLst>
                <a:ext uri="{FF2B5EF4-FFF2-40B4-BE49-F238E27FC236}">
                  <a16:creationId xmlns:a16="http://schemas.microsoft.com/office/drawing/2014/main" id="{113B7DDA-BEB1-7740-E0F3-115C1978F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/>
            <a:stretch>
              <a:fillRect/>
            </a:stretch>
          </p:blipFill>
          <p:spPr>
            <a:xfrm>
              <a:off x="12114436" y="5834944"/>
              <a:ext cx="91722" cy="402166"/>
            </a:xfrm>
            <a:custGeom>
              <a:avLst/>
              <a:gdLst>
                <a:gd name="connsiteX0" fmla="*/ 1717 w 91722"/>
                <a:gd name="connsiteY0" fmla="*/ 827 h 402166"/>
                <a:gd name="connsiteX1" fmla="*/ 93440 w 91722"/>
                <a:gd name="connsiteY1" fmla="*/ 827 h 402166"/>
                <a:gd name="connsiteX2" fmla="*/ 93440 w 91722"/>
                <a:gd name="connsiteY2" fmla="*/ 402994 h 402166"/>
                <a:gd name="connsiteX3" fmla="*/ 1717 w 91722"/>
                <a:gd name="connsiteY3" fmla="*/ 402994 h 40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02166">
                  <a:moveTo>
                    <a:pt x="1717" y="827"/>
                  </a:moveTo>
                  <a:lnTo>
                    <a:pt x="93440" y="827"/>
                  </a:lnTo>
                  <a:lnTo>
                    <a:pt x="93440" y="402994"/>
                  </a:lnTo>
                  <a:lnTo>
                    <a:pt x="1717" y="402994"/>
                  </a:lnTo>
                  <a:close/>
                </a:path>
              </a:pathLst>
            </a:custGeom>
          </p:spPr>
        </p:pic>
        <p:pic>
          <p:nvPicPr>
            <p:cNvPr id="1170" name="그림 1169">
              <a:extLst>
                <a:ext uri="{FF2B5EF4-FFF2-40B4-BE49-F238E27FC236}">
                  <a16:creationId xmlns:a16="http://schemas.microsoft.com/office/drawing/2014/main" id="{78F711E3-7195-E380-0375-D5061EFB3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4"/>
            <a:stretch>
              <a:fillRect/>
            </a:stretch>
          </p:blipFill>
          <p:spPr>
            <a:xfrm>
              <a:off x="9144035" y="4360333"/>
              <a:ext cx="176389" cy="352777"/>
            </a:xfrm>
            <a:custGeom>
              <a:avLst/>
              <a:gdLst>
                <a:gd name="connsiteX0" fmla="*/ 1296 w 176389"/>
                <a:gd name="connsiteY0" fmla="*/ 618 h 352777"/>
                <a:gd name="connsiteX1" fmla="*/ 177686 w 176389"/>
                <a:gd name="connsiteY1" fmla="*/ 618 h 352777"/>
                <a:gd name="connsiteX2" fmla="*/ 177686 w 176389"/>
                <a:gd name="connsiteY2" fmla="*/ 353396 h 352777"/>
                <a:gd name="connsiteX3" fmla="*/ 1296 w 176389"/>
                <a:gd name="connsiteY3" fmla="*/ 353396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352777">
                  <a:moveTo>
                    <a:pt x="1296" y="618"/>
                  </a:moveTo>
                  <a:lnTo>
                    <a:pt x="177686" y="618"/>
                  </a:lnTo>
                  <a:lnTo>
                    <a:pt x="177686" y="353396"/>
                  </a:lnTo>
                  <a:lnTo>
                    <a:pt x="1296" y="353396"/>
                  </a:lnTo>
                  <a:close/>
                </a:path>
              </a:pathLst>
            </a:custGeom>
          </p:spPr>
        </p:pic>
        <p:pic>
          <p:nvPicPr>
            <p:cNvPr id="1171" name="그림 1170">
              <a:extLst>
                <a:ext uri="{FF2B5EF4-FFF2-40B4-BE49-F238E27FC236}">
                  <a16:creationId xmlns:a16="http://schemas.microsoft.com/office/drawing/2014/main" id="{248CC1AC-D768-40B3-6183-E2BB319FB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/>
            <a:stretch>
              <a:fillRect/>
            </a:stretch>
          </p:blipFill>
          <p:spPr>
            <a:xfrm>
              <a:off x="9151091" y="4699000"/>
              <a:ext cx="63500" cy="77611"/>
            </a:xfrm>
            <a:custGeom>
              <a:avLst/>
              <a:gdLst>
                <a:gd name="connsiteX0" fmla="*/ 1297 w 63500"/>
                <a:gd name="connsiteY0" fmla="*/ 666 h 77611"/>
                <a:gd name="connsiteX1" fmla="*/ 64797 w 63500"/>
                <a:gd name="connsiteY1" fmla="*/ 666 h 77611"/>
                <a:gd name="connsiteX2" fmla="*/ 64797 w 63500"/>
                <a:gd name="connsiteY2" fmla="*/ 78277 h 77611"/>
                <a:gd name="connsiteX3" fmla="*/ 1297 w 63500"/>
                <a:gd name="connsiteY3" fmla="*/ 78277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" h="77611">
                  <a:moveTo>
                    <a:pt x="1297" y="666"/>
                  </a:moveTo>
                  <a:lnTo>
                    <a:pt x="64797" y="666"/>
                  </a:lnTo>
                  <a:lnTo>
                    <a:pt x="64797" y="78277"/>
                  </a:lnTo>
                  <a:lnTo>
                    <a:pt x="1297" y="78277"/>
                  </a:lnTo>
                  <a:close/>
                </a:path>
              </a:pathLst>
            </a:custGeom>
          </p:spPr>
        </p:pic>
        <p:pic>
          <p:nvPicPr>
            <p:cNvPr id="1172" name="그림 1171">
              <a:extLst>
                <a:ext uri="{FF2B5EF4-FFF2-40B4-BE49-F238E27FC236}">
                  <a16:creationId xmlns:a16="http://schemas.microsoft.com/office/drawing/2014/main" id="{C8678771-309A-3D74-5C5E-7DAA767FF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6"/>
            <a:stretch>
              <a:fillRect/>
            </a:stretch>
          </p:blipFill>
          <p:spPr>
            <a:xfrm>
              <a:off x="9200480" y="4339166"/>
              <a:ext cx="430390" cy="437444"/>
            </a:xfrm>
            <a:custGeom>
              <a:avLst/>
              <a:gdLst>
                <a:gd name="connsiteX0" fmla="*/ 1304 w 430390"/>
                <a:gd name="connsiteY0" fmla="*/ 615 h 437444"/>
                <a:gd name="connsiteX1" fmla="*/ 431695 w 430390"/>
                <a:gd name="connsiteY1" fmla="*/ 615 h 437444"/>
                <a:gd name="connsiteX2" fmla="*/ 431695 w 430390"/>
                <a:gd name="connsiteY2" fmla="*/ 438059 h 437444"/>
                <a:gd name="connsiteX3" fmla="*/ 1304 w 430390"/>
                <a:gd name="connsiteY3" fmla="*/ 438059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37444">
                  <a:moveTo>
                    <a:pt x="1304" y="615"/>
                  </a:moveTo>
                  <a:lnTo>
                    <a:pt x="431695" y="615"/>
                  </a:lnTo>
                  <a:lnTo>
                    <a:pt x="431695" y="438059"/>
                  </a:lnTo>
                  <a:lnTo>
                    <a:pt x="1304" y="438059"/>
                  </a:lnTo>
                  <a:close/>
                </a:path>
              </a:pathLst>
            </a:custGeom>
          </p:spPr>
        </p:pic>
        <p:pic>
          <p:nvPicPr>
            <p:cNvPr id="1173" name="그림 1172">
              <a:extLst>
                <a:ext uri="{FF2B5EF4-FFF2-40B4-BE49-F238E27FC236}">
                  <a16:creationId xmlns:a16="http://schemas.microsoft.com/office/drawing/2014/main" id="{29C0AAF2-A258-6771-D489-0EBFD8A8A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/>
            <a:stretch>
              <a:fillRect/>
            </a:stretch>
          </p:blipFill>
          <p:spPr>
            <a:xfrm>
              <a:off x="9200480" y="4720166"/>
              <a:ext cx="105833" cy="56444"/>
            </a:xfrm>
            <a:custGeom>
              <a:avLst/>
              <a:gdLst>
                <a:gd name="connsiteX0" fmla="*/ 1304 w 105833"/>
                <a:gd name="connsiteY0" fmla="*/ 669 h 56444"/>
                <a:gd name="connsiteX1" fmla="*/ 107138 w 105833"/>
                <a:gd name="connsiteY1" fmla="*/ 669 h 56444"/>
                <a:gd name="connsiteX2" fmla="*/ 107138 w 105833"/>
                <a:gd name="connsiteY2" fmla="*/ 57113 h 56444"/>
                <a:gd name="connsiteX3" fmla="*/ 1304 w 105833"/>
                <a:gd name="connsiteY3" fmla="*/ 5711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6444">
                  <a:moveTo>
                    <a:pt x="1304" y="669"/>
                  </a:moveTo>
                  <a:lnTo>
                    <a:pt x="107138" y="669"/>
                  </a:lnTo>
                  <a:lnTo>
                    <a:pt x="107138" y="57113"/>
                  </a:lnTo>
                  <a:lnTo>
                    <a:pt x="1304" y="57113"/>
                  </a:lnTo>
                  <a:close/>
                </a:path>
              </a:pathLst>
            </a:custGeom>
          </p:spPr>
        </p:pic>
        <p:pic>
          <p:nvPicPr>
            <p:cNvPr id="1174" name="그림 1173">
              <a:extLst>
                <a:ext uri="{FF2B5EF4-FFF2-40B4-BE49-F238E27FC236}">
                  <a16:creationId xmlns:a16="http://schemas.microsoft.com/office/drawing/2014/main" id="{6D1CC953-7A6A-DD3F-F5B7-26181801E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9292203" y="4120444"/>
              <a:ext cx="508001" cy="613833"/>
            </a:xfrm>
            <a:custGeom>
              <a:avLst/>
              <a:gdLst>
                <a:gd name="connsiteX0" fmla="*/ 1317 w 508001"/>
                <a:gd name="connsiteY0" fmla="*/ 584 h 613833"/>
                <a:gd name="connsiteX1" fmla="*/ 509319 w 508001"/>
                <a:gd name="connsiteY1" fmla="*/ 584 h 613833"/>
                <a:gd name="connsiteX2" fmla="*/ 509319 w 508001"/>
                <a:gd name="connsiteY2" fmla="*/ 614417 h 613833"/>
                <a:gd name="connsiteX3" fmla="*/ 1317 w 508001"/>
                <a:gd name="connsiteY3" fmla="*/ 614417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613833">
                  <a:moveTo>
                    <a:pt x="1317" y="584"/>
                  </a:moveTo>
                  <a:lnTo>
                    <a:pt x="509319" y="584"/>
                  </a:lnTo>
                  <a:lnTo>
                    <a:pt x="509319" y="614417"/>
                  </a:lnTo>
                  <a:lnTo>
                    <a:pt x="1317" y="614417"/>
                  </a:lnTo>
                  <a:close/>
                </a:path>
              </a:pathLst>
            </a:custGeom>
          </p:spPr>
        </p:pic>
        <p:pic>
          <p:nvPicPr>
            <p:cNvPr id="1175" name="그림 1174">
              <a:extLst>
                <a:ext uri="{FF2B5EF4-FFF2-40B4-BE49-F238E27FC236}">
                  <a16:creationId xmlns:a16="http://schemas.microsoft.com/office/drawing/2014/main" id="{8387CDA8-61F6-B9E8-D59A-70EC9E6D2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/>
            <a:stretch>
              <a:fillRect/>
            </a:stretch>
          </p:blipFill>
          <p:spPr>
            <a:xfrm>
              <a:off x="9292203" y="4339166"/>
              <a:ext cx="338667" cy="395111"/>
            </a:xfrm>
            <a:custGeom>
              <a:avLst/>
              <a:gdLst>
                <a:gd name="connsiteX0" fmla="*/ 1317 w 338667"/>
                <a:gd name="connsiteY0" fmla="*/ 615 h 395111"/>
                <a:gd name="connsiteX1" fmla="*/ 339985 w 338667"/>
                <a:gd name="connsiteY1" fmla="*/ 615 h 395111"/>
                <a:gd name="connsiteX2" fmla="*/ 339985 w 338667"/>
                <a:gd name="connsiteY2" fmla="*/ 395726 h 395111"/>
                <a:gd name="connsiteX3" fmla="*/ 1317 w 338667"/>
                <a:gd name="connsiteY3" fmla="*/ 395726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8667" h="395111">
                  <a:moveTo>
                    <a:pt x="1317" y="615"/>
                  </a:moveTo>
                  <a:lnTo>
                    <a:pt x="339985" y="615"/>
                  </a:lnTo>
                  <a:lnTo>
                    <a:pt x="339985" y="395726"/>
                  </a:lnTo>
                  <a:lnTo>
                    <a:pt x="1317" y="395726"/>
                  </a:lnTo>
                  <a:close/>
                </a:path>
              </a:pathLst>
            </a:custGeom>
          </p:spPr>
        </p:pic>
        <p:pic>
          <p:nvPicPr>
            <p:cNvPr id="1176" name="그림 1175">
              <a:extLst>
                <a:ext uri="{FF2B5EF4-FFF2-40B4-BE49-F238E27FC236}">
                  <a16:creationId xmlns:a16="http://schemas.microsoft.com/office/drawing/2014/main" id="{49283D91-E443-451D-269C-7000CCFE8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tretch>
              <a:fillRect/>
            </a:stretch>
          </p:blipFill>
          <p:spPr>
            <a:xfrm>
              <a:off x="9263980" y="4423833"/>
              <a:ext cx="204611" cy="98777"/>
            </a:xfrm>
            <a:custGeom>
              <a:avLst/>
              <a:gdLst>
                <a:gd name="connsiteX0" fmla="*/ 1313 w 204611"/>
                <a:gd name="connsiteY0" fmla="*/ 627 h 98777"/>
                <a:gd name="connsiteX1" fmla="*/ 205925 w 204611"/>
                <a:gd name="connsiteY1" fmla="*/ 627 h 98777"/>
                <a:gd name="connsiteX2" fmla="*/ 205925 w 204611"/>
                <a:gd name="connsiteY2" fmla="*/ 99405 h 98777"/>
                <a:gd name="connsiteX3" fmla="*/ 1313 w 204611"/>
                <a:gd name="connsiteY3" fmla="*/ 9940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98777">
                  <a:moveTo>
                    <a:pt x="1313" y="627"/>
                  </a:moveTo>
                  <a:lnTo>
                    <a:pt x="205925" y="627"/>
                  </a:lnTo>
                  <a:lnTo>
                    <a:pt x="205925" y="99405"/>
                  </a:lnTo>
                  <a:lnTo>
                    <a:pt x="1313" y="99405"/>
                  </a:lnTo>
                  <a:close/>
                </a:path>
              </a:pathLst>
            </a:custGeom>
          </p:spPr>
        </p:pic>
        <p:pic>
          <p:nvPicPr>
            <p:cNvPr id="1177" name="그림 1176">
              <a:extLst>
                <a:ext uri="{FF2B5EF4-FFF2-40B4-BE49-F238E27FC236}">
                  <a16:creationId xmlns:a16="http://schemas.microsoft.com/office/drawing/2014/main" id="{5BB74BEA-AAE4-FF09-2C12-3655815F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tretch>
              <a:fillRect/>
            </a:stretch>
          </p:blipFill>
          <p:spPr>
            <a:xfrm>
              <a:off x="9263980" y="4085166"/>
              <a:ext cx="493890" cy="437444"/>
            </a:xfrm>
            <a:custGeom>
              <a:avLst/>
              <a:gdLst>
                <a:gd name="connsiteX0" fmla="*/ 1313 w 493890"/>
                <a:gd name="connsiteY0" fmla="*/ 579 h 437444"/>
                <a:gd name="connsiteX1" fmla="*/ 495204 w 493890"/>
                <a:gd name="connsiteY1" fmla="*/ 579 h 437444"/>
                <a:gd name="connsiteX2" fmla="*/ 495204 w 493890"/>
                <a:gd name="connsiteY2" fmla="*/ 438023 h 437444"/>
                <a:gd name="connsiteX3" fmla="*/ 1313 w 493890"/>
                <a:gd name="connsiteY3" fmla="*/ 438023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0" h="437444">
                  <a:moveTo>
                    <a:pt x="1313" y="579"/>
                  </a:moveTo>
                  <a:lnTo>
                    <a:pt x="495204" y="579"/>
                  </a:lnTo>
                  <a:lnTo>
                    <a:pt x="495204" y="438023"/>
                  </a:lnTo>
                  <a:lnTo>
                    <a:pt x="1313" y="438023"/>
                  </a:lnTo>
                  <a:close/>
                </a:path>
              </a:pathLst>
            </a:custGeom>
          </p:spPr>
        </p:pic>
        <p:pic>
          <p:nvPicPr>
            <p:cNvPr id="1178" name="그림 1177">
              <a:extLst>
                <a:ext uri="{FF2B5EF4-FFF2-40B4-BE49-F238E27FC236}">
                  <a16:creationId xmlns:a16="http://schemas.microsoft.com/office/drawing/2014/main" id="{05B9736D-C77C-5C8D-FA52-ECABF3E3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/>
            <a:stretch>
              <a:fillRect/>
            </a:stretch>
          </p:blipFill>
          <p:spPr>
            <a:xfrm>
              <a:off x="9454481" y="4388555"/>
              <a:ext cx="303390" cy="49388"/>
            </a:xfrm>
            <a:custGeom>
              <a:avLst/>
              <a:gdLst>
                <a:gd name="connsiteX0" fmla="*/ 1340 w 303390"/>
                <a:gd name="connsiteY0" fmla="*/ 622 h 49388"/>
                <a:gd name="connsiteX1" fmla="*/ 304730 w 303390"/>
                <a:gd name="connsiteY1" fmla="*/ 622 h 49388"/>
                <a:gd name="connsiteX2" fmla="*/ 304730 w 303390"/>
                <a:gd name="connsiteY2" fmla="*/ 50011 h 49388"/>
                <a:gd name="connsiteX3" fmla="*/ 1340 w 303390"/>
                <a:gd name="connsiteY3" fmla="*/ 50011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49388">
                  <a:moveTo>
                    <a:pt x="1340" y="622"/>
                  </a:moveTo>
                  <a:lnTo>
                    <a:pt x="304730" y="622"/>
                  </a:lnTo>
                  <a:lnTo>
                    <a:pt x="304730" y="50011"/>
                  </a:lnTo>
                  <a:lnTo>
                    <a:pt x="1340" y="50011"/>
                  </a:lnTo>
                  <a:close/>
                </a:path>
              </a:pathLst>
            </a:custGeom>
          </p:spPr>
        </p:pic>
        <p:pic>
          <p:nvPicPr>
            <p:cNvPr id="1179" name="그림 1178">
              <a:extLst>
                <a:ext uri="{FF2B5EF4-FFF2-40B4-BE49-F238E27FC236}">
                  <a16:creationId xmlns:a16="http://schemas.microsoft.com/office/drawing/2014/main" id="{28E1875A-2A17-2916-4C96-FC67DF03F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/>
            <a:stretch>
              <a:fillRect/>
            </a:stretch>
          </p:blipFill>
          <p:spPr>
            <a:xfrm>
              <a:off x="9736704" y="4085166"/>
              <a:ext cx="437446" cy="317500"/>
            </a:xfrm>
            <a:custGeom>
              <a:avLst/>
              <a:gdLst>
                <a:gd name="connsiteX0" fmla="*/ 1380 w 437446"/>
                <a:gd name="connsiteY0" fmla="*/ 579 h 317500"/>
                <a:gd name="connsiteX1" fmla="*/ 438826 w 437446"/>
                <a:gd name="connsiteY1" fmla="*/ 579 h 317500"/>
                <a:gd name="connsiteX2" fmla="*/ 438826 w 437446"/>
                <a:gd name="connsiteY2" fmla="*/ 318079 h 317500"/>
                <a:gd name="connsiteX3" fmla="*/ 1380 w 437446"/>
                <a:gd name="connsiteY3" fmla="*/ 318079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317500">
                  <a:moveTo>
                    <a:pt x="1380" y="579"/>
                  </a:moveTo>
                  <a:lnTo>
                    <a:pt x="438826" y="579"/>
                  </a:lnTo>
                  <a:lnTo>
                    <a:pt x="438826" y="318079"/>
                  </a:lnTo>
                  <a:lnTo>
                    <a:pt x="1380" y="318079"/>
                  </a:lnTo>
                  <a:close/>
                </a:path>
              </a:pathLst>
            </a:custGeom>
          </p:spPr>
        </p:pic>
        <p:pic>
          <p:nvPicPr>
            <p:cNvPr id="1180" name="그림 1179">
              <a:extLst>
                <a:ext uri="{FF2B5EF4-FFF2-40B4-BE49-F238E27FC236}">
                  <a16:creationId xmlns:a16="http://schemas.microsoft.com/office/drawing/2014/main" id="{8F7E2211-7CF7-C7B9-FF9C-DAE2EF57A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4"/>
            <a:stretch>
              <a:fillRect/>
            </a:stretch>
          </p:blipFill>
          <p:spPr>
            <a:xfrm>
              <a:off x="9736704" y="3824111"/>
              <a:ext cx="331612" cy="578555"/>
            </a:xfrm>
            <a:custGeom>
              <a:avLst/>
              <a:gdLst>
                <a:gd name="connsiteX0" fmla="*/ 1380 w 331612"/>
                <a:gd name="connsiteY0" fmla="*/ 542 h 578555"/>
                <a:gd name="connsiteX1" fmla="*/ 332992 w 331612"/>
                <a:gd name="connsiteY1" fmla="*/ 542 h 578555"/>
                <a:gd name="connsiteX2" fmla="*/ 332992 w 331612"/>
                <a:gd name="connsiteY2" fmla="*/ 579098 h 578555"/>
                <a:gd name="connsiteX3" fmla="*/ 1380 w 331612"/>
                <a:gd name="connsiteY3" fmla="*/ 579098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578555">
                  <a:moveTo>
                    <a:pt x="1380" y="542"/>
                  </a:moveTo>
                  <a:lnTo>
                    <a:pt x="332992" y="542"/>
                  </a:lnTo>
                  <a:lnTo>
                    <a:pt x="332992" y="579098"/>
                  </a:lnTo>
                  <a:lnTo>
                    <a:pt x="1380" y="579098"/>
                  </a:lnTo>
                  <a:close/>
                </a:path>
              </a:pathLst>
            </a:custGeom>
          </p:spPr>
        </p:pic>
        <p:pic>
          <p:nvPicPr>
            <p:cNvPr id="1181" name="그림 1180">
              <a:extLst>
                <a:ext uri="{FF2B5EF4-FFF2-40B4-BE49-F238E27FC236}">
                  <a16:creationId xmlns:a16="http://schemas.microsoft.com/office/drawing/2014/main" id="{6F618BC7-C30F-D923-A5BF-C3140F236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/>
            <a:stretch>
              <a:fillRect/>
            </a:stretch>
          </p:blipFill>
          <p:spPr>
            <a:xfrm>
              <a:off x="11176043" y="4882444"/>
              <a:ext cx="211667" cy="444500"/>
            </a:xfrm>
            <a:custGeom>
              <a:avLst/>
              <a:gdLst>
                <a:gd name="connsiteX0" fmla="*/ 1584 w 211667"/>
                <a:gd name="connsiteY0" fmla="*/ 692 h 444500"/>
                <a:gd name="connsiteX1" fmla="*/ 213252 w 211667"/>
                <a:gd name="connsiteY1" fmla="*/ 692 h 444500"/>
                <a:gd name="connsiteX2" fmla="*/ 213252 w 211667"/>
                <a:gd name="connsiteY2" fmla="*/ 445192 h 444500"/>
                <a:gd name="connsiteX3" fmla="*/ 1584 w 211667"/>
                <a:gd name="connsiteY3" fmla="*/ 4451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444500">
                  <a:moveTo>
                    <a:pt x="1584" y="692"/>
                  </a:moveTo>
                  <a:lnTo>
                    <a:pt x="213252" y="692"/>
                  </a:lnTo>
                  <a:lnTo>
                    <a:pt x="213252" y="445192"/>
                  </a:lnTo>
                  <a:lnTo>
                    <a:pt x="1584" y="445192"/>
                  </a:lnTo>
                  <a:close/>
                </a:path>
              </a:pathLst>
            </a:custGeom>
          </p:spPr>
        </p:pic>
        <p:pic>
          <p:nvPicPr>
            <p:cNvPr id="1182" name="그림 1181">
              <a:extLst>
                <a:ext uri="{FF2B5EF4-FFF2-40B4-BE49-F238E27FC236}">
                  <a16:creationId xmlns:a16="http://schemas.microsoft.com/office/drawing/2014/main" id="{FE2D9513-F936-180F-AC58-F6F00F7B9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6"/>
            <a:stretch>
              <a:fillRect/>
            </a:stretch>
          </p:blipFill>
          <p:spPr>
            <a:xfrm>
              <a:off x="10943209" y="5058833"/>
              <a:ext cx="254000" cy="268111"/>
            </a:xfrm>
            <a:custGeom>
              <a:avLst/>
              <a:gdLst>
                <a:gd name="connsiteX0" fmla="*/ 1551 w 254000"/>
                <a:gd name="connsiteY0" fmla="*/ 717 h 268111"/>
                <a:gd name="connsiteX1" fmla="*/ 255552 w 254000"/>
                <a:gd name="connsiteY1" fmla="*/ 717 h 268111"/>
                <a:gd name="connsiteX2" fmla="*/ 255552 w 254000"/>
                <a:gd name="connsiteY2" fmla="*/ 268828 h 268111"/>
                <a:gd name="connsiteX3" fmla="*/ 1551 w 254000"/>
                <a:gd name="connsiteY3" fmla="*/ 268828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68111">
                  <a:moveTo>
                    <a:pt x="1551" y="717"/>
                  </a:moveTo>
                  <a:lnTo>
                    <a:pt x="255552" y="717"/>
                  </a:lnTo>
                  <a:lnTo>
                    <a:pt x="255552" y="268828"/>
                  </a:lnTo>
                  <a:lnTo>
                    <a:pt x="1551" y="268828"/>
                  </a:lnTo>
                  <a:close/>
                </a:path>
              </a:pathLst>
            </a:custGeom>
          </p:spPr>
        </p:pic>
        <p:pic>
          <p:nvPicPr>
            <p:cNvPr id="1183" name="그림 1182">
              <a:extLst>
                <a:ext uri="{FF2B5EF4-FFF2-40B4-BE49-F238E27FC236}">
                  <a16:creationId xmlns:a16="http://schemas.microsoft.com/office/drawing/2014/main" id="{5EA77BA2-5DC5-6172-6777-A85B967B2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7"/>
            <a:stretch>
              <a:fillRect/>
            </a:stretch>
          </p:blipFill>
          <p:spPr>
            <a:xfrm>
              <a:off x="10943209" y="4889500"/>
              <a:ext cx="444501" cy="183444"/>
            </a:xfrm>
            <a:custGeom>
              <a:avLst/>
              <a:gdLst>
                <a:gd name="connsiteX0" fmla="*/ 1551 w 444501"/>
                <a:gd name="connsiteY0" fmla="*/ 693 h 183444"/>
                <a:gd name="connsiteX1" fmla="*/ 446053 w 444501"/>
                <a:gd name="connsiteY1" fmla="*/ 693 h 183444"/>
                <a:gd name="connsiteX2" fmla="*/ 446053 w 444501"/>
                <a:gd name="connsiteY2" fmla="*/ 184137 h 183444"/>
                <a:gd name="connsiteX3" fmla="*/ 1551 w 444501"/>
                <a:gd name="connsiteY3" fmla="*/ 184137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83444">
                  <a:moveTo>
                    <a:pt x="1551" y="693"/>
                  </a:moveTo>
                  <a:lnTo>
                    <a:pt x="446053" y="693"/>
                  </a:lnTo>
                  <a:lnTo>
                    <a:pt x="446053" y="184137"/>
                  </a:lnTo>
                  <a:lnTo>
                    <a:pt x="1551" y="184137"/>
                  </a:lnTo>
                  <a:close/>
                </a:path>
              </a:pathLst>
            </a:custGeom>
          </p:spPr>
        </p:pic>
        <p:pic>
          <p:nvPicPr>
            <p:cNvPr id="1184" name="그림 1183">
              <a:extLst>
                <a:ext uri="{FF2B5EF4-FFF2-40B4-BE49-F238E27FC236}">
                  <a16:creationId xmlns:a16="http://schemas.microsoft.com/office/drawing/2014/main" id="{8A7B79BC-6E43-1542-7F58-7F5E23D66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8"/>
            <a:stretch>
              <a:fillRect/>
            </a:stretch>
          </p:blipFill>
          <p:spPr>
            <a:xfrm>
              <a:off x="11380655" y="4621388"/>
              <a:ext cx="783169" cy="91722"/>
            </a:xfrm>
            <a:custGeom>
              <a:avLst/>
              <a:gdLst>
                <a:gd name="connsiteX0" fmla="*/ 1613 w 783169"/>
                <a:gd name="connsiteY0" fmla="*/ 655 h 91722"/>
                <a:gd name="connsiteX1" fmla="*/ 784783 w 783169"/>
                <a:gd name="connsiteY1" fmla="*/ 655 h 91722"/>
                <a:gd name="connsiteX2" fmla="*/ 784783 w 783169"/>
                <a:gd name="connsiteY2" fmla="*/ 92377 h 91722"/>
                <a:gd name="connsiteX3" fmla="*/ 1613 w 783169"/>
                <a:gd name="connsiteY3" fmla="*/ 92377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169" h="91722">
                  <a:moveTo>
                    <a:pt x="1613" y="655"/>
                  </a:moveTo>
                  <a:lnTo>
                    <a:pt x="784783" y="655"/>
                  </a:lnTo>
                  <a:lnTo>
                    <a:pt x="784783" y="92377"/>
                  </a:lnTo>
                  <a:lnTo>
                    <a:pt x="1613" y="92377"/>
                  </a:lnTo>
                  <a:close/>
                </a:path>
              </a:pathLst>
            </a:custGeom>
          </p:spPr>
        </p:pic>
        <p:pic>
          <p:nvPicPr>
            <p:cNvPr id="1185" name="그림 1184">
              <a:extLst>
                <a:ext uri="{FF2B5EF4-FFF2-40B4-BE49-F238E27FC236}">
                  <a16:creationId xmlns:a16="http://schemas.microsoft.com/office/drawing/2014/main" id="{C2A88714-AD99-10D5-AF99-FBD52D5CA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9"/>
            <a:stretch>
              <a:fillRect/>
            </a:stretch>
          </p:blipFill>
          <p:spPr>
            <a:xfrm>
              <a:off x="11380655" y="4191000"/>
              <a:ext cx="642058" cy="522111"/>
            </a:xfrm>
            <a:custGeom>
              <a:avLst/>
              <a:gdLst>
                <a:gd name="connsiteX0" fmla="*/ 1613 w 642058"/>
                <a:gd name="connsiteY0" fmla="*/ 594 h 522111"/>
                <a:gd name="connsiteX1" fmla="*/ 643671 w 642058"/>
                <a:gd name="connsiteY1" fmla="*/ 594 h 522111"/>
                <a:gd name="connsiteX2" fmla="*/ 643671 w 642058"/>
                <a:gd name="connsiteY2" fmla="*/ 522705 h 522111"/>
                <a:gd name="connsiteX3" fmla="*/ 1613 w 642058"/>
                <a:gd name="connsiteY3" fmla="*/ 522705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22111">
                  <a:moveTo>
                    <a:pt x="1613" y="594"/>
                  </a:moveTo>
                  <a:lnTo>
                    <a:pt x="643671" y="594"/>
                  </a:lnTo>
                  <a:lnTo>
                    <a:pt x="643671" y="522705"/>
                  </a:lnTo>
                  <a:lnTo>
                    <a:pt x="1613" y="522705"/>
                  </a:lnTo>
                  <a:close/>
                </a:path>
              </a:pathLst>
            </a:custGeom>
          </p:spPr>
        </p:pic>
        <p:pic>
          <p:nvPicPr>
            <p:cNvPr id="1186" name="그림 1185">
              <a:extLst>
                <a:ext uri="{FF2B5EF4-FFF2-40B4-BE49-F238E27FC236}">
                  <a16:creationId xmlns:a16="http://schemas.microsoft.com/office/drawing/2014/main" id="{5A53CFAE-D664-389B-DF06-DDE5AAAD0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0"/>
            <a:stretch>
              <a:fillRect/>
            </a:stretch>
          </p:blipFill>
          <p:spPr>
            <a:xfrm>
              <a:off x="11380655" y="4699000"/>
              <a:ext cx="246945" cy="416277"/>
            </a:xfrm>
            <a:custGeom>
              <a:avLst/>
              <a:gdLst>
                <a:gd name="connsiteX0" fmla="*/ 1613 w 246945"/>
                <a:gd name="connsiteY0" fmla="*/ 666 h 416277"/>
                <a:gd name="connsiteX1" fmla="*/ 248558 w 246945"/>
                <a:gd name="connsiteY1" fmla="*/ 666 h 416277"/>
                <a:gd name="connsiteX2" fmla="*/ 248558 w 246945"/>
                <a:gd name="connsiteY2" fmla="*/ 416944 h 416277"/>
                <a:gd name="connsiteX3" fmla="*/ 1613 w 246945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16277">
                  <a:moveTo>
                    <a:pt x="1613" y="666"/>
                  </a:moveTo>
                  <a:lnTo>
                    <a:pt x="248558" y="666"/>
                  </a:lnTo>
                  <a:lnTo>
                    <a:pt x="248558" y="416944"/>
                  </a:lnTo>
                  <a:lnTo>
                    <a:pt x="1613" y="416944"/>
                  </a:lnTo>
                  <a:close/>
                </a:path>
              </a:pathLst>
            </a:custGeom>
          </p:spPr>
        </p:pic>
        <p:pic>
          <p:nvPicPr>
            <p:cNvPr id="1187" name="그림 1186">
              <a:extLst>
                <a:ext uri="{FF2B5EF4-FFF2-40B4-BE49-F238E27FC236}">
                  <a16:creationId xmlns:a16="http://schemas.microsoft.com/office/drawing/2014/main" id="{51A5CC81-B31C-6F61-684E-9B16D1CE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1"/>
            <a:stretch>
              <a:fillRect/>
            </a:stretch>
          </p:blipFill>
          <p:spPr>
            <a:xfrm>
              <a:off x="11613490" y="4621388"/>
              <a:ext cx="550335" cy="493888"/>
            </a:xfrm>
            <a:custGeom>
              <a:avLst/>
              <a:gdLst>
                <a:gd name="connsiteX0" fmla="*/ 1646 w 550335"/>
                <a:gd name="connsiteY0" fmla="*/ 655 h 493888"/>
                <a:gd name="connsiteX1" fmla="*/ 551982 w 550335"/>
                <a:gd name="connsiteY1" fmla="*/ 655 h 493888"/>
                <a:gd name="connsiteX2" fmla="*/ 551982 w 550335"/>
                <a:gd name="connsiteY2" fmla="*/ 494544 h 493888"/>
                <a:gd name="connsiteX3" fmla="*/ 1646 w 550335"/>
                <a:gd name="connsiteY3" fmla="*/ 4945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493888">
                  <a:moveTo>
                    <a:pt x="1646" y="655"/>
                  </a:moveTo>
                  <a:lnTo>
                    <a:pt x="551982" y="655"/>
                  </a:lnTo>
                  <a:lnTo>
                    <a:pt x="551982" y="494544"/>
                  </a:lnTo>
                  <a:lnTo>
                    <a:pt x="1646" y="494544"/>
                  </a:lnTo>
                  <a:close/>
                </a:path>
              </a:pathLst>
            </a:custGeom>
          </p:spPr>
        </p:pic>
        <p:pic>
          <p:nvPicPr>
            <p:cNvPr id="1188" name="그림 1187">
              <a:extLst>
                <a:ext uri="{FF2B5EF4-FFF2-40B4-BE49-F238E27FC236}">
                  <a16:creationId xmlns:a16="http://schemas.microsoft.com/office/drawing/2014/main" id="{B424C813-26C1-6BAB-E580-C8EA8AF68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2"/>
            <a:stretch>
              <a:fillRect/>
            </a:stretch>
          </p:blipFill>
          <p:spPr>
            <a:xfrm>
              <a:off x="9094646" y="3520722"/>
              <a:ext cx="254000" cy="416277"/>
            </a:xfrm>
            <a:custGeom>
              <a:avLst/>
              <a:gdLst>
                <a:gd name="connsiteX0" fmla="*/ 1289 w 254000"/>
                <a:gd name="connsiteY0" fmla="*/ 499 h 416277"/>
                <a:gd name="connsiteX1" fmla="*/ 255290 w 254000"/>
                <a:gd name="connsiteY1" fmla="*/ 499 h 416277"/>
                <a:gd name="connsiteX2" fmla="*/ 255290 w 254000"/>
                <a:gd name="connsiteY2" fmla="*/ 416777 h 416277"/>
                <a:gd name="connsiteX3" fmla="*/ 1289 w 254000"/>
                <a:gd name="connsiteY3" fmla="*/ 416777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416277">
                  <a:moveTo>
                    <a:pt x="1289" y="499"/>
                  </a:moveTo>
                  <a:lnTo>
                    <a:pt x="255290" y="499"/>
                  </a:lnTo>
                  <a:lnTo>
                    <a:pt x="255290" y="416777"/>
                  </a:lnTo>
                  <a:lnTo>
                    <a:pt x="1289" y="416777"/>
                  </a:lnTo>
                  <a:close/>
                </a:path>
              </a:pathLst>
            </a:custGeom>
          </p:spPr>
        </p:pic>
        <p:pic>
          <p:nvPicPr>
            <p:cNvPr id="1189" name="그림 1188">
              <a:extLst>
                <a:ext uri="{FF2B5EF4-FFF2-40B4-BE49-F238E27FC236}">
                  <a16:creationId xmlns:a16="http://schemas.microsoft.com/office/drawing/2014/main" id="{F1FFD2AE-E72E-99ED-3203-CED48F808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3"/>
            <a:stretch>
              <a:fillRect/>
            </a:stretch>
          </p:blipFill>
          <p:spPr>
            <a:xfrm>
              <a:off x="9623815" y="3725333"/>
              <a:ext cx="352779" cy="627944"/>
            </a:xfrm>
            <a:custGeom>
              <a:avLst/>
              <a:gdLst>
                <a:gd name="connsiteX0" fmla="*/ 1364 w 352779"/>
                <a:gd name="connsiteY0" fmla="*/ 528 h 627944"/>
                <a:gd name="connsiteX1" fmla="*/ 354143 w 352779"/>
                <a:gd name="connsiteY1" fmla="*/ 528 h 627944"/>
                <a:gd name="connsiteX2" fmla="*/ 354143 w 352779"/>
                <a:gd name="connsiteY2" fmla="*/ 628472 h 627944"/>
                <a:gd name="connsiteX3" fmla="*/ 1364 w 352779"/>
                <a:gd name="connsiteY3" fmla="*/ 628472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627944">
                  <a:moveTo>
                    <a:pt x="1364" y="528"/>
                  </a:moveTo>
                  <a:lnTo>
                    <a:pt x="354143" y="528"/>
                  </a:lnTo>
                  <a:lnTo>
                    <a:pt x="354143" y="628472"/>
                  </a:lnTo>
                  <a:lnTo>
                    <a:pt x="1364" y="628472"/>
                  </a:lnTo>
                  <a:close/>
                </a:path>
              </a:pathLst>
            </a:custGeom>
          </p:spPr>
        </p:pic>
        <p:pic>
          <p:nvPicPr>
            <p:cNvPr id="1190" name="그림 1189">
              <a:extLst>
                <a:ext uri="{FF2B5EF4-FFF2-40B4-BE49-F238E27FC236}">
                  <a16:creationId xmlns:a16="http://schemas.microsoft.com/office/drawing/2014/main" id="{C37829D8-A632-D87E-146A-D48B4CBD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4"/>
            <a:stretch>
              <a:fillRect/>
            </a:stretch>
          </p:blipFill>
          <p:spPr>
            <a:xfrm>
              <a:off x="9616760" y="4120444"/>
              <a:ext cx="183445" cy="232833"/>
            </a:xfrm>
            <a:custGeom>
              <a:avLst/>
              <a:gdLst>
                <a:gd name="connsiteX0" fmla="*/ 1363 w 183445"/>
                <a:gd name="connsiteY0" fmla="*/ 584 h 232833"/>
                <a:gd name="connsiteX1" fmla="*/ 184808 w 183445"/>
                <a:gd name="connsiteY1" fmla="*/ 584 h 232833"/>
                <a:gd name="connsiteX2" fmla="*/ 184808 w 183445"/>
                <a:gd name="connsiteY2" fmla="*/ 233417 h 232833"/>
                <a:gd name="connsiteX3" fmla="*/ 1363 w 183445"/>
                <a:gd name="connsiteY3" fmla="*/ 23341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32833">
                  <a:moveTo>
                    <a:pt x="1363" y="584"/>
                  </a:moveTo>
                  <a:lnTo>
                    <a:pt x="184808" y="584"/>
                  </a:lnTo>
                  <a:lnTo>
                    <a:pt x="184808" y="233417"/>
                  </a:lnTo>
                  <a:lnTo>
                    <a:pt x="1363" y="233417"/>
                  </a:lnTo>
                  <a:close/>
                </a:path>
              </a:pathLst>
            </a:custGeom>
          </p:spPr>
        </p:pic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1986C6E2-DA6B-72A8-B579-9F5AB8756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5"/>
            <a:stretch>
              <a:fillRect/>
            </a:stretch>
          </p:blipFill>
          <p:spPr>
            <a:xfrm>
              <a:off x="9786094" y="3605388"/>
              <a:ext cx="246945" cy="529166"/>
            </a:xfrm>
            <a:custGeom>
              <a:avLst/>
              <a:gdLst>
                <a:gd name="connsiteX0" fmla="*/ 1387 w 246945"/>
                <a:gd name="connsiteY0" fmla="*/ 511 h 529166"/>
                <a:gd name="connsiteX1" fmla="*/ 248332 w 246945"/>
                <a:gd name="connsiteY1" fmla="*/ 511 h 529166"/>
                <a:gd name="connsiteX2" fmla="*/ 248332 w 246945"/>
                <a:gd name="connsiteY2" fmla="*/ 529678 h 529166"/>
                <a:gd name="connsiteX3" fmla="*/ 1387 w 246945"/>
                <a:gd name="connsiteY3" fmla="*/ 529678 h 52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529166">
                  <a:moveTo>
                    <a:pt x="1387" y="511"/>
                  </a:moveTo>
                  <a:lnTo>
                    <a:pt x="248332" y="511"/>
                  </a:lnTo>
                  <a:lnTo>
                    <a:pt x="248332" y="529678"/>
                  </a:lnTo>
                  <a:lnTo>
                    <a:pt x="1387" y="529678"/>
                  </a:lnTo>
                  <a:close/>
                </a:path>
              </a:pathLst>
            </a:custGeom>
          </p:spPr>
        </p:pic>
        <p:pic>
          <p:nvPicPr>
            <p:cNvPr id="1192" name="그림 1191">
              <a:extLst>
                <a:ext uri="{FF2B5EF4-FFF2-40B4-BE49-F238E27FC236}">
                  <a16:creationId xmlns:a16="http://schemas.microsoft.com/office/drawing/2014/main" id="{BCE4F447-0C03-B018-098E-4D358E43F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6"/>
            <a:stretch>
              <a:fillRect/>
            </a:stretch>
          </p:blipFill>
          <p:spPr>
            <a:xfrm>
              <a:off x="9786094" y="3725333"/>
              <a:ext cx="190500" cy="409222"/>
            </a:xfrm>
            <a:custGeom>
              <a:avLst/>
              <a:gdLst>
                <a:gd name="connsiteX0" fmla="*/ 1387 w 190500"/>
                <a:gd name="connsiteY0" fmla="*/ 528 h 409222"/>
                <a:gd name="connsiteX1" fmla="*/ 191888 w 190500"/>
                <a:gd name="connsiteY1" fmla="*/ 528 h 409222"/>
                <a:gd name="connsiteX2" fmla="*/ 191888 w 190500"/>
                <a:gd name="connsiteY2" fmla="*/ 409750 h 409222"/>
                <a:gd name="connsiteX3" fmla="*/ 1387 w 190500"/>
                <a:gd name="connsiteY3" fmla="*/ 409750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409222">
                  <a:moveTo>
                    <a:pt x="1387" y="528"/>
                  </a:moveTo>
                  <a:lnTo>
                    <a:pt x="191888" y="528"/>
                  </a:lnTo>
                  <a:lnTo>
                    <a:pt x="191888" y="409750"/>
                  </a:lnTo>
                  <a:lnTo>
                    <a:pt x="1387" y="409750"/>
                  </a:lnTo>
                  <a:close/>
                </a:path>
              </a:pathLst>
            </a:custGeom>
          </p:spPr>
        </p:pic>
        <p:pic>
          <p:nvPicPr>
            <p:cNvPr id="1193" name="그림 1192">
              <a:extLst>
                <a:ext uri="{FF2B5EF4-FFF2-40B4-BE49-F238E27FC236}">
                  <a16:creationId xmlns:a16="http://schemas.microsoft.com/office/drawing/2014/main" id="{0C61D3DA-B13C-7F9B-DE73-0CEEEDC03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7"/>
            <a:stretch>
              <a:fillRect/>
            </a:stretch>
          </p:blipFill>
          <p:spPr>
            <a:xfrm>
              <a:off x="9743760" y="3824111"/>
              <a:ext cx="324556" cy="275166"/>
            </a:xfrm>
            <a:custGeom>
              <a:avLst/>
              <a:gdLst>
                <a:gd name="connsiteX0" fmla="*/ 1381 w 324556"/>
                <a:gd name="connsiteY0" fmla="*/ 542 h 275166"/>
                <a:gd name="connsiteX1" fmla="*/ 325938 w 324556"/>
                <a:gd name="connsiteY1" fmla="*/ 542 h 275166"/>
                <a:gd name="connsiteX2" fmla="*/ 325938 w 324556"/>
                <a:gd name="connsiteY2" fmla="*/ 275709 h 275166"/>
                <a:gd name="connsiteX3" fmla="*/ 1381 w 324556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75166">
                  <a:moveTo>
                    <a:pt x="1381" y="542"/>
                  </a:moveTo>
                  <a:lnTo>
                    <a:pt x="325938" y="542"/>
                  </a:lnTo>
                  <a:lnTo>
                    <a:pt x="325938" y="275709"/>
                  </a:lnTo>
                  <a:lnTo>
                    <a:pt x="1381" y="275709"/>
                  </a:lnTo>
                  <a:close/>
                </a:path>
              </a:pathLst>
            </a:custGeom>
          </p:spPr>
        </p:pic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C58111A1-6CBB-DC3C-7E5B-D93129714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8"/>
            <a:stretch>
              <a:fillRect/>
            </a:stretch>
          </p:blipFill>
          <p:spPr>
            <a:xfrm>
              <a:off x="10054206" y="3824111"/>
              <a:ext cx="119944" cy="275166"/>
            </a:xfrm>
            <a:custGeom>
              <a:avLst/>
              <a:gdLst>
                <a:gd name="connsiteX0" fmla="*/ 1425 w 119944"/>
                <a:gd name="connsiteY0" fmla="*/ 542 h 275166"/>
                <a:gd name="connsiteX1" fmla="*/ 121370 w 119944"/>
                <a:gd name="connsiteY1" fmla="*/ 542 h 275166"/>
                <a:gd name="connsiteX2" fmla="*/ 121370 w 119944"/>
                <a:gd name="connsiteY2" fmla="*/ 275709 h 275166"/>
                <a:gd name="connsiteX3" fmla="*/ 1425 w 119944"/>
                <a:gd name="connsiteY3" fmla="*/ 275709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75166">
                  <a:moveTo>
                    <a:pt x="1425" y="542"/>
                  </a:moveTo>
                  <a:lnTo>
                    <a:pt x="121370" y="542"/>
                  </a:lnTo>
                  <a:lnTo>
                    <a:pt x="121370" y="275709"/>
                  </a:lnTo>
                  <a:lnTo>
                    <a:pt x="1425" y="275709"/>
                  </a:lnTo>
                  <a:close/>
                </a:path>
              </a:pathLst>
            </a:custGeom>
          </p:spPr>
        </p:pic>
        <p:pic>
          <p:nvPicPr>
            <p:cNvPr id="1195" name="그림 1194">
              <a:extLst>
                <a:ext uri="{FF2B5EF4-FFF2-40B4-BE49-F238E27FC236}">
                  <a16:creationId xmlns:a16="http://schemas.microsoft.com/office/drawing/2014/main" id="{9E0D931E-509B-1D31-5520-FA5F9A522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9"/>
            <a:stretch>
              <a:fillRect/>
            </a:stretch>
          </p:blipFill>
          <p:spPr>
            <a:xfrm>
              <a:off x="11373600" y="4325055"/>
              <a:ext cx="296334" cy="578555"/>
            </a:xfrm>
            <a:custGeom>
              <a:avLst/>
              <a:gdLst>
                <a:gd name="connsiteX0" fmla="*/ 1612 w 296334"/>
                <a:gd name="connsiteY0" fmla="*/ 613 h 578555"/>
                <a:gd name="connsiteX1" fmla="*/ 297947 w 296334"/>
                <a:gd name="connsiteY1" fmla="*/ 613 h 578555"/>
                <a:gd name="connsiteX2" fmla="*/ 297947 w 296334"/>
                <a:gd name="connsiteY2" fmla="*/ 579169 h 578555"/>
                <a:gd name="connsiteX3" fmla="*/ 1612 w 296334"/>
                <a:gd name="connsiteY3" fmla="*/ 579169 h 578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78555">
                  <a:moveTo>
                    <a:pt x="1612" y="613"/>
                  </a:moveTo>
                  <a:lnTo>
                    <a:pt x="297947" y="613"/>
                  </a:lnTo>
                  <a:lnTo>
                    <a:pt x="297947" y="579169"/>
                  </a:lnTo>
                  <a:lnTo>
                    <a:pt x="1612" y="579169"/>
                  </a:lnTo>
                  <a:close/>
                </a:path>
              </a:pathLst>
            </a:custGeom>
          </p:spPr>
        </p:pic>
        <p:pic>
          <p:nvPicPr>
            <p:cNvPr id="1196" name="그림 1195">
              <a:extLst>
                <a:ext uri="{FF2B5EF4-FFF2-40B4-BE49-F238E27FC236}">
                  <a16:creationId xmlns:a16="http://schemas.microsoft.com/office/drawing/2014/main" id="{B0668EF4-560B-4259-01AF-99D5F6F4E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0"/>
            <a:stretch>
              <a:fillRect/>
            </a:stretch>
          </p:blipFill>
          <p:spPr>
            <a:xfrm>
              <a:off x="11655823" y="3781777"/>
              <a:ext cx="444501" cy="557388"/>
            </a:xfrm>
            <a:custGeom>
              <a:avLst/>
              <a:gdLst>
                <a:gd name="connsiteX0" fmla="*/ 1652 w 444501"/>
                <a:gd name="connsiteY0" fmla="*/ 536 h 557388"/>
                <a:gd name="connsiteX1" fmla="*/ 446154 w 444501"/>
                <a:gd name="connsiteY1" fmla="*/ 536 h 557388"/>
                <a:gd name="connsiteX2" fmla="*/ 446154 w 444501"/>
                <a:gd name="connsiteY2" fmla="*/ 557925 h 557388"/>
                <a:gd name="connsiteX3" fmla="*/ 1652 w 444501"/>
                <a:gd name="connsiteY3" fmla="*/ 557925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557388">
                  <a:moveTo>
                    <a:pt x="1652" y="536"/>
                  </a:moveTo>
                  <a:lnTo>
                    <a:pt x="446154" y="536"/>
                  </a:lnTo>
                  <a:lnTo>
                    <a:pt x="446154" y="557925"/>
                  </a:lnTo>
                  <a:lnTo>
                    <a:pt x="1652" y="557925"/>
                  </a:lnTo>
                  <a:close/>
                </a:path>
              </a:pathLst>
            </a:custGeom>
          </p:spPr>
        </p:pic>
        <p:pic>
          <p:nvPicPr>
            <p:cNvPr id="1197" name="그림 1196">
              <a:extLst>
                <a:ext uri="{FF2B5EF4-FFF2-40B4-BE49-F238E27FC236}">
                  <a16:creationId xmlns:a16="http://schemas.microsoft.com/office/drawing/2014/main" id="{E83575F5-A367-5FA1-E02C-87182234E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1"/>
            <a:stretch>
              <a:fillRect/>
            </a:stretch>
          </p:blipFill>
          <p:spPr>
            <a:xfrm>
              <a:off x="12001547" y="3598333"/>
              <a:ext cx="204611" cy="606777"/>
            </a:xfrm>
            <a:custGeom>
              <a:avLst/>
              <a:gdLst>
                <a:gd name="connsiteX0" fmla="*/ 1701 w 204611"/>
                <a:gd name="connsiteY0" fmla="*/ 510 h 606777"/>
                <a:gd name="connsiteX1" fmla="*/ 206313 w 204611"/>
                <a:gd name="connsiteY1" fmla="*/ 510 h 606777"/>
                <a:gd name="connsiteX2" fmla="*/ 206313 w 204611"/>
                <a:gd name="connsiteY2" fmla="*/ 607288 h 606777"/>
                <a:gd name="connsiteX3" fmla="*/ 1701 w 204611"/>
                <a:gd name="connsiteY3" fmla="*/ 607288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06777">
                  <a:moveTo>
                    <a:pt x="1701" y="510"/>
                  </a:moveTo>
                  <a:lnTo>
                    <a:pt x="206313" y="510"/>
                  </a:lnTo>
                  <a:lnTo>
                    <a:pt x="206313" y="607288"/>
                  </a:lnTo>
                  <a:lnTo>
                    <a:pt x="1701" y="607288"/>
                  </a:lnTo>
                  <a:close/>
                </a:path>
              </a:pathLst>
            </a:custGeom>
          </p:spPr>
        </p:pic>
        <p:pic>
          <p:nvPicPr>
            <p:cNvPr id="1198" name="그림 1197">
              <a:extLst>
                <a:ext uri="{FF2B5EF4-FFF2-40B4-BE49-F238E27FC236}">
                  <a16:creationId xmlns:a16="http://schemas.microsoft.com/office/drawing/2014/main" id="{C23427A1-47D1-B771-D519-327B55EC2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2"/>
            <a:stretch>
              <a:fillRect/>
            </a:stretch>
          </p:blipFill>
          <p:spPr>
            <a:xfrm>
              <a:off x="12001547" y="4191000"/>
              <a:ext cx="162278" cy="444500"/>
            </a:xfrm>
            <a:custGeom>
              <a:avLst/>
              <a:gdLst>
                <a:gd name="connsiteX0" fmla="*/ 1701 w 162278"/>
                <a:gd name="connsiteY0" fmla="*/ 594 h 444500"/>
                <a:gd name="connsiteX1" fmla="*/ 163979 w 162278"/>
                <a:gd name="connsiteY1" fmla="*/ 594 h 444500"/>
                <a:gd name="connsiteX2" fmla="*/ 163979 w 162278"/>
                <a:gd name="connsiteY2" fmla="*/ 445094 h 444500"/>
                <a:gd name="connsiteX3" fmla="*/ 1701 w 162278"/>
                <a:gd name="connsiteY3" fmla="*/ 445094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44500">
                  <a:moveTo>
                    <a:pt x="1701" y="594"/>
                  </a:moveTo>
                  <a:lnTo>
                    <a:pt x="163979" y="594"/>
                  </a:lnTo>
                  <a:lnTo>
                    <a:pt x="163979" y="445094"/>
                  </a:lnTo>
                  <a:lnTo>
                    <a:pt x="1701" y="445094"/>
                  </a:lnTo>
                  <a:close/>
                </a:path>
              </a:pathLst>
            </a:custGeom>
          </p:spPr>
        </p:pic>
        <p:pic>
          <p:nvPicPr>
            <p:cNvPr id="1199" name="그림 1198">
              <a:extLst>
                <a:ext uri="{FF2B5EF4-FFF2-40B4-BE49-F238E27FC236}">
                  <a16:creationId xmlns:a16="http://schemas.microsoft.com/office/drawing/2014/main" id="{D4801077-49FA-2A0D-3434-2263F34AB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3"/>
            <a:stretch>
              <a:fillRect/>
            </a:stretch>
          </p:blipFill>
          <p:spPr>
            <a:xfrm>
              <a:off x="9779038" y="3111500"/>
              <a:ext cx="162278" cy="451555"/>
            </a:xfrm>
            <a:custGeom>
              <a:avLst/>
              <a:gdLst>
                <a:gd name="connsiteX0" fmla="*/ 1386 w 162278"/>
                <a:gd name="connsiteY0" fmla="*/ 441 h 451555"/>
                <a:gd name="connsiteX1" fmla="*/ 163664 w 162278"/>
                <a:gd name="connsiteY1" fmla="*/ 441 h 451555"/>
                <a:gd name="connsiteX2" fmla="*/ 163664 w 162278"/>
                <a:gd name="connsiteY2" fmla="*/ 451997 h 451555"/>
                <a:gd name="connsiteX3" fmla="*/ 1386 w 162278"/>
                <a:gd name="connsiteY3" fmla="*/ 451997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451555">
                  <a:moveTo>
                    <a:pt x="1386" y="441"/>
                  </a:moveTo>
                  <a:lnTo>
                    <a:pt x="163664" y="441"/>
                  </a:lnTo>
                  <a:lnTo>
                    <a:pt x="163664" y="451997"/>
                  </a:lnTo>
                  <a:lnTo>
                    <a:pt x="1386" y="451997"/>
                  </a:lnTo>
                  <a:close/>
                </a:path>
              </a:pathLst>
            </a:custGeom>
          </p:spPr>
        </p:pic>
        <p:pic>
          <p:nvPicPr>
            <p:cNvPr id="1200" name="그림 1199">
              <a:extLst>
                <a:ext uri="{FF2B5EF4-FFF2-40B4-BE49-F238E27FC236}">
                  <a16:creationId xmlns:a16="http://schemas.microsoft.com/office/drawing/2014/main" id="{32D482CF-EAB6-A8FA-2DAE-7B0366A37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4"/>
            <a:stretch>
              <a:fillRect/>
            </a:stretch>
          </p:blipFill>
          <p:spPr>
            <a:xfrm>
              <a:off x="9962483" y="3605388"/>
              <a:ext cx="77611" cy="134055"/>
            </a:xfrm>
            <a:custGeom>
              <a:avLst/>
              <a:gdLst>
                <a:gd name="connsiteX0" fmla="*/ 1412 w 77611"/>
                <a:gd name="connsiteY0" fmla="*/ 511 h 134055"/>
                <a:gd name="connsiteX1" fmla="*/ 79023 w 77611"/>
                <a:gd name="connsiteY1" fmla="*/ 511 h 134055"/>
                <a:gd name="connsiteX2" fmla="*/ 79023 w 77611"/>
                <a:gd name="connsiteY2" fmla="*/ 134567 h 134055"/>
                <a:gd name="connsiteX3" fmla="*/ 1412 w 77611"/>
                <a:gd name="connsiteY3" fmla="*/ 134567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134055">
                  <a:moveTo>
                    <a:pt x="1412" y="511"/>
                  </a:moveTo>
                  <a:lnTo>
                    <a:pt x="79023" y="511"/>
                  </a:lnTo>
                  <a:lnTo>
                    <a:pt x="79023" y="134567"/>
                  </a:lnTo>
                  <a:lnTo>
                    <a:pt x="1412" y="134567"/>
                  </a:lnTo>
                  <a:close/>
                </a:path>
              </a:pathLst>
            </a:custGeom>
          </p:spPr>
        </p:pic>
        <p:pic>
          <p:nvPicPr>
            <p:cNvPr id="1201" name="그림 1200">
              <a:extLst>
                <a:ext uri="{FF2B5EF4-FFF2-40B4-BE49-F238E27FC236}">
                  <a16:creationId xmlns:a16="http://schemas.microsoft.com/office/drawing/2014/main" id="{CDD1B924-7C15-E0DE-E5AF-3F6EFE917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5"/>
            <a:stretch>
              <a:fillRect/>
            </a:stretch>
          </p:blipFill>
          <p:spPr>
            <a:xfrm>
              <a:off x="10018928" y="3316111"/>
              <a:ext cx="127000" cy="303388"/>
            </a:xfrm>
            <a:custGeom>
              <a:avLst/>
              <a:gdLst>
                <a:gd name="connsiteX0" fmla="*/ 1420 w 127000"/>
                <a:gd name="connsiteY0" fmla="*/ 470 h 303388"/>
                <a:gd name="connsiteX1" fmla="*/ 128421 w 127000"/>
                <a:gd name="connsiteY1" fmla="*/ 470 h 303388"/>
                <a:gd name="connsiteX2" fmla="*/ 128421 w 127000"/>
                <a:gd name="connsiteY2" fmla="*/ 303859 h 303388"/>
                <a:gd name="connsiteX3" fmla="*/ 1420 w 127000"/>
                <a:gd name="connsiteY3" fmla="*/ 30385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03388">
                  <a:moveTo>
                    <a:pt x="1420" y="470"/>
                  </a:moveTo>
                  <a:lnTo>
                    <a:pt x="128421" y="470"/>
                  </a:lnTo>
                  <a:lnTo>
                    <a:pt x="128421" y="303859"/>
                  </a:lnTo>
                  <a:lnTo>
                    <a:pt x="1420" y="303859"/>
                  </a:lnTo>
                  <a:close/>
                </a:path>
              </a:pathLst>
            </a:custGeom>
          </p:spPr>
        </p:pic>
        <p:pic>
          <p:nvPicPr>
            <p:cNvPr id="1202" name="그림 1201">
              <a:extLst>
                <a:ext uri="{FF2B5EF4-FFF2-40B4-BE49-F238E27FC236}">
                  <a16:creationId xmlns:a16="http://schemas.microsoft.com/office/drawing/2014/main" id="{CB5E1AC8-09EF-CE5D-86A3-6ED67235E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6"/>
            <a:stretch>
              <a:fillRect/>
            </a:stretch>
          </p:blipFill>
          <p:spPr>
            <a:xfrm>
              <a:off x="10131817" y="2617611"/>
              <a:ext cx="183445" cy="712611"/>
            </a:xfrm>
            <a:custGeom>
              <a:avLst/>
              <a:gdLst>
                <a:gd name="connsiteX0" fmla="*/ 1436 w 183445"/>
                <a:gd name="connsiteY0" fmla="*/ 371 h 712611"/>
                <a:gd name="connsiteX1" fmla="*/ 184881 w 183445"/>
                <a:gd name="connsiteY1" fmla="*/ 371 h 712611"/>
                <a:gd name="connsiteX2" fmla="*/ 184881 w 183445"/>
                <a:gd name="connsiteY2" fmla="*/ 712982 h 712611"/>
                <a:gd name="connsiteX3" fmla="*/ 1436 w 183445"/>
                <a:gd name="connsiteY3" fmla="*/ 712982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712611">
                  <a:moveTo>
                    <a:pt x="1436" y="371"/>
                  </a:moveTo>
                  <a:lnTo>
                    <a:pt x="184881" y="371"/>
                  </a:lnTo>
                  <a:lnTo>
                    <a:pt x="184881" y="712982"/>
                  </a:lnTo>
                  <a:lnTo>
                    <a:pt x="1436" y="712982"/>
                  </a:lnTo>
                  <a:close/>
                </a:path>
              </a:pathLst>
            </a:custGeom>
          </p:spPr>
        </p:pic>
        <p:pic>
          <p:nvPicPr>
            <p:cNvPr id="1203" name="그림 1202">
              <a:extLst>
                <a:ext uri="{FF2B5EF4-FFF2-40B4-BE49-F238E27FC236}">
                  <a16:creationId xmlns:a16="http://schemas.microsoft.com/office/drawing/2014/main" id="{7BBECCC6-170D-D1F6-6101-D05C29E6D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7"/>
            <a:stretch>
              <a:fillRect/>
            </a:stretch>
          </p:blipFill>
          <p:spPr>
            <a:xfrm>
              <a:off x="10131817" y="3076222"/>
              <a:ext cx="148167" cy="254000"/>
            </a:xfrm>
            <a:custGeom>
              <a:avLst/>
              <a:gdLst>
                <a:gd name="connsiteX0" fmla="*/ 1436 w 148167"/>
                <a:gd name="connsiteY0" fmla="*/ 436 h 254000"/>
                <a:gd name="connsiteX1" fmla="*/ 149603 w 148167"/>
                <a:gd name="connsiteY1" fmla="*/ 436 h 254000"/>
                <a:gd name="connsiteX2" fmla="*/ 149603 w 148167"/>
                <a:gd name="connsiteY2" fmla="*/ 254436 h 254000"/>
                <a:gd name="connsiteX3" fmla="*/ 1436 w 148167"/>
                <a:gd name="connsiteY3" fmla="*/ 25443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54000">
                  <a:moveTo>
                    <a:pt x="1436" y="436"/>
                  </a:moveTo>
                  <a:lnTo>
                    <a:pt x="149603" y="436"/>
                  </a:lnTo>
                  <a:lnTo>
                    <a:pt x="149603" y="254436"/>
                  </a:lnTo>
                  <a:lnTo>
                    <a:pt x="1436" y="254436"/>
                  </a:lnTo>
                  <a:close/>
                </a:path>
              </a:pathLst>
            </a:custGeom>
          </p:spPr>
        </p:pic>
        <p:pic>
          <p:nvPicPr>
            <p:cNvPr id="1204" name="그림 1203">
              <a:extLst>
                <a:ext uri="{FF2B5EF4-FFF2-40B4-BE49-F238E27FC236}">
                  <a16:creationId xmlns:a16="http://schemas.microsoft.com/office/drawing/2014/main" id="{D135D827-5187-2777-E2EC-2E9F21069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8"/>
            <a:stretch>
              <a:fillRect/>
            </a:stretch>
          </p:blipFill>
          <p:spPr>
            <a:xfrm>
              <a:off x="10188262" y="2935111"/>
              <a:ext cx="91722" cy="155222"/>
            </a:xfrm>
            <a:custGeom>
              <a:avLst/>
              <a:gdLst>
                <a:gd name="connsiteX0" fmla="*/ 1444 w 91722"/>
                <a:gd name="connsiteY0" fmla="*/ 416 h 155222"/>
                <a:gd name="connsiteX1" fmla="*/ 93167 w 91722"/>
                <a:gd name="connsiteY1" fmla="*/ 416 h 155222"/>
                <a:gd name="connsiteX2" fmla="*/ 93167 w 91722"/>
                <a:gd name="connsiteY2" fmla="*/ 155638 h 155222"/>
                <a:gd name="connsiteX3" fmla="*/ 1444 w 91722"/>
                <a:gd name="connsiteY3" fmla="*/ 15563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55222">
                  <a:moveTo>
                    <a:pt x="1444" y="416"/>
                  </a:moveTo>
                  <a:lnTo>
                    <a:pt x="93167" y="416"/>
                  </a:lnTo>
                  <a:lnTo>
                    <a:pt x="93167" y="155638"/>
                  </a:lnTo>
                  <a:lnTo>
                    <a:pt x="1444" y="155638"/>
                  </a:lnTo>
                  <a:close/>
                </a:path>
              </a:pathLst>
            </a:custGeom>
          </p:spPr>
        </p:pic>
        <p:pic>
          <p:nvPicPr>
            <p:cNvPr id="1205" name="그림 1204">
              <a:extLst>
                <a:ext uri="{FF2B5EF4-FFF2-40B4-BE49-F238E27FC236}">
                  <a16:creationId xmlns:a16="http://schemas.microsoft.com/office/drawing/2014/main" id="{B0E147FA-32EA-0050-246F-DC37AD393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9"/>
            <a:stretch>
              <a:fillRect/>
            </a:stretch>
          </p:blipFill>
          <p:spPr>
            <a:xfrm>
              <a:off x="11952158" y="5432777"/>
              <a:ext cx="254000" cy="119944"/>
            </a:xfrm>
            <a:custGeom>
              <a:avLst/>
              <a:gdLst>
                <a:gd name="connsiteX0" fmla="*/ 1694 w 254000"/>
                <a:gd name="connsiteY0" fmla="*/ 770 h 119944"/>
                <a:gd name="connsiteX1" fmla="*/ 255695 w 254000"/>
                <a:gd name="connsiteY1" fmla="*/ 770 h 119944"/>
                <a:gd name="connsiteX2" fmla="*/ 255695 w 254000"/>
                <a:gd name="connsiteY2" fmla="*/ 120714 h 119944"/>
                <a:gd name="connsiteX3" fmla="*/ 1694 w 254000"/>
                <a:gd name="connsiteY3" fmla="*/ 120714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9944">
                  <a:moveTo>
                    <a:pt x="1694" y="770"/>
                  </a:moveTo>
                  <a:lnTo>
                    <a:pt x="255695" y="770"/>
                  </a:lnTo>
                  <a:lnTo>
                    <a:pt x="255695" y="120714"/>
                  </a:lnTo>
                  <a:lnTo>
                    <a:pt x="1694" y="120714"/>
                  </a:lnTo>
                  <a:close/>
                </a:path>
              </a:pathLst>
            </a:custGeom>
          </p:spPr>
        </p:pic>
        <p:pic>
          <p:nvPicPr>
            <p:cNvPr id="1206" name="그림 1205">
              <a:extLst>
                <a:ext uri="{FF2B5EF4-FFF2-40B4-BE49-F238E27FC236}">
                  <a16:creationId xmlns:a16="http://schemas.microsoft.com/office/drawing/2014/main" id="{09A172CD-1BC4-5192-2C97-D2BF8088A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0"/>
            <a:stretch>
              <a:fillRect/>
            </a:stretch>
          </p:blipFill>
          <p:spPr>
            <a:xfrm>
              <a:off x="12086214" y="3351388"/>
              <a:ext cx="119944" cy="444500"/>
            </a:xfrm>
            <a:custGeom>
              <a:avLst/>
              <a:gdLst>
                <a:gd name="connsiteX0" fmla="*/ 1713 w 119944"/>
                <a:gd name="connsiteY0" fmla="*/ 475 h 444500"/>
                <a:gd name="connsiteX1" fmla="*/ 121658 w 119944"/>
                <a:gd name="connsiteY1" fmla="*/ 475 h 444500"/>
                <a:gd name="connsiteX2" fmla="*/ 121658 w 119944"/>
                <a:gd name="connsiteY2" fmla="*/ 444975 h 444500"/>
                <a:gd name="connsiteX3" fmla="*/ 1713 w 119944"/>
                <a:gd name="connsiteY3" fmla="*/ 444975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444500">
                  <a:moveTo>
                    <a:pt x="1713" y="475"/>
                  </a:moveTo>
                  <a:lnTo>
                    <a:pt x="121658" y="475"/>
                  </a:lnTo>
                  <a:lnTo>
                    <a:pt x="121658" y="444975"/>
                  </a:lnTo>
                  <a:lnTo>
                    <a:pt x="1713" y="444975"/>
                  </a:lnTo>
                  <a:close/>
                </a:path>
              </a:pathLst>
            </a:custGeom>
          </p:spPr>
        </p:pic>
        <p:pic>
          <p:nvPicPr>
            <p:cNvPr id="1207" name="그림 1206">
              <a:extLst>
                <a:ext uri="{FF2B5EF4-FFF2-40B4-BE49-F238E27FC236}">
                  <a16:creationId xmlns:a16="http://schemas.microsoft.com/office/drawing/2014/main" id="{4030CD13-903B-DA5E-CFAA-ED34DAE0F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1"/>
            <a:stretch>
              <a:fillRect/>
            </a:stretch>
          </p:blipFill>
          <p:spPr>
            <a:xfrm>
              <a:off x="12086214" y="3591277"/>
              <a:ext cx="119944" cy="204611"/>
            </a:xfrm>
            <a:custGeom>
              <a:avLst/>
              <a:gdLst>
                <a:gd name="connsiteX0" fmla="*/ 1713 w 119944"/>
                <a:gd name="connsiteY0" fmla="*/ 509 h 204611"/>
                <a:gd name="connsiteX1" fmla="*/ 121658 w 119944"/>
                <a:gd name="connsiteY1" fmla="*/ 509 h 204611"/>
                <a:gd name="connsiteX2" fmla="*/ 121658 w 119944"/>
                <a:gd name="connsiteY2" fmla="*/ 205120 h 204611"/>
                <a:gd name="connsiteX3" fmla="*/ 1713 w 119944"/>
                <a:gd name="connsiteY3" fmla="*/ 205120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04611">
                  <a:moveTo>
                    <a:pt x="1713" y="509"/>
                  </a:moveTo>
                  <a:lnTo>
                    <a:pt x="121658" y="509"/>
                  </a:lnTo>
                  <a:lnTo>
                    <a:pt x="121658" y="205120"/>
                  </a:lnTo>
                  <a:lnTo>
                    <a:pt x="1713" y="205120"/>
                  </a:lnTo>
                  <a:close/>
                </a:path>
              </a:pathLst>
            </a:custGeom>
          </p:spPr>
        </p:pic>
        <p:pic>
          <p:nvPicPr>
            <p:cNvPr id="1208" name="그림 1207">
              <a:extLst>
                <a:ext uri="{FF2B5EF4-FFF2-40B4-BE49-F238E27FC236}">
                  <a16:creationId xmlns:a16="http://schemas.microsoft.com/office/drawing/2014/main" id="{2806BA7B-351A-C5C6-BA7D-7CD624664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2"/>
            <a:stretch>
              <a:fillRect/>
            </a:stretch>
          </p:blipFill>
          <p:spPr>
            <a:xfrm>
              <a:off x="9863705" y="2554111"/>
              <a:ext cx="183445" cy="416277"/>
            </a:xfrm>
            <a:custGeom>
              <a:avLst/>
              <a:gdLst>
                <a:gd name="connsiteX0" fmla="*/ 1398 w 183445"/>
                <a:gd name="connsiteY0" fmla="*/ 362 h 416277"/>
                <a:gd name="connsiteX1" fmla="*/ 184843 w 183445"/>
                <a:gd name="connsiteY1" fmla="*/ 362 h 416277"/>
                <a:gd name="connsiteX2" fmla="*/ 184843 w 183445"/>
                <a:gd name="connsiteY2" fmla="*/ 416640 h 416277"/>
                <a:gd name="connsiteX3" fmla="*/ 1398 w 183445"/>
                <a:gd name="connsiteY3" fmla="*/ 41664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416277">
                  <a:moveTo>
                    <a:pt x="1398" y="362"/>
                  </a:moveTo>
                  <a:lnTo>
                    <a:pt x="184843" y="362"/>
                  </a:lnTo>
                  <a:lnTo>
                    <a:pt x="184843" y="416640"/>
                  </a:lnTo>
                  <a:lnTo>
                    <a:pt x="1398" y="416640"/>
                  </a:lnTo>
                  <a:close/>
                </a:path>
              </a:pathLst>
            </a:custGeom>
          </p:spPr>
        </p:pic>
        <p:pic>
          <p:nvPicPr>
            <p:cNvPr id="1209" name="그림 1208">
              <a:extLst>
                <a:ext uri="{FF2B5EF4-FFF2-40B4-BE49-F238E27FC236}">
                  <a16:creationId xmlns:a16="http://schemas.microsoft.com/office/drawing/2014/main" id="{D020A313-9DFB-706E-85B4-DF9113CEE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3"/>
            <a:stretch>
              <a:fillRect/>
            </a:stretch>
          </p:blipFill>
          <p:spPr>
            <a:xfrm>
              <a:off x="9856649" y="2949222"/>
              <a:ext cx="91722" cy="176388"/>
            </a:xfrm>
            <a:custGeom>
              <a:avLst/>
              <a:gdLst>
                <a:gd name="connsiteX0" fmla="*/ 1397 w 91722"/>
                <a:gd name="connsiteY0" fmla="*/ 418 h 176388"/>
                <a:gd name="connsiteX1" fmla="*/ 93120 w 91722"/>
                <a:gd name="connsiteY1" fmla="*/ 418 h 176388"/>
                <a:gd name="connsiteX2" fmla="*/ 93120 w 91722"/>
                <a:gd name="connsiteY2" fmla="*/ 176807 h 176388"/>
                <a:gd name="connsiteX3" fmla="*/ 1397 w 91722"/>
                <a:gd name="connsiteY3" fmla="*/ 176807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76388">
                  <a:moveTo>
                    <a:pt x="1397" y="418"/>
                  </a:moveTo>
                  <a:lnTo>
                    <a:pt x="93120" y="418"/>
                  </a:lnTo>
                  <a:lnTo>
                    <a:pt x="93120" y="176807"/>
                  </a:lnTo>
                  <a:lnTo>
                    <a:pt x="1397" y="176807"/>
                  </a:lnTo>
                  <a:close/>
                </a:path>
              </a:pathLst>
            </a:custGeom>
          </p:spPr>
        </p:pic>
        <p:pic>
          <p:nvPicPr>
            <p:cNvPr id="1210" name="그림 1209">
              <a:extLst>
                <a:ext uri="{FF2B5EF4-FFF2-40B4-BE49-F238E27FC236}">
                  <a16:creationId xmlns:a16="http://schemas.microsoft.com/office/drawing/2014/main" id="{DF321110-C8A8-614E-6544-8D88FE360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4"/>
            <a:stretch>
              <a:fillRect/>
            </a:stretch>
          </p:blipFill>
          <p:spPr>
            <a:xfrm>
              <a:off x="10209429" y="2434166"/>
              <a:ext cx="169333" cy="430388"/>
            </a:xfrm>
            <a:custGeom>
              <a:avLst/>
              <a:gdLst>
                <a:gd name="connsiteX0" fmla="*/ 1447 w 169333"/>
                <a:gd name="connsiteY0" fmla="*/ 345 h 430388"/>
                <a:gd name="connsiteX1" fmla="*/ 170781 w 169333"/>
                <a:gd name="connsiteY1" fmla="*/ 345 h 430388"/>
                <a:gd name="connsiteX2" fmla="*/ 170781 w 169333"/>
                <a:gd name="connsiteY2" fmla="*/ 430734 h 430388"/>
                <a:gd name="connsiteX3" fmla="*/ 1447 w 169333"/>
                <a:gd name="connsiteY3" fmla="*/ 430734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30388">
                  <a:moveTo>
                    <a:pt x="1447" y="345"/>
                  </a:moveTo>
                  <a:lnTo>
                    <a:pt x="170781" y="345"/>
                  </a:lnTo>
                  <a:lnTo>
                    <a:pt x="170781" y="430734"/>
                  </a:lnTo>
                  <a:lnTo>
                    <a:pt x="1447" y="430734"/>
                  </a:lnTo>
                  <a:close/>
                </a:path>
              </a:pathLst>
            </a:custGeom>
          </p:spPr>
        </p:pic>
        <p:pic>
          <p:nvPicPr>
            <p:cNvPr id="1211" name="그림 1210">
              <a:extLst>
                <a:ext uri="{FF2B5EF4-FFF2-40B4-BE49-F238E27FC236}">
                  <a16:creationId xmlns:a16="http://schemas.microsoft.com/office/drawing/2014/main" id="{BFD4F67C-BA2D-4FE2-D6AC-A5BB6C232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209429" y="2723444"/>
              <a:ext cx="91722" cy="141111"/>
            </a:xfrm>
            <a:custGeom>
              <a:avLst/>
              <a:gdLst>
                <a:gd name="connsiteX0" fmla="*/ 1447 w 91722"/>
                <a:gd name="connsiteY0" fmla="*/ 386 h 141111"/>
                <a:gd name="connsiteX1" fmla="*/ 93170 w 91722"/>
                <a:gd name="connsiteY1" fmla="*/ 386 h 141111"/>
                <a:gd name="connsiteX2" fmla="*/ 93170 w 91722"/>
                <a:gd name="connsiteY2" fmla="*/ 141497 h 141111"/>
                <a:gd name="connsiteX3" fmla="*/ 1447 w 91722"/>
                <a:gd name="connsiteY3" fmla="*/ 141497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41111">
                  <a:moveTo>
                    <a:pt x="1447" y="386"/>
                  </a:moveTo>
                  <a:lnTo>
                    <a:pt x="93170" y="386"/>
                  </a:lnTo>
                  <a:lnTo>
                    <a:pt x="93170" y="141497"/>
                  </a:lnTo>
                  <a:lnTo>
                    <a:pt x="1447" y="141497"/>
                  </a:lnTo>
                  <a:close/>
                </a:path>
              </a:pathLst>
            </a:custGeom>
          </p:spPr>
        </p:pic>
        <p:pic>
          <p:nvPicPr>
            <p:cNvPr id="1212" name="그림 1211">
              <a:extLst>
                <a:ext uri="{FF2B5EF4-FFF2-40B4-BE49-F238E27FC236}">
                  <a16:creationId xmlns:a16="http://schemas.microsoft.com/office/drawing/2014/main" id="{BD4D3EB9-5D2A-9DF2-EDE9-67B651930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6"/>
            <a:stretch>
              <a:fillRect/>
            </a:stretch>
          </p:blipFill>
          <p:spPr>
            <a:xfrm>
              <a:off x="10279984" y="2610555"/>
              <a:ext cx="35277" cy="127000"/>
            </a:xfrm>
            <a:custGeom>
              <a:avLst/>
              <a:gdLst>
                <a:gd name="connsiteX0" fmla="*/ 1457 w 35277"/>
                <a:gd name="connsiteY0" fmla="*/ 370 h 127000"/>
                <a:gd name="connsiteX1" fmla="*/ 36735 w 35277"/>
                <a:gd name="connsiteY1" fmla="*/ 370 h 127000"/>
                <a:gd name="connsiteX2" fmla="*/ 36735 w 35277"/>
                <a:gd name="connsiteY2" fmla="*/ 127370 h 127000"/>
                <a:gd name="connsiteX3" fmla="*/ 1457 w 35277"/>
                <a:gd name="connsiteY3" fmla="*/ 12737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" h="127000">
                  <a:moveTo>
                    <a:pt x="1457" y="370"/>
                  </a:moveTo>
                  <a:lnTo>
                    <a:pt x="36735" y="370"/>
                  </a:lnTo>
                  <a:lnTo>
                    <a:pt x="36735" y="127370"/>
                  </a:lnTo>
                  <a:lnTo>
                    <a:pt x="1457" y="127370"/>
                  </a:lnTo>
                  <a:close/>
                </a:path>
              </a:pathLst>
            </a:custGeom>
          </p:spPr>
        </p:pic>
        <p:pic>
          <p:nvPicPr>
            <p:cNvPr id="1213" name="그림 1212">
              <a:extLst>
                <a:ext uri="{FF2B5EF4-FFF2-40B4-BE49-F238E27FC236}">
                  <a16:creationId xmlns:a16="http://schemas.microsoft.com/office/drawing/2014/main" id="{D0AA9536-192B-1B1F-7BCE-39316EE89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7"/>
            <a:stretch>
              <a:fillRect/>
            </a:stretch>
          </p:blipFill>
          <p:spPr>
            <a:xfrm>
              <a:off x="10336429" y="1897944"/>
              <a:ext cx="84666" cy="84666"/>
            </a:xfrm>
            <a:custGeom>
              <a:avLst/>
              <a:gdLst>
                <a:gd name="connsiteX0" fmla="*/ 1465 w 84666"/>
                <a:gd name="connsiteY0" fmla="*/ 269 h 84666"/>
                <a:gd name="connsiteX1" fmla="*/ 86132 w 84666"/>
                <a:gd name="connsiteY1" fmla="*/ 269 h 84666"/>
                <a:gd name="connsiteX2" fmla="*/ 86132 w 84666"/>
                <a:gd name="connsiteY2" fmla="*/ 84936 h 84666"/>
                <a:gd name="connsiteX3" fmla="*/ 1465 w 84666"/>
                <a:gd name="connsiteY3" fmla="*/ 84936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1465" y="269"/>
                  </a:moveTo>
                  <a:lnTo>
                    <a:pt x="86132" y="269"/>
                  </a:lnTo>
                  <a:lnTo>
                    <a:pt x="86132" y="84936"/>
                  </a:lnTo>
                  <a:lnTo>
                    <a:pt x="1465" y="84936"/>
                  </a:lnTo>
                  <a:close/>
                </a:path>
              </a:pathLst>
            </a:custGeom>
          </p:spPr>
        </p:pic>
        <p:pic>
          <p:nvPicPr>
            <p:cNvPr id="1214" name="그림 1213">
              <a:extLst>
                <a:ext uri="{FF2B5EF4-FFF2-40B4-BE49-F238E27FC236}">
                  <a16:creationId xmlns:a16="http://schemas.microsoft.com/office/drawing/2014/main" id="{B0E7A4AA-2E82-0EDE-5743-434645A78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8"/>
            <a:stretch>
              <a:fillRect/>
            </a:stretch>
          </p:blipFill>
          <p:spPr>
            <a:xfrm>
              <a:off x="10033039" y="2427111"/>
              <a:ext cx="317501" cy="134055"/>
            </a:xfrm>
            <a:custGeom>
              <a:avLst/>
              <a:gdLst>
                <a:gd name="connsiteX0" fmla="*/ 1422 w 317501"/>
                <a:gd name="connsiteY0" fmla="*/ 344 h 134055"/>
                <a:gd name="connsiteX1" fmla="*/ 318923 w 317501"/>
                <a:gd name="connsiteY1" fmla="*/ 344 h 134055"/>
                <a:gd name="connsiteX2" fmla="*/ 318923 w 317501"/>
                <a:gd name="connsiteY2" fmla="*/ 134400 h 134055"/>
                <a:gd name="connsiteX3" fmla="*/ 1422 w 317501"/>
                <a:gd name="connsiteY3" fmla="*/ 134400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1422" y="344"/>
                  </a:moveTo>
                  <a:lnTo>
                    <a:pt x="318923" y="344"/>
                  </a:lnTo>
                  <a:lnTo>
                    <a:pt x="318923" y="134400"/>
                  </a:lnTo>
                  <a:lnTo>
                    <a:pt x="1422" y="134400"/>
                  </a:lnTo>
                  <a:close/>
                </a:path>
              </a:pathLst>
            </a:custGeom>
          </p:spPr>
        </p:pic>
        <p:pic>
          <p:nvPicPr>
            <p:cNvPr id="1215" name="그림 1214">
              <a:extLst>
                <a:ext uri="{FF2B5EF4-FFF2-40B4-BE49-F238E27FC236}">
                  <a16:creationId xmlns:a16="http://schemas.microsoft.com/office/drawing/2014/main" id="{4FD1037D-8924-CE81-3289-22FFB4591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9"/>
            <a:stretch>
              <a:fillRect/>
            </a:stretch>
          </p:blipFill>
          <p:spPr>
            <a:xfrm>
              <a:off x="10336429" y="2116666"/>
              <a:ext cx="246945" cy="324555"/>
            </a:xfrm>
            <a:custGeom>
              <a:avLst/>
              <a:gdLst>
                <a:gd name="connsiteX0" fmla="*/ 1465 w 246945"/>
                <a:gd name="connsiteY0" fmla="*/ 300 h 324555"/>
                <a:gd name="connsiteX1" fmla="*/ 248410 w 246945"/>
                <a:gd name="connsiteY1" fmla="*/ 300 h 324555"/>
                <a:gd name="connsiteX2" fmla="*/ 248410 w 246945"/>
                <a:gd name="connsiteY2" fmla="*/ 324856 h 324555"/>
                <a:gd name="connsiteX3" fmla="*/ 1465 w 246945"/>
                <a:gd name="connsiteY3" fmla="*/ 324856 h 32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24555">
                  <a:moveTo>
                    <a:pt x="1465" y="300"/>
                  </a:moveTo>
                  <a:lnTo>
                    <a:pt x="248410" y="300"/>
                  </a:lnTo>
                  <a:lnTo>
                    <a:pt x="248410" y="324856"/>
                  </a:lnTo>
                  <a:lnTo>
                    <a:pt x="1465" y="324856"/>
                  </a:lnTo>
                  <a:close/>
                </a:path>
              </a:pathLst>
            </a:custGeom>
          </p:spPr>
        </p:pic>
        <p:pic>
          <p:nvPicPr>
            <p:cNvPr id="1216" name="그림 1215">
              <a:extLst>
                <a:ext uri="{FF2B5EF4-FFF2-40B4-BE49-F238E27FC236}">
                  <a16:creationId xmlns:a16="http://schemas.microsoft.com/office/drawing/2014/main" id="{C0F5B00D-6804-A0CF-97DE-BE7EA6E03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0"/>
            <a:stretch>
              <a:fillRect/>
            </a:stretch>
          </p:blipFill>
          <p:spPr>
            <a:xfrm>
              <a:off x="10336429" y="2427111"/>
              <a:ext cx="49389" cy="21166"/>
            </a:xfrm>
            <a:custGeom>
              <a:avLst/>
              <a:gdLst>
                <a:gd name="connsiteX0" fmla="*/ 1465 w 49389"/>
                <a:gd name="connsiteY0" fmla="*/ 344 h 21166"/>
                <a:gd name="connsiteX1" fmla="*/ 50854 w 49389"/>
                <a:gd name="connsiteY1" fmla="*/ 344 h 21166"/>
                <a:gd name="connsiteX2" fmla="*/ 50854 w 49389"/>
                <a:gd name="connsiteY2" fmla="*/ 21511 h 21166"/>
                <a:gd name="connsiteX3" fmla="*/ 1465 w 49389"/>
                <a:gd name="connsiteY3" fmla="*/ 2151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1166">
                  <a:moveTo>
                    <a:pt x="1465" y="344"/>
                  </a:moveTo>
                  <a:lnTo>
                    <a:pt x="50854" y="344"/>
                  </a:lnTo>
                  <a:lnTo>
                    <a:pt x="50854" y="21511"/>
                  </a:lnTo>
                  <a:lnTo>
                    <a:pt x="1465" y="21511"/>
                  </a:lnTo>
                  <a:close/>
                </a:path>
              </a:pathLst>
            </a:custGeom>
          </p:spPr>
        </p:pic>
        <p:pic>
          <p:nvPicPr>
            <p:cNvPr id="1217" name="그림 1216">
              <a:extLst>
                <a:ext uri="{FF2B5EF4-FFF2-40B4-BE49-F238E27FC236}">
                  <a16:creationId xmlns:a16="http://schemas.microsoft.com/office/drawing/2014/main" id="{68035A33-1918-AE2F-CFB9-92CC78320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1"/>
            <a:stretch>
              <a:fillRect/>
            </a:stretch>
          </p:blipFill>
          <p:spPr>
            <a:xfrm>
              <a:off x="10555152" y="1425222"/>
              <a:ext cx="282223" cy="508000"/>
            </a:xfrm>
            <a:custGeom>
              <a:avLst/>
              <a:gdLst>
                <a:gd name="connsiteX0" fmla="*/ 1496 w 282223"/>
                <a:gd name="connsiteY0" fmla="*/ 202 h 508000"/>
                <a:gd name="connsiteX1" fmla="*/ 283719 w 282223"/>
                <a:gd name="connsiteY1" fmla="*/ 202 h 508000"/>
                <a:gd name="connsiteX2" fmla="*/ 283719 w 282223"/>
                <a:gd name="connsiteY2" fmla="*/ 508202 h 508000"/>
                <a:gd name="connsiteX3" fmla="*/ 1496 w 282223"/>
                <a:gd name="connsiteY3" fmla="*/ 508202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1496" y="202"/>
                  </a:moveTo>
                  <a:lnTo>
                    <a:pt x="283719" y="202"/>
                  </a:lnTo>
                  <a:lnTo>
                    <a:pt x="283719" y="508202"/>
                  </a:lnTo>
                  <a:lnTo>
                    <a:pt x="1496" y="508202"/>
                  </a:lnTo>
                  <a:close/>
                </a:path>
              </a:pathLst>
            </a:custGeom>
          </p:spPr>
        </p:pic>
        <p:pic>
          <p:nvPicPr>
            <p:cNvPr id="1218" name="그림 1217">
              <a:extLst>
                <a:ext uri="{FF2B5EF4-FFF2-40B4-BE49-F238E27FC236}">
                  <a16:creationId xmlns:a16="http://schemas.microsoft.com/office/drawing/2014/main" id="{BC66A62F-BC6E-F703-BE16-40CA7228A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2"/>
            <a:stretch>
              <a:fillRect/>
            </a:stretch>
          </p:blipFill>
          <p:spPr>
            <a:xfrm>
              <a:off x="10555152" y="1368777"/>
              <a:ext cx="28222" cy="557388"/>
            </a:xfrm>
            <a:custGeom>
              <a:avLst/>
              <a:gdLst>
                <a:gd name="connsiteX0" fmla="*/ 1496 w 28222"/>
                <a:gd name="connsiteY0" fmla="*/ 194 h 557388"/>
                <a:gd name="connsiteX1" fmla="*/ 29718 w 28222"/>
                <a:gd name="connsiteY1" fmla="*/ 194 h 557388"/>
                <a:gd name="connsiteX2" fmla="*/ 29718 w 28222"/>
                <a:gd name="connsiteY2" fmla="*/ 557583 h 557388"/>
                <a:gd name="connsiteX3" fmla="*/ 1496 w 28222"/>
                <a:gd name="connsiteY3" fmla="*/ 557583 h 55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57388">
                  <a:moveTo>
                    <a:pt x="1496" y="194"/>
                  </a:moveTo>
                  <a:lnTo>
                    <a:pt x="29718" y="194"/>
                  </a:lnTo>
                  <a:lnTo>
                    <a:pt x="29718" y="557583"/>
                  </a:lnTo>
                  <a:lnTo>
                    <a:pt x="1496" y="557583"/>
                  </a:lnTo>
                  <a:close/>
                </a:path>
              </a:pathLst>
            </a:custGeom>
          </p:spPr>
        </p:pic>
        <p:pic>
          <p:nvPicPr>
            <p:cNvPr id="1219" name="그림 1218">
              <a:extLst>
                <a:ext uri="{FF2B5EF4-FFF2-40B4-BE49-F238E27FC236}">
                  <a16:creationId xmlns:a16="http://schemas.microsoft.com/office/drawing/2014/main" id="{BB37D0E4-FB9E-6058-411C-7EB534201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3"/>
            <a:stretch>
              <a:fillRect/>
            </a:stretch>
          </p:blipFill>
          <p:spPr>
            <a:xfrm>
              <a:off x="10569263" y="881944"/>
              <a:ext cx="169333" cy="500944"/>
            </a:xfrm>
            <a:custGeom>
              <a:avLst/>
              <a:gdLst>
                <a:gd name="connsiteX0" fmla="*/ 1498 w 169333"/>
                <a:gd name="connsiteY0" fmla="*/ 125 h 500944"/>
                <a:gd name="connsiteX1" fmla="*/ 170832 w 169333"/>
                <a:gd name="connsiteY1" fmla="*/ 125 h 500944"/>
                <a:gd name="connsiteX2" fmla="*/ 170832 w 169333"/>
                <a:gd name="connsiteY2" fmla="*/ 501069 h 500944"/>
                <a:gd name="connsiteX3" fmla="*/ 1498 w 169333"/>
                <a:gd name="connsiteY3" fmla="*/ 501069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500944">
                  <a:moveTo>
                    <a:pt x="1498" y="125"/>
                  </a:moveTo>
                  <a:lnTo>
                    <a:pt x="170832" y="125"/>
                  </a:lnTo>
                  <a:lnTo>
                    <a:pt x="170832" y="501069"/>
                  </a:lnTo>
                  <a:lnTo>
                    <a:pt x="1498" y="501069"/>
                  </a:lnTo>
                  <a:close/>
                </a:path>
              </a:pathLst>
            </a:custGeom>
          </p:spPr>
        </p:pic>
        <p:pic>
          <p:nvPicPr>
            <p:cNvPr id="1220" name="그림 1219">
              <a:extLst>
                <a:ext uri="{FF2B5EF4-FFF2-40B4-BE49-F238E27FC236}">
                  <a16:creationId xmlns:a16="http://schemas.microsoft.com/office/drawing/2014/main" id="{8849A44D-A27A-247E-4514-2FDAFF398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4"/>
            <a:stretch>
              <a:fillRect/>
            </a:stretch>
          </p:blipFill>
          <p:spPr>
            <a:xfrm>
              <a:off x="10526930" y="1100666"/>
              <a:ext cx="56444" cy="282222"/>
            </a:xfrm>
            <a:custGeom>
              <a:avLst/>
              <a:gdLst>
                <a:gd name="connsiteX0" fmla="*/ 1492 w 56444"/>
                <a:gd name="connsiteY0" fmla="*/ 156 h 282222"/>
                <a:gd name="connsiteX1" fmla="*/ 57937 w 56444"/>
                <a:gd name="connsiteY1" fmla="*/ 156 h 282222"/>
                <a:gd name="connsiteX2" fmla="*/ 57937 w 56444"/>
                <a:gd name="connsiteY2" fmla="*/ 282378 h 282222"/>
                <a:gd name="connsiteX3" fmla="*/ 1492 w 56444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82222">
                  <a:moveTo>
                    <a:pt x="1492" y="156"/>
                  </a:moveTo>
                  <a:lnTo>
                    <a:pt x="57937" y="156"/>
                  </a:lnTo>
                  <a:lnTo>
                    <a:pt x="57937" y="282378"/>
                  </a:lnTo>
                  <a:lnTo>
                    <a:pt x="1492" y="282378"/>
                  </a:lnTo>
                  <a:close/>
                </a:path>
              </a:pathLst>
            </a:custGeom>
          </p:spPr>
        </p:pic>
        <p:pic>
          <p:nvPicPr>
            <p:cNvPr id="1221" name="그림 1220">
              <a:extLst>
                <a:ext uri="{FF2B5EF4-FFF2-40B4-BE49-F238E27FC236}">
                  <a16:creationId xmlns:a16="http://schemas.microsoft.com/office/drawing/2014/main" id="{379F54A5-1F14-0D7B-DE03-B1BFCF4F1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5"/>
            <a:stretch>
              <a:fillRect/>
            </a:stretch>
          </p:blipFill>
          <p:spPr>
            <a:xfrm>
              <a:off x="10526930" y="261055"/>
              <a:ext cx="324556" cy="853722"/>
            </a:xfrm>
            <a:custGeom>
              <a:avLst/>
              <a:gdLst>
                <a:gd name="connsiteX0" fmla="*/ 1492 w 324556"/>
                <a:gd name="connsiteY0" fmla="*/ 37 h 853722"/>
                <a:gd name="connsiteX1" fmla="*/ 326049 w 324556"/>
                <a:gd name="connsiteY1" fmla="*/ 37 h 853722"/>
                <a:gd name="connsiteX2" fmla="*/ 326049 w 324556"/>
                <a:gd name="connsiteY2" fmla="*/ 853759 h 853722"/>
                <a:gd name="connsiteX3" fmla="*/ 1492 w 324556"/>
                <a:gd name="connsiteY3" fmla="*/ 853759 h 8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53722">
                  <a:moveTo>
                    <a:pt x="1492" y="37"/>
                  </a:moveTo>
                  <a:lnTo>
                    <a:pt x="326049" y="37"/>
                  </a:lnTo>
                  <a:lnTo>
                    <a:pt x="326049" y="853759"/>
                  </a:lnTo>
                  <a:lnTo>
                    <a:pt x="1492" y="853759"/>
                  </a:lnTo>
                  <a:close/>
                </a:path>
              </a:pathLst>
            </a:custGeom>
          </p:spPr>
        </p:pic>
        <p:pic>
          <p:nvPicPr>
            <p:cNvPr id="1222" name="그림 1221">
              <a:extLst>
                <a:ext uri="{FF2B5EF4-FFF2-40B4-BE49-F238E27FC236}">
                  <a16:creationId xmlns:a16="http://schemas.microsoft.com/office/drawing/2014/main" id="{DC75D990-0696-7B4C-41DF-36115B26D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6"/>
            <a:stretch>
              <a:fillRect/>
            </a:stretch>
          </p:blipFill>
          <p:spPr>
            <a:xfrm>
              <a:off x="10526930" y="825500"/>
              <a:ext cx="225778" cy="289277"/>
            </a:xfrm>
            <a:custGeom>
              <a:avLst/>
              <a:gdLst>
                <a:gd name="connsiteX0" fmla="*/ 1492 w 225778"/>
                <a:gd name="connsiteY0" fmla="*/ 117 h 289277"/>
                <a:gd name="connsiteX1" fmla="*/ 227271 w 225778"/>
                <a:gd name="connsiteY1" fmla="*/ 117 h 289277"/>
                <a:gd name="connsiteX2" fmla="*/ 227271 w 225778"/>
                <a:gd name="connsiteY2" fmla="*/ 289395 h 289277"/>
                <a:gd name="connsiteX3" fmla="*/ 1492 w 225778"/>
                <a:gd name="connsiteY3" fmla="*/ 289395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1492" y="117"/>
                  </a:moveTo>
                  <a:lnTo>
                    <a:pt x="227271" y="117"/>
                  </a:lnTo>
                  <a:lnTo>
                    <a:pt x="227271" y="289395"/>
                  </a:lnTo>
                  <a:lnTo>
                    <a:pt x="1492" y="289395"/>
                  </a:lnTo>
                  <a:close/>
                </a:path>
              </a:pathLst>
            </a:custGeom>
          </p:spPr>
        </p:pic>
        <p:pic>
          <p:nvPicPr>
            <p:cNvPr id="1223" name="그림 1222">
              <a:extLst>
                <a:ext uri="{FF2B5EF4-FFF2-40B4-BE49-F238E27FC236}">
                  <a16:creationId xmlns:a16="http://schemas.microsoft.com/office/drawing/2014/main" id="{9B43A9E9-4AB5-B545-DF29-5D7509158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7"/>
            <a:stretch>
              <a:fillRect/>
            </a:stretch>
          </p:blipFill>
          <p:spPr>
            <a:xfrm>
              <a:off x="10526930" y="881944"/>
              <a:ext cx="204611" cy="232833"/>
            </a:xfrm>
            <a:custGeom>
              <a:avLst/>
              <a:gdLst>
                <a:gd name="connsiteX0" fmla="*/ 1492 w 204611"/>
                <a:gd name="connsiteY0" fmla="*/ 125 h 232833"/>
                <a:gd name="connsiteX1" fmla="*/ 206104 w 204611"/>
                <a:gd name="connsiteY1" fmla="*/ 125 h 232833"/>
                <a:gd name="connsiteX2" fmla="*/ 206104 w 204611"/>
                <a:gd name="connsiteY2" fmla="*/ 232958 h 232833"/>
                <a:gd name="connsiteX3" fmla="*/ 1492 w 204611"/>
                <a:gd name="connsiteY3" fmla="*/ 232958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1492" y="125"/>
                  </a:moveTo>
                  <a:lnTo>
                    <a:pt x="206104" y="125"/>
                  </a:lnTo>
                  <a:lnTo>
                    <a:pt x="206104" y="232958"/>
                  </a:lnTo>
                  <a:lnTo>
                    <a:pt x="1492" y="232958"/>
                  </a:lnTo>
                  <a:close/>
                </a:path>
              </a:pathLst>
            </a:custGeom>
          </p:spPr>
        </p:pic>
        <p:pic>
          <p:nvPicPr>
            <p:cNvPr id="1224" name="그림 1223">
              <a:extLst>
                <a:ext uri="{FF2B5EF4-FFF2-40B4-BE49-F238E27FC236}">
                  <a16:creationId xmlns:a16="http://schemas.microsoft.com/office/drawing/2014/main" id="{2AA4E4F2-43FD-8905-72B2-A425E3A51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8"/>
            <a:stretch>
              <a:fillRect/>
            </a:stretch>
          </p:blipFill>
          <p:spPr>
            <a:xfrm>
              <a:off x="10745653" y="183444"/>
              <a:ext cx="310445" cy="656166"/>
            </a:xfrm>
            <a:custGeom>
              <a:avLst/>
              <a:gdLst>
                <a:gd name="connsiteX0" fmla="*/ 1523 w 310445"/>
                <a:gd name="connsiteY0" fmla="*/ 26 h 656166"/>
                <a:gd name="connsiteX1" fmla="*/ 311969 w 310445"/>
                <a:gd name="connsiteY1" fmla="*/ 26 h 656166"/>
                <a:gd name="connsiteX2" fmla="*/ 311969 w 310445"/>
                <a:gd name="connsiteY2" fmla="*/ 656193 h 656166"/>
                <a:gd name="connsiteX3" fmla="*/ 1523 w 310445"/>
                <a:gd name="connsiteY3" fmla="*/ 656193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1523" y="26"/>
                  </a:moveTo>
                  <a:lnTo>
                    <a:pt x="311969" y="26"/>
                  </a:lnTo>
                  <a:lnTo>
                    <a:pt x="311969" y="656193"/>
                  </a:lnTo>
                  <a:lnTo>
                    <a:pt x="1523" y="656193"/>
                  </a:lnTo>
                  <a:close/>
                </a:path>
              </a:pathLst>
            </a:custGeom>
          </p:spPr>
        </p:pic>
        <p:pic>
          <p:nvPicPr>
            <p:cNvPr id="1225" name="그림 1224">
              <a:extLst>
                <a:ext uri="{FF2B5EF4-FFF2-40B4-BE49-F238E27FC236}">
                  <a16:creationId xmlns:a16="http://schemas.microsoft.com/office/drawing/2014/main" id="{0C49111C-F092-6F0F-084D-FBCB72D18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9"/>
            <a:stretch>
              <a:fillRect/>
            </a:stretch>
          </p:blipFill>
          <p:spPr>
            <a:xfrm>
              <a:off x="10555152" y="1686277"/>
              <a:ext cx="536224" cy="296333"/>
            </a:xfrm>
            <a:custGeom>
              <a:avLst/>
              <a:gdLst>
                <a:gd name="connsiteX0" fmla="*/ 1496 w 536224"/>
                <a:gd name="connsiteY0" fmla="*/ 239 h 296333"/>
                <a:gd name="connsiteX1" fmla="*/ 537720 w 536224"/>
                <a:gd name="connsiteY1" fmla="*/ 239 h 296333"/>
                <a:gd name="connsiteX2" fmla="*/ 537720 w 536224"/>
                <a:gd name="connsiteY2" fmla="*/ 296572 h 296333"/>
                <a:gd name="connsiteX3" fmla="*/ 1496 w 536224"/>
                <a:gd name="connsiteY3" fmla="*/ 296572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1496" y="239"/>
                  </a:moveTo>
                  <a:lnTo>
                    <a:pt x="537720" y="239"/>
                  </a:lnTo>
                  <a:lnTo>
                    <a:pt x="537720" y="296572"/>
                  </a:lnTo>
                  <a:lnTo>
                    <a:pt x="1496" y="296572"/>
                  </a:lnTo>
                  <a:close/>
                </a:path>
              </a:pathLst>
            </a:custGeom>
          </p:spPr>
        </p:pic>
        <p:pic>
          <p:nvPicPr>
            <p:cNvPr id="1226" name="그림 1225">
              <a:extLst>
                <a:ext uri="{FF2B5EF4-FFF2-40B4-BE49-F238E27FC236}">
                  <a16:creationId xmlns:a16="http://schemas.microsoft.com/office/drawing/2014/main" id="{8C89D6E3-698D-8C1F-68F6-AEC2F3851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0"/>
            <a:stretch>
              <a:fillRect/>
            </a:stretch>
          </p:blipFill>
          <p:spPr>
            <a:xfrm>
              <a:off x="10555152" y="1566333"/>
              <a:ext cx="430390" cy="416277"/>
            </a:xfrm>
            <a:custGeom>
              <a:avLst/>
              <a:gdLst>
                <a:gd name="connsiteX0" fmla="*/ 1496 w 430390"/>
                <a:gd name="connsiteY0" fmla="*/ 222 h 416277"/>
                <a:gd name="connsiteX1" fmla="*/ 431887 w 430390"/>
                <a:gd name="connsiteY1" fmla="*/ 222 h 416277"/>
                <a:gd name="connsiteX2" fmla="*/ 431887 w 430390"/>
                <a:gd name="connsiteY2" fmla="*/ 416500 h 416277"/>
                <a:gd name="connsiteX3" fmla="*/ 1496 w 430390"/>
                <a:gd name="connsiteY3" fmla="*/ 416500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16277">
                  <a:moveTo>
                    <a:pt x="1496" y="222"/>
                  </a:moveTo>
                  <a:lnTo>
                    <a:pt x="431887" y="222"/>
                  </a:lnTo>
                  <a:lnTo>
                    <a:pt x="431887" y="416500"/>
                  </a:lnTo>
                  <a:lnTo>
                    <a:pt x="1496" y="416500"/>
                  </a:lnTo>
                  <a:close/>
                </a:path>
              </a:pathLst>
            </a:custGeom>
          </p:spPr>
        </p:pic>
        <p:pic>
          <p:nvPicPr>
            <p:cNvPr id="1227" name="그림 1226">
              <a:extLst>
                <a:ext uri="{FF2B5EF4-FFF2-40B4-BE49-F238E27FC236}">
                  <a16:creationId xmlns:a16="http://schemas.microsoft.com/office/drawing/2014/main" id="{24F9BBE9-E545-C58B-1D41-D75964564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1"/>
            <a:stretch>
              <a:fillRect/>
            </a:stretch>
          </p:blipFill>
          <p:spPr>
            <a:xfrm>
              <a:off x="10555152" y="1968500"/>
              <a:ext cx="28222" cy="162277"/>
            </a:xfrm>
            <a:custGeom>
              <a:avLst/>
              <a:gdLst>
                <a:gd name="connsiteX0" fmla="*/ 1496 w 28222"/>
                <a:gd name="connsiteY0" fmla="*/ 279 h 162277"/>
                <a:gd name="connsiteX1" fmla="*/ 29718 w 28222"/>
                <a:gd name="connsiteY1" fmla="*/ 279 h 162277"/>
                <a:gd name="connsiteX2" fmla="*/ 29718 w 28222"/>
                <a:gd name="connsiteY2" fmla="*/ 162557 h 162277"/>
                <a:gd name="connsiteX3" fmla="*/ 1496 w 28222"/>
                <a:gd name="connsiteY3" fmla="*/ 162557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1496" y="279"/>
                  </a:moveTo>
                  <a:lnTo>
                    <a:pt x="29718" y="279"/>
                  </a:lnTo>
                  <a:lnTo>
                    <a:pt x="29718" y="162557"/>
                  </a:lnTo>
                  <a:lnTo>
                    <a:pt x="1496" y="162557"/>
                  </a:lnTo>
                  <a:close/>
                </a:path>
              </a:pathLst>
            </a:custGeom>
          </p:spPr>
        </p:pic>
        <p:pic>
          <p:nvPicPr>
            <p:cNvPr id="1228" name="그림 1227">
              <a:extLst>
                <a:ext uri="{FF2B5EF4-FFF2-40B4-BE49-F238E27FC236}">
                  <a16:creationId xmlns:a16="http://schemas.microsoft.com/office/drawing/2014/main" id="{47525FC8-53A6-2CBB-AE76-D9A92ED76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2"/>
            <a:stretch>
              <a:fillRect/>
            </a:stretch>
          </p:blipFill>
          <p:spPr>
            <a:xfrm>
              <a:off x="10569263" y="1686277"/>
              <a:ext cx="522113" cy="444500"/>
            </a:xfrm>
            <a:custGeom>
              <a:avLst/>
              <a:gdLst>
                <a:gd name="connsiteX0" fmla="*/ 1498 w 522113"/>
                <a:gd name="connsiteY0" fmla="*/ 239 h 444500"/>
                <a:gd name="connsiteX1" fmla="*/ 523611 w 522113"/>
                <a:gd name="connsiteY1" fmla="*/ 239 h 444500"/>
                <a:gd name="connsiteX2" fmla="*/ 523611 w 522113"/>
                <a:gd name="connsiteY2" fmla="*/ 444739 h 444500"/>
                <a:gd name="connsiteX3" fmla="*/ 1498 w 522113"/>
                <a:gd name="connsiteY3" fmla="*/ 444739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1498" y="239"/>
                  </a:moveTo>
                  <a:lnTo>
                    <a:pt x="523611" y="239"/>
                  </a:lnTo>
                  <a:lnTo>
                    <a:pt x="523611" y="444739"/>
                  </a:lnTo>
                  <a:lnTo>
                    <a:pt x="1498" y="444739"/>
                  </a:lnTo>
                  <a:close/>
                </a:path>
              </a:pathLst>
            </a:custGeom>
          </p:spPr>
        </p:pic>
        <p:pic>
          <p:nvPicPr>
            <p:cNvPr id="1229" name="그림 1228">
              <a:extLst>
                <a:ext uri="{FF2B5EF4-FFF2-40B4-BE49-F238E27FC236}">
                  <a16:creationId xmlns:a16="http://schemas.microsoft.com/office/drawing/2014/main" id="{7BCD2FCB-2E44-3E0D-DD32-9B75BCFBF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3"/>
            <a:stretch>
              <a:fillRect/>
            </a:stretch>
          </p:blipFill>
          <p:spPr>
            <a:xfrm>
              <a:off x="10929098" y="1397000"/>
              <a:ext cx="500946" cy="282222"/>
            </a:xfrm>
            <a:custGeom>
              <a:avLst/>
              <a:gdLst>
                <a:gd name="connsiteX0" fmla="*/ 1549 w 500946"/>
                <a:gd name="connsiteY0" fmla="*/ 198 h 282222"/>
                <a:gd name="connsiteX1" fmla="*/ 502495 w 500946"/>
                <a:gd name="connsiteY1" fmla="*/ 198 h 282222"/>
                <a:gd name="connsiteX2" fmla="*/ 502495 w 500946"/>
                <a:gd name="connsiteY2" fmla="*/ 282420 h 282222"/>
                <a:gd name="connsiteX3" fmla="*/ 1549 w 500946"/>
                <a:gd name="connsiteY3" fmla="*/ 28242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1549" y="198"/>
                  </a:moveTo>
                  <a:lnTo>
                    <a:pt x="502495" y="198"/>
                  </a:lnTo>
                  <a:lnTo>
                    <a:pt x="502495" y="282420"/>
                  </a:lnTo>
                  <a:lnTo>
                    <a:pt x="1549" y="282420"/>
                  </a:lnTo>
                  <a:close/>
                </a:path>
              </a:pathLst>
            </a:custGeom>
          </p:spPr>
        </p:pic>
        <p:pic>
          <p:nvPicPr>
            <p:cNvPr id="1230" name="그림 1229">
              <a:extLst>
                <a:ext uri="{FF2B5EF4-FFF2-40B4-BE49-F238E27FC236}">
                  <a16:creationId xmlns:a16="http://schemas.microsoft.com/office/drawing/2014/main" id="{F61AF404-9F0E-EE61-E762-5E54A88C0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4"/>
            <a:stretch>
              <a:fillRect/>
            </a:stretch>
          </p:blipFill>
          <p:spPr>
            <a:xfrm>
              <a:off x="10929098" y="1665111"/>
              <a:ext cx="162278" cy="28222"/>
            </a:xfrm>
            <a:custGeom>
              <a:avLst/>
              <a:gdLst>
                <a:gd name="connsiteX0" fmla="*/ 1549 w 162278"/>
                <a:gd name="connsiteY0" fmla="*/ 236 h 28222"/>
                <a:gd name="connsiteX1" fmla="*/ 163827 w 162278"/>
                <a:gd name="connsiteY1" fmla="*/ 236 h 28222"/>
                <a:gd name="connsiteX2" fmla="*/ 163827 w 162278"/>
                <a:gd name="connsiteY2" fmla="*/ 28458 h 28222"/>
                <a:gd name="connsiteX3" fmla="*/ 1549 w 162278"/>
                <a:gd name="connsiteY3" fmla="*/ 2845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1549" y="236"/>
                  </a:moveTo>
                  <a:lnTo>
                    <a:pt x="163827" y="236"/>
                  </a:lnTo>
                  <a:lnTo>
                    <a:pt x="163827" y="28458"/>
                  </a:lnTo>
                  <a:lnTo>
                    <a:pt x="1549" y="28458"/>
                  </a:lnTo>
                  <a:close/>
                </a:path>
              </a:pathLst>
            </a:custGeom>
          </p:spPr>
        </p:pic>
        <p:pic>
          <p:nvPicPr>
            <p:cNvPr id="1231" name="그림 1230">
              <a:extLst>
                <a:ext uri="{FF2B5EF4-FFF2-40B4-BE49-F238E27FC236}">
                  <a16:creationId xmlns:a16="http://schemas.microsoft.com/office/drawing/2014/main" id="{E62DC24D-1D56-48E4-9E47-2252348D3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5"/>
            <a:stretch>
              <a:fillRect/>
            </a:stretch>
          </p:blipFill>
          <p:spPr>
            <a:xfrm>
              <a:off x="10823264" y="1425222"/>
              <a:ext cx="119944" cy="254000"/>
            </a:xfrm>
            <a:custGeom>
              <a:avLst/>
              <a:gdLst>
                <a:gd name="connsiteX0" fmla="*/ 1534 w 119944"/>
                <a:gd name="connsiteY0" fmla="*/ 202 h 254000"/>
                <a:gd name="connsiteX1" fmla="*/ 121479 w 119944"/>
                <a:gd name="connsiteY1" fmla="*/ 202 h 254000"/>
                <a:gd name="connsiteX2" fmla="*/ 121479 w 119944"/>
                <a:gd name="connsiteY2" fmla="*/ 254202 h 254000"/>
                <a:gd name="connsiteX3" fmla="*/ 1534 w 119944"/>
                <a:gd name="connsiteY3" fmla="*/ 254202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54000">
                  <a:moveTo>
                    <a:pt x="1534" y="202"/>
                  </a:moveTo>
                  <a:lnTo>
                    <a:pt x="121479" y="202"/>
                  </a:lnTo>
                  <a:lnTo>
                    <a:pt x="121479" y="254202"/>
                  </a:lnTo>
                  <a:lnTo>
                    <a:pt x="1534" y="254202"/>
                  </a:lnTo>
                  <a:close/>
                </a:path>
              </a:pathLst>
            </a:custGeom>
          </p:spPr>
        </p:pic>
        <p:pic>
          <p:nvPicPr>
            <p:cNvPr id="1232" name="그림 1231">
              <a:extLst>
                <a:ext uri="{FF2B5EF4-FFF2-40B4-BE49-F238E27FC236}">
                  <a16:creationId xmlns:a16="http://schemas.microsoft.com/office/drawing/2014/main" id="{E1BD8FB5-92CA-F9C2-139B-F7F227D99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6"/>
            <a:stretch>
              <a:fillRect/>
            </a:stretch>
          </p:blipFill>
          <p:spPr>
            <a:xfrm>
              <a:off x="10823264" y="966611"/>
              <a:ext cx="627946" cy="472722"/>
            </a:xfrm>
            <a:custGeom>
              <a:avLst/>
              <a:gdLst>
                <a:gd name="connsiteX0" fmla="*/ 1534 w 627946"/>
                <a:gd name="connsiteY0" fmla="*/ 137 h 472722"/>
                <a:gd name="connsiteX1" fmla="*/ 629481 w 627946"/>
                <a:gd name="connsiteY1" fmla="*/ 137 h 472722"/>
                <a:gd name="connsiteX2" fmla="*/ 629481 w 627946"/>
                <a:gd name="connsiteY2" fmla="*/ 472859 h 472722"/>
                <a:gd name="connsiteX3" fmla="*/ 1534 w 627946"/>
                <a:gd name="connsiteY3" fmla="*/ 472859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72722">
                  <a:moveTo>
                    <a:pt x="1534" y="137"/>
                  </a:moveTo>
                  <a:lnTo>
                    <a:pt x="629481" y="137"/>
                  </a:lnTo>
                  <a:lnTo>
                    <a:pt x="629481" y="472859"/>
                  </a:lnTo>
                  <a:lnTo>
                    <a:pt x="1534" y="472859"/>
                  </a:lnTo>
                  <a:close/>
                </a:path>
              </a:pathLst>
            </a:custGeom>
          </p:spPr>
        </p:pic>
        <p:pic>
          <p:nvPicPr>
            <p:cNvPr id="1233" name="그림 1232">
              <a:extLst>
                <a:ext uri="{FF2B5EF4-FFF2-40B4-BE49-F238E27FC236}">
                  <a16:creationId xmlns:a16="http://schemas.microsoft.com/office/drawing/2014/main" id="{D7A5049B-4758-5A97-1D08-C31C5BABE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7"/>
            <a:stretch>
              <a:fillRect/>
            </a:stretch>
          </p:blipFill>
          <p:spPr>
            <a:xfrm>
              <a:off x="10717431" y="261055"/>
              <a:ext cx="134056" cy="635000"/>
            </a:xfrm>
            <a:custGeom>
              <a:avLst/>
              <a:gdLst>
                <a:gd name="connsiteX0" fmla="*/ 1519 w 134056"/>
                <a:gd name="connsiteY0" fmla="*/ 37 h 635000"/>
                <a:gd name="connsiteX1" fmla="*/ 135575 w 134056"/>
                <a:gd name="connsiteY1" fmla="*/ 37 h 635000"/>
                <a:gd name="connsiteX2" fmla="*/ 135575 w 134056"/>
                <a:gd name="connsiteY2" fmla="*/ 635037 h 635000"/>
                <a:gd name="connsiteX3" fmla="*/ 1519 w 134056"/>
                <a:gd name="connsiteY3" fmla="*/ 635037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35000">
                  <a:moveTo>
                    <a:pt x="1519" y="37"/>
                  </a:moveTo>
                  <a:lnTo>
                    <a:pt x="135575" y="37"/>
                  </a:lnTo>
                  <a:lnTo>
                    <a:pt x="135575" y="635037"/>
                  </a:lnTo>
                  <a:lnTo>
                    <a:pt x="1519" y="635037"/>
                  </a:lnTo>
                  <a:close/>
                </a:path>
              </a:pathLst>
            </a:custGeom>
          </p:spPr>
        </p:pic>
        <p:pic>
          <p:nvPicPr>
            <p:cNvPr id="1234" name="그림 1233">
              <a:extLst>
                <a:ext uri="{FF2B5EF4-FFF2-40B4-BE49-F238E27FC236}">
                  <a16:creationId xmlns:a16="http://schemas.microsoft.com/office/drawing/2014/main" id="{57D5CEC2-BA04-06AA-427C-75FD97D71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8"/>
            <a:stretch>
              <a:fillRect/>
            </a:stretch>
          </p:blipFill>
          <p:spPr>
            <a:xfrm>
              <a:off x="10717431" y="613833"/>
              <a:ext cx="458612" cy="282222"/>
            </a:xfrm>
            <a:custGeom>
              <a:avLst/>
              <a:gdLst>
                <a:gd name="connsiteX0" fmla="*/ 1519 w 458612"/>
                <a:gd name="connsiteY0" fmla="*/ 87 h 282222"/>
                <a:gd name="connsiteX1" fmla="*/ 460132 w 458612"/>
                <a:gd name="connsiteY1" fmla="*/ 87 h 282222"/>
                <a:gd name="connsiteX2" fmla="*/ 460132 w 458612"/>
                <a:gd name="connsiteY2" fmla="*/ 282309 h 282222"/>
                <a:gd name="connsiteX3" fmla="*/ 1519 w 458612"/>
                <a:gd name="connsiteY3" fmla="*/ 282309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1519" y="87"/>
                  </a:moveTo>
                  <a:lnTo>
                    <a:pt x="460132" y="87"/>
                  </a:lnTo>
                  <a:lnTo>
                    <a:pt x="460132" y="282309"/>
                  </a:lnTo>
                  <a:lnTo>
                    <a:pt x="1519" y="282309"/>
                  </a:lnTo>
                  <a:close/>
                </a:path>
              </a:pathLst>
            </a:custGeom>
          </p:spPr>
        </p:pic>
        <p:pic>
          <p:nvPicPr>
            <p:cNvPr id="1235" name="그림 1234">
              <a:extLst>
                <a:ext uri="{FF2B5EF4-FFF2-40B4-BE49-F238E27FC236}">
                  <a16:creationId xmlns:a16="http://schemas.microsoft.com/office/drawing/2014/main" id="{C980EBF1-D36E-B1A5-D8D8-2B8FE2FF3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9"/>
            <a:stretch>
              <a:fillRect/>
            </a:stretch>
          </p:blipFill>
          <p:spPr>
            <a:xfrm>
              <a:off x="10837375" y="183444"/>
              <a:ext cx="218723" cy="91722"/>
            </a:xfrm>
            <a:custGeom>
              <a:avLst/>
              <a:gdLst>
                <a:gd name="connsiteX0" fmla="*/ 1536 w 218723"/>
                <a:gd name="connsiteY0" fmla="*/ 26 h 91722"/>
                <a:gd name="connsiteX1" fmla="*/ 220259 w 218723"/>
                <a:gd name="connsiteY1" fmla="*/ 26 h 91722"/>
                <a:gd name="connsiteX2" fmla="*/ 220259 w 218723"/>
                <a:gd name="connsiteY2" fmla="*/ 91748 h 91722"/>
                <a:gd name="connsiteX3" fmla="*/ 1536 w 218723"/>
                <a:gd name="connsiteY3" fmla="*/ 9174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91722">
                  <a:moveTo>
                    <a:pt x="1536" y="26"/>
                  </a:moveTo>
                  <a:lnTo>
                    <a:pt x="220259" y="26"/>
                  </a:lnTo>
                  <a:lnTo>
                    <a:pt x="220259" y="91748"/>
                  </a:lnTo>
                  <a:lnTo>
                    <a:pt x="1536" y="91748"/>
                  </a:lnTo>
                  <a:close/>
                </a:path>
              </a:pathLst>
            </a:custGeom>
          </p:spPr>
        </p:pic>
        <p:pic>
          <p:nvPicPr>
            <p:cNvPr id="1236" name="그림 1235">
              <a:extLst>
                <a:ext uri="{FF2B5EF4-FFF2-40B4-BE49-F238E27FC236}">
                  <a16:creationId xmlns:a16="http://schemas.microsoft.com/office/drawing/2014/main" id="{3587E5B5-F246-D18D-539D-0B9513388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0"/>
            <a:stretch>
              <a:fillRect/>
            </a:stretch>
          </p:blipFill>
          <p:spPr>
            <a:xfrm>
              <a:off x="10837375" y="112888"/>
              <a:ext cx="444501" cy="162277"/>
            </a:xfrm>
            <a:custGeom>
              <a:avLst/>
              <a:gdLst>
                <a:gd name="connsiteX0" fmla="*/ 1536 w 444501"/>
                <a:gd name="connsiteY0" fmla="*/ 16 h 162277"/>
                <a:gd name="connsiteX1" fmla="*/ 446038 w 444501"/>
                <a:gd name="connsiteY1" fmla="*/ 16 h 162277"/>
                <a:gd name="connsiteX2" fmla="*/ 446038 w 444501"/>
                <a:gd name="connsiteY2" fmla="*/ 162294 h 162277"/>
                <a:gd name="connsiteX3" fmla="*/ 1536 w 444501"/>
                <a:gd name="connsiteY3" fmla="*/ 16229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62277">
                  <a:moveTo>
                    <a:pt x="1536" y="16"/>
                  </a:moveTo>
                  <a:lnTo>
                    <a:pt x="446038" y="16"/>
                  </a:lnTo>
                  <a:lnTo>
                    <a:pt x="446038" y="162294"/>
                  </a:lnTo>
                  <a:lnTo>
                    <a:pt x="1536" y="162294"/>
                  </a:lnTo>
                  <a:close/>
                </a:path>
              </a:pathLst>
            </a:custGeom>
          </p:spPr>
        </p:pic>
        <p:pic>
          <p:nvPicPr>
            <p:cNvPr id="1237" name="그림 1236">
              <a:extLst>
                <a:ext uri="{FF2B5EF4-FFF2-40B4-BE49-F238E27FC236}">
                  <a16:creationId xmlns:a16="http://schemas.microsoft.com/office/drawing/2014/main" id="{90ADAA6E-4DF1-2599-FD8F-97F70DCC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1"/>
            <a:stretch>
              <a:fillRect/>
            </a:stretch>
          </p:blipFill>
          <p:spPr>
            <a:xfrm>
              <a:off x="11041987" y="0"/>
              <a:ext cx="649113" cy="197555"/>
            </a:xfrm>
            <a:custGeom>
              <a:avLst/>
              <a:gdLst>
                <a:gd name="connsiteX0" fmla="*/ 1565 w 649113"/>
                <a:gd name="connsiteY0" fmla="*/ 0 h 197555"/>
                <a:gd name="connsiteX1" fmla="*/ 650679 w 649113"/>
                <a:gd name="connsiteY1" fmla="*/ 0 h 197555"/>
                <a:gd name="connsiteX2" fmla="*/ 650679 w 649113"/>
                <a:gd name="connsiteY2" fmla="*/ 197556 h 197555"/>
                <a:gd name="connsiteX3" fmla="*/ 1565 w 649113"/>
                <a:gd name="connsiteY3" fmla="*/ 197556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197555">
                  <a:moveTo>
                    <a:pt x="1565" y="0"/>
                  </a:moveTo>
                  <a:lnTo>
                    <a:pt x="650679" y="0"/>
                  </a:lnTo>
                  <a:lnTo>
                    <a:pt x="650679" y="197556"/>
                  </a:lnTo>
                  <a:lnTo>
                    <a:pt x="1565" y="197556"/>
                  </a:lnTo>
                  <a:close/>
                </a:path>
              </a:pathLst>
            </a:custGeom>
          </p:spPr>
        </p:pic>
        <p:pic>
          <p:nvPicPr>
            <p:cNvPr id="1238" name="그림 1237">
              <a:extLst>
                <a:ext uri="{FF2B5EF4-FFF2-40B4-BE49-F238E27FC236}">
                  <a16:creationId xmlns:a16="http://schemas.microsoft.com/office/drawing/2014/main" id="{AFB16F57-8A68-22C1-01DA-2ED175736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2"/>
            <a:stretch>
              <a:fillRect/>
            </a:stretch>
          </p:blipFill>
          <p:spPr>
            <a:xfrm>
              <a:off x="11041987" y="119944"/>
              <a:ext cx="239889" cy="77611"/>
            </a:xfrm>
            <a:custGeom>
              <a:avLst/>
              <a:gdLst>
                <a:gd name="connsiteX0" fmla="*/ 1565 w 239889"/>
                <a:gd name="connsiteY0" fmla="*/ 17 h 77611"/>
                <a:gd name="connsiteX1" fmla="*/ 241455 w 239889"/>
                <a:gd name="connsiteY1" fmla="*/ 17 h 77611"/>
                <a:gd name="connsiteX2" fmla="*/ 241455 w 239889"/>
                <a:gd name="connsiteY2" fmla="*/ 77628 h 77611"/>
                <a:gd name="connsiteX3" fmla="*/ 1565 w 239889"/>
                <a:gd name="connsiteY3" fmla="*/ 77628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77611">
                  <a:moveTo>
                    <a:pt x="1565" y="17"/>
                  </a:moveTo>
                  <a:lnTo>
                    <a:pt x="241455" y="17"/>
                  </a:lnTo>
                  <a:lnTo>
                    <a:pt x="241455" y="77628"/>
                  </a:lnTo>
                  <a:lnTo>
                    <a:pt x="1565" y="77628"/>
                  </a:lnTo>
                  <a:close/>
                </a:path>
              </a:pathLst>
            </a:custGeom>
          </p:spPr>
        </p:pic>
        <p:pic>
          <p:nvPicPr>
            <p:cNvPr id="1239" name="그림 1238">
              <a:extLst>
                <a:ext uri="{FF2B5EF4-FFF2-40B4-BE49-F238E27FC236}">
                  <a16:creationId xmlns:a16="http://schemas.microsoft.com/office/drawing/2014/main" id="{5D748C4E-A0AD-FBB4-D427-2F437719E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3"/>
            <a:stretch>
              <a:fillRect/>
            </a:stretch>
          </p:blipFill>
          <p:spPr>
            <a:xfrm>
              <a:off x="11578212" y="811388"/>
              <a:ext cx="536224" cy="119944"/>
            </a:xfrm>
            <a:custGeom>
              <a:avLst/>
              <a:gdLst>
                <a:gd name="connsiteX0" fmla="*/ 1641 w 536224"/>
                <a:gd name="connsiteY0" fmla="*/ 115 h 119944"/>
                <a:gd name="connsiteX1" fmla="*/ 537865 w 536224"/>
                <a:gd name="connsiteY1" fmla="*/ 115 h 119944"/>
                <a:gd name="connsiteX2" fmla="*/ 537865 w 536224"/>
                <a:gd name="connsiteY2" fmla="*/ 120059 h 119944"/>
                <a:gd name="connsiteX3" fmla="*/ 1641 w 536224"/>
                <a:gd name="connsiteY3" fmla="*/ 120059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1641" y="115"/>
                  </a:moveTo>
                  <a:lnTo>
                    <a:pt x="537865" y="115"/>
                  </a:lnTo>
                  <a:lnTo>
                    <a:pt x="537865" y="120059"/>
                  </a:lnTo>
                  <a:lnTo>
                    <a:pt x="1641" y="120059"/>
                  </a:lnTo>
                  <a:close/>
                </a:path>
              </a:pathLst>
            </a:custGeom>
          </p:spPr>
        </p:pic>
        <p:pic>
          <p:nvPicPr>
            <p:cNvPr id="1240" name="그림 1239">
              <a:extLst>
                <a:ext uri="{FF2B5EF4-FFF2-40B4-BE49-F238E27FC236}">
                  <a16:creationId xmlns:a16="http://schemas.microsoft.com/office/drawing/2014/main" id="{86495CFA-838A-1A71-811E-64D6CC8E3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4"/>
            <a:stretch>
              <a:fillRect/>
            </a:stretch>
          </p:blipFill>
          <p:spPr>
            <a:xfrm>
              <a:off x="12100325" y="98777"/>
              <a:ext cx="105833" cy="726722"/>
            </a:xfrm>
            <a:custGeom>
              <a:avLst/>
              <a:gdLst>
                <a:gd name="connsiteX0" fmla="*/ 1715 w 105833"/>
                <a:gd name="connsiteY0" fmla="*/ 14 h 726722"/>
                <a:gd name="connsiteX1" fmla="*/ 107549 w 105833"/>
                <a:gd name="connsiteY1" fmla="*/ 14 h 726722"/>
                <a:gd name="connsiteX2" fmla="*/ 107549 w 105833"/>
                <a:gd name="connsiteY2" fmla="*/ 726736 h 726722"/>
                <a:gd name="connsiteX3" fmla="*/ 1715 w 105833"/>
                <a:gd name="connsiteY3" fmla="*/ 726736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726722">
                  <a:moveTo>
                    <a:pt x="1715" y="14"/>
                  </a:moveTo>
                  <a:lnTo>
                    <a:pt x="107549" y="14"/>
                  </a:lnTo>
                  <a:lnTo>
                    <a:pt x="107549" y="726736"/>
                  </a:lnTo>
                  <a:lnTo>
                    <a:pt x="1715" y="726736"/>
                  </a:lnTo>
                  <a:close/>
                </a:path>
              </a:pathLst>
            </a:custGeom>
          </p:spPr>
        </p:pic>
        <p:pic>
          <p:nvPicPr>
            <p:cNvPr id="1241" name="그림 1240">
              <a:extLst>
                <a:ext uri="{FF2B5EF4-FFF2-40B4-BE49-F238E27FC236}">
                  <a16:creationId xmlns:a16="http://schemas.microsoft.com/office/drawing/2014/main" id="{84DD1428-7666-7E40-D478-002F86067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5"/>
            <a:stretch>
              <a:fillRect/>
            </a:stretch>
          </p:blipFill>
          <p:spPr>
            <a:xfrm>
              <a:off x="12100325" y="239888"/>
              <a:ext cx="105833" cy="585611"/>
            </a:xfrm>
            <a:custGeom>
              <a:avLst/>
              <a:gdLst>
                <a:gd name="connsiteX0" fmla="*/ 1715 w 105833"/>
                <a:gd name="connsiteY0" fmla="*/ 34 h 585611"/>
                <a:gd name="connsiteX1" fmla="*/ 107549 w 105833"/>
                <a:gd name="connsiteY1" fmla="*/ 34 h 585611"/>
                <a:gd name="connsiteX2" fmla="*/ 107549 w 105833"/>
                <a:gd name="connsiteY2" fmla="*/ 585645 h 585611"/>
                <a:gd name="connsiteX3" fmla="*/ 1715 w 105833"/>
                <a:gd name="connsiteY3" fmla="*/ 585645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585611">
                  <a:moveTo>
                    <a:pt x="1715" y="34"/>
                  </a:moveTo>
                  <a:lnTo>
                    <a:pt x="107549" y="34"/>
                  </a:lnTo>
                  <a:lnTo>
                    <a:pt x="107549" y="585645"/>
                  </a:lnTo>
                  <a:lnTo>
                    <a:pt x="1715" y="585645"/>
                  </a:lnTo>
                  <a:close/>
                </a:path>
              </a:pathLst>
            </a:custGeom>
          </p:spPr>
        </p:pic>
        <p:pic>
          <p:nvPicPr>
            <p:cNvPr id="1242" name="그림 1241">
              <a:extLst>
                <a:ext uri="{FF2B5EF4-FFF2-40B4-BE49-F238E27FC236}">
                  <a16:creationId xmlns:a16="http://schemas.microsoft.com/office/drawing/2014/main" id="{DB28ED1D-3ABB-6558-0E42-3BE2B7C70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6"/>
            <a:stretch>
              <a:fillRect/>
            </a:stretch>
          </p:blipFill>
          <p:spPr>
            <a:xfrm>
              <a:off x="10971432" y="1368777"/>
              <a:ext cx="571502" cy="211666"/>
            </a:xfrm>
            <a:custGeom>
              <a:avLst/>
              <a:gdLst>
                <a:gd name="connsiteX0" fmla="*/ 1555 w 571502"/>
                <a:gd name="connsiteY0" fmla="*/ 194 h 211666"/>
                <a:gd name="connsiteX1" fmla="*/ 573057 w 571502"/>
                <a:gd name="connsiteY1" fmla="*/ 194 h 211666"/>
                <a:gd name="connsiteX2" fmla="*/ 573057 w 571502"/>
                <a:gd name="connsiteY2" fmla="*/ 211861 h 211666"/>
                <a:gd name="connsiteX3" fmla="*/ 1555 w 571502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555" y="194"/>
                  </a:moveTo>
                  <a:lnTo>
                    <a:pt x="573057" y="194"/>
                  </a:lnTo>
                  <a:lnTo>
                    <a:pt x="573057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3" name="그림 1242">
              <a:extLst>
                <a:ext uri="{FF2B5EF4-FFF2-40B4-BE49-F238E27FC236}">
                  <a16:creationId xmlns:a16="http://schemas.microsoft.com/office/drawing/2014/main" id="{FECA3976-D10A-4BB3-FDC9-1E8C24477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7"/>
            <a:stretch>
              <a:fillRect/>
            </a:stretch>
          </p:blipFill>
          <p:spPr>
            <a:xfrm>
              <a:off x="10971432" y="1368777"/>
              <a:ext cx="324556" cy="211666"/>
            </a:xfrm>
            <a:custGeom>
              <a:avLst/>
              <a:gdLst>
                <a:gd name="connsiteX0" fmla="*/ 1555 w 324556"/>
                <a:gd name="connsiteY0" fmla="*/ 194 h 211666"/>
                <a:gd name="connsiteX1" fmla="*/ 326112 w 324556"/>
                <a:gd name="connsiteY1" fmla="*/ 194 h 211666"/>
                <a:gd name="connsiteX2" fmla="*/ 326112 w 324556"/>
                <a:gd name="connsiteY2" fmla="*/ 211861 h 211666"/>
                <a:gd name="connsiteX3" fmla="*/ 1555 w 324556"/>
                <a:gd name="connsiteY3" fmla="*/ 2118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1555" y="194"/>
                  </a:moveTo>
                  <a:lnTo>
                    <a:pt x="326112" y="194"/>
                  </a:lnTo>
                  <a:lnTo>
                    <a:pt x="326112" y="211861"/>
                  </a:lnTo>
                  <a:lnTo>
                    <a:pt x="1555" y="211861"/>
                  </a:lnTo>
                  <a:close/>
                </a:path>
              </a:pathLst>
            </a:custGeom>
          </p:spPr>
        </p:pic>
        <p:pic>
          <p:nvPicPr>
            <p:cNvPr id="1244" name="그림 1243">
              <a:extLst>
                <a:ext uri="{FF2B5EF4-FFF2-40B4-BE49-F238E27FC236}">
                  <a16:creationId xmlns:a16="http://schemas.microsoft.com/office/drawing/2014/main" id="{6374ECCF-393B-227B-9AED-B58B655AF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8"/>
            <a:stretch>
              <a:fillRect/>
            </a:stretch>
          </p:blipFill>
          <p:spPr>
            <a:xfrm>
              <a:off x="10971432" y="1566333"/>
              <a:ext cx="119944" cy="127000"/>
            </a:xfrm>
            <a:custGeom>
              <a:avLst/>
              <a:gdLst>
                <a:gd name="connsiteX0" fmla="*/ 1555 w 119944"/>
                <a:gd name="connsiteY0" fmla="*/ 222 h 127000"/>
                <a:gd name="connsiteX1" fmla="*/ 121500 w 119944"/>
                <a:gd name="connsiteY1" fmla="*/ 222 h 127000"/>
                <a:gd name="connsiteX2" fmla="*/ 121500 w 119944"/>
                <a:gd name="connsiteY2" fmla="*/ 127222 h 127000"/>
                <a:gd name="connsiteX3" fmla="*/ 1555 w 119944"/>
                <a:gd name="connsiteY3" fmla="*/ 127222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1555" y="222"/>
                  </a:moveTo>
                  <a:lnTo>
                    <a:pt x="121500" y="222"/>
                  </a:lnTo>
                  <a:lnTo>
                    <a:pt x="121500" y="127222"/>
                  </a:lnTo>
                  <a:lnTo>
                    <a:pt x="1555" y="127222"/>
                  </a:lnTo>
                  <a:close/>
                </a:path>
              </a:pathLst>
            </a:custGeom>
          </p:spPr>
        </p:pic>
        <p:pic>
          <p:nvPicPr>
            <p:cNvPr id="1245" name="그림 1244">
              <a:extLst>
                <a:ext uri="{FF2B5EF4-FFF2-40B4-BE49-F238E27FC236}">
                  <a16:creationId xmlns:a16="http://schemas.microsoft.com/office/drawing/2014/main" id="{FFC679C5-EC22-655E-44FD-E406BBDF6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9"/>
            <a:stretch>
              <a:fillRect/>
            </a:stretch>
          </p:blipFill>
          <p:spPr>
            <a:xfrm>
              <a:off x="11084321" y="1397000"/>
              <a:ext cx="345723" cy="296333"/>
            </a:xfrm>
            <a:custGeom>
              <a:avLst/>
              <a:gdLst>
                <a:gd name="connsiteX0" fmla="*/ 1571 w 345723"/>
                <a:gd name="connsiteY0" fmla="*/ 198 h 296333"/>
                <a:gd name="connsiteX1" fmla="*/ 347295 w 345723"/>
                <a:gd name="connsiteY1" fmla="*/ 198 h 296333"/>
                <a:gd name="connsiteX2" fmla="*/ 347295 w 345723"/>
                <a:gd name="connsiteY2" fmla="*/ 296531 h 296333"/>
                <a:gd name="connsiteX3" fmla="*/ 1571 w 345723"/>
                <a:gd name="connsiteY3" fmla="*/ 296531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1571" y="198"/>
                  </a:moveTo>
                  <a:lnTo>
                    <a:pt x="347295" y="198"/>
                  </a:lnTo>
                  <a:lnTo>
                    <a:pt x="347295" y="296531"/>
                  </a:lnTo>
                  <a:lnTo>
                    <a:pt x="1571" y="296531"/>
                  </a:lnTo>
                  <a:close/>
                </a:path>
              </a:pathLst>
            </a:custGeom>
          </p:spPr>
        </p:pic>
        <p:pic>
          <p:nvPicPr>
            <p:cNvPr id="1246" name="그림 1245">
              <a:extLst>
                <a:ext uri="{FF2B5EF4-FFF2-40B4-BE49-F238E27FC236}">
                  <a16:creationId xmlns:a16="http://schemas.microsoft.com/office/drawing/2014/main" id="{94AD4846-EA12-560D-7CE6-54ED1C8FB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0"/>
            <a:stretch>
              <a:fillRect/>
            </a:stretch>
          </p:blipFill>
          <p:spPr>
            <a:xfrm>
              <a:off x="11422989" y="1248833"/>
              <a:ext cx="529168" cy="162277"/>
            </a:xfrm>
            <a:custGeom>
              <a:avLst/>
              <a:gdLst>
                <a:gd name="connsiteX0" fmla="*/ 1619 w 529168"/>
                <a:gd name="connsiteY0" fmla="*/ 177 h 162277"/>
                <a:gd name="connsiteX1" fmla="*/ 530788 w 529168"/>
                <a:gd name="connsiteY1" fmla="*/ 177 h 162277"/>
                <a:gd name="connsiteX2" fmla="*/ 530788 w 529168"/>
                <a:gd name="connsiteY2" fmla="*/ 162455 h 162277"/>
                <a:gd name="connsiteX3" fmla="*/ 1619 w 529168"/>
                <a:gd name="connsiteY3" fmla="*/ 162455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1619" y="177"/>
                  </a:moveTo>
                  <a:lnTo>
                    <a:pt x="530788" y="177"/>
                  </a:lnTo>
                  <a:lnTo>
                    <a:pt x="530788" y="162455"/>
                  </a:lnTo>
                  <a:lnTo>
                    <a:pt x="1619" y="162455"/>
                  </a:lnTo>
                  <a:close/>
                </a:path>
              </a:pathLst>
            </a:custGeom>
          </p:spPr>
        </p:pic>
        <p:pic>
          <p:nvPicPr>
            <p:cNvPr id="1247" name="그림 1246">
              <a:extLst>
                <a:ext uri="{FF2B5EF4-FFF2-40B4-BE49-F238E27FC236}">
                  <a16:creationId xmlns:a16="http://schemas.microsoft.com/office/drawing/2014/main" id="{93890ED1-A180-001F-78B8-BC7BCDAF6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1"/>
            <a:stretch>
              <a:fillRect/>
            </a:stretch>
          </p:blipFill>
          <p:spPr>
            <a:xfrm>
              <a:off x="11437100" y="670277"/>
              <a:ext cx="402168" cy="310444"/>
            </a:xfrm>
            <a:custGeom>
              <a:avLst/>
              <a:gdLst>
                <a:gd name="connsiteX0" fmla="*/ 1621 w 402168"/>
                <a:gd name="connsiteY0" fmla="*/ 95 h 310444"/>
                <a:gd name="connsiteX1" fmla="*/ 403789 w 402168"/>
                <a:gd name="connsiteY1" fmla="*/ 95 h 310444"/>
                <a:gd name="connsiteX2" fmla="*/ 403789 w 402168"/>
                <a:gd name="connsiteY2" fmla="*/ 310539 h 310444"/>
                <a:gd name="connsiteX3" fmla="*/ 1621 w 402168"/>
                <a:gd name="connsiteY3" fmla="*/ 310539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1621" y="95"/>
                  </a:moveTo>
                  <a:lnTo>
                    <a:pt x="403789" y="95"/>
                  </a:lnTo>
                  <a:lnTo>
                    <a:pt x="403789" y="310539"/>
                  </a:lnTo>
                  <a:lnTo>
                    <a:pt x="1621" y="310539"/>
                  </a:lnTo>
                  <a:close/>
                </a:path>
              </a:pathLst>
            </a:custGeom>
          </p:spPr>
        </p:pic>
        <p:pic>
          <p:nvPicPr>
            <p:cNvPr id="1248" name="그림 1247">
              <a:extLst>
                <a:ext uri="{FF2B5EF4-FFF2-40B4-BE49-F238E27FC236}">
                  <a16:creationId xmlns:a16="http://schemas.microsoft.com/office/drawing/2014/main" id="{283A5BC0-E85B-646C-FF87-A93E3FD83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2"/>
            <a:stretch>
              <a:fillRect/>
            </a:stretch>
          </p:blipFill>
          <p:spPr>
            <a:xfrm>
              <a:off x="11437100" y="966611"/>
              <a:ext cx="571502" cy="21166"/>
            </a:xfrm>
            <a:custGeom>
              <a:avLst/>
              <a:gdLst>
                <a:gd name="connsiteX0" fmla="*/ 1621 w 571502"/>
                <a:gd name="connsiteY0" fmla="*/ 137 h 21166"/>
                <a:gd name="connsiteX1" fmla="*/ 573123 w 571502"/>
                <a:gd name="connsiteY1" fmla="*/ 137 h 21166"/>
                <a:gd name="connsiteX2" fmla="*/ 573123 w 571502"/>
                <a:gd name="connsiteY2" fmla="*/ 21304 h 21166"/>
                <a:gd name="connsiteX3" fmla="*/ 1621 w 571502"/>
                <a:gd name="connsiteY3" fmla="*/ 21304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1621" y="137"/>
                  </a:moveTo>
                  <a:lnTo>
                    <a:pt x="573123" y="137"/>
                  </a:lnTo>
                  <a:lnTo>
                    <a:pt x="573123" y="21304"/>
                  </a:lnTo>
                  <a:lnTo>
                    <a:pt x="1621" y="21304"/>
                  </a:lnTo>
                  <a:close/>
                </a:path>
              </a:pathLst>
            </a:custGeom>
          </p:spPr>
        </p:pic>
        <p:pic>
          <p:nvPicPr>
            <p:cNvPr id="1249" name="그림 1248">
              <a:extLst>
                <a:ext uri="{FF2B5EF4-FFF2-40B4-BE49-F238E27FC236}">
                  <a16:creationId xmlns:a16="http://schemas.microsoft.com/office/drawing/2014/main" id="{890B1FD0-A8CD-EBA2-0CD6-C1011087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3"/>
            <a:stretch>
              <a:fillRect/>
            </a:stretch>
          </p:blipFill>
          <p:spPr>
            <a:xfrm>
              <a:off x="11161932" y="613833"/>
              <a:ext cx="289278" cy="366888"/>
            </a:xfrm>
            <a:custGeom>
              <a:avLst/>
              <a:gdLst>
                <a:gd name="connsiteX0" fmla="*/ 1582 w 289278"/>
                <a:gd name="connsiteY0" fmla="*/ 87 h 366888"/>
                <a:gd name="connsiteX1" fmla="*/ 290861 w 289278"/>
                <a:gd name="connsiteY1" fmla="*/ 87 h 366888"/>
                <a:gd name="connsiteX2" fmla="*/ 290861 w 289278"/>
                <a:gd name="connsiteY2" fmla="*/ 366976 h 366888"/>
                <a:gd name="connsiteX3" fmla="*/ 1582 w 289278"/>
                <a:gd name="connsiteY3" fmla="*/ 366976 h 36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66888">
                  <a:moveTo>
                    <a:pt x="1582" y="87"/>
                  </a:moveTo>
                  <a:lnTo>
                    <a:pt x="290861" y="87"/>
                  </a:lnTo>
                  <a:lnTo>
                    <a:pt x="290861" y="366976"/>
                  </a:lnTo>
                  <a:lnTo>
                    <a:pt x="1582" y="366976"/>
                  </a:lnTo>
                  <a:close/>
                </a:path>
              </a:pathLst>
            </a:custGeom>
          </p:spPr>
        </p:pic>
        <p:pic>
          <p:nvPicPr>
            <p:cNvPr id="1250" name="그림 1249">
              <a:extLst>
                <a:ext uri="{FF2B5EF4-FFF2-40B4-BE49-F238E27FC236}">
                  <a16:creationId xmlns:a16="http://schemas.microsoft.com/office/drawing/2014/main" id="{25D02DCA-2903-9E63-48DB-38A680C71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4"/>
            <a:stretch>
              <a:fillRect/>
            </a:stretch>
          </p:blipFill>
          <p:spPr>
            <a:xfrm>
              <a:off x="11161932" y="620888"/>
              <a:ext cx="677335" cy="63500"/>
            </a:xfrm>
            <a:custGeom>
              <a:avLst/>
              <a:gdLst>
                <a:gd name="connsiteX0" fmla="*/ 1582 w 677335"/>
                <a:gd name="connsiteY0" fmla="*/ 88 h 63500"/>
                <a:gd name="connsiteX1" fmla="*/ 678918 w 677335"/>
                <a:gd name="connsiteY1" fmla="*/ 88 h 63500"/>
                <a:gd name="connsiteX2" fmla="*/ 678918 w 677335"/>
                <a:gd name="connsiteY2" fmla="*/ 63588 h 63500"/>
                <a:gd name="connsiteX3" fmla="*/ 1582 w 677335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63500">
                  <a:moveTo>
                    <a:pt x="1582" y="88"/>
                  </a:moveTo>
                  <a:lnTo>
                    <a:pt x="678918" y="88"/>
                  </a:lnTo>
                  <a:lnTo>
                    <a:pt x="678918" y="63588"/>
                  </a:lnTo>
                  <a:lnTo>
                    <a:pt x="1582" y="63588"/>
                  </a:lnTo>
                  <a:close/>
                </a:path>
              </a:pathLst>
            </a:custGeom>
          </p:spPr>
        </p:pic>
        <p:pic>
          <p:nvPicPr>
            <p:cNvPr id="1251" name="그림 1250">
              <a:extLst>
                <a:ext uri="{FF2B5EF4-FFF2-40B4-BE49-F238E27FC236}">
                  <a16:creationId xmlns:a16="http://schemas.microsoft.com/office/drawing/2014/main" id="{F4693C40-9A4F-40EB-DC2D-F05EE6FBF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5"/>
            <a:stretch>
              <a:fillRect/>
            </a:stretch>
          </p:blipFill>
          <p:spPr>
            <a:xfrm>
              <a:off x="11161932" y="119944"/>
              <a:ext cx="119944" cy="508000"/>
            </a:xfrm>
            <a:custGeom>
              <a:avLst/>
              <a:gdLst>
                <a:gd name="connsiteX0" fmla="*/ 1582 w 119944"/>
                <a:gd name="connsiteY0" fmla="*/ 17 h 508000"/>
                <a:gd name="connsiteX1" fmla="*/ 121527 w 119944"/>
                <a:gd name="connsiteY1" fmla="*/ 17 h 508000"/>
                <a:gd name="connsiteX2" fmla="*/ 121527 w 119944"/>
                <a:gd name="connsiteY2" fmla="*/ 508017 h 508000"/>
                <a:gd name="connsiteX3" fmla="*/ 1582 w 119944"/>
                <a:gd name="connsiteY3" fmla="*/ 508017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08000">
                  <a:moveTo>
                    <a:pt x="1582" y="17"/>
                  </a:moveTo>
                  <a:lnTo>
                    <a:pt x="121527" y="17"/>
                  </a:lnTo>
                  <a:lnTo>
                    <a:pt x="121527" y="508017"/>
                  </a:lnTo>
                  <a:lnTo>
                    <a:pt x="1582" y="508017"/>
                  </a:lnTo>
                  <a:close/>
                </a:path>
              </a:pathLst>
            </a:custGeom>
          </p:spPr>
        </p:pic>
        <p:pic>
          <p:nvPicPr>
            <p:cNvPr id="1252" name="그림 1251">
              <a:extLst>
                <a:ext uri="{FF2B5EF4-FFF2-40B4-BE49-F238E27FC236}">
                  <a16:creationId xmlns:a16="http://schemas.microsoft.com/office/drawing/2014/main" id="{D60945F5-0A42-2E51-198C-9544E450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1267766" y="0"/>
              <a:ext cx="423334" cy="134055"/>
            </a:xfrm>
            <a:custGeom>
              <a:avLst/>
              <a:gdLst>
                <a:gd name="connsiteX0" fmla="*/ 1597 w 423334"/>
                <a:gd name="connsiteY0" fmla="*/ 0 h 134055"/>
                <a:gd name="connsiteX1" fmla="*/ 424932 w 423334"/>
                <a:gd name="connsiteY1" fmla="*/ 0 h 134055"/>
                <a:gd name="connsiteX2" fmla="*/ 424932 w 423334"/>
                <a:gd name="connsiteY2" fmla="*/ 134056 h 134055"/>
                <a:gd name="connsiteX3" fmla="*/ 1597 w 423334"/>
                <a:gd name="connsiteY3" fmla="*/ 134056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34055">
                  <a:moveTo>
                    <a:pt x="1597" y="0"/>
                  </a:moveTo>
                  <a:lnTo>
                    <a:pt x="424932" y="0"/>
                  </a:lnTo>
                  <a:lnTo>
                    <a:pt x="424932" y="134056"/>
                  </a:lnTo>
                  <a:lnTo>
                    <a:pt x="1597" y="134056"/>
                  </a:lnTo>
                  <a:close/>
                </a:path>
              </a:pathLst>
            </a:custGeom>
          </p:spPr>
        </p:pic>
        <p:pic>
          <p:nvPicPr>
            <p:cNvPr id="1253" name="그림 1252">
              <a:extLst>
                <a:ext uri="{FF2B5EF4-FFF2-40B4-BE49-F238E27FC236}">
                  <a16:creationId xmlns:a16="http://schemas.microsoft.com/office/drawing/2014/main" id="{2AAC4D29-1624-5ADB-C540-6FC29A93F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7"/>
            <a:stretch>
              <a:fillRect/>
            </a:stretch>
          </p:blipFill>
          <p:spPr>
            <a:xfrm>
              <a:off x="11676990" y="0"/>
              <a:ext cx="529168" cy="70555"/>
            </a:xfrm>
            <a:custGeom>
              <a:avLst/>
              <a:gdLst>
                <a:gd name="connsiteX0" fmla="*/ 1655 w 529168"/>
                <a:gd name="connsiteY0" fmla="*/ 0 h 70555"/>
                <a:gd name="connsiteX1" fmla="*/ 530824 w 529168"/>
                <a:gd name="connsiteY1" fmla="*/ 0 h 70555"/>
                <a:gd name="connsiteX2" fmla="*/ 530824 w 529168"/>
                <a:gd name="connsiteY2" fmla="*/ 70556 h 70555"/>
                <a:gd name="connsiteX3" fmla="*/ 1655 w 529168"/>
                <a:gd name="connsiteY3" fmla="*/ 70556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0555">
                  <a:moveTo>
                    <a:pt x="1655" y="0"/>
                  </a:moveTo>
                  <a:lnTo>
                    <a:pt x="530824" y="0"/>
                  </a:lnTo>
                  <a:lnTo>
                    <a:pt x="530824" y="70556"/>
                  </a:lnTo>
                  <a:lnTo>
                    <a:pt x="1655" y="70556"/>
                  </a:lnTo>
                  <a:close/>
                </a:path>
              </a:pathLst>
            </a:custGeom>
          </p:spPr>
        </p:pic>
        <p:pic>
          <p:nvPicPr>
            <p:cNvPr id="1254" name="그림 1253">
              <a:extLst>
                <a:ext uri="{FF2B5EF4-FFF2-40B4-BE49-F238E27FC236}">
                  <a16:creationId xmlns:a16="http://schemas.microsoft.com/office/drawing/2014/main" id="{A578C95C-F82B-6346-28D2-180D87CD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8"/>
            <a:stretch>
              <a:fillRect/>
            </a:stretch>
          </p:blipFill>
          <p:spPr>
            <a:xfrm>
              <a:off x="11676990" y="0"/>
              <a:ext cx="458612" cy="77611"/>
            </a:xfrm>
            <a:custGeom>
              <a:avLst/>
              <a:gdLst>
                <a:gd name="connsiteX0" fmla="*/ 1655 w 458612"/>
                <a:gd name="connsiteY0" fmla="*/ 0 h 77611"/>
                <a:gd name="connsiteX1" fmla="*/ 460268 w 458612"/>
                <a:gd name="connsiteY1" fmla="*/ 0 h 77611"/>
                <a:gd name="connsiteX2" fmla="*/ 460268 w 458612"/>
                <a:gd name="connsiteY2" fmla="*/ 77611 h 77611"/>
                <a:gd name="connsiteX3" fmla="*/ 1655 w 458612"/>
                <a:gd name="connsiteY3" fmla="*/ 77611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77611">
                  <a:moveTo>
                    <a:pt x="1655" y="0"/>
                  </a:moveTo>
                  <a:lnTo>
                    <a:pt x="460268" y="0"/>
                  </a:lnTo>
                  <a:lnTo>
                    <a:pt x="460268" y="77611"/>
                  </a:lnTo>
                  <a:lnTo>
                    <a:pt x="1655" y="77611"/>
                  </a:lnTo>
                  <a:close/>
                </a:path>
              </a:pathLst>
            </a:custGeom>
          </p:spPr>
        </p:pic>
        <p:pic>
          <p:nvPicPr>
            <p:cNvPr id="1255" name="그림 1254">
              <a:extLst>
                <a:ext uri="{FF2B5EF4-FFF2-40B4-BE49-F238E27FC236}">
                  <a16:creationId xmlns:a16="http://schemas.microsoft.com/office/drawing/2014/main" id="{F3114C3A-37CF-FA89-7A23-BEB80EDA2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9"/>
            <a:stretch>
              <a:fillRect/>
            </a:stretch>
          </p:blipFill>
          <p:spPr>
            <a:xfrm>
              <a:off x="12121492" y="63500"/>
              <a:ext cx="84666" cy="56444"/>
            </a:xfrm>
            <a:custGeom>
              <a:avLst/>
              <a:gdLst>
                <a:gd name="connsiteX0" fmla="*/ 1718 w 84666"/>
                <a:gd name="connsiteY0" fmla="*/ 9 h 56444"/>
                <a:gd name="connsiteX1" fmla="*/ 86385 w 84666"/>
                <a:gd name="connsiteY1" fmla="*/ 9 h 56444"/>
                <a:gd name="connsiteX2" fmla="*/ 86385 w 84666"/>
                <a:gd name="connsiteY2" fmla="*/ 56453 h 56444"/>
                <a:gd name="connsiteX3" fmla="*/ 1718 w 84666"/>
                <a:gd name="connsiteY3" fmla="*/ 564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56444">
                  <a:moveTo>
                    <a:pt x="1718" y="9"/>
                  </a:moveTo>
                  <a:lnTo>
                    <a:pt x="86385" y="9"/>
                  </a:lnTo>
                  <a:lnTo>
                    <a:pt x="86385" y="56453"/>
                  </a:lnTo>
                  <a:lnTo>
                    <a:pt x="1718" y="56453"/>
                  </a:lnTo>
                  <a:close/>
                </a:path>
              </a:pathLst>
            </a:custGeom>
          </p:spPr>
        </p:pic>
        <p:pic>
          <p:nvPicPr>
            <p:cNvPr id="1256" name="그림 1255">
              <a:extLst>
                <a:ext uri="{FF2B5EF4-FFF2-40B4-BE49-F238E27FC236}">
                  <a16:creationId xmlns:a16="http://schemas.microsoft.com/office/drawing/2014/main" id="{3C46E6FB-D3D7-50A1-DC08-BF1AD1049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0"/>
            <a:stretch>
              <a:fillRect/>
            </a:stretch>
          </p:blipFill>
          <p:spPr>
            <a:xfrm>
              <a:off x="12121492" y="49388"/>
              <a:ext cx="84666" cy="28222"/>
            </a:xfrm>
            <a:custGeom>
              <a:avLst/>
              <a:gdLst>
                <a:gd name="connsiteX0" fmla="*/ 1718 w 84666"/>
                <a:gd name="connsiteY0" fmla="*/ 7 h 28222"/>
                <a:gd name="connsiteX1" fmla="*/ 86385 w 84666"/>
                <a:gd name="connsiteY1" fmla="*/ 7 h 28222"/>
                <a:gd name="connsiteX2" fmla="*/ 86385 w 84666"/>
                <a:gd name="connsiteY2" fmla="*/ 28229 h 28222"/>
                <a:gd name="connsiteX3" fmla="*/ 1718 w 84666"/>
                <a:gd name="connsiteY3" fmla="*/ 2822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28222">
                  <a:moveTo>
                    <a:pt x="1718" y="7"/>
                  </a:moveTo>
                  <a:lnTo>
                    <a:pt x="86385" y="7"/>
                  </a:lnTo>
                  <a:lnTo>
                    <a:pt x="86385" y="28229"/>
                  </a:lnTo>
                  <a:lnTo>
                    <a:pt x="1718" y="28229"/>
                  </a:lnTo>
                  <a:close/>
                </a:path>
              </a:pathLst>
            </a:custGeom>
          </p:spPr>
        </p:pic>
        <p:pic>
          <p:nvPicPr>
            <p:cNvPr id="1257" name="그림 1256">
              <a:extLst>
                <a:ext uri="{FF2B5EF4-FFF2-40B4-BE49-F238E27FC236}">
                  <a16:creationId xmlns:a16="http://schemas.microsoft.com/office/drawing/2014/main" id="{246D99CC-08C2-A421-0278-B8C1FA4D3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1"/>
            <a:stretch>
              <a:fillRect/>
            </a:stretch>
          </p:blipFill>
          <p:spPr>
            <a:xfrm>
              <a:off x="11281877" y="1100666"/>
              <a:ext cx="444501" cy="282222"/>
            </a:xfrm>
            <a:custGeom>
              <a:avLst/>
              <a:gdLst>
                <a:gd name="connsiteX0" fmla="*/ 1599 w 444501"/>
                <a:gd name="connsiteY0" fmla="*/ 156 h 282222"/>
                <a:gd name="connsiteX1" fmla="*/ 446101 w 444501"/>
                <a:gd name="connsiteY1" fmla="*/ 156 h 282222"/>
                <a:gd name="connsiteX2" fmla="*/ 446101 w 444501"/>
                <a:gd name="connsiteY2" fmla="*/ 282378 h 282222"/>
                <a:gd name="connsiteX3" fmla="*/ 1599 w 444501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2222">
                  <a:moveTo>
                    <a:pt x="1599" y="156"/>
                  </a:moveTo>
                  <a:lnTo>
                    <a:pt x="446101" y="156"/>
                  </a:lnTo>
                  <a:lnTo>
                    <a:pt x="446101" y="282378"/>
                  </a:lnTo>
                  <a:lnTo>
                    <a:pt x="1599" y="282378"/>
                  </a:lnTo>
                  <a:close/>
                </a:path>
              </a:pathLst>
            </a:custGeom>
          </p:spPr>
        </p:pic>
        <p:pic>
          <p:nvPicPr>
            <p:cNvPr id="1258" name="그림 1257">
              <a:extLst>
                <a:ext uri="{FF2B5EF4-FFF2-40B4-BE49-F238E27FC236}">
                  <a16:creationId xmlns:a16="http://schemas.microsoft.com/office/drawing/2014/main" id="{9A979AB4-C6FE-0B44-D76C-86E2134F6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2"/>
            <a:stretch>
              <a:fillRect/>
            </a:stretch>
          </p:blipFill>
          <p:spPr>
            <a:xfrm>
              <a:off x="11281877" y="1368777"/>
              <a:ext cx="261056" cy="21166"/>
            </a:xfrm>
            <a:custGeom>
              <a:avLst/>
              <a:gdLst>
                <a:gd name="connsiteX0" fmla="*/ 1599 w 261056"/>
                <a:gd name="connsiteY0" fmla="*/ 194 h 21166"/>
                <a:gd name="connsiteX1" fmla="*/ 262656 w 261056"/>
                <a:gd name="connsiteY1" fmla="*/ 194 h 21166"/>
                <a:gd name="connsiteX2" fmla="*/ 262656 w 261056"/>
                <a:gd name="connsiteY2" fmla="*/ 21361 h 21166"/>
                <a:gd name="connsiteX3" fmla="*/ 1599 w 261056"/>
                <a:gd name="connsiteY3" fmla="*/ 21361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21166">
                  <a:moveTo>
                    <a:pt x="1599" y="194"/>
                  </a:moveTo>
                  <a:lnTo>
                    <a:pt x="262656" y="194"/>
                  </a:lnTo>
                  <a:lnTo>
                    <a:pt x="262656" y="21361"/>
                  </a:lnTo>
                  <a:lnTo>
                    <a:pt x="1599" y="21361"/>
                  </a:lnTo>
                  <a:close/>
                </a:path>
              </a:pathLst>
            </a:custGeom>
          </p:spPr>
        </p:pic>
        <p:pic>
          <p:nvPicPr>
            <p:cNvPr id="1259" name="그림 1258">
              <a:extLst>
                <a:ext uri="{FF2B5EF4-FFF2-40B4-BE49-F238E27FC236}">
                  <a16:creationId xmlns:a16="http://schemas.microsoft.com/office/drawing/2014/main" id="{C88AAB90-2664-8310-B334-CD3886C43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3"/>
            <a:stretch>
              <a:fillRect/>
            </a:stretch>
          </p:blipFill>
          <p:spPr>
            <a:xfrm>
              <a:off x="11528823" y="1234722"/>
              <a:ext cx="592668" cy="148166"/>
            </a:xfrm>
            <a:custGeom>
              <a:avLst/>
              <a:gdLst>
                <a:gd name="connsiteX0" fmla="*/ 1634 w 592668"/>
                <a:gd name="connsiteY0" fmla="*/ 175 h 148166"/>
                <a:gd name="connsiteX1" fmla="*/ 594303 w 592668"/>
                <a:gd name="connsiteY1" fmla="*/ 175 h 148166"/>
                <a:gd name="connsiteX2" fmla="*/ 594303 w 592668"/>
                <a:gd name="connsiteY2" fmla="*/ 148342 h 148166"/>
                <a:gd name="connsiteX3" fmla="*/ 1634 w 592668"/>
                <a:gd name="connsiteY3" fmla="*/ 14834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1634" y="175"/>
                  </a:moveTo>
                  <a:lnTo>
                    <a:pt x="594303" y="175"/>
                  </a:lnTo>
                  <a:lnTo>
                    <a:pt x="594303" y="148342"/>
                  </a:lnTo>
                  <a:lnTo>
                    <a:pt x="1634" y="148342"/>
                  </a:lnTo>
                  <a:close/>
                </a:path>
              </a:pathLst>
            </a:custGeom>
          </p:spPr>
        </p:pic>
        <p:pic>
          <p:nvPicPr>
            <p:cNvPr id="1260" name="그림 1259">
              <a:extLst>
                <a:ext uri="{FF2B5EF4-FFF2-40B4-BE49-F238E27FC236}">
                  <a16:creationId xmlns:a16="http://schemas.microsoft.com/office/drawing/2014/main" id="{D82C5764-94AA-2A1C-5911-D1810B504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4"/>
            <a:stretch>
              <a:fillRect/>
            </a:stretch>
          </p:blipFill>
          <p:spPr>
            <a:xfrm>
              <a:off x="11528823" y="1100666"/>
              <a:ext cx="197556" cy="282222"/>
            </a:xfrm>
            <a:custGeom>
              <a:avLst/>
              <a:gdLst>
                <a:gd name="connsiteX0" fmla="*/ 1634 w 197556"/>
                <a:gd name="connsiteY0" fmla="*/ 156 h 282222"/>
                <a:gd name="connsiteX1" fmla="*/ 199190 w 197556"/>
                <a:gd name="connsiteY1" fmla="*/ 156 h 282222"/>
                <a:gd name="connsiteX2" fmla="*/ 199190 w 197556"/>
                <a:gd name="connsiteY2" fmla="*/ 282378 h 282222"/>
                <a:gd name="connsiteX3" fmla="*/ 1634 w 197556"/>
                <a:gd name="connsiteY3" fmla="*/ 28237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2222">
                  <a:moveTo>
                    <a:pt x="1634" y="156"/>
                  </a:moveTo>
                  <a:lnTo>
                    <a:pt x="199190" y="156"/>
                  </a:lnTo>
                  <a:lnTo>
                    <a:pt x="199190" y="282378"/>
                  </a:lnTo>
                  <a:lnTo>
                    <a:pt x="1634" y="282378"/>
                  </a:lnTo>
                  <a:close/>
                </a:path>
              </a:pathLst>
            </a:custGeom>
          </p:spPr>
        </p:pic>
        <p:pic>
          <p:nvPicPr>
            <p:cNvPr id="1261" name="그림 1260">
              <a:extLst>
                <a:ext uri="{FF2B5EF4-FFF2-40B4-BE49-F238E27FC236}">
                  <a16:creationId xmlns:a16="http://schemas.microsoft.com/office/drawing/2014/main" id="{335391AF-C170-7A17-F985-43BE1DB0B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5"/>
            <a:stretch>
              <a:fillRect/>
            </a:stretch>
          </p:blipFill>
          <p:spPr>
            <a:xfrm>
              <a:off x="11938046" y="1065388"/>
              <a:ext cx="268112" cy="197555"/>
            </a:xfrm>
            <a:custGeom>
              <a:avLst/>
              <a:gdLst>
                <a:gd name="connsiteX0" fmla="*/ 1692 w 268112"/>
                <a:gd name="connsiteY0" fmla="*/ 151 h 197555"/>
                <a:gd name="connsiteX1" fmla="*/ 269804 w 268112"/>
                <a:gd name="connsiteY1" fmla="*/ 151 h 197555"/>
                <a:gd name="connsiteX2" fmla="*/ 269804 w 268112"/>
                <a:gd name="connsiteY2" fmla="*/ 197707 h 197555"/>
                <a:gd name="connsiteX3" fmla="*/ 1692 w 268112"/>
                <a:gd name="connsiteY3" fmla="*/ 197707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197555">
                  <a:moveTo>
                    <a:pt x="1692" y="151"/>
                  </a:moveTo>
                  <a:lnTo>
                    <a:pt x="269804" y="151"/>
                  </a:lnTo>
                  <a:lnTo>
                    <a:pt x="269804" y="197707"/>
                  </a:lnTo>
                  <a:lnTo>
                    <a:pt x="1692" y="197707"/>
                  </a:lnTo>
                  <a:close/>
                </a:path>
              </a:pathLst>
            </a:custGeom>
          </p:spPr>
        </p:pic>
        <p:pic>
          <p:nvPicPr>
            <p:cNvPr id="1262" name="그림 1261">
              <a:extLst>
                <a:ext uri="{FF2B5EF4-FFF2-40B4-BE49-F238E27FC236}">
                  <a16:creationId xmlns:a16="http://schemas.microsoft.com/office/drawing/2014/main" id="{6359D6B3-FD92-C963-41C8-DF73F8B52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6"/>
            <a:stretch>
              <a:fillRect/>
            </a:stretch>
          </p:blipFill>
          <p:spPr>
            <a:xfrm>
              <a:off x="11938046" y="1248833"/>
              <a:ext cx="268112" cy="28222"/>
            </a:xfrm>
            <a:custGeom>
              <a:avLst/>
              <a:gdLst>
                <a:gd name="connsiteX0" fmla="*/ 1692 w 268112"/>
                <a:gd name="connsiteY0" fmla="*/ 177 h 28222"/>
                <a:gd name="connsiteX1" fmla="*/ 269804 w 268112"/>
                <a:gd name="connsiteY1" fmla="*/ 177 h 28222"/>
                <a:gd name="connsiteX2" fmla="*/ 269804 w 268112"/>
                <a:gd name="connsiteY2" fmla="*/ 28399 h 28222"/>
                <a:gd name="connsiteX3" fmla="*/ 1692 w 268112"/>
                <a:gd name="connsiteY3" fmla="*/ 28399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8222">
                  <a:moveTo>
                    <a:pt x="1692" y="177"/>
                  </a:moveTo>
                  <a:lnTo>
                    <a:pt x="269804" y="177"/>
                  </a:lnTo>
                  <a:lnTo>
                    <a:pt x="269804" y="28399"/>
                  </a:lnTo>
                  <a:lnTo>
                    <a:pt x="1692" y="28399"/>
                  </a:lnTo>
                  <a:close/>
                </a:path>
              </a:pathLst>
            </a:custGeom>
          </p:spPr>
        </p:pic>
        <p:pic>
          <p:nvPicPr>
            <p:cNvPr id="1263" name="그림 1262">
              <a:extLst>
                <a:ext uri="{FF2B5EF4-FFF2-40B4-BE49-F238E27FC236}">
                  <a16:creationId xmlns:a16="http://schemas.microsoft.com/office/drawing/2014/main" id="{EF5FB219-9F5D-7562-B9DD-4732DB3E0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7"/>
            <a:stretch>
              <a:fillRect/>
            </a:stretch>
          </p:blipFill>
          <p:spPr>
            <a:xfrm>
              <a:off x="11938046" y="973666"/>
              <a:ext cx="70555" cy="289277"/>
            </a:xfrm>
            <a:custGeom>
              <a:avLst/>
              <a:gdLst>
                <a:gd name="connsiteX0" fmla="*/ 1692 w 70555"/>
                <a:gd name="connsiteY0" fmla="*/ 138 h 289277"/>
                <a:gd name="connsiteX1" fmla="*/ 72248 w 70555"/>
                <a:gd name="connsiteY1" fmla="*/ 138 h 289277"/>
                <a:gd name="connsiteX2" fmla="*/ 72248 w 70555"/>
                <a:gd name="connsiteY2" fmla="*/ 289416 h 289277"/>
                <a:gd name="connsiteX3" fmla="*/ 1692 w 70555"/>
                <a:gd name="connsiteY3" fmla="*/ 289416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1692" y="138"/>
                  </a:moveTo>
                  <a:lnTo>
                    <a:pt x="72248" y="138"/>
                  </a:lnTo>
                  <a:lnTo>
                    <a:pt x="72248" y="289416"/>
                  </a:lnTo>
                  <a:lnTo>
                    <a:pt x="1692" y="289416"/>
                  </a:lnTo>
                  <a:close/>
                </a:path>
              </a:pathLst>
            </a:custGeom>
          </p:spPr>
        </p:pic>
        <p:pic>
          <p:nvPicPr>
            <p:cNvPr id="1264" name="그림 1263">
              <a:extLst>
                <a:ext uri="{FF2B5EF4-FFF2-40B4-BE49-F238E27FC236}">
                  <a16:creationId xmlns:a16="http://schemas.microsoft.com/office/drawing/2014/main" id="{2B971EBD-4C9A-4503-5963-4251CFBF9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8"/>
            <a:stretch>
              <a:fillRect/>
            </a:stretch>
          </p:blipFill>
          <p:spPr>
            <a:xfrm>
              <a:off x="11994491" y="973666"/>
              <a:ext cx="211667" cy="98777"/>
            </a:xfrm>
            <a:custGeom>
              <a:avLst/>
              <a:gdLst>
                <a:gd name="connsiteX0" fmla="*/ 1700 w 211667"/>
                <a:gd name="connsiteY0" fmla="*/ 138 h 98777"/>
                <a:gd name="connsiteX1" fmla="*/ 213368 w 211667"/>
                <a:gd name="connsiteY1" fmla="*/ 138 h 98777"/>
                <a:gd name="connsiteX2" fmla="*/ 213368 w 211667"/>
                <a:gd name="connsiteY2" fmla="*/ 98916 h 98777"/>
                <a:gd name="connsiteX3" fmla="*/ 1700 w 211667"/>
                <a:gd name="connsiteY3" fmla="*/ 98916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98777">
                  <a:moveTo>
                    <a:pt x="1700" y="138"/>
                  </a:moveTo>
                  <a:lnTo>
                    <a:pt x="213368" y="138"/>
                  </a:lnTo>
                  <a:lnTo>
                    <a:pt x="213368" y="98916"/>
                  </a:lnTo>
                  <a:lnTo>
                    <a:pt x="1700" y="98916"/>
                  </a:lnTo>
                  <a:close/>
                </a:path>
              </a:pathLst>
            </a:custGeom>
          </p:spPr>
        </p:pic>
        <p:pic>
          <p:nvPicPr>
            <p:cNvPr id="1265" name="그림 1264">
              <a:extLst>
                <a:ext uri="{FF2B5EF4-FFF2-40B4-BE49-F238E27FC236}">
                  <a16:creationId xmlns:a16="http://schemas.microsoft.com/office/drawing/2014/main" id="{4A59C254-BDED-884D-E65B-60272F806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9"/>
            <a:stretch>
              <a:fillRect/>
            </a:stretch>
          </p:blipFill>
          <p:spPr>
            <a:xfrm>
              <a:off x="11825157" y="670277"/>
              <a:ext cx="183445" cy="317500"/>
            </a:xfrm>
            <a:custGeom>
              <a:avLst/>
              <a:gdLst>
                <a:gd name="connsiteX0" fmla="*/ 1676 w 183445"/>
                <a:gd name="connsiteY0" fmla="*/ 95 h 317500"/>
                <a:gd name="connsiteX1" fmla="*/ 185121 w 183445"/>
                <a:gd name="connsiteY1" fmla="*/ 95 h 317500"/>
                <a:gd name="connsiteX2" fmla="*/ 185121 w 183445"/>
                <a:gd name="connsiteY2" fmla="*/ 317595 h 317500"/>
                <a:gd name="connsiteX3" fmla="*/ 1676 w 183445"/>
                <a:gd name="connsiteY3" fmla="*/ 31759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1676" y="95"/>
                  </a:moveTo>
                  <a:lnTo>
                    <a:pt x="185121" y="95"/>
                  </a:lnTo>
                  <a:lnTo>
                    <a:pt x="185121" y="317595"/>
                  </a:lnTo>
                  <a:lnTo>
                    <a:pt x="1676" y="317595"/>
                  </a:lnTo>
                  <a:close/>
                </a:path>
              </a:pathLst>
            </a:custGeom>
          </p:spPr>
        </p:pic>
        <p:pic>
          <p:nvPicPr>
            <p:cNvPr id="1266" name="그림 1265">
              <a:extLst>
                <a:ext uri="{FF2B5EF4-FFF2-40B4-BE49-F238E27FC236}">
                  <a16:creationId xmlns:a16="http://schemas.microsoft.com/office/drawing/2014/main" id="{3C6C602D-C5E1-6072-5D87-0DFF96714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0"/>
            <a:stretch>
              <a:fillRect/>
            </a:stretch>
          </p:blipFill>
          <p:spPr>
            <a:xfrm>
              <a:off x="11719323" y="952500"/>
              <a:ext cx="486835" cy="155222"/>
            </a:xfrm>
            <a:custGeom>
              <a:avLst/>
              <a:gdLst>
                <a:gd name="connsiteX0" fmla="*/ 1661 w 486835"/>
                <a:gd name="connsiteY0" fmla="*/ 135 h 155222"/>
                <a:gd name="connsiteX1" fmla="*/ 488496 w 486835"/>
                <a:gd name="connsiteY1" fmla="*/ 135 h 155222"/>
                <a:gd name="connsiteX2" fmla="*/ 488496 w 486835"/>
                <a:gd name="connsiteY2" fmla="*/ 155357 h 155222"/>
                <a:gd name="connsiteX3" fmla="*/ 1661 w 486835"/>
                <a:gd name="connsiteY3" fmla="*/ 15535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155222">
                  <a:moveTo>
                    <a:pt x="1661" y="135"/>
                  </a:moveTo>
                  <a:lnTo>
                    <a:pt x="488496" y="135"/>
                  </a:lnTo>
                  <a:lnTo>
                    <a:pt x="488496" y="155357"/>
                  </a:lnTo>
                  <a:lnTo>
                    <a:pt x="1661" y="155357"/>
                  </a:lnTo>
                  <a:close/>
                </a:path>
              </a:pathLst>
            </a:custGeom>
          </p:spPr>
        </p:pic>
        <p:pic>
          <p:nvPicPr>
            <p:cNvPr id="1267" name="그림 1266">
              <a:extLst>
                <a:ext uri="{FF2B5EF4-FFF2-40B4-BE49-F238E27FC236}">
                  <a16:creationId xmlns:a16="http://schemas.microsoft.com/office/drawing/2014/main" id="{79E77705-80EE-8FB0-685E-CCCB708D3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1"/>
            <a:stretch>
              <a:fillRect/>
            </a:stretch>
          </p:blipFill>
          <p:spPr>
            <a:xfrm>
              <a:off x="11712268" y="1100666"/>
              <a:ext cx="409223" cy="148166"/>
            </a:xfrm>
            <a:custGeom>
              <a:avLst/>
              <a:gdLst>
                <a:gd name="connsiteX0" fmla="*/ 1660 w 409223"/>
                <a:gd name="connsiteY0" fmla="*/ 156 h 148166"/>
                <a:gd name="connsiteX1" fmla="*/ 410884 w 409223"/>
                <a:gd name="connsiteY1" fmla="*/ 156 h 148166"/>
                <a:gd name="connsiteX2" fmla="*/ 410884 w 409223"/>
                <a:gd name="connsiteY2" fmla="*/ 148323 h 148166"/>
                <a:gd name="connsiteX3" fmla="*/ 1660 w 409223"/>
                <a:gd name="connsiteY3" fmla="*/ 148323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48166">
                  <a:moveTo>
                    <a:pt x="1660" y="156"/>
                  </a:moveTo>
                  <a:lnTo>
                    <a:pt x="410884" y="156"/>
                  </a:lnTo>
                  <a:lnTo>
                    <a:pt x="410884" y="148323"/>
                  </a:lnTo>
                  <a:lnTo>
                    <a:pt x="1660" y="148323"/>
                  </a:lnTo>
                  <a:close/>
                </a:path>
              </a:pathLst>
            </a:custGeom>
          </p:spPr>
        </p:pic>
        <p:pic>
          <p:nvPicPr>
            <p:cNvPr id="1268" name="그림 1267">
              <a:extLst>
                <a:ext uri="{FF2B5EF4-FFF2-40B4-BE49-F238E27FC236}">
                  <a16:creationId xmlns:a16="http://schemas.microsoft.com/office/drawing/2014/main" id="{D9F72600-FD9A-8652-5884-9678D0DD1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2"/>
            <a:stretch>
              <a:fillRect/>
            </a:stretch>
          </p:blipFill>
          <p:spPr>
            <a:xfrm>
              <a:off x="12114436" y="1079500"/>
              <a:ext cx="91722" cy="169333"/>
            </a:xfrm>
            <a:custGeom>
              <a:avLst/>
              <a:gdLst>
                <a:gd name="connsiteX0" fmla="*/ 1717 w 91722"/>
                <a:gd name="connsiteY0" fmla="*/ 153 h 169333"/>
                <a:gd name="connsiteX1" fmla="*/ 93440 w 91722"/>
                <a:gd name="connsiteY1" fmla="*/ 153 h 169333"/>
                <a:gd name="connsiteX2" fmla="*/ 93440 w 91722"/>
                <a:gd name="connsiteY2" fmla="*/ 169486 h 169333"/>
                <a:gd name="connsiteX3" fmla="*/ 1717 w 91722"/>
                <a:gd name="connsiteY3" fmla="*/ 169486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69333">
                  <a:moveTo>
                    <a:pt x="1717" y="153"/>
                  </a:moveTo>
                  <a:lnTo>
                    <a:pt x="93440" y="153"/>
                  </a:lnTo>
                  <a:lnTo>
                    <a:pt x="93440" y="169486"/>
                  </a:lnTo>
                  <a:lnTo>
                    <a:pt x="1717" y="169486"/>
                  </a:lnTo>
                  <a:close/>
                </a:path>
              </a:pathLst>
            </a:custGeom>
          </p:spPr>
        </p:pic>
        <p:pic>
          <p:nvPicPr>
            <p:cNvPr id="1269" name="그림 1268">
              <a:extLst>
                <a:ext uri="{FF2B5EF4-FFF2-40B4-BE49-F238E27FC236}">
                  <a16:creationId xmlns:a16="http://schemas.microsoft.com/office/drawing/2014/main" id="{4F422361-2573-AAEC-CBD4-59A765C1C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3"/>
            <a:stretch>
              <a:fillRect/>
            </a:stretch>
          </p:blipFill>
          <p:spPr>
            <a:xfrm>
              <a:off x="12114436" y="952500"/>
              <a:ext cx="91722" cy="296333"/>
            </a:xfrm>
            <a:custGeom>
              <a:avLst/>
              <a:gdLst>
                <a:gd name="connsiteX0" fmla="*/ 1717 w 91722"/>
                <a:gd name="connsiteY0" fmla="*/ 135 h 296333"/>
                <a:gd name="connsiteX1" fmla="*/ 93440 w 91722"/>
                <a:gd name="connsiteY1" fmla="*/ 135 h 296333"/>
                <a:gd name="connsiteX2" fmla="*/ 93440 w 91722"/>
                <a:gd name="connsiteY2" fmla="*/ 296468 h 296333"/>
                <a:gd name="connsiteX3" fmla="*/ 1717 w 91722"/>
                <a:gd name="connsiteY3" fmla="*/ 296468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96333">
                  <a:moveTo>
                    <a:pt x="1717" y="135"/>
                  </a:moveTo>
                  <a:lnTo>
                    <a:pt x="93440" y="135"/>
                  </a:lnTo>
                  <a:lnTo>
                    <a:pt x="93440" y="296468"/>
                  </a:lnTo>
                  <a:lnTo>
                    <a:pt x="1717" y="296468"/>
                  </a:lnTo>
                  <a:close/>
                </a:path>
              </a:pathLst>
            </a:custGeom>
          </p:spPr>
        </p:pic>
        <p:pic>
          <p:nvPicPr>
            <p:cNvPr id="1270" name="그림 1269">
              <a:extLst>
                <a:ext uri="{FF2B5EF4-FFF2-40B4-BE49-F238E27FC236}">
                  <a16:creationId xmlns:a16="http://schemas.microsoft.com/office/drawing/2014/main" id="{DE54F147-BBE0-696D-49AF-3E78C7A35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4"/>
            <a:stretch>
              <a:fillRect/>
            </a:stretch>
          </p:blipFill>
          <p:spPr>
            <a:xfrm>
              <a:off x="12114436" y="1234722"/>
              <a:ext cx="91722" cy="42333"/>
            </a:xfrm>
            <a:custGeom>
              <a:avLst/>
              <a:gdLst>
                <a:gd name="connsiteX0" fmla="*/ 1717 w 91722"/>
                <a:gd name="connsiteY0" fmla="*/ 175 h 42333"/>
                <a:gd name="connsiteX1" fmla="*/ 93440 w 91722"/>
                <a:gd name="connsiteY1" fmla="*/ 175 h 42333"/>
                <a:gd name="connsiteX2" fmla="*/ 93440 w 91722"/>
                <a:gd name="connsiteY2" fmla="*/ 42508 h 42333"/>
                <a:gd name="connsiteX3" fmla="*/ 1717 w 91722"/>
                <a:gd name="connsiteY3" fmla="*/ 42508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42333">
                  <a:moveTo>
                    <a:pt x="1717" y="175"/>
                  </a:moveTo>
                  <a:lnTo>
                    <a:pt x="93440" y="175"/>
                  </a:lnTo>
                  <a:lnTo>
                    <a:pt x="93440" y="42508"/>
                  </a:lnTo>
                  <a:lnTo>
                    <a:pt x="1717" y="42508"/>
                  </a:lnTo>
                  <a:close/>
                </a:path>
              </a:pathLst>
            </a:custGeom>
          </p:spPr>
        </p:pic>
        <p:sp>
          <p:nvSpPr>
            <p:cNvPr id="1278" name="자유형: 도형 1277">
              <a:extLst>
                <a:ext uri="{FF2B5EF4-FFF2-40B4-BE49-F238E27FC236}">
                  <a16:creationId xmlns:a16="http://schemas.microsoft.com/office/drawing/2014/main" id="{CCE0900F-FC1F-ED51-B0DD-1A1CB6B97241}"/>
                </a:ext>
              </a:extLst>
            </p:cNvPr>
            <p:cNvSpPr/>
            <p:nvPr/>
          </p:nvSpPr>
          <p:spPr>
            <a:xfrm>
              <a:off x="1061510" y="6654031"/>
              <a:ext cx="54510" cy="55429"/>
            </a:xfrm>
            <a:custGeom>
              <a:avLst/>
              <a:gdLst>
                <a:gd name="connsiteX0" fmla="*/ 14394 w 54510"/>
                <a:gd name="connsiteY0" fmla="*/ 3078 h 55429"/>
                <a:gd name="connsiteX1" fmla="*/ 51210 w 54510"/>
                <a:gd name="connsiteY1" fmla="*/ 14627 h 55429"/>
                <a:gd name="connsiteX2" fmla="*/ 39865 w 54510"/>
                <a:gd name="connsiteY2" fmla="*/ 52071 h 55429"/>
                <a:gd name="connsiteX3" fmla="*/ 3049 w 54510"/>
                <a:gd name="connsiteY3" fmla="*/ 40522 h 55429"/>
                <a:gd name="connsiteX4" fmla="*/ 14394 w 54510"/>
                <a:gd name="connsiteY4" fmla="*/ 3078 h 55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9">
                  <a:moveTo>
                    <a:pt x="14394" y="3078"/>
                  </a:moveTo>
                  <a:cubicBezTo>
                    <a:pt x="27687" y="-3951"/>
                    <a:pt x="44289" y="1142"/>
                    <a:pt x="51210" y="14627"/>
                  </a:cubicBezTo>
                  <a:cubicBezTo>
                    <a:pt x="58407" y="28113"/>
                    <a:pt x="53151" y="45042"/>
                    <a:pt x="39865" y="52071"/>
                  </a:cubicBezTo>
                  <a:cubicBezTo>
                    <a:pt x="26579" y="59388"/>
                    <a:pt x="9970" y="54008"/>
                    <a:pt x="3049" y="40522"/>
                  </a:cubicBezTo>
                  <a:cubicBezTo>
                    <a:pt x="-3873" y="27037"/>
                    <a:pt x="1109" y="10108"/>
                    <a:pt x="14394" y="3078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4" name="자유형: 도형 1283">
              <a:extLst>
                <a:ext uri="{FF2B5EF4-FFF2-40B4-BE49-F238E27FC236}">
                  <a16:creationId xmlns:a16="http://schemas.microsoft.com/office/drawing/2014/main" id="{02A66A53-25DD-E600-8051-79FBCEC190AA}"/>
                </a:ext>
              </a:extLst>
            </p:cNvPr>
            <p:cNvSpPr/>
            <p:nvPr/>
          </p:nvSpPr>
          <p:spPr>
            <a:xfrm>
              <a:off x="1546207" y="5905175"/>
              <a:ext cx="54510" cy="55420"/>
            </a:xfrm>
            <a:custGeom>
              <a:avLst/>
              <a:gdLst>
                <a:gd name="connsiteX0" fmla="*/ 14394 w 54510"/>
                <a:gd name="connsiteY0" fmla="*/ 3082 h 55420"/>
                <a:gd name="connsiteX1" fmla="*/ 51210 w 54510"/>
                <a:gd name="connsiteY1" fmla="*/ 14624 h 55420"/>
                <a:gd name="connsiteX2" fmla="*/ 39865 w 54510"/>
                <a:gd name="connsiteY2" fmla="*/ 52054 h 55420"/>
                <a:gd name="connsiteX3" fmla="*/ 3049 w 54510"/>
                <a:gd name="connsiteY3" fmla="*/ 40512 h 55420"/>
                <a:gd name="connsiteX4" fmla="*/ 14394 w 54510"/>
                <a:gd name="connsiteY4" fmla="*/ 3082 h 5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0">
                  <a:moveTo>
                    <a:pt x="14394" y="3082"/>
                  </a:moveTo>
                  <a:cubicBezTo>
                    <a:pt x="27680" y="-3947"/>
                    <a:pt x="44289" y="1117"/>
                    <a:pt x="51210" y="14624"/>
                  </a:cubicBezTo>
                  <a:cubicBezTo>
                    <a:pt x="58407" y="28131"/>
                    <a:pt x="53151" y="45017"/>
                    <a:pt x="39865" y="52054"/>
                  </a:cubicBezTo>
                  <a:cubicBezTo>
                    <a:pt x="26572" y="59370"/>
                    <a:pt x="9963" y="54026"/>
                    <a:pt x="3049" y="40512"/>
                  </a:cubicBezTo>
                  <a:cubicBezTo>
                    <a:pt x="-3873" y="27005"/>
                    <a:pt x="1108" y="10119"/>
                    <a:pt x="14394" y="3082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5" name="자유형: 도형 1284">
              <a:extLst>
                <a:ext uri="{FF2B5EF4-FFF2-40B4-BE49-F238E27FC236}">
                  <a16:creationId xmlns:a16="http://schemas.microsoft.com/office/drawing/2014/main" id="{81DF0F5B-ED43-C934-C335-630DFAE359D1}"/>
                </a:ext>
              </a:extLst>
            </p:cNvPr>
            <p:cNvSpPr/>
            <p:nvPr/>
          </p:nvSpPr>
          <p:spPr>
            <a:xfrm>
              <a:off x="1688649" y="6020442"/>
              <a:ext cx="55726" cy="56652"/>
            </a:xfrm>
            <a:custGeom>
              <a:avLst/>
              <a:gdLst>
                <a:gd name="connsiteX0" fmla="*/ 14786 w 55726"/>
                <a:gd name="connsiteY0" fmla="*/ 3203 h 56652"/>
                <a:gd name="connsiteX1" fmla="*/ 52435 w 55726"/>
                <a:gd name="connsiteY1" fmla="*/ 15024 h 56652"/>
                <a:gd name="connsiteX2" fmla="*/ 40807 w 55726"/>
                <a:gd name="connsiteY2" fmla="*/ 53293 h 56652"/>
                <a:gd name="connsiteX3" fmla="*/ 3166 w 55726"/>
                <a:gd name="connsiteY3" fmla="*/ 41479 h 56652"/>
                <a:gd name="connsiteX4" fmla="*/ 14786 w 55726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6" h="56652">
                  <a:moveTo>
                    <a:pt x="14786" y="3203"/>
                  </a:moveTo>
                  <a:cubicBezTo>
                    <a:pt x="28354" y="-4114"/>
                    <a:pt x="45238" y="1230"/>
                    <a:pt x="52435" y="15024"/>
                  </a:cubicBezTo>
                  <a:cubicBezTo>
                    <a:pt x="59632" y="28811"/>
                    <a:pt x="54375" y="45976"/>
                    <a:pt x="40807" y="53293"/>
                  </a:cubicBezTo>
                  <a:cubicBezTo>
                    <a:pt x="27246" y="60610"/>
                    <a:pt x="10362" y="55266"/>
                    <a:pt x="3166" y="41479"/>
                  </a:cubicBezTo>
                  <a:cubicBezTo>
                    <a:pt x="-4038" y="27685"/>
                    <a:pt x="1226" y="10519"/>
                    <a:pt x="14786" y="3203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86" name="자유형: 도형 1285">
              <a:extLst>
                <a:ext uri="{FF2B5EF4-FFF2-40B4-BE49-F238E27FC236}">
                  <a16:creationId xmlns:a16="http://schemas.microsoft.com/office/drawing/2014/main" id="{91629F39-2F22-8B58-74AE-C25D93A60350}"/>
                </a:ext>
              </a:extLst>
            </p:cNvPr>
            <p:cNvSpPr/>
            <p:nvPr/>
          </p:nvSpPr>
          <p:spPr>
            <a:xfrm>
              <a:off x="2199750" y="6610986"/>
              <a:ext cx="57725" cy="58686"/>
            </a:xfrm>
            <a:custGeom>
              <a:avLst/>
              <a:gdLst>
                <a:gd name="connsiteX0" fmla="*/ 15236 w 57725"/>
                <a:gd name="connsiteY0" fmla="*/ 3371 h 58686"/>
                <a:gd name="connsiteX1" fmla="*/ 54267 w 57725"/>
                <a:gd name="connsiteY1" fmla="*/ 15494 h 58686"/>
                <a:gd name="connsiteX2" fmla="*/ 42364 w 57725"/>
                <a:gd name="connsiteY2" fmla="*/ 55161 h 58686"/>
                <a:gd name="connsiteX3" fmla="*/ 3333 w 57725"/>
                <a:gd name="connsiteY3" fmla="*/ 43039 h 58686"/>
                <a:gd name="connsiteX4" fmla="*/ 15236 w 57725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6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1"/>
                  </a:cubicBezTo>
                  <a:cubicBezTo>
                    <a:pt x="28246" y="62765"/>
                    <a:pt x="10805" y="57385"/>
                    <a:pt x="3333" y="43039"/>
                  </a:cubicBezTo>
                  <a:cubicBezTo>
                    <a:pt x="-4146" y="28692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2" name="자유형: 도형 1291">
              <a:extLst>
                <a:ext uri="{FF2B5EF4-FFF2-40B4-BE49-F238E27FC236}">
                  <a16:creationId xmlns:a16="http://schemas.microsoft.com/office/drawing/2014/main" id="{CEC8FE9B-C52C-E68D-5EED-D3641C6D3E36}"/>
                </a:ext>
              </a:extLst>
            </p:cNvPr>
            <p:cNvSpPr/>
            <p:nvPr/>
          </p:nvSpPr>
          <p:spPr>
            <a:xfrm>
              <a:off x="2289719" y="5568311"/>
              <a:ext cx="54392" cy="55294"/>
            </a:xfrm>
            <a:custGeom>
              <a:avLst/>
              <a:gdLst>
                <a:gd name="connsiteX0" fmla="*/ 14400 w 54392"/>
                <a:gd name="connsiteY0" fmla="*/ 3086 h 55294"/>
                <a:gd name="connsiteX1" fmla="*/ 51216 w 54392"/>
                <a:gd name="connsiteY1" fmla="*/ 14621 h 55294"/>
                <a:gd name="connsiteX2" fmla="*/ 39863 w 54392"/>
                <a:gd name="connsiteY2" fmla="*/ 52050 h 55294"/>
                <a:gd name="connsiteX3" fmla="*/ 3047 w 54392"/>
                <a:gd name="connsiteY3" fmla="*/ 40516 h 55294"/>
                <a:gd name="connsiteX4" fmla="*/ 14400 w 54392"/>
                <a:gd name="connsiteY4" fmla="*/ 308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2" h="55294">
                  <a:moveTo>
                    <a:pt x="14400" y="3086"/>
                  </a:moveTo>
                  <a:cubicBezTo>
                    <a:pt x="27685" y="-3951"/>
                    <a:pt x="44294" y="1114"/>
                    <a:pt x="51216" y="14621"/>
                  </a:cubicBezTo>
                  <a:cubicBezTo>
                    <a:pt x="58137" y="28128"/>
                    <a:pt x="53149" y="45014"/>
                    <a:pt x="39863" y="52050"/>
                  </a:cubicBezTo>
                  <a:cubicBezTo>
                    <a:pt x="26578" y="59087"/>
                    <a:pt x="9969" y="54023"/>
                    <a:pt x="3047" y="40516"/>
                  </a:cubicBezTo>
                  <a:cubicBezTo>
                    <a:pt x="-3874" y="27002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3" name="자유형: 도형 1292">
              <a:extLst>
                <a:ext uri="{FF2B5EF4-FFF2-40B4-BE49-F238E27FC236}">
                  <a16:creationId xmlns:a16="http://schemas.microsoft.com/office/drawing/2014/main" id="{0934B1B5-4B0A-8A33-89D4-F68CB50F0A54}"/>
                </a:ext>
              </a:extLst>
            </p:cNvPr>
            <p:cNvSpPr/>
            <p:nvPr/>
          </p:nvSpPr>
          <p:spPr>
            <a:xfrm>
              <a:off x="2169194" y="5718473"/>
              <a:ext cx="55723" cy="56655"/>
            </a:xfrm>
            <a:custGeom>
              <a:avLst/>
              <a:gdLst>
                <a:gd name="connsiteX0" fmla="*/ 14790 w 55723"/>
                <a:gd name="connsiteY0" fmla="*/ 3202 h 56655"/>
                <a:gd name="connsiteX1" fmla="*/ 52432 w 55723"/>
                <a:gd name="connsiteY1" fmla="*/ 15024 h 56655"/>
                <a:gd name="connsiteX2" fmla="*/ 40811 w 55723"/>
                <a:gd name="connsiteY2" fmla="*/ 53292 h 56655"/>
                <a:gd name="connsiteX3" fmla="*/ 3162 w 55723"/>
                <a:gd name="connsiteY3" fmla="*/ 41478 h 56655"/>
                <a:gd name="connsiteX4" fmla="*/ 14790 w 55723"/>
                <a:gd name="connsiteY4" fmla="*/ 3202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5">
                  <a:moveTo>
                    <a:pt x="14790" y="3202"/>
                  </a:moveTo>
                  <a:cubicBezTo>
                    <a:pt x="28351" y="-4114"/>
                    <a:pt x="45235" y="1229"/>
                    <a:pt x="52432" y="15024"/>
                  </a:cubicBezTo>
                  <a:cubicBezTo>
                    <a:pt x="59628" y="28811"/>
                    <a:pt x="54372" y="45976"/>
                    <a:pt x="40811" y="53292"/>
                  </a:cubicBezTo>
                  <a:cubicBezTo>
                    <a:pt x="27243" y="60617"/>
                    <a:pt x="10359" y="55265"/>
                    <a:pt x="3162" y="41478"/>
                  </a:cubicBezTo>
                  <a:cubicBezTo>
                    <a:pt x="-4034" y="27684"/>
                    <a:pt x="1222" y="10519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4" name="자유형: 도형 1293">
              <a:extLst>
                <a:ext uri="{FF2B5EF4-FFF2-40B4-BE49-F238E27FC236}">
                  <a16:creationId xmlns:a16="http://schemas.microsoft.com/office/drawing/2014/main" id="{4353DD33-29DD-F534-77DA-62DEEB5584C1}"/>
                </a:ext>
              </a:extLst>
            </p:cNvPr>
            <p:cNvSpPr/>
            <p:nvPr/>
          </p:nvSpPr>
          <p:spPr>
            <a:xfrm>
              <a:off x="2396179" y="6278791"/>
              <a:ext cx="56279" cy="57217"/>
            </a:xfrm>
            <a:custGeom>
              <a:avLst/>
              <a:gdLst>
                <a:gd name="connsiteX0" fmla="*/ 14790 w 56279"/>
                <a:gd name="connsiteY0" fmla="*/ 3204 h 57217"/>
                <a:gd name="connsiteX1" fmla="*/ 52989 w 56279"/>
                <a:gd name="connsiteY1" fmla="*/ 15018 h 57217"/>
                <a:gd name="connsiteX2" fmla="*/ 41361 w 56279"/>
                <a:gd name="connsiteY2" fmla="*/ 53861 h 57217"/>
                <a:gd name="connsiteX3" fmla="*/ 3162 w 56279"/>
                <a:gd name="connsiteY3" fmla="*/ 42039 h 57217"/>
                <a:gd name="connsiteX4" fmla="*/ 14790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4"/>
                  </a:moveTo>
                  <a:cubicBezTo>
                    <a:pt x="28626" y="-4113"/>
                    <a:pt x="45792" y="1231"/>
                    <a:pt x="52989" y="15018"/>
                  </a:cubicBezTo>
                  <a:cubicBezTo>
                    <a:pt x="60186" y="28812"/>
                    <a:pt x="54922" y="46544"/>
                    <a:pt x="41361" y="53861"/>
                  </a:cubicBezTo>
                  <a:cubicBezTo>
                    <a:pt x="27801" y="61177"/>
                    <a:pt x="10359" y="55826"/>
                    <a:pt x="3162" y="42039"/>
                  </a:cubicBezTo>
                  <a:cubicBezTo>
                    <a:pt x="-4034" y="2824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295" name="자유형: 도형 1294">
              <a:extLst>
                <a:ext uri="{FF2B5EF4-FFF2-40B4-BE49-F238E27FC236}">
                  <a16:creationId xmlns:a16="http://schemas.microsoft.com/office/drawing/2014/main" id="{4FE69E6C-AE2A-1000-23B6-DB033A33702D}"/>
                </a:ext>
              </a:extLst>
            </p:cNvPr>
            <p:cNvSpPr/>
            <p:nvPr/>
          </p:nvSpPr>
          <p:spPr>
            <a:xfrm>
              <a:off x="2836693" y="6800070"/>
              <a:ext cx="57722" cy="58702"/>
            </a:xfrm>
            <a:custGeom>
              <a:avLst/>
              <a:gdLst>
                <a:gd name="connsiteX0" fmla="*/ 15236 w 57722"/>
                <a:gd name="connsiteY0" fmla="*/ 3372 h 58702"/>
                <a:gd name="connsiteX1" fmla="*/ 54260 w 57722"/>
                <a:gd name="connsiteY1" fmla="*/ 15495 h 58702"/>
                <a:gd name="connsiteX2" fmla="*/ 42357 w 57722"/>
                <a:gd name="connsiteY2" fmla="*/ 55163 h 58702"/>
                <a:gd name="connsiteX3" fmla="*/ 3333 w 57722"/>
                <a:gd name="connsiteY3" fmla="*/ 43111 h 58702"/>
                <a:gd name="connsiteX4" fmla="*/ 15236 w 57722"/>
                <a:gd name="connsiteY4" fmla="*/ 3372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2" h="58702">
                  <a:moveTo>
                    <a:pt x="15236" y="3372"/>
                  </a:moveTo>
                  <a:cubicBezTo>
                    <a:pt x="29354" y="-4232"/>
                    <a:pt x="46788" y="1148"/>
                    <a:pt x="54260" y="15495"/>
                  </a:cubicBezTo>
                  <a:cubicBezTo>
                    <a:pt x="61739" y="29841"/>
                    <a:pt x="56476" y="47559"/>
                    <a:pt x="42357" y="55163"/>
                  </a:cubicBezTo>
                  <a:cubicBezTo>
                    <a:pt x="28246" y="62766"/>
                    <a:pt x="10805" y="57458"/>
                    <a:pt x="3333" y="43111"/>
                  </a:cubicBezTo>
                  <a:cubicBezTo>
                    <a:pt x="-4146" y="28765"/>
                    <a:pt x="1118" y="10976"/>
                    <a:pt x="15236" y="3372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2" name="자유형: 도형 1301">
              <a:extLst>
                <a:ext uri="{FF2B5EF4-FFF2-40B4-BE49-F238E27FC236}">
                  <a16:creationId xmlns:a16="http://schemas.microsoft.com/office/drawing/2014/main" id="{08D92FD7-E7ED-4700-88FE-C36027563013}"/>
                </a:ext>
              </a:extLst>
            </p:cNvPr>
            <p:cNvSpPr/>
            <p:nvPr/>
          </p:nvSpPr>
          <p:spPr>
            <a:xfrm>
              <a:off x="2900633" y="5496820"/>
              <a:ext cx="53577" cy="54466"/>
            </a:xfrm>
            <a:custGeom>
              <a:avLst/>
              <a:gdLst>
                <a:gd name="connsiteX0" fmla="*/ 14132 w 53577"/>
                <a:gd name="connsiteY0" fmla="*/ 3089 h 54466"/>
                <a:gd name="connsiteX1" fmla="*/ 50391 w 53577"/>
                <a:gd name="connsiteY1" fmla="*/ 14351 h 54466"/>
                <a:gd name="connsiteX2" fmla="*/ 39321 w 53577"/>
                <a:gd name="connsiteY2" fmla="*/ 51214 h 54466"/>
                <a:gd name="connsiteX3" fmla="*/ 3055 w 53577"/>
                <a:gd name="connsiteY3" fmla="*/ 39959 h 54466"/>
                <a:gd name="connsiteX4" fmla="*/ 14132 w 53577"/>
                <a:gd name="connsiteY4" fmla="*/ 3089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7" h="54466">
                  <a:moveTo>
                    <a:pt x="14132" y="3089"/>
                  </a:moveTo>
                  <a:cubicBezTo>
                    <a:pt x="27136" y="-3940"/>
                    <a:pt x="43470" y="1124"/>
                    <a:pt x="50391" y="14351"/>
                  </a:cubicBezTo>
                  <a:cubicBezTo>
                    <a:pt x="57312" y="27578"/>
                    <a:pt x="52331" y="44177"/>
                    <a:pt x="39321" y="51214"/>
                  </a:cubicBezTo>
                  <a:cubicBezTo>
                    <a:pt x="26310" y="58251"/>
                    <a:pt x="9977" y="53187"/>
                    <a:pt x="3055" y="39959"/>
                  </a:cubicBezTo>
                  <a:cubicBezTo>
                    <a:pt x="-3866" y="26732"/>
                    <a:pt x="1122" y="10126"/>
                    <a:pt x="14132" y="3089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3" name="자유형: 도형 1302">
              <a:extLst>
                <a:ext uri="{FF2B5EF4-FFF2-40B4-BE49-F238E27FC236}">
                  <a16:creationId xmlns:a16="http://schemas.microsoft.com/office/drawing/2014/main" id="{8AAEE918-3AB2-E309-49C4-A30318879BB6}"/>
                </a:ext>
              </a:extLst>
            </p:cNvPr>
            <p:cNvSpPr/>
            <p:nvPr/>
          </p:nvSpPr>
          <p:spPr>
            <a:xfrm>
              <a:off x="2778176" y="5729448"/>
              <a:ext cx="55727" cy="56657"/>
            </a:xfrm>
            <a:custGeom>
              <a:avLst/>
              <a:gdLst>
                <a:gd name="connsiteX0" fmla="*/ 14789 w 55727"/>
                <a:gd name="connsiteY0" fmla="*/ 3202 h 56657"/>
                <a:gd name="connsiteX1" fmla="*/ 52437 w 55727"/>
                <a:gd name="connsiteY1" fmla="*/ 15023 h 56657"/>
                <a:gd name="connsiteX2" fmla="*/ 40810 w 55727"/>
                <a:gd name="connsiteY2" fmla="*/ 53299 h 56657"/>
                <a:gd name="connsiteX3" fmla="*/ 3161 w 55727"/>
                <a:gd name="connsiteY3" fmla="*/ 41478 h 56657"/>
                <a:gd name="connsiteX4" fmla="*/ 14789 w 55727"/>
                <a:gd name="connsiteY4" fmla="*/ 3202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2"/>
                  </a:moveTo>
                  <a:cubicBezTo>
                    <a:pt x="28349" y="-4114"/>
                    <a:pt x="45241" y="1230"/>
                    <a:pt x="52437" y="15023"/>
                  </a:cubicBezTo>
                  <a:cubicBezTo>
                    <a:pt x="59634" y="28810"/>
                    <a:pt x="54371" y="45976"/>
                    <a:pt x="40810" y="53299"/>
                  </a:cubicBezTo>
                  <a:cubicBezTo>
                    <a:pt x="27242" y="60616"/>
                    <a:pt x="10358" y="55265"/>
                    <a:pt x="3161" y="41478"/>
                  </a:cubicBezTo>
                  <a:cubicBezTo>
                    <a:pt x="-4036" y="27684"/>
                    <a:pt x="1228" y="10519"/>
                    <a:pt x="14789" y="3202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4" name="자유형: 도형 1303">
              <a:extLst>
                <a:ext uri="{FF2B5EF4-FFF2-40B4-BE49-F238E27FC236}">
                  <a16:creationId xmlns:a16="http://schemas.microsoft.com/office/drawing/2014/main" id="{F4C70A05-E876-88D4-5180-08A7538C39EF}"/>
                </a:ext>
              </a:extLst>
            </p:cNvPr>
            <p:cNvSpPr/>
            <p:nvPr/>
          </p:nvSpPr>
          <p:spPr>
            <a:xfrm>
              <a:off x="3030631" y="6082920"/>
              <a:ext cx="55723" cy="56652"/>
            </a:xfrm>
            <a:custGeom>
              <a:avLst/>
              <a:gdLst>
                <a:gd name="connsiteX0" fmla="*/ 14783 w 55723"/>
                <a:gd name="connsiteY0" fmla="*/ 3203 h 56652"/>
                <a:gd name="connsiteX1" fmla="*/ 52432 w 55723"/>
                <a:gd name="connsiteY1" fmla="*/ 15017 h 56652"/>
                <a:gd name="connsiteX2" fmla="*/ 40804 w 55723"/>
                <a:gd name="connsiteY2" fmla="*/ 53293 h 56652"/>
                <a:gd name="connsiteX3" fmla="*/ 3163 w 55723"/>
                <a:gd name="connsiteY3" fmla="*/ 41472 h 56652"/>
                <a:gd name="connsiteX4" fmla="*/ 14783 w 55723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3"/>
                  </a:moveTo>
                  <a:cubicBezTo>
                    <a:pt x="28351" y="-4113"/>
                    <a:pt x="45235" y="1231"/>
                    <a:pt x="52432" y="15017"/>
                  </a:cubicBezTo>
                  <a:cubicBezTo>
                    <a:pt x="59629" y="28812"/>
                    <a:pt x="54372" y="45977"/>
                    <a:pt x="40804" y="53293"/>
                  </a:cubicBezTo>
                  <a:cubicBezTo>
                    <a:pt x="27243" y="60610"/>
                    <a:pt x="10359" y="55266"/>
                    <a:pt x="3163" y="41472"/>
                  </a:cubicBezTo>
                  <a:cubicBezTo>
                    <a:pt x="-4034" y="27685"/>
                    <a:pt x="1222" y="10520"/>
                    <a:pt x="14783" y="3203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5" name="자유형: 도형 1304">
              <a:extLst>
                <a:ext uri="{FF2B5EF4-FFF2-40B4-BE49-F238E27FC236}">
                  <a16:creationId xmlns:a16="http://schemas.microsoft.com/office/drawing/2014/main" id="{8C02D4CB-577B-1A8B-8737-3C8F32F97E4D}"/>
                </a:ext>
              </a:extLst>
            </p:cNvPr>
            <p:cNvSpPr/>
            <p:nvPr/>
          </p:nvSpPr>
          <p:spPr>
            <a:xfrm>
              <a:off x="3666466" y="6532901"/>
              <a:ext cx="56279" cy="57237"/>
            </a:xfrm>
            <a:custGeom>
              <a:avLst/>
              <a:gdLst>
                <a:gd name="connsiteX0" fmla="*/ 14783 w 56279"/>
                <a:gd name="connsiteY0" fmla="*/ 3197 h 57237"/>
                <a:gd name="connsiteX1" fmla="*/ 52989 w 56279"/>
                <a:gd name="connsiteY1" fmla="*/ 15032 h 57237"/>
                <a:gd name="connsiteX2" fmla="*/ 41361 w 56279"/>
                <a:gd name="connsiteY2" fmla="*/ 53839 h 57237"/>
                <a:gd name="connsiteX3" fmla="*/ 3163 w 56279"/>
                <a:gd name="connsiteY3" fmla="*/ 42075 h 57237"/>
                <a:gd name="connsiteX4" fmla="*/ 14783 w 56279"/>
                <a:gd name="connsiteY4" fmla="*/ 3197 h 57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37">
                  <a:moveTo>
                    <a:pt x="14783" y="3197"/>
                  </a:moveTo>
                  <a:cubicBezTo>
                    <a:pt x="28626" y="-4120"/>
                    <a:pt x="45793" y="1260"/>
                    <a:pt x="52989" y="15032"/>
                  </a:cubicBezTo>
                  <a:cubicBezTo>
                    <a:pt x="60186" y="29092"/>
                    <a:pt x="54923" y="46523"/>
                    <a:pt x="41361" y="53839"/>
                  </a:cubicBezTo>
                  <a:cubicBezTo>
                    <a:pt x="27518" y="61228"/>
                    <a:pt x="10359" y="55848"/>
                    <a:pt x="3163" y="42075"/>
                  </a:cubicBezTo>
                  <a:cubicBezTo>
                    <a:pt x="-4034" y="28016"/>
                    <a:pt x="1222" y="10513"/>
                    <a:pt x="14783" y="3197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06" name="자유형: 도형 1305">
              <a:extLst>
                <a:ext uri="{FF2B5EF4-FFF2-40B4-BE49-F238E27FC236}">
                  <a16:creationId xmlns:a16="http://schemas.microsoft.com/office/drawing/2014/main" id="{148C47C3-45EB-7377-E406-C3AEAF0884D3}"/>
                </a:ext>
              </a:extLst>
            </p:cNvPr>
            <p:cNvSpPr/>
            <p:nvPr/>
          </p:nvSpPr>
          <p:spPr>
            <a:xfrm>
              <a:off x="3974117" y="6805746"/>
              <a:ext cx="58536" cy="59498"/>
            </a:xfrm>
            <a:custGeom>
              <a:avLst/>
              <a:gdLst>
                <a:gd name="connsiteX0" fmla="*/ 15503 w 58536"/>
                <a:gd name="connsiteY0" fmla="*/ 3363 h 59498"/>
                <a:gd name="connsiteX1" fmla="*/ 55085 w 58536"/>
                <a:gd name="connsiteY1" fmla="*/ 15773 h 59498"/>
                <a:gd name="connsiteX2" fmla="*/ 42907 w 58536"/>
                <a:gd name="connsiteY2" fmla="*/ 56014 h 59498"/>
                <a:gd name="connsiteX3" fmla="*/ 3325 w 58536"/>
                <a:gd name="connsiteY3" fmla="*/ 43605 h 59498"/>
                <a:gd name="connsiteX4" fmla="*/ 15503 w 58536"/>
                <a:gd name="connsiteY4" fmla="*/ 3363 h 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6" h="59498">
                  <a:moveTo>
                    <a:pt x="15503" y="3363"/>
                  </a:moveTo>
                  <a:cubicBezTo>
                    <a:pt x="29896" y="-4240"/>
                    <a:pt x="47613" y="1140"/>
                    <a:pt x="55085" y="15773"/>
                  </a:cubicBezTo>
                  <a:cubicBezTo>
                    <a:pt x="62557" y="30406"/>
                    <a:pt x="57300" y="48411"/>
                    <a:pt x="42907" y="56014"/>
                  </a:cubicBezTo>
                  <a:cubicBezTo>
                    <a:pt x="28513" y="63546"/>
                    <a:pt x="10797" y="58238"/>
                    <a:pt x="3325" y="43605"/>
                  </a:cubicBezTo>
                  <a:cubicBezTo>
                    <a:pt x="-4154" y="28972"/>
                    <a:pt x="1110" y="10967"/>
                    <a:pt x="15503" y="3363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2" name="자유형: 도형 1311">
              <a:extLst>
                <a:ext uri="{FF2B5EF4-FFF2-40B4-BE49-F238E27FC236}">
                  <a16:creationId xmlns:a16="http://schemas.microsoft.com/office/drawing/2014/main" id="{6B672DA2-1ADE-E5BB-4BD9-3670C353126E}"/>
                </a:ext>
              </a:extLst>
            </p:cNvPr>
            <p:cNvSpPr/>
            <p:nvPr/>
          </p:nvSpPr>
          <p:spPr>
            <a:xfrm>
              <a:off x="3326370" y="5432373"/>
              <a:ext cx="53574" cy="54470"/>
            </a:xfrm>
            <a:custGeom>
              <a:avLst/>
              <a:gdLst>
                <a:gd name="connsiteX0" fmla="*/ 14129 w 53574"/>
                <a:gd name="connsiteY0" fmla="*/ 3092 h 54470"/>
                <a:gd name="connsiteX1" fmla="*/ 50388 w 53574"/>
                <a:gd name="connsiteY1" fmla="*/ 14347 h 54470"/>
                <a:gd name="connsiteX2" fmla="*/ 39318 w 53574"/>
                <a:gd name="connsiteY2" fmla="*/ 51218 h 54470"/>
                <a:gd name="connsiteX3" fmla="*/ 3052 w 53574"/>
                <a:gd name="connsiteY3" fmla="*/ 39963 h 54470"/>
                <a:gd name="connsiteX4" fmla="*/ 14129 w 5357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0">
                  <a:moveTo>
                    <a:pt x="14129" y="3092"/>
                  </a:moveTo>
                  <a:cubicBezTo>
                    <a:pt x="27140" y="-3944"/>
                    <a:pt x="43466" y="1127"/>
                    <a:pt x="50388" y="14347"/>
                  </a:cubicBezTo>
                  <a:cubicBezTo>
                    <a:pt x="57310" y="27575"/>
                    <a:pt x="52328" y="44181"/>
                    <a:pt x="39318" y="51218"/>
                  </a:cubicBezTo>
                  <a:cubicBezTo>
                    <a:pt x="26307" y="58254"/>
                    <a:pt x="9973" y="53190"/>
                    <a:pt x="3052" y="39963"/>
                  </a:cubicBezTo>
                  <a:cubicBezTo>
                    <a:pt x="-3863" y="26735"/>
                    <a:pt x="1119" y="10129"/>
                    <a:pt x="14129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3" name="자유형: 도형 1312">
              <a:extLst>
                <a:ext uri="{FF2B5EF4-FFF2-40B4-BE49-F238E27FC236}">
                  <a16:creationId xmlns:a16="http://schemas.microsoft.com/office/drawing/2014/main" id="{48741656-4AAC-692C-A64C-CDA67DB0177D}"/>
                </a:ext>
              </a:extLst>
            </p:cNvPr>
            <p:cNvSpPr/>
            <p:nvPr/>
          </p:nvSpPr>
          <p:spPr>
            <a:xfrm>
              <a:off x="3609985" y="5542700"/>
              <a:ext cx="54512" cy="55296"/>
            </a:xfrm>
            <a:custGeom>
              <a:avLst/>
              <a:gdLst>
                <a:gd name="connsiteX0" fmla="*/ 14523 w 54512"/>
                <a:gd name="connsiteY0" fmla="*/ 3081 h 55296"/>
                <a:gd name="connsiteX1" fmla="*/ 51339 w 54512"/>
                <a:gd name="connsiteY1" fmla="*/ 14623 h 55296"/>
                <a:gd name="connsiteX2" fmla="*/ 39987 w 54512"/>
                <a:gd name="connsiteY2" fmla="*/ 52052 h 55296"/>
                <a:gd name="connsiteX3" fmla="*/ 3170 w 54512"/>
                <a:gd name="connsiteY3" fmla="*/ 40511 h 55296"/>
                <a:gd name="connsiteX4" fmla="*/ 14523 w 54512"/>
                <a:gd name="connsiteY4" fmla="*/ 3081 h 55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2" h="55296">
                  <a:moveTo>
                    <a:pt x="14523" y="3081"/>
                  </a:moveTo>
                  <a:cubicBezTo>
                    <a:pt x="27808" y="-3948"/>
                    <a:pt x="44417" y="1116"/>
                    <a:pt x="51339" y="14623"/>
                  </a:cubicBezTo>
                  <a:cubicBezTo>
                    <a:pt x="58253" y="28130"/>
                    <a:pt x="53272" y="45016"/>
                    <a:pt x="39987" y="52052"/>
                  </a:cubicBezTo>
                  <a:cubicBezTo>
                    <a:pt x="26701" y="59089"/>
                    <a:pt x="10092" y="54025"/>
                    <a:pt x="3170" y="40511"/>
                  </a:cubicBezTo>
                  <a:cubicBezTo>
                    <a:pt x="-4026" y="27004"/>
                    <a:pt x="1230" y="10118"/>
                    <a:pt x="14523" y="3081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4" name="자유형: 도형 1313">
              <a:extLst>
                <a:ext uri="{FF2B5EF4-FFF2-40B4-BE49-F238E27FC236}">
                  <a16:creationId xmlns:a16="http://schemas.microsoft.com/office/drawing/2014/main" id="{A2046EDF-49F3-03CF-C570-30A78223C960}"/>
                </a:ext>
              </a:extLst>
            </p:cNvPr>
            <p:cNvSpPr/>
            <p:nvPr/>
          </p:nvSpPr>
          <p:spPr>
            <a:xfrm>
              <a:off x="4243062" y="6065470"/>
              <a:ext cx="55723" cy="56656"/>
            </a:xfrm>
            <a:custGeom>
              <a:avLst/>
              <a:gdLst>
                <a:gd name="connsiteX0" fmla="*/ 14790 w 55723"/>
                <a:gd name="connsiteY0" fmla="*/ 3202 h 56656"/>
                <a:gd name="connsiteX1" fmla="*/ 52431 w 55723"/>
                <a:gd name="connsiteY1" fmla="*/ 15023 h 56656"/>
                <a:gd name="connsiteX2" fmla="*/ 40804 w 55723"/>
                <a:gd name="connsiteY2" fmla="*/ 53299 h 56656"/>
                <a:gd name="connsiteX3" fmla="*/ 3163 w 55723"/>
                <a:gd name="connsiteY3" fmla="*/ 41478 h 56656"/>
                <a:gd name="connsiteX4" fmla="*/ 14790 w 55723"/>
                <a:gd name="connsiteY4" fmla="*/ 3202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202"/>
                  </a:moveTo>
                  <a:cubicBezTo>
                    <a:pt x="28351" y="-4115"/>
                    <a:pt x="45235" y="1236"/>
                    <a:pt x="52431" y="15023"/>
                  </a:cubicBezTo>
                  <a:cubicBezTo>
                    <a:pt x="59628" y="28810"/>
                    <a:pt x="54372" y="45982"/>
                    <a:pt x="40804" y="53299"/>
                  </a:cubicBezTo>
                  <a:cubicBezTo>
                    <a:pt x="27243" y="60616"/>
                    <a:pt x="10359" y="55265"/>
                    <a:pt x="3163" y="41478"/>
                  </a:cubicBezTo>
                  <a:cubicBezTo>
                    <a:pt x="-4034" y="27684"/>
                    <a:pt x="1222" y="10518"/>
                    <a:pt x="14790" y="3202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5" name="자유형: 도형 1314">
              <a:extLst>
                <a:ext uri="{FF2B5EF4-FFF2-40B4-BE49-F238E27FC236}">
                  <a16:creationId xmlns:a16="http://schemas.microsoft.com/office/drawing/2014/main" id="{451B5FEB-5046-B44F-CAC0-4A10021AB020}"/>
                </a:ext>
              </a:extLst>
            </p:cNvPr>
            <p:cNvSpPr/>
            <p:nvPr/>
          </p:nvSpPr>
          <p:spPr>
            <a:xfrm>
              <a:off x="4418557" y="6331980"/>
              <a:ext cx="56279" cy="57217"/>
            </a:xfrm>
            <a:custGeom>
              <a:avLst/>
              <a:gdLst>
                <a:gd name="connsiteX0" fmla="*/ 14789 w 56279"/>
                <a:gd name="connsiteY0" fmla="*/ 3204 h 57217"/>
                <a:gd name="connsiteX1" fmla="*/ 52988 w 56279"/>
                <a:gd name="connsiteY1" fmla="*/ 15018 h 57217"/>
                <a:gd name="connsiteX2" fmla="*/ 41367 w 56279"/>
                <a:gd name="connsiteY2" fmla="*/ 53861 h 57217"/>
                <a:gd name="connsiteX3" fmla="*/ 3161 w 56279"/>
                <a:gd name="connsiteY3" fmla="*/ 42039 h 57217"/>
                <a:gd name="connsiteX4" fmla="*/ 14789 w 56279"/>
                <a:gd name="connsiteY4" fmla="*/ 3204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4"/>
                  </a:moveTo>
                  <a:cubicBezTo>
                    <a:pt x="28632" y="-4113"/>
                    <a:pt x="45791" y="1231"/>
                    <a:pt x="52988" y="15018"/>
                  </a:cubicBezTo>
                  <a:cubicBezTo>
                    <a:pt x="60184" y="28812"/>
                    <a:pt x="54928" y="46544"/>
                    <a:pt x="41367" y="53861"/>
                  </a:cubicBezTo>
                  <a:cubicBezTo>
                    <a:pt x="27799" y="61177"/>
                    <a:pt x="10365" y="55826"/>
                    <a:pt x="3161" y="42039"/>
                  </a:cubicBezTo>
                  <a:cubicBezTo>
                    <a:pt x="-4036" y="27965"/>
                    <a:pt x="1228" y="10520"/>
                    <a:pt x="14789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6" name="자유형: 도형 1315">
              <a:extLst>
                <a:ext uri="{FF2B5EF4-FFF2-40B4-BE49-F238E27FC236}">
                  <a16:creationId xmlns:a16="http://schemas.microsoft.com/office/drawing/2014/main" id="{F30BD87C-C38A-F1DC-795B-1AB3E9025BC1}"/>
                </a:ext>
              </a:extLst>
            </p:cNvPr>
            <p:cNvSpPr/>
            <p:nvPr/>
          </p:nvSpPr>
          <p:spPr>
            <a:xfrm>
              <a:off x="4351965" y="6612700"/>
              <a:ext cx="58535" cy="59491"/>
            </a:xfrm>
            <a:custGeom>
              <a:avLst/>
              <a:gdLst>
                <a:gd name="connsiteX0" fmla="*/ 15503 w 58535"/>
                <a:gd name="connsiteY0" fmla="*/ 3379 h 59491"/>
                <a:gd name="connsiteX1" fmla="*/ 55085 w 58535"/>
                <a:gd name="connsiteY1" fmla="*/ 15717 h 59491"/>
                <a:gd name="connsiteX2" fmla="*/ 42907 w 58535"/>
                <a:gd name="connsiteY2" fmla="*/ 55959 h 59491"/>
                <a:gd name="connsiteX3" fmla="*/ 3325 w 58535"/>
                <a:gd name="connsiteY3" fmla="*/ 43621 h 59491"/>
                <a:gd name="connsiteX4" fmla="*/ 15503 w 58535"/>
                <a:gd name="connsiteY4" fmla="*/ 3379 h 5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5" h="59491">
                  <a:moveTo>
                    <a:pt x="15503" y="3379"/>
                  </a:moveTo>
                  <a:cubicBezTo>
                    <a:pt x="29896" y="-4224"/>
                    <a:pt x="47613" y="1084"/>
                    <a:pt x="55085" y="15717"/>
                  </a:cubicBezTo>
                  <a:cubicBezTo>
                    <a:pt x="62556" y="30350"/>
                    <a:pt x="57300" y="48355"/>
                    <a:pt x="42907" y="55959"/>
                  </a:cubicBezTo>
                  <a:cubicBezTo>
                    <a:pt x="28514" y="63562"/>
                    <a:pt x="10797" y="58254"/>
                    <a:pt x="3325" y="43621"/>
                  </a:cubicBezTo>
                  <a:cubicBezTo>
                    <a:pt x="-4154" y="28988"/>
                    <a:pt x="1109" y="10911"/>
                    <a:pt x="15503" y="3379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7" name="자유형: 도형 1316">
              <a:extLst>
                <a:ext uri="{FF2B5EF4-FFF2-40B4-BE49-F238E27FC236}">
                  <a16:creationId xmlns:a16="http://schemas.microsoft.com/office/drawing/2014/main" id="{DB80E47C-8E60-DC13-BE9A-0202FAC079FA}"/>
                </a:ext>
              </a:extLst>
            </p:cNvPr>
            <p:cNvSpPr/>
            <p:nvPr/>
          </p:nvSpPr>
          <p:spPr>
            <a:xfrm>
              <a:off x="4802773" y="6764812"/>
              <a:ext cx="59874" cy="60860"/>
            </a:xfrm>
            <a:custGeom>
              <a:avLst/>
              <a:gdLst>
                <a:gd name="connsiteX0" fmla="*/ 15892 w 59874"/>
                <a:gd name="connsiteY0" fmla="*/ 3483 h 60860"/>
                <a:gd name="connsiteX1" fmla="*/ 56306 w 59874"/>
                <a:gd name="connsiteY1" fmla="*/ 16178 h 60860"/>
                <a:gd name="connsiteX2" fmla="*/ 43853 w 59874"/>
                <a:gd name="connsiteY2" fmla="*/ 57210 h 60860"/>
                <a:gd name="connsiteX3" fmla="*/ 3439 w 59874"/>
                <a:gd name="connsiteY3" fmla="*/ 44585 h 60860"/>
                <a:gd name="connsiteX4" fmla="*/ 15892 w 59874"/>
                <a:gd name="connsiteY4" fmla="*/ 3483 h 6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60">
                  <a:moveTo>
                    <a:pt x="15892" y="3483"/>
                  </a:moveTo>
                  <a:cubicBezTo>
                    <a:pt x="30568" y="-4409"/>
                    <a:pt x="48559" y="1258"/>
                    <a:pt x="56306" y="16178"/>
                  </a:cubicBezTo>
                  <a:cubicBezTo>
                    <a:pt x="64060" y="31027"/>
                    <a:pt x="58522" y="49390"/>
                    <a:pt x="43853" y="57210"/>
                  </a:cubicBezTo>
                  <a:cubicBezTo>
                    <a:pt x="29185" y="65100"/>
                    <a:pt x="11186" y="59505"/>
                    <a:pt x="3439" y="44585"/>
                  </a:cubicBezTo>
                  <a:cubicBezTo>
                    <a:pt x="-4315" y="29664"/>
                    <a:pt x="1223" y="11373"/>
                    <a:pt x="15892" y="3483"/>
                  </a:cubicBezTo>
                  <a:close/>
                </a:path>
              </a:pathLst>
            </a:custGeom>
            <a:solidFill>
              <a:srgbClr val="5B8599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8" name="자유형: 도형 1317">
              <a:extLst>
                <a:ext uri="{FF2B5EF4-FFF2-40B4-BE49-F238E27FC236}">
                  <a16:creationId xmlns:a16="http://schemas.microsoft.com/office/drawing/2014/main" id="{84E4BFB4-2B70-9A68-2268-739BC1A5E1B0}"/>
                </a:ext>
              </a:extLst>
            </p:cNvPr>
            <p:cNvSpPr/>
            <p:nvPr/>
          </p:nvSpPr>
          <p:spPr>
            <a:xfrm>
              <a:off x="4363083" y="6375763"/>
              <a:ext cx="61766" cy="62796"/>
            </a:xfrm>
            <a:custGeom>
              <a:avLst/>
              <a:gdLst>
                <a:gd name="connsiteX0" fmla="*/ 16288 w 61766"/>
                <a:gd name="connsiteY0" fmla="*/ 3600 h 62796"/>
                <a:gd name="connsiteX1" fmla="*/ 58085 w 61766"/>
                <a:gd name="connsiteY1" fmla="*/ 16548 h 62796"/>
                <a:gd name="connsiteX2" fmla="*/ 45350 w 61766"/>
                <a:gd name="connsiteY2" fmla="*/ 59042 h 62796"/>
                <a:gd name="connsiteX3" fmla="*/ 3552 w 61766"/>
                <a:gd name="connsiteY3" fmla="*/ 46094 h 62796"/>
                <a:gd name="connsiteX4" fmla="*/ 16288 w 61766"/>
                <a:gd name="connsiteY4" fmla="*/ 3600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66" h="62796">
                  <a:moveTo>
                    <a:pt x="16288" y="3600"/>
                  </a:moveTo>
                  <a:cubicBezTo>
                    <a:pt x="31232" y="-4563"/>
                    <a:pt x="50056" y="1348"/>
                    <a:pt x="58085" y="16548"/>
                  </a:cubicBezTo>
                  <a:cubicBezTo>
                    <a:pt x="66114" y="31748"/>
                    <a:pt x="60301" y="50879"/>
                    <a:pt x="45350" y="59042"/>
                  </a:cubicBezTo>
                  <a:cubicBezTo>
                    <a:pt x="30406" y="67205"/>
                    <a:pt x="11582" y="61294"/>
                    <a:pt x="3552" y="46094"/>
                  </a:cubicBezTo>
                  <a:cubicBezTo>
                    <a:pt x="-4477" y="30901"/>
                    <a:pt x="1337" y="11763"/>
                    <a:pt x="16288" y="36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19" name="자유형: 도형 1318">
              <a:extLst>
                <a:ext uri="{FF2B5EF4-FFF2-40B4-BE49-F238E27FC236}">
                  <a16:creationId xmlns:a16="http://schemas.microsoft.com/office/drawing/2014/main" id="{12DE59A3-BE28-DA4A-000E-CE45A951D1E3}"/>
                </a:ext>
              </a:extLst>
            </p:cNvPr>
            <p:cNvSpPr/>
            <p:nvPr/>
          </p:nvSpPr>
          <p:spPr>
            <a:xfrm>
              <a:off x="4306908" y="6332882"/>
              <a:ext cx="63393" cy="64697"/>
            </a:xfrm>
            <a:custGeom>
              <a:avLst/>
              <a:gdLst>
                <a:gd name="connsiteX0" fmla="*/ 16822 w 63393"/>
                <a:gd name="connsiteY0" fmla="*/ 3708 h 64697"/>
                <a:gd name="connsiteX1" fmla="*/ 59727 w 63393"/>
                <a:gd name="connsiteY1" fmla="*/ 17215 h 64697"/>
                <a:gd name="connsiteX2" fmla="*/ 46442 w 63393"/>
                <a:gd name="connsiteY2" fmla="*/ 60835 h 64697"/>
                <a:gd name="connsiteX3" fmla="*/ 3537 w 63393"/>
                <a:gd name="connsiteY3" fmla="*/ 47328 h 64697"/>
                <a:gd name="connsiteX4" fmla="*/ 16822 w 63393"/>
                <a:gd name="connsiteY4" fmla="*/ 3708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93" h="64697">
                  <a:moveTo>
                    <a:pt x="16822" y="3708"/>
                  </a:moveTo>
                  <a:cubicBezTo>
                    <a:pt x="32324" y="-4735"/>
                    <a:pt x="51698" y="1455"/>
                    <a:pt x="59727" y="17215"/>
                  </a:cubicBezTo>
                  <a:cubicBezTo>
                    <a:pt x="67757" y="32974"/>
                    <a:pt x="61943" y="52672"/>
                    <a:pt x="46442" y="60835"/>
                  </a:cubicBezTo>
                  <a:cubicBezTo>
                    <a:pt x="30941" y="69278"/>
                    <a:pt x="11566" y="63087"/>
                    <a:pt x="3537" y="47328"/>
                  </a:cubicBezTo>
                  <a:cubicBezTo>
                    <a:pt x="-4492" y="31568"/>
                    <a:pt x="1321" y="11871"/>
                    <a:pt x="16822" y="370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4" name="자유형: 도형 1323">
              <a:extLst>
                <a:ext uri="{FF2B5EF4-FFF2-40B4-BE49-F238E27FC236}">
                  <a16:creationId xmlns:a16="http://schemas.microsoft.com/office/drawing/2014/main" id="{270D48E5-C47F-6083-538A-E4ADB66EF8EE}"/>
                </a:ext>
              </a:extLst>
            </p:cNvPr>
            <p:cNvSpPr/>
            <p:nvPr/>
          </p:nvSpPr>
          <p:spPr>
            <a:xfrm>
              <a:off x="3871678" y="5148407"/>
              <a:ext cx="52363" cy="53236"/>
            </a:xfrm>
            <a:custGeom>
              <a:avLst/>
              <a:gdLst>
                <a:gd name="connsiteX0" fmla="*/ 13858 w 52363"/>
                <a:gd name="connsiteY0" fmla="*/ 3100 h 53236"/>
                <a:gd name="connsiteX1" fmla="*/ 49291 w 52363"/>
                <a:gd name="connsiteY1" fmla="*/ 14075 h 53236"/>
                <a:gd name="connsiteX2" fmla="*/ 38496 w 52363"/>
                <a:gd name="connsiteY2" fmla="*/ 50098 h 53236"/>
                <a:gd name="connsiteX3" fmla="*/ 3063 w 52363"/>
                <a:gd name="connsiteY3" fmla="*/ 39124 h 53236"/>
                <a:gd name="connsiteX4" fmla="*/ 13858 w 52363"/>
                <a:gd name="connsiteY4" fmla="*/ 3100 h 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3" h="53236">
                  <a:moveTo>
                    <a:pt x="13858" y="3100"/>
                  </a:moveTo>
                  <a:cubicBezTo>
                    <a:pt x="26593" y="-3937"/>
                    <a:pt x="42645" y="1134"/>
                    <a:pt x="49291" y="14075"/>
                  </a:cubicBezTo>
                  <a:cubicBezTo>
                    <a:pt x="55938" y="27022"/>
                    <a:pt x="51231" y="43342"/>
                    <a:pt x="38496" y="50098"/>
                  </a:cubicBezTo>
                  <a:cubicBezTo>
                    <a:pt x="25761" y="56856"/>
                    <a:pt x="9709" y="52071"/>
                    <a:pt x="3063" y="39124"/>
                  </a:cubicBezTo>
                  <a:cubicBezTo>
                    <a:pt x="-3858" y="26176"/>
                    <a:pt x="1130" y="9857"/>
                    <a:pt x="1385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5" name="자유형: 도형 1324">
              <a:extLst>
                <a:ext uri="{FF2B5EF4-FFF2-40B4-BE49-F238E27FC236}">
                  <a16:creationId xmlns:a16="http://schemas.microsoft.com/office/drawing/2014/main" id="{BA54DCE5-5D5E-F2E7-7CDF-9DFDCF08C7EF}"/>
                </a:ext>
              </a:extLst>
            </p:cNvPr>
            <p:cNvSpPr/>
            <p:nvPr/>
          </p:nvSpPr>
          <p:spPr>
            <a:xfrm>
              <a:off x="4174802" y="5425629"/>
              <a:ext cx="54514" cy="55418"/>
            </a:xfrm>
            <a:custGeom>
              <a:avLst/>
              <a:gdLst>
                <a:gd name="connsiteX0" fmla="*/ 14400 w 54514"/>
                <a:gd name="connsiteY0" fmla="*/ 3086 h 55418"/>
                <a:gd name="connsiteX1" fmla="*/ 51216 w 54514"/>
                <a:gd name="connsiteY1" fmla="*/ 14621 h 55418"/>
                <a:gd name="connsiteX2" fmla="*/ 39863 w 54514"/>
                <a:gd name="connsiteY2" fmla="*/ 52050 h 55418"/>
                <a:gd name="connsiteX3" fmla="*/ 3047 w 54514"/>
                <a:gd name="connsiteY3" fmla="*/ 40516 h 55418"/>
                <a:gd name="connsiteX4" fmla="*/ 14400 w 54514"/>
                <a:gd name="connsiteY4" fmla="*/ 308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4" h="55418">
                  <a:moveTo>
                    <a:pt x="14400" y="3086"/>
                  </a:moveTo>
                  <a:cubicBezTo>
                    <a:pt x="27685" y="-3951"/>
                    <a:pt x="44294" y="1113"/>
                    <a:pt x="51216" y="14621"/>
                  </a:cubicBezTo>
                  <a:cubicBezTo>
                    <a:pt x="58413" y="28128"/>
                    <a:pt x="53149" y="45013"/>
                    <a:pt x="39863" y="52050"/>
                  </a:cubicBezTo>
                  <a:cubicBezTo>
                    <a:pt x="26578" y="59367"/>
                    <a:pt x="9969" y="54023"/>
                    <a:pt x="3047" y="40516"/>
                  </a:cubicBezTo>
                  <a:cubicBezTo>
                    <a:pt x="-3874" y="27001"/>
                    <a:pt x="1114" y="10116"/>
                    <a:pt x="14400" y="308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6" name="자유형: 도형 1325">
              <a:extLst>
                <a:ext uri="{FF2B5EF4-FFF2-40B4-BE49-F238E27FC236}">
                  <a16:creationId xmlns:a16="http://schemas.microsoft.com/office/drawing/2014/main" id="{F33CD78E-0406-851A-385E-E4C1BF4C41FF}"/>
                </a:ext>
              </a:extLst>
            </p:cNvPr>
            <p:cNvSpPr/>
            <p:nvPr/>
          </p:nvSpPr>
          <p:spPr>
            <a:xfrm>
              <a:off x="4761804" y="5930670"/>
              <a:ext cx="55727" cy="56652"/>
            </a:xfrm>
            <a:custGeom>
              <a:avLst/>
              <a:gdLst>
                <a:gd name="connsiteX0" fmla="*/ 14789 w 55727"/>
                <a:gd name="connsiteY0" fmla="*/ 3203 h 56652"/>
                <a:gd name="connsiteX1" fmla="*/ 52437 w 55727"/>
                <a:gd name="connsiteY1" fmla="*/ 15017 h 56652"/>
                <a:gd name="connsiteX2" fmla="*/ 40810 w 55727"/>
                <a:gd name="connsiteY2" fmla="*/ 53293 h 56652"/>
                <a:gd name="connsiteX3" fmla="*/ 3161 w 55727"/>
                <a:gd name="connsiteY3" fmla="*/ 41472 h 56652"/>
                <a:gd name="connsiteX4" fmla="*/ 14789 w 55727"/>
                <a:gd name="connsiteY4" fmla="*/ 3203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2">
                  <a:moveTo>
                    <a:pt x="14789" y="3203"/>
                  </a:moveTo>
                  <a:cubicBezTo>
                    <a:pt x="28349" y="-4114"/>
                    <a:pt x="45240" y="1230"/>
                    <a:pt x="52437" y="15017"/>
                  </a:cubicBezTo>
                  <a:cubicBezTo>
                    <a:pt x="59634" y="28811"/>
                    <a:pt x="54370" y="45976"/>
                    <a:pt x="40810" y="53293"/>
                  </a:cubicBezTo>
                  <a:cubicBezTo>
                    <a:pt x="27249" y="60610"/>
                    <a:pt x="10358" y="55266"/>
                    <a:pt x="3161" y="41472"/>
                  </a:cubicBezTo>
                  <a:cubicBezTo>
                    <a:pt x="-4035" y="27685"/>
                    <a:pt x="1228" y="10519"/>
                    <a:pt x="14789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7" name="자유형: 도형 1326">
              <a:extLst>
                <a:ext uri="{FF2B5EF4-FFF2-40B4-BE49-F238E27FC236}">
                  <a16:creationId xmlns:a16="http://schemas.microsoft.com/office/drawing/2014/main" id="{8655ACE6-AB87-3C44-AA9B-0ABEA2BE127D}"/>
                </a:ext>
              </a:extLst>
            </p:cNvPr>
            <p:cNvSpPr/>
            <p:nvPr/>
          </p:nvSpPr>
          <p:spPr>
            <a:xfrm>
              <a:off x="5033358" y="6031978"/>
              <a:ext cx="56279" cy="57217"/>
            </a:xfrm>
            <a:custGeom>
              <a:avLst/>
              <a:gdLst>
                <a:gd name="connsiteX0" fmla="*/ 14783 w 56279"/>
                <a:gd name="connsiteY0" fmla="*/ 3202 h 57217"/>
                <a:gd name="connsiteX1" fmla="*/ 52989 w 56279"/>
                <a:gd name="connsiteY1" fmla="*/ 15023 h 57217"/>
                <a:gd name="connsiteX2" fmla="*/ 41362 w 56279"/>
                <a:gd name="connsiteY2" fmla="*/ 53859 h 57217"/>
                <a:gd name="connsiteX3" fmla="*/ 3163 w 56279"/>
                <a:gd name="connsiteY3" fmla="*/ 42044 h 57217"/>
                <a:gd name="connsiteX4" fmla="*/ 14783 w 56279"/>
                <a:gd name="connsiteY4" fmla="*/ 3202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202"/>
                  </a:moveTo>
                  <a:cubicBezTo>
                    <a:pt x="28626" y="-4115"/>
                    <a:pt x="45793" y="1236"/>
                    <a:pt x="52989" y="15023"/>
                  </a:cubicBezTo>
                  <a:cubicBezTo>
                    <a:pt x="60186" y="29097"/>
                    <a:pt x="54923" y="46542"/>
                    <a:pt x="41362" y="53859"/>
                  </a:cubicBezTo>
                  <a:cubicBezTo>
                    <a:pt x="27518" y="61175"/>
                    <a:pt x="10359" y="55831"/>
                    <a:pt x="3163" y="42044"/>
                  </a:cubicBezTo>
                  <a:cubicBezTo>
                    <a:pt x="-4034" y="28250"/>
                    <a:pt x="1222" y="10525"/>
                    <a:pt x="14783" y="3202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28" name="자유형: 도형 1327">
              <a:extLst>
                <a:ext uri="{FF2B5EF4-FFF2-40B4-BE49-F238E27FC236}">
                  <a16:creationId xmlns:a16="http://schemas.microsoft.com/office/drawing/2014/main" id="{7D145FF1-6DEA-DF0D-9585-BEBB8274B5C1}"/>
                </a:ext>
              </a:extLst>
            </p:cNvPr>
            <p:cNvSpPr/>
            <p:nvPr/>
          </p:nvSpPr>
          <p:spPr>
            <a:xfrm>
              <a:off x="5161627" y="6521464"/>
              <a:ext cx="57725" cy="58702"/>
            </a:xfrm>
            <a:custGeom>
              <a:avLst/>
              <a:gdLst>
                <a:gd name="connsiteX0" fmla="*/ 15236 w 57725"/>
                <a:gd name="connsiteY0" fmla="*/ 3371 h 58702"/>
                <a:gd name="connsiteX1" fmla="*/ 54267 w 57725"/>
                <a:gd name="connsiteY1" fmla="*/ 15494 h 58702"/>
                <a:gd name="connsiteX2" fmla="*/ 42364 w 57725"/>
                <a:gd name="connsiteY2" fmla="*/ 55162 h 58702"/>
                <a:gd name="connsiteX3" fmla="*/ 3333 w 57725"/>
                <a:gd name="connsiteY3" fmla="*/ 43111 h 58702"/>
                <a:gd name="connsiteX4" fmla="*/ 15236 w 57725"/>
                <a:gd name="connsiteY4" fmla="*/ 3371 h 5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702">
                  <a:moveTo>
                    <a:pt x="15236" y="3371"/>
                  </a:moveTo>
                  <a:cubicBezTo>
                    <a:pt x="29354" y="-4232"/>
                    <a:pt x="46788" y="1148"/>
                    <a:pt x="54267" y="15494"/>
                  </a:cubicBezTo>
                  <a:cubicBezTo>
                    <a:pt x="61739" y="29840"/>
                    <a:pt x="56476" y="47558"/>
                    <a:pt x="42364" y="55162"/>
                  </a:cubicBezTo>
                  <a:cubicBezTo>
                    <a:pt x="28246" y="62765"/>
                    <a:pt x="10805" y="57457"/>
                    <a:pt x="3333" y="43111"/>
                  </a:cubicBezTo>
                  <a:cubicBezTo>
                    <a:pt x="-4146" y="28693"/>
                    <a:pt x="1117" y="10975"/>
                    <a:pt x="15236" y="3371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4" name="자유형: 도형 1333">
              <a:extLst>
                <a:ext uri="{FF2B5EF4-FFF2-40B4-BE49-F238E27FC236}">
                  <a16:creationId xmlns:a16="http://schemas.microsoft.com/office/drawing/2014/main" id="{6D7397E9-3869-AB70-3BE2-C6C7003C8C34}"/>
                </a:ext>
              </a:extLst>
            </p:cNvPr>
            <p:cNvSpPr/>
            <p:nvPr/>
          </p:nvSpPr>
          <p:spPr>
            <a:xfrm>
              <a:off x="5758672" y="6764593"/>
              <a:ext cx="73581" cy="74807"/>
            </a:xfrm>
            <a:custGeom>
              <a:avLst/>
              <a:gdLst>
                <a:gd name="connsiteX0" fmla="*/ 19426 w 73581"/>
                <a:gd name="connsiteY0" fmla="*/ 4275 h 74807"/>
                <a:gd name="connsiteX1" fmla="*/ 69252 w 73581"/>
                <a:gd name="connsiteY1" fmla="*/ 19769 h 74807"/>
                <a:gd name="connsiteX2" fmla="*/ 54026 w 73581"/>
                <a:gd name="connsiteY2" fmla="*/ 70411 h 74807"/>
                <a:gd name="connsiteX3" fmla="*/ 4200 w 73581"/>
                <a:gd name="connsiteY3" fmla="*/ 54918 h 74807"/>
                <a:gd name="connsiteX4" fmla="*/ 19426 w 73581"/>
                <a:gd name="connsiteY4" fmla="*/ 4275 h 7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7">
                  <a:moveTo>
                    <a:pt x="19426" y="4275"/>
                  </a:moveTo>
                  <a:cubicBezTo>
                    <a:pt x="37417" y="-5337"/>
                    <a:pt x="59840" y="1477"/>
                    <a:pt x="69252" y="19769"/>
                  </a:cubicBezTo>
                  <a:cubicBezTo>
                    <a:pt x="78664" y="38060"/>
                    <a:pt x="72018" y="60800"/>
                    <a:pt x="54026" y="70411"/>
                  </a:cubicBezTo>
                  <a:cubicBezTo>
                    <a:pt x="36035" y="79952"/>
                    <a:pt x="13612" y="73209"/>
                    <a:pt x="4200" y="54918"/>
                  </a:cubicBezTo>
                  <a:cubicBezTo>
                    <a:pt x="-5212" y="36626"/>
                    <a:pt x="1434" y="13815"/>
                    <a:pt x="19426" y="42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8" name="자유형: 도형 1337">
              <a:extLst>
                <a:ext uri="{FF2B5EF4-FFF2-40B4-BE49-F238E27FC236}">
                  <a16:creationId xmlns:a16="http://schemas.microsoft.com/office/drawing/2014/main" id="{9B49D21F-A7AF-069A-D7F8-CAC5B43E2AA2}"/>
                </a:ext>
              </a:extLst>
            </p:cNvPr>
            <p:cNvSpPr/>
            <p:nvPr/>
          </p:nvSpPr>
          <p:spPr>
            <a:xfrm>
              <a:off x="4629709" y="4724866"/>
              <a:ext cx="52238" cy="53233"/>
            </a:xfrm>
            <a:custGeom>
              <a:avLst/>
              <a:gdLst>
                <a:gd name="connsiteX0" fmla="*/ 13738 w 52238"/>
                <a:gd name="connsiteY0" fmla="*/ 3100 h 53233"/>
                <a:gd name="connsiteX1" fmla="*/ 49171 w 52238"/>
                <a:gd name="connsiteY1" fmla="*/ 14076 h 53233"/>
                <a:gd name="connsiteX2" fmla="*/ 38376 w 52238"/>
                <a:gd name="connsiteY2" fmla="*/ 50099 h 53233"/>
                <a:gd name="connsiteX3" fmla="*/ 2943 w 52238"/>
                <a:gd name="connsiteY3" fmla="*/ 39117 h 53233"/>
                <a:gd name="connsiteX4" fmla="*/ 13738 w 52238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8" h="53233">
                  <a:moveTo>
                    <a:pt x="13738" y="3100"/>
                  </a:moveTo>
                  <a:cubicBezTo>
                    <a:pt x="26474" y="-3937"/>
                    <a:pt x="42525" y="1128"/>
                    <a:pt x="49171" y="14076"/>
                  </a:cubicBezTo>
                  <a:cubicBezTo>
                    <a:pt x="55810" y="27016"/>
                    <a:pt x="51104" y="43342"/>
                    <a:pt x="38376" y="50099"/>
                  </a:cubicBezTo>
                  <a:cubicBezTo>
                    <a:pt x="25641" y="56849"/>
                    <a:pt x="9582" y="52064"/>
                    <a:pt x="2943" y="39117"/>
                  </a:cubicBezTo>
                  <a:cubicBezTo>
                    <a:pt x="-3703" y="26176"/>
                    <a:pt x="1003" y="9850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39" name="자유형: 도형 1338">
              <a:extLst>
                <a:ext uri="{FF2B5EF4-FFF2-40B4-BE49-F238E27FC236}">
                  <a16:creationId xmlns:a16="http://schemas.microsoft.com/office/drawing/2014/main" id="{F531A642-46F5-A931-E6B3-44BCCCEFEBA9}"/>
                </a:ext>
              </a:extLst>
            </p:cNvPr>
            <p:cNvSpPr/>
            <p:nvPr/>
          </p:nvSpPr>
          <p:spPr>
            <a:xfrm>
              <a:off x="4503101" y="4751051"/>
              <a:ext cx="54390" cy="55298"/>
            </a:xfrm>
            <a:custGeom>
              <a:avLst/>
              <a:gdLst>
                <a:gd name="connsiteX0" fmla="*/ 14397 w 54390"/>
                <a:gd name="connsiteY0" fmla="*/ 3083 h 55298"/>
                <a:gd name="connsiteX1" fmla="*/ 51212 w 54390"/>
                <a:gd name="connsiteY1" fmla="*/ 14625 h 55298"/>
                <a:gd name="connsiteX2" fmla="*/ 39860 w 54390"/>
                <a:gd name="connsiteY2" fmla="*/ 52054 h 55298"/>
                <a:gd name="connsiteX3" fmla="*/ 3044 w 54390"/>
                <a:gd name="connsiteY3" fmla="*/ 40513 h 55298"/>
                <a:gd name="connsiteX4" fmla="*/ 14397 w 54390"/>
                <a:gd name="connsiteY4" fmla="*/ 3083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0" h="55298">
                  <a:moveTo>
                    <a:pt x="14397" y="3083"/>
                  </a:moveTo>
                  <a:cubicBezTo>
                    <a:pt x="27682" y="-3954"/>
                    <a:pt x="44291" y="1118"/>
                    <a:pt x="51212" y="14625"/>
                  </a:cubicBezTo>
                  <a:cubicBezTo>
                    <a:pt x="58134" y="28132"/>
                    <a:pt x="53153" y="45017"/>
                    <a:pt x="39860" y="52054"/>
                  </a:cubicBezTo>
                  <a:cubicBezTo>
                    <a:pt x="26575" y="59091"/>
                    <a:pt x="9966" y="54020"/>
                    <a:pt x="3044" y="40513"/>
                  </a:cubicBezTo>
                  <a:cubicBezTo>
                    <a:pt x="-3870" y="27006"/>
                    <a:pt x="1111" y="10120"/>
                    <a:pt x="14397" y="3083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0" name="자유형: 도형 1339">
              <a:extLst>
                <a:ext uri="{FF2B5EF4-FFF2-40B4-BE49-F238E27FC236}">
                  <a16:creationId xmlns:a16="http://schemas.microsoft.com/office/drawing/2014/main" id="{B7FDE99D-5D1F-BC49-7A28-B8C957B9A59B}"/>
                </a:ext>
              </a:extLst>
            </p:cNvPr>
            <p:cNvSpPr/>
            <p:nvPr/>
          </p:nvSpPr>
          <p:spPr>
            <a:xfrm>
              <a:off x="4876407" y="5161254"/>
              <a:ext cx="55723" cy="56652"/>
            </a:xfrm>
            <a:custGeom>
              <a:avLst/>
              <a:gdLst>
                <a:gd name="connsiteX0" fmla="*/ 14783 w 55723"/>
                <a:gd name="connsiteY0" fmla="*/ 3201 h 56652"/>
                <a:gd name="connsiteX1" fmla="*/ 52432 w 55723"/>
                <a:gd name="connsiteY1" fmla="*/ 15022 h 56652"/>
                <a:gd name="connsiteX2" fmla="*/ 40804 w 55723"/>
                <a:gd name="connsiteY2" fmla="*/ 53291 h 56652"/>
                <a:gd name="connsiteX3" fmla="*/ 3163 w 55723"/>
                <a:gd name="connsiteY3" fmla="*/ 41477 h 56652"/>
                <a:gd name="connsiteX4" fmla="*/ 14783 w 55723"/>
                <a:gd name="connsiteY4" fmla="*/ 3201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2">
                  <a:moveTo>
                    <a:pt x="14783" y="3201"/>
                  </a:moveTo>
                  <a:cubicBezTo>
                    <a:pt x="28351" y="-4116"/>
                    <a:pt x="45235" y="1228"/>
                    <a:pt x="52432" y="15022"/>
                  </a:cubicBezTo>
                  <a:cubicBezTo>
                    <a:pt x="59629" y="28809"/>
                    <a:pt x="54372" y="45974"/>
                    <a:pt x="40804" y="53291"/>
                  </a:cubicBezTo>
                  <a:cubicBezTo>
                    <a:pt x="27243" y="60608"/>
                    <a:pt x="10359" y="55264"/>
                    <a:pt x="3163" y="41477"/>
                  </a:cubicBezTo>
                  <a:cubicBezTo>
                    <a:pt x="-4034" y="27683"/>
                    <a:pt x="1222" y="10517"/>
                    <a:pt x="14783" y="3201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1" name="자유형: 도형 1340">
              <a:extLst>
                <a:ext uri="{FF2B5EF4-FFF2-40B4-BE49-F238E27FC236}">
                  <a16:creationId xmlns:a16="http://schemas.microsoft.com/office/drawing/2014/main" id="{59FA4233-42A8-9BB2-B017-8B15DE3673F6}"/>
                </a:ext>
              </a:extLst>
            </p:cNvPr>
            <p:cNvSpPr/>
            <p:nvPr/>
          </p:nvSpPr>
          <p:spPr>
            <a:xfrm>
              <a:off x="5377707" y="5307029"/>
              <a:ext cx="56279" cy="57217"/>
            </a:xfrm>
            <a:custGeom>
              <a:avLst/>
              <a:gdLst>
                <a:gd name="connsiteX0" fmla="*/ 14789 w 56279"/>
                <a:gd name="connsiteY0" fmla="*/ 3200 h 57217"/>
                <a:gd name="connsiteX1" fmla="*/ 52988 w 56279"/>
                <a:gd name="connsiteY1" fmla="*/ 15021 h 57217"/>
                <a:gd name="connsiteX2" fmla="*/ 41367 w 56279"/>
                <a:gd name="connsiteY2" fmla="*/ 53857 h 57217"/>
                <a:gd name="connsiteX3" fmla="*/ 3161 w 56279"/>
                <a:gd name="connsiteY3" fmla="*/ 42042 h 57217"/>
                <a:gd name="connsiteX4" fmla="*/ 14789 w 56279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9" y="3200"/>
                  </a:moveTo>
                  <a:cubicBezTo>
                    <a:pt x="28632" y="-4117"/>
                    <a:pt x="45791" y="1235"/>
                    <a:pt x="52988" y="15021"/>
                  </a:cubicBezTo>
                  <a:cubicBezTo>
                    <a:pt x="60184" y="29095"/>
                    <a:pt x="54928" y="46540"/>
                    <a:pt x="41367" y="53857"/>
                  </a:cubicBezTo>
                  <a:cubicBezTo>
                    <a:pt x="27524" y="61174"/>
                    <a:pt x="10365" y="55830"/>
                    <a:pt x="3161" y="42042"/>
                  </a:cubicBezTo>
                  <a:cubicBezTo>
                    <a:pt x="-4036" y="28249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42" name="자유형: 도형 1341">
              <a:extLst>
                <a:ext uri="{FF2B5EF4-FFF2-40B4-BE49-F238E27FC236}">
                  <a16:creationId xmlns:a16="http://schemas.microsoft.com/office/drawing/2014/main" id="{F310F77E-F517-3DCC-6C72-046720A4C93D}"/>
                </a:ext>
              </a:extLst>
            </p:cNvPr>
            <p:cNvSpPr/>
            <p:nvPr/>
          </p:nvSpPr>
          <p:spPr>
            <a:xfrm>
              <a:off x="5890747" y="6174492"/>
              <a:ext cx="57723" cy="58684"/>
            </a:xfrm>
            <a:custGeom>
              <a:avLst/>
              <a:gdLst>
                <a:gd name="connsiteX0" fmla="*/ 15233 w 57723"/>
                <a:gd name="connsiteY0" fmla="*/ 3377 h 58684"/>
                <a:gd name="connsiteX1" fmla="*/ 54264 w 57723"/>
                <a:gd name="connsiteY1" fmla="*/ 15478 h 58684"/>
                <a:gd name="connsiteX2" fmla="*/ 42361 w 57723"/>
                <a:gd name="connsiteY2" fmla="*/ 55153 h 58684"/>
                <a:gd name="connsiteX3" fmla="*/ 3330 w 57723"/>
                <a:gd name="connsiteY3" fmla="*/ 43051 h 58684"/>
                <a:gd name="connsiteX4" fmla="*/ 15233 w 57723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4">
                  <a:moveTo>
                    <a:pt x="15233" y="3377"/>
                  </a:moveTo>
                  <a:cubicBezTo>
                    <a:pt x="29351" y="-4227"/>
                    <a:pt x="46793" y="1124"/>
                    <a:pt x="54264" y="15478"/>
                  </a:cubicBezTo>
                  <a:cubicBezTo>
                    <a:pt x="61736" y="29824"/>
                    <a:pt x="56480" y="47556"/>
                    <a:pt x="42361" y="55153"/>
                  </a:cubicBezTo>
                  <a:cubicBezTo>
                    <a:pt x="28243" y="62756"/>
                    <a:pt x="10809" y="57405"/>
                    <a:pt x="3330" y="43051"/>
                  </a:cubicBezTo>
                  <a:cubicBezTo>
                    <a:pt x="-4142" y="28698"/>
                    <a:pt x="1115" y="10973"/>
                    <a:pt x="15233" y="3377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1" name="자유형: 도형 1350">
              <a:extLst>
                <a:ext uri="{FF2B5EF4-FFF2-40B4-BE49-F238E27FC236}">
                  <a16:creationId xmlns:a16="http://schemas.microsoft.com/office/drawing/2014/main" id="{6FE8683B-AE86-2B83-E8FC-4FE83D0FB8E3}"/>
                </a:ext>
              </a:extLst>
            </p:cNvPr>
            <p:cNvSpPr/>
            <p:nvPr/>
          </p:nvSpPr>
          <p:spPr>
            <a:xfrm>
              <a:off x="4882869" y="4408264"/>
              <a:ext cx="52365" cy="53230"/>
            </a:xfrm>
            <a:custGeom>
              <a:avLst/>
              <a:gdLst>
                <a:gd name="connsiteX0" fmla="*/ 13860 w 52365"/>
                <a:gd name="connsiteY0" fmla="*/ 3099 h 53230"/>
                <a:gd name="connsiteX1" fmla="*/ 49293 w 52365"/>
                <a:gd name="connsiteY1" fmla="*/ 14075 h 53230"/>
                <a:gd name="connsiteX2" fmla="*/ 38498 w 52365"/>
                <a:gd name="connsiteY2" fmla="*/ 50091 h 53230"/>
                <a:gd name="connsiteX3" fmla="*/ 3065 w 52365"/>
                <a:gd name="connsiteY3" fmla="*/ 39116 h 53230"/>
                <a:gd name="connsiteX4" fmla="*/ 13860 w 52365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5" h="53230">
                  <a:moveTo>
                    <a:pt x="13860" y="3099"/>
                  </a:moveTo>
                  <a:cubicBezTo>
                    <a:pt x="26595" y="-3937"/>
                    <a:pt x="42646" y="1127"/>
                    <a:pt x="49293" y="14075"/>
                  </a:cubicBezTo>
                  <a:cubicBezTo>
                    <a:pt x="55939" y="27015"/>
                    <a:pt x="51233" y="43341"/>
                    <a:pt x="38498" y="50091"/>
                  </a:cubicBezTo>
                  <a:cubicBezTo>
                    <a:pt x="25762" y="56848"/>
                    <a:pt x="9711" y="52064"/>
                    <a:pt x="3065" y="39116"/>
                  </a:cubicBezTo>
                  <a:cubicBezTo>
                    <a:pt x="-3857" y="26176"/>
                    <a:pt x="1124" y="9850"/>
                    <a:pt x="13860" y="3099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2" name="자유형: 도형 1351">
              <a:extLst>
                <a:ext uri="{FF2B5EF4-FFF2-40B4-BE49-F238E27FC236}">
                  <a16:creationId xmlns:a16="http://schemas.microsoft.com/office/drawing/2014/main" id="{0AD3BC98-9098-3603-DA1F-2B6C2779FFD5}"/>
                </a:ext>
              </a:extLst>
            </p:cNvPr>
            <p:cNvSpPr/>
            <p:nvPr/>
          </p:nvSpPr>
          <p:spPr>
            <a:xfrm>
              <a:off x="4788770" y="4081700"/>
              <a:ext cx="54388" cy="55423"/>
            </a:xfrm>
            <a:custGeom>
              <a:avLst/>
              <a:gdLst>
                <a:gd name="connsiteX0" fmla="*/ 14394 w 54388"/>
                <a:gd name="connsiteY0" fmla="*/ 3205 h 55423"/>
                <a:gd name="connsiteX1" fmla="*/ 51210 w 54388"/>
                <a:gd name="connsiteY1" fmla="*/ 14746 h 55423"/>
                <a:gd name="connsiteX2" fmla="*/ 39865 w 54388"/>
                <a:gd name="connsiteY2" fmla="*/ 52176 h 55423"/>
                <a:gd name="connsiteX3" fmla="*/ 3049 w 54388"/>
                <a:gd name="connsiteY3" fmla="*/ 40635 h 55423"/>
                <a:gd name="connsiteX4" fmla="*/ 14394 w 54388"/>
                <a:gd name="connsiteY4" fmla="*/ 3205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23">
                  <a:moveTo>
                    <a:pt x="14394" y="3205"/>
                  </a:moveTo>
                  <a:cubicBezTo>
                    <a:pt x="27687" y="-4112"/>
                    <a:pt x="44296" y="1239"/>
                    <a:pt x="51210" y="14746"/>
                  </a:cubicBezTo>
                  <a:cubicBezTo>
                    <a:pt x="58132" y="28254"/>
                    <a:pt x="53150" y="45139"/>
                    <a:pt x="39865" y="52176"/>
                  </a:cubicBezTo>
                  <a:cubicBezTo>
                    <a:pt x="26579" y="59213"/>
                    <a:pt x="9970" y="54149"/>
                    <a:pt x="3049" y="40635"/>
                  </a:cubicBezTo>
                  <a:cubicBezTo>
                    <a:pt x="-3873" y="27127"/>
                    <a:pt x="1108" y="10242"/>
                    <a:pt x="14394" y="3205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3" name="자유형: 도형 1352">
              <a:extLst>
                <a:ext uri="{FF2B5EF4-FFF2-40B4-BE49-F238E27FC236}">
                  <a16:creationId xmlns:a16="http://schemas.microsoft.com/office/drawing/2014/main" id="{BEFCC4A5-4465-1D04-E3D0-79617848109A}"/>
                </a:ext>
              </a:extLst>
            </p:cNvPr>
            <p:cNvSpPr/>
            <p:nvPr/>
          </p:nvSpPr>
          <p:spPr>
            <a:xfrm>
              <a:off x="5634035" y="4832267"/>
              <a:ext cx="56280" cy="57220"/>
            </a:xfrm>
            <a:custGeom>
              <a:avLst/>
              <a:gdLst>
                <a:gd name="connsiteX0" fmla="*/ 14790 w 56280"/>
                <a:gd name="connsiteY0" fmla="*/ 3204 h 57220"/>
                <a:gd name="connsiteX1" fmla="*/ 52989 w 56280"/>
                <a:gd name="connsiteY1" fmla="*/ 15018 h 57220"/>
                <a:gd name="connsiteX2" fmla="*/ 41361 w 56280"/>
                <a:gd name="connsiteY2" fmla="*/ 53861 h 57220"/>
                <a:gd name="connsiteX3" fmla="*/ 3162 w 56280"/>
                <a:gd name="connsiteY3" fmla="*/ 42039 h 57220"/>
                <a:gd name="connsiteX4" fmla="*/ 14790 w 56280"/>
                <a:gd name="connsiteY4" fmla="*/ 3204 h 5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20">
                  <a:moveTo>
                    <a:pt x="14790" y="3204"/>
                  </a:moveTo>
                  <a:cubicBezTo>
                    <a:pt x="28633" y="-4120"/>
                    <a:pt x="45792" y="1231"/>
                    <a:pt x="52989" y="15018"/>
                  </a:cubicBezTo>
                  <a:cubicBezTo>
                    <a:pt x="60186" y="29092"/>
                    <a:pt x="54929" y="46537"/>
                    <a:pt x="41361" y="53861"/>
                  </a:cubicBezTo>
                  <a:cubicBezTo>
                    <a:pt x="27525" y="61177"/>
                    <a:pt x="10359" y="55826"/>
                    <a:pt x="3162" y="42039"/>
                  </a:cubicBezTo>
                  <a:cubicBezTo>
                    <a:pt x="-4034" y="27965"/>
                    <a:pt x="1222" y="10520"/>
                    <a:pt x="14790" y="3204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4" name="자유형: 도형 1353">
              <a:extLst>
                <a:ext uri="{FF2B5EF4-FFF2-40B4-BE49-F238E27FC236}">
                  <a16:creationId xmlns:a16="http://schemas.microsoft.com/office/drawing/2014/main" id="{EC385658-62B3-3E7C-E40E-614819CFAD87}"/>
                </a:ext>
              </a:extLst>
            </p:cNvPr>
            <p:cNvSpPr/>
            <p:nvPr/>
          </p:nvSpPr>
          <p:spPr>
            <a:xfrm>
              <a:off x="6016143" y="4998699"/>
              <a:ext cx="57725" cy="58687"/>
            </a:xfrm>
            <a:custGeom>
              <a:avLst/>
              <a:gdLst>
                <a:gd name="connsiteX0" fmla="*/ 15236 w 57725"/>
                <a:gd name="connsiteY0" fmla="*/ 3369 h 58687"/>
                <a:gd name="connsiteX1" fmla="*/ 54267 w 57725"/>
                <a:gd name="connsiteY1" fmla="*/ 15470 h 58687"/>
                <a:gd name="connsiteX2" fmla="*/ 42364 w 57725"/>
                <a:gd name="connsiteY2" fmla="*/ 55153 h 58687"/>
                <a:gd name="connsiteX3" fmla="*/ 3333 w 57725"/>
                <a:gd name="connsiteY3" fmla="*/ 43052 h 58687"/>
                <a:gd name="connsiteX4" fmla="*/ 15236 w 57725"/>
                <a:gd name="connsiteY4" fmla="*/ 3369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7">
                  <a:moveTo>
                    <a:pt x="15236" y="3369"/>
                  </a:moveTo>
                  <a:cubicBezTo>
                    <a:pt x="29354" y="-4227"/>
                    <a:pt x="46788" y="1124"/>
                    <a:pt x="54267" y="15470"/>
                  </a:cubicBezTo>
                  <a:cubicBezTo>
                    <a:pt x="61739" y="29824"/>
                    <a:pt x="56476" y="47556"/>
                    <a:pt x="42364" y="55153"/>
                  </a:cubicBezTo>
                  <a:cubicBezTo>
                    <a:pt x="28246" y="62756"/>
                    <a:pt x="10805" y="57405"/>
                    <a:pt x="3333" y="43052"/>
                  </a:cubicBezTo>
                  <a:cubicBezTo>
                    <a:pt x="-4146" y="28698"/>
                    <a:pt x="1117" y="10973"/>
                    <a:pt x="1523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56" name="자유형: 도형 1355">
              <a:extLst>
                <a:ext uri="{FF2B5EF4-FFF2-40B4-BE49-F238E27FC236}">
                  <a16:creationId xmlns:a16="http://schemas.microsoft.com/office/drawing/2014/main" id="{A71C693F-2915-DD87-5057-87306741BEAD}"/>
                </a:ext>
              </a:extLst>
            </p:cNvPr>
            <p:cNvSpPr/>
            <p:nvPr/>
          </p:nvSpPr>
          <p:spPr>
            <a:xfrm>
              <a:off x="7322566" y="6437514"/>
              <a:ext cx="59885" cy="60872"/>
            </a:xfrm>
            <a:custGeom>
              <a:avLst/>
              <a:gdLst>
                <a:gd name="connsiteX0" fmla="*/ 15924 w 59885"/>
                <a:gd name="connsiteY0" fmla="*/ 3481 h 60872"/>
                <a:gd name="connsiteX1" fmla="*/ 56352 w 59885"/>
                <a:gd name="connsiteY1" fmla="*/ 16149 h 60872"/>
                <a:gd name="connsiteX2" fmla="*/ 43864 w 59885"/>
                <a:gd name="connsiteY2" fmla="*/ 57237 h 60872"/>
                <a:gd name="connsiteX3" fmla="*/ 3435 w 59885"/>
                <a:gd name="connsiteY3" fmla="*/ 44570 h 60872"/>
                <a:gd name="connsiteX4" fmla="*/ 15924 w 59885"/>
                <a:gd name="connsiteY4" fmla="*/ 3481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72">
                  <a:moveTo>
                    <a:pt x="15924" y="3481"/>
                  </a:moveTo>
                  <a:cubicBezTo>
                    <a:pt x="30599" y="-4395"/>
                    <a:pt x="48591" y="1229"/>
                    <a:pt x="56352" y="16149"/>
                  </a:cubicBezTo>
                  <a:cubicBezTo>
                    <a:pt x="64043" y="31063"/>
                    <a:pt x="58539" y="49354"/>
                    <a:pt x="43864" y="57237"/>
                  </a:cubicBezTo>
                  <a:cubicBezTo>
                    <a:pt x="29188" y="65113"/>
                    <a:pt x="11196" y="59489"/>
                    <a:pt x="3435" y="44570"/>
                  </a:cubicBezTo>
                  <a:cubicBezTo>
                    <a:pt x="-4326" y="29656"/>
                    <a:pt x="1248" y="11365"/>
                    <a:pt x="15924" y="3481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2" name="자유형: 도형 1361">
              <a:extLst>
                <a:ext uri="{FF2B5EF4-FFF2-40B4-BE49-F238E27FC236}">
                  <a16:creationId xmlns:a16="http://schemas.microsoft.com/office/drawing/2014/main" id="{1E30EAEB-C412-B1AA-7DAC-E9CEA3EE9EC9}"/>
                </a:ext>
              </a:extLst>
            </p:cNvPr>
            <p:cNvSpPr/>
            <p:nvPr/>
          </p:nvSpPr>
          <p:spPr>
            <a:xfrm>
              <a:off x="7850847" y="6782677"/>
              <a:ext cx="71714" cy="72879"/>
            </a:xfrm>
            <a:custGeom>
              <a:avLst/>
              <a:gdLst>
                <a:gd name="connsiteX0" fmla="*/ 19140 w 71714"/>
                <a:gd name="connsiteY0" fmla="*/ 4196 h 72879"/>
                <a:gd name="connsiteX1" fmla="*/ 67541 w 71714"/>
                <a:gd name="connsiteY1" fmla="*/ 19403 h 72879"/>
                <a:gd name="connsiteX2" fmla="*/ 52583 w 71714"/>
                <a:gd name="connsiteY2" fmla="*/ 68611 h 72879"/>
                <a:gd name="connsiteX3" fmla="*/ 4182 w 71714"/>
                <a:gd name="connsiteY3" fmla="*/ 53475 h 72879"/>
                <a:gd name="connsiteX4" fmla="*/ 19140 w 71714"/>
                <a:gd name="connsiteY4" fmla="*/ 4196 h 72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4" h="72879">
                  <a:moveTo>
                    <a:pt x="19140" y="4196"/>
                  </a:moveTo>
                  <a:cubicBezTo>
                    <a:pt x="36567" y="-5344"/>
                    <a:pt x="58439" y="1685"/>
                    <a:pt x="67541" y="19403"/>
                  </a:cubicBezTo>
                  <a:cubicBezTo>
                    <a:pt x="76714" y="37120"/>
                    <a:pt x="70010" y="59357"/>
                    <a:pt x="52583" y="68611"/>
                  </a:cubicBezTo>
                  <a:cubicBezTo>
                    <a:pt x="35156" y="77936"/>
                    <a:pt x="13284" y="71193"/>
                    <a:pt x="4182" y="53475"/>
                  </a:cubicBezTo>
                  <a:cubicBezTo>
                    <a:pt x="-5272" y="35686"/>
                    <a:pt x="1642" y="13449"/>
                    <a:pt x="19140" y="419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4" name="자유형: 도형 1363">
              <a:extLst>
                <a:ext uri="{FF2B5EF4-FFF2-40B4-BE49-F238E27FC236}">
                  <a16:creationId xmlns:a16="http://schemas.microsoft.com/office/drawing/2014/main" id="{E7F2A98C-CBA9-0FD9-7B0B-B2F0B6C9586C}"/>
                </a:ext>
              </a:extLst>
            </p:cNvPr>
            <p:cNvSpPr/>
            <p:nvPr/>
          </p:nvSpPr>
          <p:spPr>
            <a:xfrm>
              <a:off x="5819722" y="4243912"/>
              <a:ext cx="52360" cy="53230"/>
            </a:xfrm>
            <a:custGeom>
              <a:avLst/>
              <a:gdLst>
                <a:gd name="connsiteX0" fmla="*/ 13734 w 52360"/>
                <a:gd name="connsiteY0" fmla="*/ 3099 h 53230"/>
                <a:gd name="connsiteX1" fmla="*/ 49167 w 52360"/>
                <a:gd name="connsiteY1" fmla="*/ 14074 h 53230"/>
                <a:gd name="connsiteX2" fmla="*/ 38372 w 52360"/>
                <a:gd name="connsiteY2" fmla="*/ 50091 h 53230"/>
                <a:gd name="connsiteX3" fmla="*/ 2938 w 52360"/>
                <a:gd name="connsiteY3" fmla="*/ 39116 h 53230"/>
                <a:gd name="connsiteX4" fmla="*/ 13734 w 52360"/>
                <a:gd name="connsiteY4" fmla="*/ 3099 h 5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230">
                  <a:moveTo>
                    <a:pt x="13734" y="3099"/>
                  </a:moveTo>
                  <a:cubicBezTo>
                    <a:pt x="26469" y="-3937"/>
                    <a:pt x="42520" y="1127"/>
                    <a:pt x="49167" y="14074"/>
                  </a:cubicBezTo>
                  <a:cubicBezTo>
                    <a:pt x="56088" y="27015"/>
                    <a:pt x="51107" y="43341"/>
                    <a:pt x="38372" y="50091"/>
                  </a:cubicBezTo>
                  <a:cubicBezTo>
                    <a:pt x="25636" y="56848"/>
                    <a:pt x="9585" y="52063"/>
                    <a:pt x="2938" y="39116"/>
                  </a:cubicBezTo>
                  <a:cubicBezTo>
                    <a:pt x="-3701" y="26175"/>
                    <a:pt x="1005" y="9849"/>
                    <a:pt x="13734" y="3099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5" name="자유형: 도형 1364">
              <a:extLst>
                <a:ext uri="{FF2B5EF4-FFF2-40B4-BE49-F238E27FC236}">
                  <a16:creationId xmlns:a16="http://schemas.microsoft.com/office/drawing/2014/main" id="{624BB628-21F2-0DAE-D84C-0B1175BD1C05}"/>
                </a:ext>
              </a:extLst>
            </p:cNvPr>
            <p:cNvSpPr/>
            <p:nvPr/>
          </p:nvSpPr>
          <p:spPr>
            <a:xfrm>
              <a:off x="5307793" y="3834331"/>
              <a:ext cx="54509" cy="55418"/>
            </a:xfrm>
            <a:custGeom>
              <a:avLst/>
              <a:gdLst>
                <a:gd name="connsiteX0" fmla="*/ 14394 w 54509"/>
                <a:gd name="connsiteY0" fmla="*/ 3206 h 55418"/>
                <a:gd name="connsiteX1" fmla="*/ 51210 w 54509"/>
                <a:gd name="connsiteY1" fmla="*/ 14740 h 55418"/>
                <a:gd name="connsiteX2" fmla="*/ 39858 w 54509"/>
                <a:gd name="connsiteY2" fmla="*/ 52170 h 55418"/>
                <a:gd name="connsiteX3" fmla="*/ 3049 w 54509"/>
                <a:gd name="connsiteY3" fmla="*/ 40636 h 55418"/>
                <a:gd name="connsiteX4" fmla="*/ 14394 w 54509"/>
                <a:gd name="connsiteY4" fmla="*/ 3206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09" h="55418">
                  <a:moveTo>
                    <a:pt x="14394" y="3206"/>
                  </a:moveTo>
                  <a:cubicBezTo>
                    <a:pt x="27680" y="-4111"/>
                    <a:pt x="44289" y="1233"/>
                    <a:pt x="51210" y="14740"/>
                  </a:cubicBezTo>
                  <a:cubicBezTo>
                    <a:pt x="58407" y="28248"/>
                    <a:pt x="53150" y="45133"/>
                    <a:pt x="39858" y="52170"/>
                  </a:cubicBezTo>
                  <a:cubicBezTo>
                    <a:pt x="26572" y="59207"/>
                    <a:pt x="9963" y="54143"/>
                    <a:pt x="3049" y="40636"/>
                  </a:cubicBezTo>
                  <a:cubicBezTo>
                    <a:pt x="-3873" y="27129"/>
                    <a:pt x="1108" y="10243"/>
                    <a:pt x="14394" y="3206"/>
                  </a:cubicBezTo>
                  <a:close/>
                </a:path>
              </a:pathLst>
            </a:custGeom>
            <a:solidFill>
              <a:srgbClr val="5B8599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6" name="자유형: 도형 1365">
              <a:extLst>
                <a:ext uri="{FF2B5EF4-FFF2-40B4-BE49-F238E27FC236}">
                  <a16:creationId xmlns:a16="http://schemas.microsoft.com/office/drawing/2014/main" id="{524AC7B1-60AF-7534-004B-5E713B9714B3}"/>
                </a:ext>
              </a:extLst>
            </p:cNvPr>
            <p:cNvSpPr/>
            <p:nvPr/>
          </p:nvSpPr>
          <p:spPr>
            <a:xfrm>
              <a:off x="5879845" y="3885837"/>
              <a:ext cx="55723" cy="56656"/>
            </a:xfrm>
            <a:custGeom>
              <a:avLst/>
              <a:gdLst>
                <a:gd name="connsiteX0" fmla="*/ 14790 w 55723"/>
                <a:gd name="connsiteY0" fmla="*/ 3197 h 56656"/>
                <a:gd name="connsiteX1" fmla="*/ 52431 w 55723"/>
                <a:gd name="connsiteY1" fmla="*/ 15018 h 56656"/>
                <a:gd name="connsiteX2" fmla="*/ 40811 w 55723"/>
                <a:gd name="connsiteY2" fmla="*/ 53294 h 56656"/>
                <a:gd name="connsiteX3" fmla="*/ 3163 w 55723"/>
                <a:gd name="connsiteY3" fmla="*/ 41473 h 56656"/>
                <a:gd name="connsiteX4" fmla="*/ 14790 w 55723"/>
                <a:gd name="connsiteY4" fmla="*/ 3197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3" h="56656">
                  <a:moveTo>
                    <a:pt x="14790" y="3197"/>
                  </a:moveTo>
                  <a:cubicBezTo>
                    <a:pt x="28351" y="-4120"/>
                    <a:pt x="45235" y="1231"/>
                    <a:pt x="52431" y="15018"/>
                  </a:cubicBezTo>
                  <a:cubicBezTo>
                    <a:pt x="59628" y="28812"/>
                    <a:pt x="54372" y="45977"/>
                    <a:pt x="40811" y="53294"/>
                  </a:cubicBezTo>
                  <a:cubicBezTo>
                    <a:pt x="27243" y="60610"/>
                    <a:pt x="10359" y="55259"/>
                    <a:pt x="3163" y="41473"/>
                  </a:cubicBezTo>
                  <a:cubicBezTo>
                    <a:pt x="-4034" y="27686"/>
                    <a:pt x="1222" y="10513"/>
                    <a:pt x="14790" y="3197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7" name="자유형: 도형 1366">
              <a:extLst>
                <a:ext uri="{FF2B5EF4-FFF2-40B4-BE49-F238E27FC236}">
                  <a16:creationId xmlns:a16="http://schemas.microsoft.com/office/drawing/2014/main" id="{E5A0D209-B8DE-C6DD-A2D0-91ADC5DA6BBC}"/>
                </a:ext>
              </a:extLst>
            </p:cNvPr>
            <p:cNvSpPr/>
            <p:nvPr/>
          </p:nvSpPr>
          <p:spPr>
            <a:xfrm>
              <a:off x="5909189" y="4004881"/>
              <a:ext cx="56279" cy="57217"/>
            </a:xfrm>
            <a:custGeom>
              <a:avLst/>
              <a:gdLst>
                <a:gd name="connsiteX0" fmla="*/ 14783 w 56279"/>
                <a:gd name="connsiteY0" fmla="*/ 3198 h 57217"/>
                <a:gd name="connsiteX1" fmla="*/ 52989 w 56279"/>
                <a:gd name="connsiteY1" fmla="*/ 15019 h 57217"/>
                <a:gd name="connsiteX2" fmla="*/ 41362 w 56279"/>
                <a:gd name="connsiteY2" fmla="*/ 53855 h 57217"/>
                <a:gd name="connsiteX3" fmla="*/ 3163 w 56279"/>
                <a:gd name="connsiteY3" fmla="*/ 42034 h 57217"/>
                <a:gd name="connsiteX4" fmla="*/ 14783 w 56279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83" y="3198"/>
                  </a:moveTo>
                  <a:cubicBezTo>
                    <a:pt x="28626" y="-4118"/>
                    <a:pt x="45785" y="1226"/>
                    <a:pt x="52989" y="15019"/>
                  </a:cubicBezTo>
                  <a:cubicBezTo>
                    <a:pt x="60186" y="29086"/>
                    <a:pt x="54923" y="46539"/>
                    <a:pt x="41362" y="53855"/>
                  </a:cubicBezTo>
                  <a:cubicBezTo>
                    <a:pt x="27518" y="61172"/>
                    <a:pt x="10359" y="55821"/>
                    <a:pt x="3163" y="42034"/>
                  </a:cubicBezTo>
                  <a:cubicBezTo>
                    <a:pt x="-4034" y="27960"/>
                    <a:pt x="1222" y="10515"/>
                    <a:pt x="14783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8" name="자유형: 도형 1367">
              <a:extLst>
                <a:ext uri="{FF2B5EF4-FFF2-40B4-BE49-F238E27FC236}">
                  <a16:creationId xmlns:a16="http://schemas.microsoft.com/office/drawing/2014/main" id="{21377788-A91A-DC92-87B2-DD930A939ADC}"/>
                </a:ext>
              </a:extLst>
            </p:cNvPr>
            <p:cNvSpPr/>
            <p:nvPr/>
          </p:nvSpPr>
          <p:spPr>
            <a:xfrm>
              <a:off x="6323128" y="4475813"/>
              <a:ext cx="57723" cy="58687"/>
            </a:xfrm>
            <a:custGeom>
              <a:avLst/>
              <a:gdLst>
                <a:gd name="connsiteX0" fmla="*/ 15233 w 57723"/>
                <a:gd name="connsiteY0" fmla="*/ 3373 h 58687"/>
                <a:gd name="connsiteX1" fmla="*/ 54264 w 57723"/>
                <a:gd name="connsiteY1" fmla="*/ 15474 h 58687"/>
                <a:gd name="connsiteX2" fmla="*/ 42362 w 57723"/>
                <a:gd name="connsiteY2" fmla="*/ 55156 h 58687"/>
                <a:gd name="connsiteX3" fmla="*/ 3330 w 57723"/>
                <a:gd name="connsiteY3" fmla="*/ 43055 h 58687"/>
                <a:gd name="connsiteX4" fmla="*/ 15233 w 57723"/>
                <a:gd name="connsiteY4" fmla="*/ 3373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3"/>
                  </a:moveTo>
                  <a:cubicBezTo>
                    <a:pt x="29351" y="-4231"/>
                    <a:pt x="46792" y="1121"/>
                    <a:pt x="54264" y="15474"/>
                  </a:cubicBezTo>
                  <a:cubicBezTo>
                    <a:pt x="61736" y="29827"/>
                    <a:pt x="56480" y="47552"/>
                    <a:pt x="42362" y="55156"/>
                  </a:cubicBezTo>
                  <a:cubicBezTo>
                    <a:pt x="28243" y="62752"/>
                    <a:pt x="10802" y="57401"/>
                    <a:pt x="3330" y="43055"/>
                  </a:cubicBezTo>
                  <a:cubicBezTo>
                    <a:pt x="-4142" y="28701"/>
                    <a:pt x="1115" y="10969"/>
                    <a:pt x="15233" y="3373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69" name="자유형: 도형 1368">
              <a:extLst>
                <a:ext uri="{FF2B5EF4-FFF2-40B4-BE49-F238E27FC236}">
                  <a16:creationId xmlns:a16="http://schemas.microsoft.com/office/drawing/2014/main" id="{6FEC64FF-C656-8EA5-2372-50B972E5001B}"/>
                </a:ext>
              </a:extLst>
            </p:cNvPr>
            <p:cNvSpPr/>
            <p:nvPr/>
          </p:nvSpPr>
          <p:spPr>
            <a:xfrm>
              <a:off x="7533512" y="5992861"/>
              <a:ext cx="56279" cy="57218"/>
            </a:xfrm>
            <a:custGeom>
              <a:avLst/>
              <a:gdLst>
                <a:gd name="connsiteX0" fmla="*/ 14811 w 56279"/>
                <a:gd name="connsiteY0" fmla="*/ 3203 h 57218"/>
                <a:gd name="connsiteX1" fmla="*/ 52981 w 56279"/>
                <a:gd name="connsiteY1" fmla="*/ 15024 h 57218"/>
                <a:gd name="connsiteX2" fmla="*/ 41340 w 56279"/>
                <a:gd name="connsiteY2" fmla="*/ 53860 h 57218"/>
                <a:gd name="connsiteX3" fmla="*/ 3169 w 56279"/>
                <a:gd name="connsiteY3" fmla="*/ 42038 h 57218"/>
                <a:gd name="connsiteX4" fmla="*/ 14811 w 56279"/>
                <a:gd name="connsiteY4" fmla="*/ 3203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8">
                  <a:moveTo>
                    <a:pt x="14811" y="3203"/>
                  </a:moveTo>
                  <a:cubicBezTo>
                    <a:pt x="28640" y="-4114"/>
                    <a:pt x="45785" y="1230"/>
                    <a:pt x="52981" y="15024"/>
                  </a:cubicBezTo>
                  <a:cubicBezTo>
                    <a:pt x="60178" y="29098"/>
                    <a:pt x="54957" y="46543"/>
                    <a:pt x="41340" y="53860"/>
                  </a:cubicBezTo>
                  <a:cubicBezTo>
                    <a:pt x="27510" y="61176"/>
                    <a:pt x="10366" y="55832"/>
                    <a:pt x="3169" y="42038"/>
                  </a:cubicBezTo>
                  <a:cubicBezTo>
                    <a:pt x="-4028" y="28252"/>
                    <a:pt x="1193" y="10519"/>
                    <a:pt x="14811" y="3203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0" name="자유형: 도형 1369">
              <a:extLst>
                <a:ext uri="{FF2B5EF4-FFF2-40B4-BE49-F238E27FC236}">
                  <a16:creationId xmlns:a16="http://schemas.microsoft.com/office/drawing/2014/main" id="{7B5DF47F-9438-7A8F-868E-5B1A280F283D}"/>
                </a:ext>
              </a:extLst>
            </p:cNvPr>
            <p:cNvSpPr/>
            <p:nvPr/>
          </p:nvSpPr>
          <p:spPr>
            <a:xfrm>
              <a:off x="7535267" y="6186318"/>
              <a:ext cx="58555" cy="59515"/>
            </a:xfrm>
            <a:custGeom>
              <a:avLst/>
              <a:gdLst>
                <a:gd name="connsiteX0" fmla="*/ 15525 w 58555"/>
                <a:gd name="connsiteY0" fmla="*/ 3365 h 59515"/>
                <a:gd name="connsiteX1" fmla="*/ 55107 w 58555"/>
                <a:gd name="connsiteY1" fmla="*/ 15753 h 59515"/>
                <a:gd name="connsiteX2" fmla="*/ 42901 w 58555"/>
                <a:gd name="connsiteY2" fmla="*/ 55995 h 59515"/>
                <a:gd name="connsiteX3" fmla="*/ 3319 w 58555"/>
                <a:gd name="connsiteY3" fmla="*/ 43614 h 59515"/>
                <a:gd name="connsiteX4" fmla="*/ 15525 w 58555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5" h="59515">
                  <a:moveTo>
                    <a:pt x="15525" y="3365"/>
                  </a:moveTo>
                  <a:cubicBezTo>
                    <a:pt x="29919" y="-4231"/>
                    <a:pt x="47627" y="1113"/>
                    <a:pt x="55107" y="15753"/>
                  </a:cubicBezTo>
                  <a:cubicBezTo>
                    <a:pt x="62586" y="30386"/>
                    <a:pt x="57294" y="48398"/>
                    <a:pt x="42901" y="55995"/>
                  </a:cubicBezTo>
                  <a:cubicBezTo>
                    <a:pt x="28507" y="63591"/>
                    <a:pt x="10797" y="58247"/>
                    <a:pt x="3319" y="43614"/>
                  </a:cubicBezTo>
                  <a:cubicBezTo>
                    <a:pt x="-4160" y="28981"/>
                    <a:pt x="1131" y="10969"/>
                    <a:pt x="15525" y="3365"/>
                  </a:cubicBezTo>
                  <a:close/>
                </a:path>
              </a:pathLst>
            </a:custGeom>
            <a:solidFill>
              <a:srgbClr val="5B8599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2" name="자유형: 도형 1371">
              <a:extLst>
                <a:ext uri="{FF2B5EF4-FFF2-40B4-BE49-F238E27FC236}">
                  <a16:creationId xmlns:a16="http://schemas.microsoft.com/office/drawing/2014/main" id="{A8B372E4-DDA9-9DAB-67A9-24760D702EF0}"/>
                </a:ext>
              </a:extLst>
            </p:cNvPr>
            <p:cNvSpPr/>
            <p:nvPr/>
          </p:nvSpPr>
          <p:spPr>
            <a:xfrm>
              <a:off x="8788107" y="6445181"/>
              <a:ext cx="68857" cy="70028"/>
            </a:xfrm>
            <a:custGeom>
              <a:avLst/>
              <a:gdLst>
                <a:gd name="connsiteX0" fmla="*/ 18297 w 68857"/>
                <a:gd name="connsiteY0" fmla="*/ 3978 h 70028"/>
                <a:gd name="connsiteX1" fmla="*/ 64793 w 68857"/>
                <a:gd name="connsiteY1" fmla="*/ 18611 h 70028"/>
                <a:gd name="connsiteX2" fmla="*/ 50400 w 68857"/>
                <a:gd name="connsiteY2" fmla="*/ 65889 h 70028"/>
                <a:gd name="connsiteX3" fmla="*/ 3904 w 68857"/>
                <a:gd name="connsiteY3" fmla="*/ 51256 h 70028"/>
                <a:gd name="connsiteX4" fmla="*/ 18297 w 68857"/>
                <a:gd name="connsiteY4" fmla="*/ 3978 h 7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57" h="70028">
                  <a:moveTo>
                    <a:pt x="18297" y="3978"/>
                  </a:moveTo>
                  <a:cubicBezTo>
                    <a:pt x="35160" y="-5025"/>
                    <a:pt x="55973" y="1446"/>
                    <a:pt x="64793" y="18611"/>
                  </a:cubicBezTo>
                  <a:cubicBezTo>
                    <a:pt x="73683" y="35776"/>
                    <a:pt x="67263" y="56887"/>
                    <a:pt x="50400" y="65889"/>
                  </a:cubicBezTo>
                  <a:cubicBezTo>
                    <a:pt x="33537" y="74920"/>
                    <a:pt x="12793" y="68393"/>
                    <a:pt x="3904" y="51256"/>
                  </a:cubicBezTo>
                  <a:cubicBezTo>
                    <a:pt x="-4916" y="34091"/>
                    <a:pt x="1434" y="12987"/>
                    <a:pt x="18297" y="397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3" name="자유형: 도형 1372">
              <a:extLst>
                <a:ext uri="{FF2B5EF4-FFF2-40B4-BE49-F238E27FC236}">
                  <a16:creationId xmlns:a16="http://schemas.microsoft.com/office/drawing/2014/main" id="{5870BDFB-EA62-93AC-94E1-DB46A0C515B7}"/>
                </a:ext>
              </a:extLst>
            </p:cNvPr>
            <p:cNvSpPr/>
            <p:nvPr/>
          </p:nvSpPr>
          <p:spPr>
            <a:xfrm>
              <a:off x="9171910" y="6629387"/>
              <a:ext cx="70772" cy="71952"/>
            </a:xfrm>
            <a:custGeom>
              <a:avLst/>
              <a:gdLst>
                <a:gd name="connsiteX0" fmla="*/ 18741 w 70772"/>
                <a:gd name="connsiteY0" fmla="*/ 4122 h 71952"/>
                <a:gd name="connsiteX1" fmla="*/ 66578 w 70772"/>
                <a:gd name="connsiteY1" fmla="*/ 19043 h 71952"/>
                <a:gd name="connsiteX2" fmla="*/ 51902 w 70772"/>
                <a:gd name="connsiteY2" fmla="*/ 67676 h 71952"/>
                <a:gd name="connsiteX3" fmla="*/ 4065 w 70772"/>
                <a:gd name="connsiteY3" fmla="*/ 52756 h 71952"/>
                <a:gd name="connsiteX4" fmla="*/ 18741 w 70772"/>
                <a:gd name="connsiteY4" fmla="*/ 4122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52">
                  <a:moveTo>
                    <a:pt x="18741" y="4122"/>
                  </a:moveTo>
                  <a:cubicBezTo>
                    <a:pt x="35886" y="-5203"/>
                    <a:pt x="57476" y="1540"/>
                    <a:pt x="66578" y="19043"/>
                  </a:cubicBezTo>
                  <a:cubicBezTo>
                    <a:pt x="75750" y="36473"/>
                    <a:pt x="69117" y="58423"/>
                    <a:pt x="51902" y="67676"/>
                  </a:cubicBezTo>
                  <a:cubicBezTo>
                    <a:pt x="34757" y="77002"/>
                    <a:pt x="13167" y="70259"/>
                    <a:pt x="4065" y="52756"/>
                  </a:cubicBezTo>
                  <a:cubicBezTo>
                    <a:pt x="-5107" y="35325"/>
                    <a:pt x="1525" y="13376"/>
                    <a:pt x="18741" y="412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5" name="자유형: 도형 1374">
              <a:extLst>
                <a:ext uri="{FF2B5EF4-FFF2-40B4-BE49-F238E27FC236}">
                  <a16:creationId xmlns:a16="http://schemas.microsoft.com/office/drawing/2014/main" id="{B5773A9A-9FAB-1C9A-3AAF-F723DFD7ABB2}"/>
                </a:ext>
              </a:extLst>
            </p:cNvPr>
            <p:cNvSpPr/>
            <p:nvPr/>
          </p:nvSpPr>
          <p:spPr>
            <a:xfrm>
              <a:off x="7208480" y="5090832"/>
              <a:ext cx="50596" cy="51436"/>
            </a:xfrm>
            <a:custGeom>
              <a:avLst/>
              <a:gdLst>
                <a:gd name="connsiteX0" fmla="*/ 13451 w 50596"/>
                <a:gd name="connsiteY0" fmla="*/ 2981 h 51436"/>
                <a:gd name="connsiteX1" fmla="*/ 47529 w 50596"/>
                <a:gd name="connsiteY1" fmla="*/ 13676 h 51436"/>
                <a:gd name="connsiteX2" fmla="*/ 37016 w 50596"/>
                <a:gd name="connsiteY2" fmla="*/ 48294 h 51436"/>
                <a:gd name="connsiteX3" fmla="*/ 2938 w 50596"/>
                <a:gd name="connsiteY3" fmla="*/ 37599 h 51436"/>
                <a:gd name="connsiteX4" fmla="*/ 13451 w 50596"/>
                <a:gd name="connsiteY4" fmla="*/ 2981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81"/>
                  </a:moveTo>
                  <a:cubicBezTo>
                    <a:pt x="25939" y="-3769"/>
                    <a:pt x="41108" y="1016"/>
                    <a:pt x="47529" y="13676"/>
                  </a:cubicBezTo>
                  <a:cubicBezTo>
                    <a:pt x="54162" y="26344"/>
                    <a:pt x="49434" y="41824"/>
                    <a:pt x="37016" y="48294"/>
                  </a:cubicBezTo>
                  <a:cubicBezTo>
                    <a:pt x="24528" y="55044"/>
                    <a:pt x="9287" y="50266"/>
                    <a:pt x="2938" y="37599"/>
                  </a:cubicBezTo>
                  <a:cubicBezTo>
                    <a:pt x="-3695" y="24938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6" name="자유형: 도형 1375">
              <a:extLst>
                <a:ext uri="{FF2B5EF4-FFF2-40B4-BE49-F238E27FC236}">
                  <a16:creationId xmlns:a16="http://schemas.microsoft.com/office/drawing/2014/main" id="{81F1D11E-1E67-5A0E-0CB6-88EDD37EA0B3}"/>
                </a:ext>
              </a:extLst>
            </p:cNvPr>
            <p:cNvSpPr/>
            <p:nvPr/>
          </p:nvSpPr>
          <p:spPr>
            <a:xfrm>
              <a:off x="6851549" y="4613983"/>
              <a:ext cx="52355" cy="53233"/>
            </a:xfrm>
            <a:custGeom>
              <a:avLst/>
              <a:gdLst>
                <a:gd name="connsiteX0" fmla="*/ 13864 w 52355"/>
                <a:gd name="connsiteY0" fmla="*/ 3100 h 53233"/>
                <a:gd name="connsiteX1" fmla="*/ 49283 w 52355"/>
                <a:gd name="connsiteY1" fmla="*/ 14075 h 53233"/>
                <a:gd name="connsiteX2" fmla="*/ 38488 w 52355"/>
                <a:gd name="connsiteY2" fmla="*/ 50099 h 53233"/>
                <a:gd name="connsiteX3" fmla="*/ 3068 w 52355"/>
                <a:gd name="connsiteY3" fmla="*/ 39124 h 53233"/>
                <a:gd name="connsiteX4" fmla="*/ 13864 w 52355"/>
                <a:gd name="connsiteY4" fmla="*/ 3100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3">
                  <a:moveTo>
                    <a:pt x="13864" y="3100"/>
                  </a:moveTo>
                  <a:cubicBezTo>
                    <a:pt x="26564" y="-3937"/>
                    <a:pt x="42650" y="1128"/>
                    <a:pt x="49283" y="14075"/>
                  </a:cubicBezTo>
                  <a:cubicBezTo>
                    <a:pt x="55915" y="27023"/>
                    <a:pt x="51259" y="43341"/>
                    <a:pt x="38488" y="50099"/>
                  </a:cubicBezTo>
                  <a:cubicBezTo>
                    <a:pt x="25787" y="56849"/>
                    <a:pt x="9701" y="52064"/>
                    <a:pt x="3068" y="39124"/>
                  </a:cubicBezTo>
                  <a:cubicBezTo>
                    <a:pt x="-3846" y="26176"/>
                    <a:pt x="1093" y="9850"/>
                    <a:pt x="13864" y="3100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7" name="자유형: 도형 1376">
              <a:extLst>
                <a:ext uri="{FF2B5EF4-FFF2-40B4-BE49-F238E27FC236}">
                  <a16:creationId xmlns:a16="http://schemas.microsoft.com/office/drawing/2014/main" id="{61FA80AD-7BCE-5F2C-0DBD-0E58BD3C5308}"/>
                </a:ext>
              </a:extLst>
            </p:cNvPr>
            <p:cNvSpPr/>
            <p:nvPr/>
          </p:nvSpPr>
          <p:spPr>
            <a:xfrm>
              <a:off x="6967833" y="4383223"/>
              <a:ext cx="53579" cy="54470"/>
            </a:xfrm>
            <a:custGeom>
              <a:avLst/>
              <a:gdLst>
                <a:gd name="connsiteX0" fmla="*/ 14138 w 53579"/>
                <a:gd name="connsiteY0" fmla="*/ 3092 h 54470"/>
                <a:gd name="connsiteX1" fmla="*/ 50404 w 53579"/>
                <a:gd name="connsiteY1" fmla="*/ 14346 h 54470"/>
                <a:gd name="connsiteX2" fmla="*/ 39326 w 53579"/>
                <a:gd name="connsiteY2" fmla="*/ 51216 h 54470"/>
                <a:gd name="connsiteX3" fmla="*/ 3060 w 53579"/>
                <a:gd name="connsiteY3" fmla="*/ 39954 h 54470"/>
                <a:gd name="connsiteX4" fmla="*/ 14138 w 53579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70">
                  <a:moveTo>
                    <a:pt x="14138" y="3092"/>
                  </a:moveTo>
                  <a:cubicBezTo>
                    <a:pt x="27120" y="-3945"/>
                    <a:pt x="43489" y="1119"/>
                    <a:pt x="50404" y="14346"/>
                  </a:cubicBezTo>
                  <a:cubicBezTo>
                    <a:pt x="57318" y="27573"/>
                    <a:pt x="52309" y="44179"/>
                    <a:pt x="39326" y="51216"/>
                  </a:cubicBezTo>
                  <a:cubicBezTo>
                    <a:pt x="26273" y="58253"/>
                    <a:pt x="9975" y="53182"/>
                    <a:pt x="3060" y="39954"/>
                  </a:cubicBezTo>
                  <a:cubicBezTo>
                    <a:pt x="-3854" y="26727"/>
                    <a:pt x="1085" y="10128"/>
                    <a:pt x="14138" y="3092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8" name="자유형: 도형 1377">
              <a:extLst>
                <a:ext uri="{FF2B5EF4-FFF2-40B4-BE49-F238E27FC236}">
                  <a16:creationId xmlns:a16="http://schemas.microsoft.com/office/drawing/2014/main" id="{DD90D450-7BF0-E1D5-2524-63BF16937119}"/>
                </a:ext>
              </a:extLst>
            </p:cNvPr>
            <p:cNvSpPr/>
            <p:nvPr/>
          </p:nvSpPr>
          <p:spPr>
            <a:xfrm>
              <a:off x="7193134" y="4342418"/>
              <a:ext cx="57724" cy="58684"/>
            </a:xfrm>
            <a:custGeom>
              <a:avLst/>
              <a:gdLst>
                <a:gd name="connsiteX0" fmla="*/ 15251 w 57724"/>
                <a:gd name="connsiteY0" fmla="*/ 3368 h 58684"/>
                <a:gd name="connsiteX1" fmla="*/ 54268 w 57724"/>
                <a:gd name="connsiteY1" fmla="*/ 15469 h 58684"/>
                <a:gd name="connsiteX2" fmla="*/ 42344 w 57724"/>
                <a:gd name="connsiteY2" fmla="*/ 55151 h 58684"/>
                <a:gd name="connsiteX3" fmla="*/ 3327 w 57724"/>
                <a:gd name="connsiteY3" fmla="*/ 43050 h 58684"/>
                <a:gd name="connsiteX4" fmla="*/ 15251 w 57724"/>
                <a:gd name="connsiteY4" fmla="*/ 3368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8"/>
                  </a:moveTo>
                  <a:cubicBezTo>
                    <a:pt x="29362" y="-4229"/>
                    <a:pt x="46789" y="1123"/>
                    <a:pt x="54268" y="15469"/>
                  </a:cubicBezTo>
                  <a:cubicBezTo>
                    <a:pt x="61747" y="29822"/>
                    <a:pt x="56455" y="47554"/>
                    <a:pt x="42344" y="55151"/>
                  </a:cubicBezTo>
                  <a:cubicBezTo>
                    <a:pt x="28233" y="62748"/>
                    <a:pt x="10806" y="57404"/>
                    <a:pt x="3327" y="43050"/>
                  </a:cubicBezTo>
                  <a:cubicBezTo>
                    <a:pt x="-4152" y="28696"/>
                    <a:pt x="1140" y="10971"/>
                    <a:pt x="15251" y="336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79" name="자유형: 도형 1378">
              <a:extLst>
                <a:ext uri="{FF2B5EF4-FFF2-40B4-BE49-F238E27FC236}">
                  <a16:creationId xmlns:a16="http://schemas.microsoft.com/office/drawing/2014/main" id="{2D88C559-DC00-F7B5-01BE-59C77F7F938D}"/>
                </a:ext>
              </a:extLst>
            </p:cNvPr>
            <p:cNvSpPr/>
            <p:nvPr/>
          </p:nvSpPr>
          <p:spPr>
            <a:xfrm>
              <a:off x="7179305" y="4773281"/>
              <a:ext cx="57724" cy="58685"/>
            </a:xfrm>
            <a:custGeom>
              <a:avLst/>
              <a:gdLst>
                <a:gd name="connsiteX0" fmla="*/ 15251 w 57724"/>
                <a:gd name="connsiteY0" fmla="*/ 3370 h 58685"/>
                <a:gd name="connsiteX1" fmla="*/ 54269 w 57724"/>
                <a:gd name="connsiteY1" fmla="*/ 15471 h 58685"/>
                <a:gd name="connsiteX2" fmla="*/ 42344 w 57724"/>
                <a:gd name="connsiteY2" fmla="*/ 55153 h 58685"/>
                <a:gd name="connsiteX3" fmla="*/ 3327 w 57724"/>
                <a:gd name="connsiteY3" fmla="*/ 43052 h 58685"/>
                <a:gd name="connsiteX4" fmla="*/ 15251 w 57724"/>
                <a:gd name="connsiteY4" fmla="*/ 3370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70"/>
                  </a:moveTo>
                  <a:cubicBezTo>
                    <a:pt x="29362" y="-4226"/>
                    <a:pt x="46789" y="1118"/>
                    <a:pt x="54269" y="15471"/>
                  </a:cubicBezTo>
                  <a:cubicBezTo>
                    <a:pt x="61747" y="29825"/>
                    <a:pt x="56455" y="47550"/>
                    <a:pt x="42344" y="55153"/>
                  </a:cubicBezTo>
                  <a:cubicBezTo>
                    <a:pt x="28233" y="62750"/>
                    <a:pt x="10806" y="57406"/>
                    <a:pt x="3327" y="43052"/>
                  </a:cubicBezTo>
                  <a:cubicBezTo>
                    <a:pt x="-4152" y="28699"/>
                    <a:pt x="1140" y="10967"/>
                    <a:pt x="15251" y="3370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0" name="자유형: 도형 1379">
              <a:extLst>
                <a:ext uri="{FF2B5EF4-FFF2-40B4-BE49-F238E27FC236}">
                  <a16:creationId xmlns:a16="http://schemas.microsoft.com/office/drawing/2014/main" id="{1A60C185-E827-FA01-425D-0D08E7887046}"/>
                </a:ext>
              </a:extLst>
            </p:cNvPr>
            <p:cNvSpPr/>
            <p:nvPr/>
          </p:nvSpPr>
          <p:spPr>
            <a:xfrm>
              <a:off x="7337241" y="4413794"/>
              <a:ext cx="59885" cy="60868"/>
            </a:xfrm>
            <a:custGeom>
              <a:avLst/>
              <a:gdLst>
                <a:gd name="connsiteX0" fmla="*/ 15924 w 59885"/>
                <a:gd name="connsiteY0" fmla="*/ 3480 h 60868"/>
                <a:gd name="connsiteX1" fmla="*/ 56352 w 59885"/>
                <a:gd name="connsiteY1" fmla="*/ 16141 h 60868"/>
                <a:gd name="connsiteX2" fmla="*/ 43864 w 59885"/>
                <a:gd name="connsiteY2" fmla="*/ 57229 h 60868"/>
                <a:gd name="connsiteX3" fmla="*/ 3435 w 59885"/>
                <a:gd name="connsiteY3" fmla="*/ 44561 h 60868"/>
                <a:gd name="connsiteX4" fmla="*/ 15924 w 59885"/>
                <a:gd name="connsiteY4" fmla="*/ 3480 h 60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5" h="60868">
                  <a:moveTo>
                    <a:pt x="15924" y="3480"/>
                  </a:moveTo>
                  <a:cubicBezTo>
                    <a:pt x="30599" y="-4403"/>
                    <a:pt x="48591" y="1228"/>
                    <a:pt x="56352" y="16141"/>
                  </a:cubicBezTo>
                  <a:cubicBezTo>
                    <a:pt x="64042" y="31054"/>
                    <a:pt x="58540" y="49345"/>
                    <a:pt x="43864" y="57229"/>
                  </a:cubicBezTo>
                  <a:cubicBezTo>
                    <a:pt x="29188" y="65105"/>
                    <a:pt x="11196" y="59481"/>
                    <a:pt x="3435" y="44561"/>
                  </a:cubicBezTo>
                  <a:cubicBezTo>
                    <a:pt x="-4326" y="29648"/>
                    <a:pt x="1248" y="11356"/>
                    <a:pt x="15924" y="348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2" name="자유형: 도형 1381">
              <a:extLst>
                <a:ext uri="{FF2B5EF4-FFF2-40B4-BE49-F238E27FC236}">
                  <a16:creationId xmlns:a16="http://schemas.microsoft.com/office/drawing/2014/main" id="{E1DCBAE6-1E80-61A1-C376-E28EF350DF38}"/>
                </a:ext>
              </a:extLst>
            </p:cNvPr>
            <p:cNvSpPr/>
            <p:nvPr/>
          </p:nvSpPr>
          <p:spPr>
            <a:xfrm>
              <a:off x="9627492" y="6789440"/>
              <a:ext cx="61734" cy="62818"/>
            </a:xfrm>
            <a:custGeom>
              <a:avLst/>
              <a:gdLst>
                <a:gd name="connsiteX0" fmla="*/ 16268 w 61734"/>
                <a:gd name="connsiteY0" fmla="*/ 3601 h 62818"/>
                <a:gd name="connsiteX1" fmla="*/ 58037 w 61734"/>
                <a:gd name="connsiteY1" fmla="*/ 16585 h 62818"/>
                <a:gd name="connsiteX2" fmla="*/ 45337 w 61734"/>
                <a:gd name="connsiteY2" fmla="*/ 59049 h 62818"/>
                <a:gd name="connsiteX3" fmla="*/ 3568 w 61734"/>
                <a:gd name="connsiteY3" fmla="*/ 46138 h 62818"/>
                <a:gd name="connsiteX4" fmla="*/ 16268 w 61734"/>
                <a:gd name="connsiteY4" fmla="*/ 3601 h 6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818">
                  <a:moveTo>
                    <a:pt x="16268" y="3601"/>
                  </a:moveTo>
                  <a:cubicBezTo>
                    <a:pt x="31226" y="-4577"/>
                    <a:pt x="50064" y="1378"/>
                    <a:pt x="58037" y="16585"/>
                  </a:cubicBezTo>
                  <a:cubicBezTo>
                    <a:pt x="66080" y="31792"/>
                    <a:pt x="60295" y="50872"/>
                    <a:pt x="45337" y="59049"/>
                  </a:cubicBezTo>
                  <a:cubicBezTo>
                    <a:pt x="30379" y="67227"/>
                    <a:pt x="11541" y="61345"/>
                    <a:pt x="3568" y="46138"/>
                  </a:cubicBezTo>
                  <a:cubicBezTo>
                    <a:pt x="-4476" y="30931"/>
                    <a:pt x="1310" y="11778"/>
                    <a:pt x="16268" y="36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3" name="자유형: 도형 1382">
              <a:extLst>
                <a:ext uri="{FF2B5EF4-FFF2-40B4-BE49-F238E27FC236}">
                  <a16:creationId xmlns:a16="http://schemas.microsoft.com/office/drawing/2014/main" id="{D44F5077-EC07-1F90-82C6-32D16148DA52}"/>
                </a:ext>
              </a:extLst>
            </p:cNvPr>
            <p:cNvSpPr/>
            <p:nvPr/>
          </p:nvSpPr>
          <p:spPr>
            <a:xfrm>
              <a:off x="9382680" y="6640479"/>
              <a:ext cx="64710" cy="65823"/>
            </a:xfrm>
            <a:custGeom>
              <a:avLst/>
              <a:gdLst>
                <a:gd name="connsiteX0" fmla="*/ 17239 w 64710"/>
                <a:gd name="connsiteY0" fmla="*/ 3719 h 65823"/>
                <a:gd name="connsiteX1" fmla="*/ 60913 w 64710"/>
                <a:gd name="connsiteY1" fmla="*/ 17491 h 65823"/>
                <a:gd name="connsiteX2" fmla="*/ 47366 w 64710"/>
                <a:gd name="connsiteY2" fmla="*/ 61965 h 65823"/>
                <a:gd name="connsiteX3" fmla="*/ 3622 w 64710"/>
                <a:gd name="connsiteY3" fmla="*/ 48192 h 65823"/>
                <a:gd name="connsiteX4" fmla="*/ 17239 w 64710"/>
                <a:gd name="connsiteY4" fmla="*/ 3719 h 65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23">
                  <a:moveTo>
                    <a:pt x="17239" y="3719"/>
                  </a:moveTo>
                  <a:cubicBezTo>
                    <a:pt x="32973" y="-4745"/>
                    <a:pt x="52658" y="1423"/>
                    <a:pt x="60913" y="17491"/>
                  </a:cubicBezTo>
                  <a:cubicBezTo>
                    <a:pt x="69238" y="33559"/>
                    <a:pt x="63171" y="53501"/>
                    <a:pt x="47366" y="61965"/>
                  </a:cubicBezTo>
                  <a:cubicBezTo>
                    <a:pt x="31633" y="70430"/>
                    <a:pt x="11947" y="64189"/>
                    <a:pt x="3622" y="48192"/>
                  </a:cubicBezTo>
                  <a:cubicBezTo>
                    <a:pt x="-4633" y="32125"/>
                    <a:pt x="1434" y="12183"/>
                    <a:pt x="17239" y="371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4" name="자유형: 도형 1383">
              <a:extLst>
                <a:ext uri="{FF2B5EF4-FFF2-40B4-BE49-F238E27FC236}">
                  <a16:creationId xmlns:a16="http://schemas.microsoft.com/office/drawing/2014/main" id="{ED43DF67-48C3-83C4-647F-17CEFE5B4AA0}"/>
                </a:ext>
              </a:extLst>
            </p:cNvPr>
            <p:cNvSpPr/>
            <p:nvPr/>
          </p:nvSpPr>
          <p:spPr>
            <a:xfrm>
              <a:off x="9694191" y="6570523"/>
              <a:ext cx="66733" cy="67845"/>
            </a:xfrm>
            <a:custGeom>
              <a:avLst/>
              <a:gdLst>
                <a:gd name="connsiteX0" fmla="*/ 17656 w 66733"/>
                <a:gd name="connsiteY0" fmla="*/ 3879 h 67845"/>
                <a:gd name="connsiteX1" fmla="*/ 62811 w 66733"/>
                <a:gd name="connsiteY1" fmla="*/ 17938 h 67845"/>
                <a:gd name="connsiteX2" fmla="*/ 48912 w 66733"/>
                <a:gd name="connsiteY2" fmla="*/ 63847 h 67845"/>
                <a:gd name="connsiteX3" fmla="*/ 3826 w 66733"/>
                <a:gd name="connsiteY3" fmla="*/ 49716 h 67845"/>
                <a:gd name="connsiteX4" fmla="*/ 17656 w 66733"/>
                <a:gd name="connsiteY4" fmla="*/ 3879 h 6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5">
                  <a:moveTo>
                    <a:pt x="17656" y="3879"/>
                  </a:moveTo>
                  <a:cubicBezTo>
                    <a:pt x="34024" y="-4872"/>
                    <a:pt x="54203" y="1368"/>
                    <a:pt x="62811" y="17938"/>
                  </a:cubicBezTo>
                  <a:cubicBezTo>
                    <a:pt x="71349" y="34580"/>
                    <a:pt x="65281" y="55096"/>
                    <a:pt x="48912" y="63847"/>
                  </a:cubicBezTo>
                  <a:cubicBezTo>
                    <a:pt x="32614" y="72527"/>
                    <a:pt x="12434" y="66357"/>
                    <a:pt x="3826" y="49716"/>
                  </a:cubicBezTo>
                  <a:cubicBezTo>
                    <a:pt x="-4781" y="33146"/>
                    <a:pt x="1357" y="12559"/>
                    <a:pt x="17656" y="387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5" name="자유형: 도형 1384">
              <a:extLst>
                <a:ext uri="{FF2B5EF4-FFF2-40B4-BE49-F238E27FC236}">
                  <a16:creationId xmlns:a16="http://schemas.microsoft.com/office/drawing/2014/main" id="{8ECB4ABA-D5AB-D4CE-2ECB-81A5A6DCD726}"/>
                </a:ext>
              </a:extLst>
            </p:cNvPr>
            <p:cNvSpPr/>
            <p:nvPr/>
          </p:nvSpPr>
          <p:spPr>
            <a:xfrm>
              <a:off x="9494951" y="5985207"/>
              <a:ext cx="69671" cy="70838"/>
            </a:xfrm>
            <a:custGeom>
              <a:avLst/>
              <a:gdLst>
                <a:gd name="connsiteX0" fmla="*/ 18422 w 69671"/>
                <a:gd name="connsiteY0" fmla="*/ 4100 h 70838"/>
                <a:gd name="connsiteX1" fmla="*/ 65483 w 69671"/>
                <a:gd name="connsiteY1" fmla="*/ 18741 h 70838"/>
                <a:gd name="connsiteX2" fmla="*/ 51090 w 69671"/>
                <a:gd name="connsiteY2" fmla="*/ 66579 h 70838"/>
                <a:gd name="connsiteX3" fmla="*/ 4029 w 69671"/>
                <a:gd name="connsiteY3" fmla="*/ 51945 h 70838"/>
                <a:gd name="connsiteX4" fmla="*/ 18422 w 69671"/>
                <a:gd name="connsiteY4" fmla="*/ 4100 h 7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8">
                  <a:moveTo>
                    <a:pt x="18422" y="4100"/>
                  </a:moveTo>
                  <a:cubicBezTo>
                    <a:pt x="35284" y="-5182"/>
                    <a:pt x="56663" y="1568"/>
                    <a:pt x="65483" y="18741"/>
                  </a:cubicBezTo>
                  <a:cubicBezTo>
                    <a:pt x="74655" y="35906"/>
                    <a:pt x="67952" y="57576"/>
                    <a:pt x="51090" y="66579"/>
                  </a:cubicBezTo>
                  <a:cubicBezTo>
                    <a:pt x="34227" y="75868"/>
                    <a:pt x="12919" y="69110"/>
                    <a:pt x="4029" y="51945"/>
                  </a:cubicBezTo>
                  <a:cubicBezTo>
                    <a:pt x="-5073" y="34780"/>
                    <a:pt x="1559" y="13109"/>
                    <a:pt x="18422" y="410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6" name="자유형: 도형 1385">
              <a:extLst>
                <a:ext uri="{FF2B5EF4-FFF2-40B4-BE49-F238E27FC236}">
                  <a16:creationId xmlns:a16="http://schemas.microsoft.com/office/drawing/2014/main" id="{F16A7105-2211-CC80-B5EC-58213286368D}"/>
                </a:ext>
              </a:extLst>
            </p:cNvPr>
            <p:cNvSpPr/>
            <p:nvPr/>
          </p:nvSpPr>
          <p:spPr>
            <a:xfrm>
              <a:off x="9513399" y="6019714"/>
              <a:ext cx="71809" cy="73023"/>
            </a:xfrm>
            <a:custGeom>
              <a:avLst/>
              <a:gdLst>
                <a:gd name="connsiteX0" fmla="*/ 19095 w 71809"/>
                <a:gd name="connsiteY0" fmla="*/ 4211 h 73023"/>
                <a:gd name="connsiteX1" fmla="*/ 67496 w 71809"/>
                <a:gd name="connsiteY1" fmla="*/ 19411 h 73023"/>
                <a:gd name="connsiteX2" fmla="*/ 52609 w 71809"/>
                <a:gd name="connsiteY2" fmla="*/ 68655 h 73023"/>
                <a:gd name="connsiteX3" fmla="*/ 4137 w 71809"/>
                <a:gd name="connsiteY3" fmla="*/ 53462 h 73023"/>
                <a:gd name="connsiteX4" fmla="*/ 19095 w 71809"/>
                <a:gd name="connsiteY4" fmla="*/ 4211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3">
                  <a:moveTo>
                    <a:pt x="19095" y="4211"/>
                  </a:moveTo>
                  <a:cubicBezTo>
                    <a:pt x="36522" y="-5358"/>
                    <a:pt x="58394" y="1679"/>
                    <a:pt x="67496" y="19411"/>
                  </a:cubicBezTo>
                  <a:cubicBezTo>
                    <a:pt x="76950" y="37136"/>
                    <a:pt x="70036" y="59373"/>
                    <a:pt x="52609" y="68655"/>
                  </a:cubicBezTo>
                  <a:cubicBezTo>
                    <a:pt x="35111" y="78224"/>
                    <a:pt x="13239" y="71194"/>
                    <a:pt x="4137" y="53462"/>
                  </a:cubicBezTo>
                  <a:cubicBezTo>
                    <a:pt x="-5246" y="35730"/>
                    <a:pt x="1668" y="13500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7" name="자유형: 도형 1386">
              <a:extLst>
                <a:ext uri="{FF2B5EF4-FFF2-40B4-BE49-F238E27FC236}">
                  <a16:creationId xmlns:a16="http://schemas.microsoft.com/office/drawing/2014/main" id="{E147B64A-7C33-EEA7-DFF9-B96EA3BC7625}"/>
                </a:ext>
              </a:extLst>
            </p:cNvPr>
            <p:cNvSpPr/>
            <p:nvPr/>
          </p:nvSpPr>
          <p:spPr>
            <a:xfrm>
              <a:off x="9995696" y="6181371"/>
              <a:ext cx="74912" cy="76165"/>
            </a:xfrm>
            <a:custGeom>
              <a:avLst/>
              <a:gdLst>
                <a:gd name="connsiteX0" fmla="*/ 19823 w 74912"/>
                <a:gd name="connsiteY0" fmla="*/ 4374 h 76165"/>
                <a:gd name="connsiteX1" fmla="*/ 70482 w 74912"/>
                <a:gd name="connsiteY1" fmla="*/ 20133 h 76165"/>
                <a:gd name="connsiteX2" fmla="*/ 54959 w 74912"/>
                <a:gd name="connsiteY2" fmla="*/ 71636 h 76165"/>
                <a:gd name="connsiteX3" fmla="*/ 4301 w 74912"/>
                <a:gd name="connsiteY3" fmla="*/ 55877 h 76165"/>
                <a:gd name="connsiteX4" fmla="*/ 19823 w 74912"/>
                <a:gd name="connsiteY4" fmla="*/ 4374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3" y="4374"/>
                  </a:moveTo>
                  <a:cubicBezTo>
                    <a:pt x="38097" y="-5475"/>
                    <a:pt x="60816" y="1561"/>
                    <a:pt x="70482" y="20133"/>
                  </a:cubicBezTo>
                  <a:cubicBezTo>
                    <a:pt x="80148" y="38704"/>
                    <a:pt x="73234" y="61787"/>
                    <a:pt x="54959" y="71636"/>
                  </a:cubicBezTo>
                  <a:cubicBezTo>
                    <a:pt x="36686" y="81485"/>
                    <a:pt x="14038" y="74448"/>
                    <a:pt x="4301" y="55877"/>
                  </a:cubicBezTo>
                  <a:cubicBezTo>
                    <a:pt x="-5365" y="37298"/>
                    <a:pt x="1549" y="14222"/>
                    <a:pt x="19823" y="437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8" name="자유형: 도형 1387">
              <a:extLst>
                <a:ext uri="{FF2B5EF4-FFF2-40B4-BE49-F238E27FC236}">
                  <a16:creationId xmlns:a16="http://schemas.microsoft.com/office/drawing/2014/main" id="{2A06596A-7E1D-C87B-45EB-4CA8CA0C76BA}"/>
                </a:ext>
              </a:extLst>
            </p:cNvPr>
            <p:cNvSpPr/>
            <p:nvPr/>
          </p:nvSpPr>
          <p:spPr>
            <a:xfrm>
              <a:off x="10329692" y="6386983"/>
              <a:ext cx="77081" cy="78352"/>
            </a:xfrm>
            <a:custGeom>
              <a:avLst/>
              <a:gdLst>
                <a:gd name="connsiteX0" fmla="*/ 20473 w 77081"/>
                <a:gd name="connsiteY0" fmla="*/ 4482 h 78352"/>
                <a:gd name="connsiteX1" fmla="*/ 72543 w 77081"/>
                <a:gd name="connsiteY1" fmla="*/ 20808 h 78352"/>
                <a:gd name="connsiteX2" fmla="*/ 56456 w 77081"/>
                <a:gd name="connsiteY2" fmla="*/ 73717 h 78352"/>
                <a:gd name="connsiteX3" fmla="*/ 4457 w 77081"/>
                <a:gd name="connsiteY3" fmla="*/ 57391 h 78352"/>
                <a:gd name="connsiteX4" fmla="*/ 20473 w 77081"/>
                <a:gd name="connsiteY4" fmla="*/ 4482 h 78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52">
                  <a:moveTo>
                    <a:pt x="20473" y="4482"/>
                  </a:moveTo>
                  <a:cubicBezTo>
                    <a:pt x="39311" y="-5647"/>
                    <a:pt x="62594" y="1670"/>
                    <a:pt x="72543" y="20808"/>
                  </a:cubicBezTo>
                  <a:cubicBezTo>
                    <a:pt x="82491" y="39946"/>
                    <a:pt x="75295" y="63581"/>
                    <a:pt x="56456" y="73717"/>
                  </a:cubicBezTo>
                  <a:cubicBezTo>
                    <a:pt x="37617" y="83845"/>
                    <a:pt x="14405" y="76529"/>
                    <a:pt x="4457" y="57391"/>
                  </a:cubicBezTo>
                  <a:cubicBezTo>
                    <a:pt x="-5563" y="38253"/>
                    <a:pt x="1634" y="14617"/>
                    <a:pt x="20473" y="448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89" name="자유형: 도형 1388">
              <a:extLst>
                <a:ext uri="{FF2B5EF4-FFF2-40B4-BE49-F238E27FC236}">
                  <a16:creationId xmlns:a16="http://schemas.microsoft.com/office/drawing/2014/main" id="{32A9AD35-177D-2426-706E-4C036CF80677}"/>
                </a:ext>
              </a:extLst>
            </p:cNvPr>
            <p:cNvSpPr/>
            <p:nvPr/>
          </p:nvSpPr>
          <p:spPr>
            <a:xfrm>
              <a:off x="8030151" y="5252258"/>
              <a:ext cx="49559" cy="50253"/>
            </a:xfrm>
            <a:custGeom>
              <a:avLst/>
              <a:gdLst>
                <a:gd name="connsiteX0" fmla="*/ 13120 w 49559"/>
                <a:gd name="connsiteY0" fmla="*/ 2816 h 50253"/>
                <a:gd name="connsiteX1" fmla="*/ 46564 w 49559"/>
                <a:gd name="connsiteY1" fmla="*/ 13224 h 50253"/>
                <a:gd name="connsiteX2" fmla="*/ 36333 w 49559"/>
                <a:gd name="connsiteY2" fmla="*/ 47282 h 50253"/>
                <a:gd name="connsiteX3" fmla="*/ 2819 w 49559"/>
                <a:gd name="connsiteY3" fmla="*/ 36867 h 50253"/>
                <a:gd name="connsiteX4" fmla="*/ 13120 w 49559"/>
                <a:gd name="connsiteY4" fmla="*/ 2816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9" h="50253">
                  <a:moveTo>
                    <a:pt x="13120" y="2816"/>
                  </a:moveTo>
                  <a:cubicBezTo>
                    <a:pt x="25256" y="-3661"/>
                    <a:pt x="40214" y="1123"/>
                    <a:pt x="46564" y="13224"/>
                  </a:cubicBezTo>
                  <a:cubicBezTo>
                    <a:pt x="52984" y="25612"/>
                    <a:pt x="48539" y="40805"/>
                    <a:pt x="36333" y="47282"/>
                  </a:cubicBezTo>
                  <a:cubicBezTo>
                    <a:pt x="24127" y="53752"/>
                    <a:pt x="9240" y="48968"/>
                    <a:pt x="2819" y="36867"/>
                  </a:cubicBezTo>
                  <a:cubicBezTo>
                    <a:pt x="-3531" y="24486"/>
                    <a:pt x="914" y="9286"/>
                    <a:pt x="13120" y="281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0" name="자유형: 도형 1389">
              <a:extLst>
                <a:ext uri="{FF2B5EF4-FFF2-40B4-BE49-F238E27FC236}">
                  <a16:creationId xmlns:a16="http://schemas.microsoft.com/office/drawing/2014/main" id="{B19B17E7-EF97-A3DF-43C3-19275F281155}"/>
                </a:ext>
              </a:extLst>
            </p:cNvPr>
            <p:cNvSpPr/>
            <p:nvPr/>
          </p:nvSpPr>
          <p:spPr>
            <a:xfrm>
              <a:off x="8106445" y="5356498"/>
              <a:ext cx="50596" cy="51311"/>
            </a:xfrm>
            <a:custGeom>
              <a:avLst/>
              <a:gdLst>
                <a:gd name="connsiteX0" fmla="*/ 13451 w 50596"/>
                <a:gd name="connsiteY0" fmla="*/ 2982 h 51311"/>
                <a:gd name="connsiteX1" fmla="*/ 47529 w 50596"/>
                <a:gd name="connsiteY1" fmla="*/ 13677 h 51311"/>
                <a:gd name="connsiteX2" fmla="*/ 37016 w 50596"/>
                <a:gd name="connsiteY2" fmla="*/ 48294 h 51311"/>
                <a:gd name="connsiteX3" fmla="*/ 2938 w 50596"/>
                <a:gd name="connsiteY3" fmla="*/ 37599 h 51311"/>
                <a:gd name="connsiteX4" fmla="*/ 13451 w 50596"/>
                <a:gd name="connsiteY4" fmla="*/ 2982 h 51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311">
                  <a:moveTo>
                    <a:pt x="13451" y="2982"/>
                  </a:moveTo>
                  <a:cubicBezTo>
                    <a:pt x="25939" y="-3768"/>
                    <a:pt x="41179" y="1016"/>
                    <a:pt x="47529" y="13677"/>
                  </a:cubicBezTo>
                  <a:cubicBezTo>
                    <a:pt x="54161" y="26345"/>
                    <a:pt x="49434" y="41817"/>
                    <a:pt x="37016" y="48294"/>
                  </a:cubicBezTo>
                  <a:cubicBezTo>
                    <a:pt x="24528" y="54765"/>
                    <a:pt x="9287" y="50260"/>
                    <a:pt x="2938" y="37599"/>
                  </a:cubicBezTo>
                  <a:cubicBezTo>
                    <a:pt x="-3695" y="24932"/>
                    <a:pt x="1033" y="9459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1" name="자유형: 도형 1390">
              <a:extLst>
                <a:ext uri="{FF2B5EF4-FFF2-40B4-BE49-F238E27FC236}">
                  <a16:creationId xmlns:a16="http://schemas.microsoft.com/office/drawing/2014/main" id="{F028F2AD-DE86-4DD5-323C-8DA38842EBF4}"/>
                </a:ext>
              </a:extLst>
            </p:cNvPr>
            <p:cNvSpPr/>
            <p:nvPr/>
          </p:nvSpPr>
          <p:spPr>
            <a:xfrm>
              <a:off x="8222604" y="5115761"/>
              <a:ext cx="52341" cy="53237"/>
            </a:xfrm>
            <a:custGeom>
              <a:avLst/>
              <a:gdLst>
                <a:gd name="connsiteX0" fmla="*/ 13849 w 52341"/>
                <a:gd name="connsiteY0" fmla="*/ 3101 h 53237"/>
                <a:gd name="connsiteX1" fmla="*/ 49268 w 52341"/>
                <a:gd name="connsiteY1" fmla="*/ 14076 h 53237"/>
                <a:gd name="connsiteX2" fmla="*/ 38474 w 52341"/>
                <a:gd name="connsiteY2" fmla="*/ 50100 h 53237"/>
                <a:gd name="connsiteX3" fmla="*/ 3055 w 52341"/>
                <a:gd name="connsiteY3" fmla="*/ 39125 h 53237"/>
                <a:gd name="connsiteX4" fmla="*/ 13849 w 52341"/>
                <a:gd name="connsiteY4" fmla="*/ 3101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237">
                  <a:moveTo>
                    <a:pt x="13849" y="3101"/>
                  </a:moveTo>
                  <a:cubicBezTo>
                    <a:pt x="26549" y="-3936"/>
                    <a:pt x="42636" y="1129"/>
                    <a:pt x="49268" y="14076"/>
                  </a:cubicBezTo>
                  <a:cubicBezTo>
                    <a:pt x="55901" y="27024"/>
                    <a:pt x="51244" y="43343"/>
                    <a:pt x="38474" y="50100"/>
                  </a:cubicBezTo>
                  <a:cubicBezTo>
                    <a:pt x="25773" y="56857"/>
                    <a:pt x="9686" y="52072"/>
                    <a:pt x="3055" y="39125"/>
                  </a:cubicBezTo>
                  <a:cubicBezTo>
                    <a:pt x="-3860" y="26177"/>
                    <a:pt x="1149" y="9859"/>
                    <a:pt x="13849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2" name="자유형: 도형 1391">
              <a:extLst>
                <a:ext uri="{FF2B5EF4-FFF2-40B4-BE49-F238E27FC236}">
                  <a16:creationId xmlns:a16="http://schemas.microsoft.com/office/drawing/2014/main" id="{46DF7D1C-DFA2-CB58-382F-7DAB1575BC16}"/>
                </a:ext>
              </a:extLst>
            </p:cNvPr>
            <p:cNvSpPr/>
            <p:nvPr/>
          </p:nvSpPr>
          <p:spPr>
            <a:xfrm>
              <a:off x="7861092" y="4633417"/>
              <a:ext cx="54396" cy="55294"/>
            </a:xfrm>
            <a:custGeom>
              <a:avLst/>
              <a:gdLst>
                <a:gd name="connsiteX0" fmla="*/ 14398 w 54396"/>
                <a:gd name="connsiteY0" fmla="*/ 3084 h 55294"/>
                <a:gd name="connsiteX1" fmla="*/ 51228 w 54396"/>
                <a:gd name="connsiteY1" fmla="*/ 14618 h 55294"/>
                <a:gd name="connsiteX2" fmla="*/ 39869 w 54396"/>
                <a:gd name="connsiteY2" fmla="*/ 52048 h 55294"/>
                <a:gd name="connsiteX3" fmla="*/ 3039 w 54396"/>
                <a:gd name="connsiteY3" fmla="*/ 40514 h 55294"/>
                <a:gd name="connsiteX4" fmla="*/ 14398 w 54396"/>
                <a:gd name="connsiteY4" fmla="*/ 3084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84"/>
                  </a:moveTo>
                  <a:cubicBezTo>
                    <a:pt x="27663" y="-3953"/>
                    <a:pt x="44314" y="1111"/>
                    <a:pt x="51228" y="14618"/>
                  </a:cubicBezTo>
                  <a:cubicBezTo>
                    <a:pt x="58143" y="28133"/>
                    <a:pt x="53133" y="45019"/>
                    <a:pt x="39869" y="52048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6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3" name="자유형: 도형 1392">
              <a:extLst>
                <a:ext uri="{FF2B5EF4-FFF2-40B4-BE49-F238E27FC236}">
                  <a16:creationId xmlns:a16="http://schemas.microsoft.com/office/drawing/2014/main" id="{E6BBA72A-FB6E-6B42-6152-774ADA2CDB24}"/>
                </a:ext>
              </a:extLst>
            </p:cNvPr>
            <p:cNvSpPr/>
            <p:nvPr/>
          </p:nvSpPr>
          <p:spPr>
            <a:xfrm>
              <a:off x="7804799" y="4495965"/>
              <a:ext cx="55715" cy="56656"/>
            </a:xfrm>
            <a:custGeom>
              <a:avLst/>
              <a:gdLst>
                <a:gd name="connsiteX0" fmla="*/ 14811 w 55715"/>
                <a:gd name="connsiteY0" fmla="*/ 3198 h 56656"/>
                <a:gd name="connsiteX1" fmla="*/ 52417 w 55715"/>
                <a:gd name="connsiteY1" fmla="*/ 15019 h 56656"/>
                <a:gd name="connsiteX2" fmla="*/ 40776 w 55715"/>
                <a:gd name="connsiteY2" fmla="*/ 53295 h 56656"/>
                <a:gd name="connsiteX3" fmla="*/ 3169 w 55715"/>
                <a:gd name="connsiteY3" fmla="*/ 41474 h 56656"/>
                <a:gd name="connsiteX4" fmla="*/ 14811 w 55715"/>
                <a:gd name="connsiteY4" fmla="*/ 3198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5" h="56656">
                  <a:moveTo>
                    <a:pt x="14811" y="3198"/>
                  </a:moveTo>
                  <a:cubicBezTo>
                    <a:pt x="28358" y="-4119"/>
                    <a:pt x="45221" y="1232"/>
                    <a:pt x="52417" y="15019"/>
                  </a:cubicBezTo>
                  <a:cubicBezTo>
                    <a:pt x="59613" y="28806"/>
                    <a:pt x="54392" y="45979"/>
                    <a:pt x="40776" y="53295"/>
                  </a:cubicBezTo>
                  <a:cubicBezTo>
                    <a:pt x="27229" y="60612"/>
                    <a:pt x="10366" y="55261"/>
                    <a:pt x="3169" y="41474"/>
                  </a:cubicBezTo>
                  <a:cubicBezTo>
                    <a:pt x="-4028" y="27687"/>
                    <a:pt x="1194" y="10514"/>
                    <a:pt x="14811" y="3198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4" name="자유형: 도형 1393">
              <a:extLst>
                <a:ext uri="{FF2B5EF4-FFF2-40B4-BE49-F238E27FC236}">
                  <a16:creationId xmlns:a16="http://schemas.microsoft.com/office/drawing/2014/main" id="{20B8111E-EC80-A432-1E76-B37D7C76931E}"/>
                </a:ext>
              </a:extLst>
            </p:cNvPr>
            <p:cNvSpPr/>
            <p:nvPr/>
          </p:nvSpPr>
          <p:spPr>
            <a:xfrm>
              <a:off x="7717702" y="4256866"/>
              <a:ext cx="57738" cy="58684"/>
            </a:xfrm>
            <a:custGeom>
              <a:avLst/>
              <a:gdLst>
                <a:gd name="connsiteX0" fmla="*/ 15265 w 57738"/>
                <a:gd name="connsiteY0" fmla="*/ 3372 h 58684"/>
                <a:gd name="connsiteX1" fmla="*/ 54282 w 57738"/>
                <a:gd name="connsiteY1" fmla="*/ 15473 h 58684"/>
                <a:gd name="connsiteX2" fmla="*/ 42359 w 57738"/>
                <a:gd name="connsiteY2" fmla="*/ 55148 h 58684"/>
                <a:gd name="connsiteX3" fmla="*/ 3341 w 57738"/>
                <a:gd name="connsiteY3" fmla="*/ 43047 h 58684"/>
                <a:gd name="connsiteX4" fmla="*/ 15265 w 57738"/>
                <a:gd name="connsiteY4" fmla="*/ 3372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4">
                  <a:moveTo>
                    <a:pt x="15265" y="3372"/>
                  </a:moveTo>
                  <a:cubicBezTo>
                    <a:pt x="29376" y="-4231"/>
                    <a:pt x="46804" y="1120"/>
                    <a:pt x="54282" y="15473"/>
                  </a:cubicBezTo>
                  <a:cubicBezTo>
                    <a:pt x="61761" y="29820"/>
                    <a:pt x="56470" y="47552"/>
                    <a:pt x="42359" y="55148"/>
                  </a:cubicBezTo>
                  <a:cubicBezTo>
                    <a:pt x="28247" y="62752"/>
                    <a:pt x="10820" y="57401"/>
                    <a:pt x="3341" y="43047"/>
                  </a:cubicBezTo>
                  <a:cubicBezTo>
                    <a:pt x="-4138" y="28694"/>
                    <a:pt x="1083" y="10969"/>
                    <a:pt x="15265" y="3372"/>
                  </a:cubicBezTo>
                  <a:close/>
                </a:path>
              </a:pathLst>
            </a:custGeom>
            <a:solidFill>
              <a:srgbClr val="5B8599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6" name="자유형: 도형 1395">
              <a:extLst>
                <a:ext uri="{FF2B5EF4-FFF2-40B4-BE49-F238E27FC236}">
                  <a16:creationId xmlns:a16="http://schemas.microsoft.com/office/drawing/2014/main" id="{2081FAA2-6A36-CCC7-409C-C19102BCDE55}"/>
                </a:ext>
              </a:extLst>
            </p:cNvPr>
            <p:cNvSpPr/>
            <p:nvPr/>
          </p:nvSpPr>
          <p:spPr>
            <a:xfrm>
              <a:off x="10034514" y="5948847"/>
              <a:ext cx="65510" cy="66606"/>
            </a:xfrm>
            <a:custGeom>
              <a:avLst/>
              <a:gdLst>
                <a:gd name="connsiteX0" fmla="*/ 17270 w 65510"/>
                <a:gd name="connsiteY0" fmla="*/ 3877 h 66606"/>
                <a:gd name="connsiteX1" fmla="*/ 61580 w 65510"/>
                <a:gd name="connsiteY1" fmla="*/ 17671 h 66606"/>
                <a:gd name="connsiteX2" fmla="*/ 47962 w 65510"/>
                <a:gd name="connsiteY2" fmla="*/ 62697 h 66606"/>
                <a:gd name="connsiteX3" fmla="*/ 3723 w 65510"/>
                <a:gd name="connsiteY3" fmla="*/ 48903 h 66606"/>
                <a:gd name="connsiteX4" fmla="*/ 17270 w 65510"/>
                <a:gd name="connsiteY4" fmla="*/ 3877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606">
                  <a:moveTo>
                    <a:pt x="17270" y="3877"/>
                  </a:moveTo>
                  <a:cubicBezTo>
                    <a:pt x="33357" y="-4846"/>
                    <a:pt x="53254" y="1345"/>
                    <a:pt x="61580" y="17671"/>
                  </a:cubicBezTo>
                  <a:cubicBezTo>
                    <a:pt x="70117" y="33990"/>
                    <a:pt x="64049" y="54254"/>
                    <a:pt x="47962" y="62697"/>
                  </a:cubicBezTo>
                  <a:cubicBezTo>
                    <a:pt x="31946" y="71139"/>
                    <a:pt x="11979" y="65229"/>
                    <a:pt x="3723" y="48903"/>
                  </a:cubicBezTo>
                  <a:cubicBezTo>
                    <a:pt x="-4602" y="32584"/>
                    <a:pt x="1183" y="12320"/>
                    <a:pt x="17270" y="38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7" name="자유형: 도형 1396">
              <a:extLst>
                <a:ext uri="{FF2B5EF4-FFF2-40B4-BE49-F238E27FC236}">
                  <a16:creationId xmlns:a16="http://schemas.microsoft.com/office/drawing/2014/main" id="{BBFAEBB8-3FE9-86BD-545E-7F5C004E1E37}"/>
                </a:ext>
              </a:extLst>
            </p:cNvPr>
            <p:cNvSpPr/>
            <p:nvPr/>
          </p:nvSpPr>
          <p:spPr>
            <a:xfrm>
              <a:off x="10202154" y="5793793"/>
              <a:ext cx="66735" cy="67837"/>
            </a:xfrm>
            <a:custGeom>
              <a:avLst/>
              <a:gdLst>
                <a:gd name="connsiteX0" fmla="*/ 17625 w 66735"/>
                <a:gd name="connsiteY0" fmla="*/ 3869 h 67837"/>
                <a:gd name="connsiteX1" fmla="*/ 62780 w 66735"/>
                <a:gd name="connsiteY1" fmla="*/ 17942 h 67837"/>
                <a:gd name="connsiteX2" fmla="*/ 48951 w 66735"/>
                <a:gd name="connsiteY2" fmla="*/ 63807 h 67837"/>
                <a:gd name="connsiteX3" fmla="*/ 3795 w 66735"/>
                <a:gd name="connsiteY3" fmla="*/ 49741 h 67837"/>
                <a:gd name="connsiteX4" fmla="*/ 17625 w 66735"/>
                <a:gd name="connsiteY4" fmla="*/ 3869 h 6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37">
                  <a:moveTo>
                    <a:pt x="17625" y="3869"/>
                  </a:moveTo>
                  <a:cubicBezTo>
                    <a:pt x="33993" y="-4854"/>
                    <a:pt x="54172" y="1336"/>
                    <a:pt x="62780" y="17942"/>
                  </a:cubicBezTo>
                  <a:cubicBezTo>
                    <a:pt x="71388" y="34541"/>
                    <a:pt x="65250" y="55085"/>
                    <a:pt x="48951" y="63807"/>
                  </a:cubicBezTo>
                  <a:cubicBezTo>
                    <a:pt x="32582" y="72537"/>
                    <a:pt x="12403" y="66347"/>
                    <a:pt x="3795" y="49741"/>
                  </a:cubicBezTo>
                  <a:cubicBezTo>
                    <a:pt x="-4742" y="33135"/>
                    <a:pt x="1326" y="12591"/>
                    <a:pt x="17625" y="3869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8" name="자유형: 도형 1397">
              <a:extLst>
                <a:ext uri="{FF2B5EF4-FFF2-40B4-BE49-F238E27FC236}">
                  <a16:creationId xmlns:a16="http://schemas.microsoft.com/office/drawing/2014/main" id="{F0D8FDBA-498C-E5CE-7DA8-CCB9E944EBF1}"/>
                </a:ext>
              </a:extLst>
            </p:cNvPr>
            <p:cNvSpPr/>
            <p:nvPr/>
          </p:nvSpPr>
          <p:spPr>
            <a:xfrm>
              <a:off x="10220037" y="6051188"/>
              <a:ext cx="68871" cy="70023"/>
            </a:xfrm>
            <a:custGeom>
              <a:avLst/>
              <a:gdLst>
                <a:gd name="connsiteX0" fmla="*/ 18297 w 68871"/>
                <a:gd name="connsiteY0" fmla="*/ 3977 h 70023"/>
                <a:gd name="connsiteX1" fmla="*/ 64794 w 68871"/>
                <a:gd name="connsiteY1" fmla="*/ 18610 h 70023"/>
                <a:gd name="connsiteX2" fmla="*/ 50400 w 68871"/>
                <a:gd name="connsiteY2" fmla="*/ 65888 h 70023"/>
                <a:gd name="connsiteX3" fmla="*/ 3904 w 68871"/>
                <a:gd name="connsiteY3" fmla="*/ 51255 h 70023"/>
                <a:gd name="connsiteX4" fmla="*/ 18297 w 68871"/>
                <a:gd name="connsiteY4" fmla="*/ 3977 h 7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3">
                  <a:moveTo>
                    <a:pt x="18297" y="3977"/>
                  </a:moveTo>
                  <a:cubicBezTo>
                    <a:pt x="35230" y="-5026"/>
                    <a:pt x="55974" y="1444"/>
                    <a:pt x="64794" y="18610"/>
                  </a:cubicBezTo>
                  <a:cubicBezTo>
                    <a:pt x="73684" y="35775"/>
                    <a:pt x="67333" y="56886"/>
                    <a:pt x="50400" y="65888"/>
                  </a:cubicBezTo>
                  <a:cubicBezTo>
                    <a:pt x="33537" y="74898"/>
                    <a:pt x="12794" y="68420"/>
                    <a:pt x="3904" y="51255"/>
                  </a:cubicBezTo>
                  <a:cubicBezTo>
                    <a:pt x="-4916" y="34090"/>
                    <a:pt x="1434" y="12979"/>
                    <a:pt x="18297" y="39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399" name="자유형: 도형 1398">
              <a:extLst>
                <a:ext uri="{FF2B5EF4-FFF2-40B4-BE49-F238E27FC236}">
                  <a16:creationId xmlns:a16="http://schemas.microsoft.com/office/drawing/2014/main" id="{DA41DD34-C3CF-66DE-E8CB-C1A3E8F0DF31}"/>
                </a:ext>
              </a:extLst>
            </p:cNvPr>
            <p:cNvSpPr/>
            <p:nvPr/>
          </p:nvSpPr>
          <p:spPr>
            <a:xfrm>
              <a:off x="10241064" y="5681395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3 w 73032"/>
                <a:gd name="connsiteY1" fmla="*/ 19736 h 74242"/>
                <a:gd name="connsiteX2" fmla="*/ 53503 w 73032"/>
                <a:gd name="connsiteY2" fmla="*/ 69827 h 74242"/>
                <a:gd name="connsiteX3" fmla="*/ 4184 w 73032"/>
                <a:gd name="connsiteY3" fmla="*/ 54354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3" y="-5312"/>
                    <a:pt x="59288" y="1445"/>
                    <a:pt x="68673" y="19736"/>
                  </a:cubicBezTo>
                  <a:cubicBezTo>
                    <a:pt x="78127" y="38028"/>
                    <a:pt x="71494" y="60265"/>
                    <a:pt x="53503" y="69827"/>
                  </a:cubicBezTo>
                  <a:cubicBezTo>
                    <a:pt x="35793" y="79396"/>
                    <a:pt x="13639" y="72646"/>
                    <a:pt x="4184" y="54354"/>
                  </a:cubicBezTo>
                  <a:cubicBezTo>
                    <a:pt x="-5200" y="36342"/>
                    <a:pt x="1433" y="13826"/>
                    <a:pt x="19424" y="425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0" name="자유형: 도형 1399">
              <a:extLst>
                <a:ext uri="{FF2B5EF4-FFF2-40B4-BE49-F238E27FC236}">
                  <a16:creationId xmlns:a16="http://schemas.microsoft.com/office/drawing/2014/main" id="{0D51C4DA-FE75-EF50-F919-D3C32D9D6C0B}"/>
                </a:ext>
              </a:extLst>
            </p:cNvPr>
            <p:cNvSpPr/>
            <p:nvPr/>
          </p:nvSpPr>
          <p:spPr>
            <a:xfrm>
              <a:off x="10531355" y="5667208"/>
              <a:ext cx="74912" cy="76163"/>
            </a:xfrm>
            <a:custGeom>
              <a:avLst/>
              <a:gdLst>
                <a:gd name="connsiteX0" fmla="*/ 19823 w 74912"/>
                <a:gd name="connsiteY0" fmla="*/ 4377 h 76163"/>
                <a:gd name="connsiteX1" fmla="*/ 70482 w 74912"/>
                <a:gd name="connsiteY1" fmla="*/ 20136 h 76163"/>
                <a:gd name="connsiteX2" fmla="*/ 54960 w 74912"/>
                <a:gd name="connsiteY2" fmla="*/ 71633 h 76163"/>
                <a:gd name="connsiteX3" fmla="*/ 4301 w 74912"/>
                <a:gd name="connsiteY3" fmla="*/ 55873 h 76163"/>
                <a:gd name="connsiteX4" fmla="*/ 19823 w 74912"/>
                <a:gd name="connsiteY4" fmla="*/ 4377 h 76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3">
                  <a:moveTo>
                    <a:pt x="19823" y="4377"/>
                  </a:moveTo>
                  <a:cubicBezTo>
                    <a:pt x="38027" y="-5479"/>
                    <a:pt x="60745" y="1558"/>
                    <a:pt x="70482" y="20136"/>
                  </a:cubicBezTo>
                  <a:cubicBezTo>
                    <a:pt x="80148" y="38707"/>
                    <a:pt x="73234" y="61784"/>
                    <a:pt x="54960" y="71633"/>
                  </a:cubicBezTo>
                  <a:cubicBezTo>
                    <a:pt x="36686" y="81481"/>
                    <a:pt x="13968" y="74452"/>
                    <a:pt x="4301" y="55873"/>
                  </a:cubicBezTo>
                  <a:cubicBezTo>
                    <a:pt x="-5365" y="37302"/>
                    <a:pt x="1550" y="14226"/>
                    <a:pt x="19823" y="437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2" name="자유형: 도형 1401">
              <a:extLst>
                <a:ext uri="{FF2B5EF4-FFF2-40B4-BE49-F238E27FC236}">
                  <a16:creationId xmlns:a16="http://schemas.microsoft.com/office/drawing/2014/main" id="{8BEE08A2-75F7-D11B-F1E7-5195A67D72E2}"/>
                </a:ext>
              </a:extLst>
            </p:cNvPr>
            <p:cNvSpPr/>
            <p:nvPr/>
          </p:nvSpPr>
          <p:spPr>
            <a:xfrm>
              <a:off x="8250495" y="5047382"/>
              <a:ext cx="49530" cy="50304"/>
            </a:xfrm>
            <a:custGeom>
              <a:avLst/>
              <a:gdLst>
                <a:gd name="connsiteX0" fmla="*/ 13052 w 49530"/>
                <a:gd name="connsiteY0" fmla="*/ 2811 h 50304"/>
                <a:gd name="connsiteX1" fmla="*/ 46566 w 49530"/>
                <a:gd name="connsiteY1" fmla="*/ 13226 h 50304"/>
                <a:gd name="connsiteX2" fmla="*/ 36335 w 49530"/>
                <a:gd name="connsiteY2" fmla="*/ 47277 h 50304"/>
                <a:gd name="connsiteX3" fmla="*/ 2821 w 49530"/>
                <a:gd name="connsiteY3" fmla="*/ 36862 h 50304"/>
                <a:gd name="connsiteX4" fmla="*/ 13052 w 49530"/>
                <a:gd name="connsiteY4" fmla="*/ 2811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4">
                  <a:moveTo>
                    <a:pt x="13052" y="2811"/>
                  </a:moveTo>
                  <a:cubicBezTo>
                    <a:pt x="25258" y="-3660"/>
                    <a:pt x="40216" y="1125"/>
                    <a:pt x="46566" y="13226"/>
                  </a:cubicBezTo>
                  <a:cubicBezTo>
                    <a:pt x="52916" y="25607"/>
                    <a:pt x="48541" y="40807"/>
                    <a:pt x="36335" y="47277"/>
                  </a:cubicBezTo>
                  <a:cubicBezTo>
                    <a:pt x="24129" y="53748"/>
                    <a:pt x="9242" y="49250"/>
                    <a:pt x="2821" y="36862"/>
                  </a:cubicBezTo>
                  <a:cubicBezTo>
                    <a:pt x="-3528" y="24481"/>
                    <a:pt x="916" y="9288"/>
                    <a:pt x="13052" y="2811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3" name="자유형: 도형 1402">
              <a:extLst>
                <a:ext uri="{FF2B5EF4-FFF2-40B4-BE49-F238E27FC236}">
                  <a16:creationId xmlns:a16="http://schemas.microsoft.com/office/drawing/2014/main" id="{333CA894-E0FD-DCC4-B737-1EE14B388D6D}"/>
                </a:ext>
              </a:extLst>
            </p:cNvPr>
            <p:cNvSpPr/>
            <p:nvPr/>
          </p:nvSpPr>
          <p:spPr>
            <a:xfrm>
              <a:off x="8502288" y="5189330"/>
              <a:ext cx="50584" cy="51437"/>
            </a:xfrm>
            <a:custGeom>
              <a:avLst/>
              <a:gdLst>
                <a:gd name="connsiteX0" fmla="*/ 13496 w 50584"/>
                <a:gd name="connsiteY0" fmla="*/ 2986 h 51437"/>
                <a:gd name="connsiteX1" fmla="*/ 47504 w 50584"/>
                <a:gd name="connsiteY1" fmla="*/ 13681 h 51437"/>
                <a:gd name="connsiteX2" fmla="*/ 36991 w 50584"/>
                <a:gd name="connsiteY2" fmla="*/ 48292 h 51437"/>
                <a:gd name="connsiteX3" fmla="*/ 2983 w 50584"/>
                <a:gd name="connsiteY3" fmla="*/ 37604 h 51437"/>
                <a:gd name="connsiteX4" fmla="*/ 13496 w 50584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7">
                  <a:moveTo>
                    <a:pt x="13496" y="2986"/>
                  </a:moveTo>
                  <a:cubicBezTo>
                    <a:pt x="25914" y="-3771"/>
                    <a:pt x="41153" y="1013"/>
                    <a:pt x="47504" y="13681"/>
                  </a:cubicBezTo>
                  <a:cubicBezTo>
                    <a:pt x="54136" y="26342"/>
                    <a:pt x="49479" y="41821"/>
                    <a:pt x="36991" y="48292"/>
                  </a:cubicBezTo>
                  <a:cubicBezTo>
                    <a:pt x="24573" y="55049"/>
                    <a:pt x="9333" y="50264"/>
                    <a:pt x="2983" y="37604"/>
                  </a:cubicBezTo>
                  <a:cubicBezTo>
                    <a:pt x="-3720" y="24936"/>
                    <a:pt x="1008" y="9456"/>
                    <a:pt x="13496" y="2986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4" name="자유형: 도형 1403">
              <a:extLst>
                <a:ext uri="{FF2B5EF4-FFF2-40B4-BE49-F238E27FC236}">
                  <a16:creationId xmlns:a16="http://schemas.microsoft.com/office/drawing/2014/main" id="{9E48AFB7-84F2-C5FC-2CB6-5889914E4D81}"/>
                </a:ext>
              </a:extLst>
            </p:cNvPr>
            <p:cNvSpPr/>
            <p:nvPr/>
          </p:nvSpPr>
          <p:spPr>
            <a:xfrm>
              <a:off x="8535220" y="5083962"/>
              <a:ext cx="52398" cy="53233"/>
            </a:xfrm>
            <a:custGeom>
              <a:avLst/>
              <a:gdLst>
                <a:gd name="connsiteX0" fmla="*/ 13725 w 52398"/>
                <a:gd name="connsiteY0" fmla="*/ 3101 h 53233"/>
                <a:gd name="connsiteX1" fmla="*/ 49214 w 52398"/>
                <a:gd name="connsiteY1" fmla="*/ 14076 h 53233"/>
                <a:gd name="connsiteX2" fmla="*/ 38419 w 52398"/>
                <a:gd name="connsiteY2" fmla="*/ 50100 h 53233"/>
                <a:gd name="connsiteX3" fmla="*/ 2929 w 52398"/>
                <a:gd name="connsiteY3" fmla="*/ 39125 h 53233"/>
                <a:gd name="connsiteX4" fmla="*/ 13725 w 52398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233">
                  <a:moveTo>
                    <a:pt x="13725" y="3101"/>
                  </a:moveTo>
                  <a:cubicBezTo>
                    <a:pt x="26496" y="-3936"/>
                    <a:pt x="42511" y="1129"/>
                    <a:pt x="49214" y="14076"/>
                  </a:cubicBezTo>
                  <a:cubicBezTo>
                    <a:pt x="56129" y="27024"/>
                    <a:pt x="51120" y="43343"/>
                    <a:pt x="38419" y="50100"/>
                  </a:cubicBezTo>
                  <a:cubicBezTo>
                    <a:pt x="25649" y="56850"/>
                    <a:pt x="9633" y="52065"/>
                    <a:pt x="2929" y="39125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5" name="자유형: 도형 1404">
              <a:extLst>
                <a:ext uri="{FF2B5EF4-FFF2-40B4-BE49-F238E27FC236}">
                  <a16:creationId xmlns:a16="http://schemas.microsoft.com/office/drawing/2014/main" id="{CB9EA5F0-22EC-3470-2A33-9E7509AFE244}"/>
                </a:ext>
              </a:extLst>
            </p:cNvPr>
            <p:cNvSpPr/>
            <p:nvPr/>
          </p:nvSpPr>
          <p:spPr>
            <a:xfrm>
              <a:off x="8610410" y="4848418"/>
              <a:ext cx="53555" cy="54470"/>
            </a:xfrm>
            <a:custGeom>
              <a:avLst/>
              <a:gdLst>
                <a:gd name="connsiteX0" fmla="*/ 14100 w 53555"/>
                <a:gd name="connsiteY0" fmla="*/ 3093 h 54470"/>
                <a:gd name="connsiteX1" fmla="*/ 50366 w 53555"/>
                <a:gd name="connsiteY1" fmla="*/ 14347 h 54470"/>
                <a:gd name="connsiteX2" fmla="*/ 39289 w 53555"/>
                <a:gd name="connsiteY2" fmla="*/ 51217 h 54470"/>
                <a:gd name="connsiteX3" fmla="*/ 3093 w 53555"/>
                <a:gd name="connsiteY3" fmla="*/ 39955 h 54470"/>
                <a:gd name="connsiteX4" fmla="*/ 14100 w 5355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0">
                  <a:moveTo>
                    <a:pt x="14100" y="3093"/>
                  </a:moveTo>
                  <a:cubicBezTo>
                    <a:pt x="27153" y="-3944"/>
                    <a:pt x="43451" y="1120"/>
                    <a:pt x="50366" y="14347"/>
                  </a:cubicBezTo>
                  <a:cubicBezTo>
                    <a:pt x="57280" y="27574"/>
                    <a:pt x="52341" y="44180"/>
                    <a:pt x="39289" y="51217"/>
                  </a:cubicBezTo>
                  <a:cubicBezTo>
                    <a:pt x="26307" y="58254"/>
                    <a:pt x="10008" y="53183"/>
                    <a:pt x="3093" y="39955"/>
                  </a:cubicBezTo>
                  <a:cubicBezTo>
                    <a:pt x="-3891" y="26728"/>
                    <a:pt x="1118" y="10129"/>
                    <a:pt x="14100" y="3093"/>
                  </a:cubicBezTo>
                  <a:close/>
                </a:path>
              </a:pathLst>
            </a:custGeom>
            <a:solidFill>
              <a:srgbClr val="5B8599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6" name="자유형: 도형 1405">
              <a:extLst>
                <a:ext uri="{FF2B5EF4-FFF2-40B4-BE49-F238E27FC236}">
                  <a16:creationId xmlns:a16="http://schemas.microsoft.com/office/drawing/2014/main" id="{D2ABF6DA-40B0-788D-088C-142B7B969F3C}"/>
                </a:ext>
              </a:extLst>
            </p:cNvPr>
            <p:cNvSpPr/>
            <p:nvPr/>
          </p:nvSpPr>
          <p:spPr>
            <a:xfrm>
              <a:off x="8537801" y="4623169"/>
              <a:ext cx="55703" cy="56655"/>
            </a:xfrm>
            <a:custGeom>
              <a:avLst/>
              <a:gdLst>
                <a:gd name="connsiteX0" fmla="*/ 14742 w 55703"/>
                <a:gd name="connsiteY0" fmla="*/ 3203 h 56655"/>
                <a:gd name="connsiteX1" fmla="*/ 52419 w 55703"/>
                <a:gd name="connsiteY1" fmla="*/ 15017 h 56655"/>
                <a:gd name="connsiteX2" fmla="*/ 40778 w 55703"/>
                <a:gd name="connsiteY2" fmla="*/ 53293 h 56655"/>
                <a:gd name="connsiteX3" fmla="*/ 3171 w 55703"/>
                <a:gd name="connsiteY3" fmla="*/ 41472 h 56655"/>
                <a:gd name="connsiteX4" fmla="*/ 14742 w 55703"/>
                <a:gd name="connsiteY4" fmla="*/ 3203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42" y="3203"/>
                  </a:moveTo>
                  <a:cubicBezTo>
                    <a:pt x="28360" y="-4121"/>
                    <a:pt x="45222" y="1231"/>
                    <a:pt x="52419" y="15017"/>
                  </a:cubicBezTo>
                  <a:cubicBezTo>
                    <a:pt x="59616" y="28811"/>
                    <a:pt x="54324" y="45977"/>
                    <a:pt x="40778" y="53293"/>
                  </a:cubicBezTo>
                  <a:cubicBezTo>
                    <a:pt x="27231" y="60610"/>
                    <a:pt x="10368" y="55266"/>
                    <a:pt x="3171" y="41472"/>
                  </a:cubicBezTo>
                  <a:cubicBezTo>
                    <a:pt x="-4026" y="27685"/>
                    <a:pt x="1195" y="10520"/>
                    <a:pt x="14742" y="3203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7" name="자유형: 도형 1406">
              <a:extLst>
                <a:ext uri="{FF2B5EF4-FFF2-40B4-BE49-F238E27FC236}">
                  <a16:creationId xmlns:a16="http://schemas.microsoft.com/office/drawing/2014/main" id="{233608CF-E17D-8DE7-4D00-EEC01684EB7F}"/>
                </a:ext>
              </a:extLst>
            </p:cNvPr>
            <p:cNvSpPr/>
            <p:nvPr/>
          </p:nvSpPr>
          <p:spPr>
            <a:xfrm>
              <a:off x="8513687" y="4403094"/>
              <a:ext cx="56298" cy="57217"/>
            </a:xfrm>
            <a:custGeom>
              <a:avLst/>
              <a:gdLst>
                <a:gd name="connsiteX0" fmla="*/ 14796 w 56298"/>
                <a:gd name="connsiteY0" fmla="*/ 3198 h 57217"/>
                <a:gd name="connsiteX1" fmla="*/ 52967 w 56298"/>
                <a:gd name="connsiteY1" fmla="*/ 15019 h 57217"/>
                <a:gd name="connsiteX2" fmla="*/ 41396 w 56298"/>
                <a:gd name="connsiteY2" fmla="*/ 53855 h 57217"/>
                <a:gd name="connsiteX3" fmla="*/ 3155 w 56298"/>
                <a:gd name="connsiteY3" fmla="*/ 42040 h 57217"/>
                <a:gd name="connsiteX4" fmla="*/ 14796 w 56298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8" h="57217">
                  <a:moveTo>
                    <a:pt x="14796" y="3198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235" y="28813"/>
                    <a:pt x="54943" y="46538"/>
                    <a:pt x="41396" y="53855"/>
                  </a:cubicBezTo>
                  <a:cubicBezTo>
                    <a:pt x="27567" y="61171"/>
                    <a:pt x="10351" y="55827"/>
                    <a:pt x="3155" y="42040"/>
                  </a:cubicBezTo>
                  <a:cubicBezTo>
                    <a:pt x="-4041" y="27967"/>
                    <a:pt x="1250" y="10515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8" name="자유형: 도형 1407">
              <a:extLst>
                <a:ext uri="{FF2B5EF4-FFF2-40B4-BE49-F238E27FC236}">
                  <a16:creationId xmlns:a16="http://schemas.microsoft.com/office/drawing/2014/main" id="{11CF7594-E51D-43E2-FA9C-65D601B1C1B4}"/>
                </a:ext>
              </a:extLst>
            </p:cNvPr>
            <p:cNvSpPr/>
            <p:nvPr/>
          </p:nvSpPr>
          <p:spPr>
            <a:xfrm>
              <a:off x="10990221" y="6758221"/>
              <a:ext cx="61775" cy="62787"/>
            </a:xfrm>
            <a:custGeom>
              <a:avLst/>
              <a:gdLst>
                <a:gd name="connsiteX0" fmla="*/ 16254 w 61775"/>
                <a:gd name="connsiteY0" fmla="*/ 3617 h 62787"/>
                <a:gd name="connsiteX1" fmla="*/ 58094 w 61775"/>
                <a:gd name="connsiteY1" fmla="*/ 16528 h 62787"/>
                <a:gd name="connsiteX2" fmla="*/ 45323 w 61775"/>
                <a:gd name="connsiteY2" fmla="*/ 59065 h 62787"/>
                <a:gd name="connsiteX3" fmla="*/ 3554 w 61775"/>
                <a:gd name="connsiteY3" fmla="*/ 46082 h 62787"/>
                <a:gd name="connsiteX4" fmla="*/ 16254 w 61775"/>
                <a:gd name="connsiteY4" fmla="*/ 3617 h 6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87">
                  <a:moveTo>
                    <a:pt x="16254" y="3617"/>
                  </a:moveTo>
                  <a:cubicBezTo>
                    <a:pt x="31212" y="-4561"/>
                    <a:pt x="50050" y="1321"/>
                    <a:pt x="58094" y="16528"/>
                  </a:cubicBezTo>
                  <a:cubicBezTo>
                    <a:pt x="66137" y="31735"/>
                    <a:pt x="60281" y="50888"/>
                    <a:pt x="45323" y="59065"/>
                  </a:cubicBezTo>
                  <a:cubicBezTo>
                    <a:pt x="30366" y="67171"/>
                    <a:pt x="11598" y="61290"/>
                    <a:pt x="3554" y="46082"/>
                  </a:cubicBezTo>
                  <a:cubicBezTo>
                    <a:pt x="-4489" y="30874"/>
                    <a:pt x="1367" y="11794"/>
                    <a:pt x="16254" y="361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09" name="자유형: 도형 1408">
              <a:extLst>
                <a:ext uri="{FF2B5EF4-FFF2-40B4-BE49-F238E27FC236}">
                  <a16:creationId xmlns:a16="http://schemas.microsoft.com/office/drawing/2014/main" id="{8CE9B0ED-1C59-7CE0-6255-6FE30DB8B93A}"/>
                </a:ext>
              </a:extLst>
            </p:cNvPr>
            <p:cNvSpPr/>
            <p:nvPr/>
          </p:nvSpPr>
          <p:spPr>
            <a:xfrm>
              <a:off x="10296416" y="5509725"/>
              <a:ext cx="64744" cy="65807"/>
            </a:xfrm>
            <a:custGeom>
              <a:avLst/>
              <a:gdLst>
                <a:gd name="connsiteX0" fmla="*/ 17201 w 64744"/>
                <a:gd name="connsiteY0" fmla="*/ 3698 h 65807"/>
                <a:gd name="connsiteX1" fmla="*/ 60947 w 64744"/>
                <a:gd name="connsiteY1" fmla="*/ 17485 h 65807"/>
                <a:gd name="connsiteX2" fmla="*/ 47399 w 64744"/>
                <a:gd name="connsiteY2" fmla="*/ 61951 h 65807"/>
                <a:gd name="connsiteX3" fmla="*/ 3655 w 64744"/>
                <a:gd name="connsiteY3" fmla="*/ 48157 h 65807"/>
                <a:gd name="connsiteX4" fmla="*/ 17201 w 64744"/>
                <a:gd name="connsiteY4" fmla="*/ 3698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1" y="3698"/>
                  </a:moveTo>
                  <a:cubicBezTo>
                    <a:pt x="33006" y="-4745"/>
                    <a:pt x="52691" y="1445"/>
                    <a:pt x="60947" y="17485"/>
                  </a:cubicBezTo>
                  <a:cubicBezTo>
                    <a:pt x="69272" y="33524"/>
                    <a:pt x="63204" y="53508"/>
                    <a:pt x="47399" y="61951"/>
                  </a:cubicBezTo>
                  <a:cubicBezTo>
                    <a:pt x="31595" y="70394"/>
                    <a:pt x="11980" y="64204"/>
                    <a:pt x="3655" y="48157"/>
                  </a:cubicBezTo>
                  <a:cubicBezTo>
                    <a:pt x="-4671" y="32118"/>
                    <a:pt x="1468" y="12141"/>
                    <a:pt x="17201" y="36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0" name="자유형: 도형 1409">
              <a:extLst>
                <a:ext uri="{FF2B5EF4-FFF2-40B4-BE49-F238E27FC236}">
                  <a16:creationId xmlns:a16="http://schemas.microsoft.com/office/drawing/2014/main" id="{665C0E0B-21DB-851D-744F-602D124F8207}"/>
                </a:ext>
              </a:extLst>
            </p:cNvPr>
            <p:cNvSpPr/>
            <p:nvPr/>
          </p:nvSpPr>
          <p:spPr>
            <a:xfrm>
              <a:off x="10644494" y="5011713"/>
              <a:ext cx="66723" cy="67836"/>
            </a:xfrm>
            <a:custGeom>
              <a:avLst/>
              <a:gdLst>
                <a:gd name="connsiteX0" fmla="*/ 17669 w 66723"/>
                <a:gd name="connsiteY0" fmla="*/ 3870 h 67836"/>
                <a:gd name="connsiteX1" fmla="*/ 62754 w 66723"/>
                <a:gd name="connsiteY1" fmla="*/ 17937 h 67836"/>
                <a:gd name="connsiteX2" fmla="*/ 48926 w 66723"/>
                <a:gd name="connsiteY2" fmla="*/ 63809 h 67836"/>
                <a:gd name="connsiteX3" fmla="*/ 3840 w 66723"/>
                <a:gd name="connsiteY3" fmla="*/ 49743 h 67836"/>
                <a:gd name="connsiteX4" fmla="*/ 17669 w 66723"/>
                <a:gd name="connsiteY4" fmla="*/ 3870 h 6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6">
                  <a:moveTo>
                    <a:pt x="17669" y="3870"/>
                  </a:moveTo>
                  <a:cubicBezTo>
                    <a:pt x="33968" y="-4860"/>
                    <a:pt x="54217" y="1338"/>
                    <a:pt x="62754" y="17937"/>
                  </a:cubicBezTo>
                  <a:cubicBezTo>
                    <a:pt x="71362" y="34542"/>
                    <a:pt x="65294" y="55087"/>
                    <a:pt x="48926" y="63809"/>
                  </a:cubicBezTo>
                  <a:cubicBezTo>
                    <a:pt x="32627" y="72532"/>
                    <a:pt x="12377" y="66341"/>
                    <a:pt x="3840" y="49743"/>
                  </a:cubicBezTo>
                  <a:cubicBezTo>
                    <a:pt x="-4768" y="33137"/>
                    <a:pt x="1301" y="12593"/>
                    <a:pt x="17669" y="3870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1" name="자유형: 도형 1410">
              <a:extLst>
                <a:ext uri="{FF2B5EF4-FFF2-40B4-BE49-F238E27FC236}">
                  <a16:creationId xmlns:a16="http://schemas.microsoft.com/office/drawing/2014/main" id="{0944C6D0-9243-86F2-C73B-286A0A9ADB4A}"/>
                </a:ext>
              </a:extLst>
            </p:cNvPr>
            <p:cNvSpPr/>
            <p:nvPr/>
          </p:nvSpPr>
          <p:spPr>
            <a:xfrm>
              <a:off x="10862393" y="5530990"/>
              <a:ext cx="69671" cy="70835"/>
            </a:xfrm>
            <a:custGeom>
              <a:avLst/>
              <a:gdLst>
                <a:gd name="connsiteX0" fmla="*/ 18422 w 69671"/>
                <a:gd name="connsiteY0" fmla="*/ 4104 h 70835"/>
                <a:gd name="connsiteX1" fmla="*/ 65483 w 69671"/>
                <a:gd name="connsiteY1" fmla="*/ 18737 h 70835"/>
                <a:gd name="connsiteX2" fmla="*/ 51089 w 69671"/>
                <a:gd name="connsiteY2" fmla="*/ 66575 h 70835"/>
                <a:gd name="connsiteX3" fmla="*/ 4028 w 69671"/>
                <a:gd name="connsiteY3" fmla="*/ 51942 h 70835"/>
                <a:gd name="connsiteX4" fmla="*/ 18422 w 69671"/>
                <a:gd name="connsiteY4" fmla="*/ 4104 h 70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1" h="70835">
                  <a:moveTo>
                    <a:pt x="18422" y="4104"/>
                  </a:moveTo>
                  <a:cubicBezTo>
                    <a:pt x="35356" y="-5186"/>
                    <a:pt x="56664" y="1565"/>
                    <a:pt x="65483" y="18737"/>
                  </a:cubicBezTo>
                  <a:cubicBezTo>
                    <a:pt x="74655" y="35902"/>
                    <a:pt x="67952" y="57573"/>
                    <a:pt x="51089" y="66575"/>
                  </a:cubicBezTo>
                  <a:cubicBezTo>
                    <a:pt x="34226" y="75864"/>
                    <a:pt x="12918" y="69107"/>
                    <a:pt x="4028" y="51942"/>
                  </a:cubicBezTo>
                  <a:cubicBezTo>
                    <a:pt x="-5073" y="34776"/>
                    <a:pt x="1559" y="13106"/>
                    <a:pt x="18422" y="410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2" name="자유형: 도형 1411">
              <a:extLst>
                <a:ext uri="{FF2B5EF4-FFF2-40B4-BE49-F238E27FC236}">
                  <a16:creationId xmlns:a16="http://schemas.microsoft.com/office/drawing/2014/main" id="{0A54DE0F-61BC-BC80-E036-A554E3A49F80}"/>
                </a:ext>
              </a:extLst>
            </p:cNvPr>
            <p:cNvSpPr/>
            <p:nvPr/>
          </p:nvSpPr>
          <p:spPr>
            <a:xfrm>
              <a:off x="11766459" y="5971425"/>
              <a:ext cx="70772" cy="71948"/>
            </a:xfrm>
            <a:custGeom>
              <a:avLst/>
              <a:gdLst>
                <a:gd name="connsiteX0" fmla="*/ 18741 w 70772"/>
                <a:gd name="connsiteY0" fmla="*/ 4095 h 71948"/>
                <a:gd name="connsiteX1" fmla="*/ 66578 w 70772"/>
                <a:gd name="connsiteY1" fmla="*/ 19008 h 71948"/>
                <a:gd name="connsiteX2" fmla="*/ 51902 w 70772"/>
                <a:gd name="connsiteY2" fmla="*/ 67700 h 71948"/>
                <a:gd name="connsiteX3" fmla="*/ 4065 w 70772"/>
                <a:gd name="connsiteY3" fmla="*/ 52780 h 71948"/>
                <a:gd name="connsiteX4" fmla="*/ 18741 w 70772"/>
                <a:gd name="connsiteY4" fmla="*/ 4095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5"/>
                  </a:moveTo>
                  <a:cubicBezTo>
                    <a:pt x="35886" y="-5194"/>
                    <a:pt x="57476" y="1563"/>
                    <a:pt x="66578" y="19008"/>
                  </a:cubicBezTo>
                  <a:cubicBezTo>
                    <a:pt x="75750" y="36461"/>
                    <a:pt x="69118" y="58411"/>
                    <a:pt x="51902" y="67700"/>
                  </a:cubicBezTo>
                  <a:cubicBezTo>
                    <a:pt x="34758" y="76982"/>
                    <a:pt x="13167" y="70232"/>
                    <a:pt x="4065" y="52780"/>
                  </a:cubicBezTo>
                  <a:cubicBezTo>
                    <a:pt x="-5107" y="35334"/>
                    <a:pt x="1525" y="13385"/>
                    <a:pt x="18741" y="409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3" name="자유형: 도형 1412">
              <a:extLst>
                <a:ext uri="{FF2B5EF4-FFF2-40B4-BE49-F238E27FC236}">
                  <a16:creationId xmlns:a16="http://schemas.microsoft.com/office/drawing/2014/main" id="{9D64D449-563C-EA93-EB3A-C113F041619A}"/>
                </a:ext>
              </a:extLst>
            </p:cNvPr>
            <p:cNvSpPr/>
            <p:nvPr/>
          </p:nvSpPr>
          <p:spPr>
            <a:xfrm>
              <a:off x="12084947" y="6194761"/>
              <a:ext cx="71708" cy="73022"/>
            </a:xfrm>
            <a:custGeom>
              <a:avLst/>
              <a:gdLst>
                <a:gd name="connsiteX0" fmla="*/ 19095 w 71708"/>
                <a:gd name="connsiteY0" fmla="*/ 4211 h 73022"/>
                <a:gd name="connsiteX1" fmla="*/ 67567 w 71708"/>
                <a:gd name="connsiteY1" fmla="*/ 19412 h 73022"/>
                <a:gd name="connsiteX2" fmla="*/ 52609 w 71708"/>
                <a:gd name="connsiteY2" fmla="*/ 68655 h 73022"/>
                <a:gd name="connsiteX3" fmla="*/ 4137 w 71708"/>
                <a:gd name="connsiteY3" fmla="*/ 53463 h 73022"/>
                <a:gd name="connsiteX4" fmla="*/ 19095 w 71708"/>
                <a:gd name="connsiteY4" fmla="*/ 4211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08" h="73022">
                  <a:moveTo>
                    <a:pt x="19095" y="4211"/>
                  </a:moveTo>
                  <a:cubicBezTo>
                    <a:pt x="36522" y="-5357"/>
                    <a:pt x="58395" y="1679"/>
                    <a:pt x="67567" y="19412"/>
                  </a:cubicBezTo>
                  <a:cubicBezTo>
                    <a:pt x="76669" y="37136"/>
                    <a:pt x="70036" y="59373"/>
                    <a:pt x="52609" y="68655"/>
                  </a:cubicBezTo>
                  <a:cubicBezTo>
                    <a:pt x="35182" y="78224"/>
                    <a:pt x="13310" y="71187"/>
                    <a:pt x="4137" y="53463"/>
                  </a:cubicBezTo>
                  <a:cubicBezTo>
                    <a:pt x="-5246" y="35730"/>
                    <a:pt x="1668" y="13501"/>
                    <a:pt x="19095" y="421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5" name="자유형: 도형 1414">
              <a:extLst>
                <a:ext uri="{FF2B5EF4-FFF2-40B4-BE49-F238E27FC236}">
                  <a16:creationId xmlns:a16="http://schemas.microsoft.com/office/drawing/2014/main" id="{BCECB59E-B2E3-CCEF-5286-73F3C83D236D}"/>
                </a:ext>
              </a:extLst>
            </p:cNvPr>
            <p:cNvSpPr/>
            <p:nvPr/>
          </p:nvSpPr>
          <p:spPr>
            <a:xfrm>
              <a:off x="8639479" y="4539075"/>
              <a:ext cx="49425" cy="50305"/>
            </a:xfrm>
            <a:custGeom>
              <a:avLst/>
              <a:gdLst>
                <a:gd name="connsiteX0" fmla="*/ 13042 w 49425"/>
                <a:gd name="connsiteY0" fmla="*/ 2869 h 50305"/>
                <a:gd name="connsiteX1" fmla="*/ 46485 w 49425"/>
                <a:gd name="connsiteY1" fmla="*/ 13277 h 50305"/>
                <a:gd name="connsiteX2" fmla="*/ 36254 w 49425"/>
                <a:gd name="connsiteY2" fmla="*/ 47328 h 50305"/>
                <a:gd name="connsiteX3" fmla="*/ 2811 w 49425"/>
                <a:gd name="connsiteY3" fmla="*/ 36920 h 50305"/>
                <a:gd name="connsiteX4" fmla="*/ 13042 w 49425"/>
                <a:gd name="connsiteY4" fmla="*/ 2869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69"/>
                  </a:moveTo>
                  <a:cubicBezTo>
                    <a:pt x="25177" y="-3608"/>
                    <a:pt x="40135" y="896"/>
                    <a:pt x="46485" y="13277"/>
                  </a:cubicBezTo>
                  <a:cubicBezTo>
                    <a:pt x="52905" y="25665"/>
                    <a:pt x="48179" y="40858"/>
                    <a:pt x="36254" y="47328"/>
                  </a:cubicBezTo>
                  <a:cubicBezTo>
                    <a:pt x="24119" y="53806"/>
                    <a:pt x="9161" y="49021"/>
                    <a:pt x="2811" y="36920"/>
                  </a:cubicBezTo>
                  <a:cubicBezTo>
                    <a:pt x="-3609" y="24539"/>
                    <a:pt x="1118" y="9339"/>
                    <a:pt x="13042" y="286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6" name="자유형: 도형 1415">
              <a:extLst>
                <a:ext uri="{FF2B5EF4-FFF2-40B4-BE49-F238E27FC236}">
                  <a16:creationId xmlns:a16="http://schemas.microsoft.com/office/drawing/2014/main" id="{8B4598B6-1238-FBE2-56EC-FEB09F860D9B}"/>
                </a:ext>
              </a:extLst>
            </p:cNvPr>
            <p:cNvSpPr/>
            <p:nvPr/>
          </p:nvSpPr>
          <p:spPr>
            <a:xfrm>
              <a:off x="9128446" y="4679109"/>
              <a:ext cx="50596" cy="51437"/>
            </a:xfrm>
            <a:custGeom>
              <a:avLst/>
              <a:gdLst>
                <a:gd name="connsiteX0" fmla="*/ 13451 w 50596"/>
                <a:gd name="connsiteY0" fmla="*/ 2984 h 51437"/>
                <a:gd name="connsiteX1" fmla="*/ 47529 w 50596"/>
                <a:gd name="connsiteY1" fmla="*/ 13680 h 51437"/>
                <a:gd name="connsiteX2" fmla="*/ 37016 w 50596"/>
                <a:gd name="connsiteY2" fmla="*/ 48290 h 51437"/>
                <a:gd name="connsiteX3" fmla="*/ 2938 w 50596"/>
                <a:gd name="connsiteY3" fmla="*/ 37595 h 51437"/>
                <a:gd name="connsiteX4" fmla="*/ 13451 w 50596"/>
                <a:gd name="connsiteY4" fmla="*/ 2984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4"/>
                  </a:moveTo>
                  <a:cubicBezTo>
                    <a:pt x="25939" y="-3772"/>
                    <a:pt x="41108" y="1012"/>
                    <a:pt x="47529" y="13680"/>
                  </a:cubicBezTo>
                  <a:cubicBezTo>
                    <a:pt x="54162" y="26341"/>
                    <a:pt x="49434" y="41820"/>
                    <a:pt x="37016" y="48290"/>
                  </a:cubicBezTo>
                  <a:cubicBezTo>
                    <a:pt x="24528" y="55047"/>
                    <a:pt x="9288" y="50263"/>
                    <a:pt x="2938" y="37595"/>
                  </a:cubicBezTo>
                  <a:cubicBezTo>
                    <a:pt x="-3695" y="24934"/>
                    <a:pt x="1033" y="9455"/>
                    <a:pt x="13451" y="2984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7" name="자유형: 도형 1416">
              <a:extLst>
                <a:ext uri="{FF2B5EF4-FFF2-40B4-BE49-F238E27FC236}">
                  <a16:creationId xmlns:a16="http://schemas.microsoft.com/office/drawing/2014/main" id="{F720F311-8A56-678D-1758-AEBC67ACC569}"/>
                </a:ext>
              </a:extLst>
            </p:cNvPr>
            <p:cNvSpPr/>
            <p:nvPr/>
          </p:nvSpPr>
          <p:spPr>
            <a:xfrm>
              <a:off x="9181582" y="4744125"/>
              <a:ext cx="51709" cy="52549"/>
            </a:xfrm>
            <a:custGeom>
              <a:avLst/>
              <a:gdLst>
                <a:gd name="connsiteX0" fmla="*/ 13725 w 51709"/>
                <a:gd name="connsiteY0" fmla="*/ 2972 h 52549"/>
                <a:gd name="connsiteX1" fmla="*/ 48650 w 51709"/>
                <a:gd name="connsiteY1" fmla="*/ 13954 h 52549"/>
                <a:gd name="connsiteX2" fmla="*/ 37855 w 51709"/>
                <a:gd name="connsiteY2" fmla="*/ 49411 h 52549"/>
                <a:gd name="connsiteX3" fmla="*/ 2929 w 51709"/>
                <a:gd name="connsiteY3" fmla="*/ 38436 h 52549"/>
                <a:gd name="connsiteX4" fmla="*/ 13725 w 51709"/>
                <a:gd name="connsiteY4" fmla="*/ 2972 h 5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9">
                  <a:moveTo>
                    <a:pt x="13725" y="2972"/>
                  </a:moveTo>
                  <a:cubicBezTo>
                    <a:pt x="26213" y="-3778"/>
                    <a:pt x="41947" y="1006"/>
                    <a:pt x="48650" y="13954"/>
                  </a:cubicBezTo>
                  <a:cubicBezTo>
                    <a:pt x="55282" y="26615"/>
                    <a:pt x="50555" y="42654"/>
                    <a:pt x="37855" y="49411"/>
                  </a:cubicBezTo>
                  <a:cubicBezTo>
                    <a:pt x="25367" y="56168"/>
                    <a:pt x="9562" y="51384"/>
                    <a:pt x="2929" y="38436"/>
                  </a:cubicBezTo>
                  <a:cubicBezTo>
                    <a:pt x="-3702" y="25489"/>
                    <a:pt x="1025" y="9729"/>
                    <a:pt x="13725" y="2972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8" name="자유형: 도형 1417">
              <a:extLst>
                <a:ext uri="{FF2B5EF4-FFF2-40B4-BE49-F238E27FC236}">
                  <a16:creationId xmlns:a16="http://schemas.microsoft.com/office/drawing/2014/main" id="{5251DD01-939C-2B43-5FDC-C5641F345F60}"/>
                </a:ext>
              </a:extLst>
            </p:cNvPr>
            <p:cNvSpPr/>
            <p:nvPr/>
          </p:nvSpPr>
          <p:spPr>
            <a:xfrm>
              <a:off x="9269622" y="4701223"/>
              <a:ext cx="52355" cy="53237"/>
            </a:xfrm>
            <a:custGeom>
              <a:avLst/>
              <a:gdLst>
                <a:gd name="connsiteX0" fmla="*/ 13738 w 52355"/>
                <a:gd name="connsiteY0" fmla="*/ 3100 h 53237"/>
                <a:gd name="connsiteX1" fmla="*/ 49157 w 52355"/>
                <a:gd name="connsiteY1" fmla="*/ 14075 h 53237"/>
                <a:gd name="connsiteX2" fmla="*/ 38362 w 52355"/>
                <a:gd name="connsiteY2" fmla="*/ 50099 h 53237"/>
                <a:gd name="connsiteX3" fmla="*/ 2944 w 52355"/>
                <a:gd name="connsiteY3" fmla="*/ 39124 h 53237"/>
                <a:gd name="connsiteX4" fmla="*/ 13738 w 52355"/>
                <a:gd name="connsiteY4" fmla="*/ 3100 h 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55" h="53237">
                  <a:moveTo>
                    <a:pt x="13738" y="3100"/>
                  </a:moveTo>
                  <a:cubicBezTo>
                    <a:pt x="26439" y="-3936"/>
                    <a:pt x="42526" y="1128"/>
                    <a:pt x="49157" y="14075"/>
                  </a:cubicBezTo>
                  <a:cubicBezTo>
                    <a:pt x="56072" y="27023"/>
                    <a:pt x="51133" y="43342"/>
                    <a:pt x="38362" y="50099"/>
                  </a:cubicBezTo>
                  <a:cubicBezTo>
                    <a:pt x="25663" y="56856"/>
                    <a:pt x="9576" y="52072"/>
                    <a:pt x="2944" y="39124"/>
                  </a:cubicBezTo>
                  <a:cubicBezTo>
                    <a:pt x="-3689" y="26177"/>
                    <a:pt x="968" y="9857"/>
                    <a:pt x="13738" y="3100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19" name="자유형: 도형 1418">
              <a:extLst>
                <a:ext uri="{FF2B5EF4-FFF2-40B4-BE49-F238E27FC236}">
                  <a16:creationId xmlns:a16="http://schemas.microsoft.com/office/drawing/2014/main" id="{05A1BCEB-0666-96F1-1F78-4744AC7138A5}"/>
                </a:ext>
              </a:extLst>
            </p:cNvPr>
            <p:cNvSpPr/>
            <p:nvPr/>
          </p:nvSpPr>
          <p:spPr>
            <a:xfrm>
              <a:off x="9244771" y="4485555"/>
              <a:ext cx="55717" cy="56652"/>
            </a:xfrm>
            <a:custGeom>
              <a:avLst/>
              <a:gdLst>
                <a:gd name="connsiteX0" fmla="*/ 14741 w 55717"/>
                <a:gd name="connsiteY0" fmla="*/ 3199 h 56652"/>
                <a:gd name="connsiteX1" fmla="*/ 52419 w 55717"/>
                <a:gd name="connsiteY1" fmla="*/ 15014 h 56652"/>
                <a:gd name="connsiteX2" fmla="*/ 40777 w 55717"/>
                <a:gd name="connsiteY2" fmla="*/ 53290 h 56652"/>
                <a:gd name="connsiteX3" fmla="*/ 3171 w 55717"/>
                <a:gd name="connsiteY3" fmla="*/ 41468 h 56652"/>
                <a:gd name="connsiteX4" fmla="*/ 14741 w 55717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7" h="56652">
                  <a:moveTo>
                    <a:pt x="14741" y="3199"/>
                  </a:moveTo>
                  <a:cubicBezTo>
                    <a:pt x="28359" y="-4117"/>
                    <a:pt x="45222" y="1227"/>
                    <a:pt x="52419" y="15014"/>
                  </a:cubicBezTo>
                  <a:cubicBezTo>
                    <a:pt x="59616" y="28808"/>
                    <a:pt x="54394" y="45973"/>
                    <a:pt x="40777" y="53290"/>
                  </a:cubicBezTo>
                  <a:cubicBezTo>
                    <a:pt x="27230" y="60607"/>
                    <a:pt x="10367" y="55263"/>
                    <a:pt x="3171" y="41468"/>
                  </a:cubicBezTo>
                  <a:cubicBezTo>
                    <a:pt x="-4026" y="27682"/>
                    <a:pt x="1195" y="10516"/>
                    <a:pt x="14741" y="3199"/>
                  </a:cubicBezTo>
                  <a:close/>
                </a:path>
              </a:pathLst>
            </a:custGeom>
            <a:solidFill>
              <a:srgbClr val="5B8599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0" name="자유형: 도형 1419">
              <a:extLst>
                <a:ext uri="{FF2B5EF4-FFF2-40B4-BE49-F238E27FC236}">
                  <a16:creationId xmlns:a16="http://schemas.microsoft.com/office/drawing/2014/main" id="{527B6943-EC58-9BEF-887C-6265662B8424}"/>
                </a:ext>
              </a:extLst>
            </p:cNvPr>
            <p:cNvSpPr/>
            <p:nvPr/>
          </p:nvSpPr>
          <p:spPr>
            <a:xfrm>
              <a:off x="9434935" y="4402814"/>
              <a:ext cx="56265" cy="57217"/>
            </a:xfrm>
            <a:custGeom>
              <a:avLst/>
              <a:gdLst>
                <a:gd name="connsiteX0" fmla="*/ 14797 w 56265"/>
                <a:gd name="connsiteY0" fmla="*/ 3198 h 57217"/>
                <a:gd name="connsiteX1" fmla="*/ 52967 w 56265"/>
                <a:gd name="connsiteY1" fmla="*/ 15019 h 57217"/>
                <a:gd name="connsiteX2" fmla="*/ 41326 w 56265"/>
                <a:gd name="connsiteY2" fmla="*/ 53855 h 57217"/>
                <a:gd name="connsiteX3" fmla="*/ 3155 w 56265"/>
                <a:gd name="connsiteY3" fmla="*/ 42033 h 57217"/>
                <a:gd name="connsiteX4" fmla="*/ 14797 w 56265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7">
                  <a:moveTo>
                    <a:pt x="14797" y="3198"/>
                  </a:moveTo>
                  <a:cubicBezTo>
                    <a:pt x="28626" y="-4119"/>
                    <a:pt x="45771" y="1232"/>
                    <a:pt x="52967" y="15019"/>
                  </a:cubicBezTo>
                  <a:cubicBezTo>
                    <a:pt x="60164" y="29093"/>
                    <a:pt x="54943" y="46538"/>
                    <a:pt x="41326" y="53855"/>
                  </a:cubicBezTo>
                  <a:cubicBezTo>
                    <a:pt x="27497" y="61172"/>
                    <a:pt x="10352" y="55827"/>
                    <a:pt x="3155" y="42033"/>
                  </a:cubicBezTo>
                  <a:cubicBezTo>
                    <a:pt x="-4042" y="27967"/>
                    <a:pt x="1250" y="10515"/>
                    <a:pt x="14797" y="3198"/>
                  </a:cubicBezTo>
                  <a:close/>
                </a:path>
              </a:pathLst>
            </a:custGeom>
            <a:solidFill>
              <a:srgbClr val="5B8599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1" name="자유형: 도형 1420">
              <a:extLst>
                <a:ext uri="{FF2B5EF4-FFF2-40B4-BE49-F238E27FC236}">
                  <a16:creationId xmlns:a16="http://schemas.microsoft.com/office/drawing/2014/main" id="{314DAC32-002A-9946-4926-344EAB27A450}"/>
                </a:ext>
              </a:extLst>
            </p:cNvPr>
            <p:cNvSpPr/>
            <p:nvPr/>
          </p:nvSpPr>
          <p:spPr>
            <a:xfrm>
              <a:off x="9717111" y="4367745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1 h 58685"/>
                <a:gd name="connsiteX2" fmla="*/ 42361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6" y="1117"/>
                    <a:pt x="54284" y="15471"/>
                  </a:cubicBezTo>
                  <a:cubicBezTo>
                    <a:pt x="61764" y="29824"/>
                    <a:pt x="56472" y="47556"/>
                    <a:pt x="42361" y="55152"/>
                  </a:cubicBezTo>
                  <a:cubicBezTo>
                    <a:pt x="28250" y="62749"/>
                    <a:pt x="10822" y="57405"/>
                    <a:pt x="3343" y="43051"/>
                  </a:cubicBezTo>
                  <a:cubicBezTo>
                    <a:pt x="-4136" y="28698"/>
                    <a:pt x="1085" y="10973"/>
                    <a:pt x="15196" y="3369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2" name="자유형: 도형 1421">
              <a:extLst>
                <a:ext uri="{FF2B5EF4-FFF2-40B4-BE49-F238E27FC236}">
                  <a16:creationId xmlns:a16="http://schemas.microsoft.com/office/drawing/2014/main" id="{9625983E-EF80-84FC-9633-69B496173B1F}"/>
                </a:ext>
              </a:extLst>
            </p:cNvPr>
            <p:cNvSpPr/>
            <p:nvPr/>
          </p:nvSpPr>
          <p:spPr>
            <a:xfrm>
              <a:off x="11156578" y="5287500"/>
              <a:ext cx="61758" cy="62791"/>
            </a:xfrm>
            <a:custGeom>
              <a:avLst/>
              <a:gdLst>
                <a:gd name="connsiteX0" fmla="*/ 16268 w 61758"/>
                <a:gd name="connsiteY0" fmla="*/ 3598 h 62791"/>
                <a:gd name="connsiteX1" fmla="*/ 58108 w 61758"/>
                <a:gd name="connsiteY1" fmla="*/ 16538 h 62791"/>
                <a:gd name="connsiteX2" fmla="*/ 45337 w 61758"/>
                <a:gd name="connsiteY2" fmla="*/ 59039 h 62791"/>
                <a:gd name="connsiteX3" fmla="*/ 3567 w 61758"/>
                <a:gd name="connsiteY3" fmla="*/ 46092 h 62791"/>
                <a:gd name="connsiteX4" fmla="*/ 16268 w 61758"/>
                <a:gd name="connsiteY4" fmla="*/ 3598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8" h="62791">
                  <a:moveTo>
                    <a:pt x="16268" y="3598"/>
                  </a:moveTo>
                  <a:cubicBezTo>
                    <a:pt x="31226" y="-4565"/>
                    <a:pt x="50064" y="1345"/>
                    <a:pt x="58108" y="16538"/>
                  </a:cubicBezTo>
                  <a:cubicBezTo>
                    <a:pt x="66081" y="31738"/>
                    <a:pt x="60295" y="50876"/>
                    <a:pt x="45337" y="59039"/>
                  </a:cubicBezTo>
                  <a:cubicBezTo>
                    <a:pt x="30379" y="67195"/>
                    <a:pt x="11611" y="61284"/>
                    <a:pt x="3567" y="46092"/>
                  </a:cubicBezTo>
                  <a:cubicBezTo>
                    <a:pt x="-4475" y="30892"/>
                    <a:pt x="1310" y="11754"/>
                    <a:pt x="16268" y="359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3" name="자유형: 도형 1422">
              <a:extLst>
                <a:ext uri="{FF2B5EF4-FFF2-40B4-BE49-F238E27FC236}">
                  <a16:creationId xmlns:a16="http://schemas.microsoft.com/office/drawing/2014/main" id="{1AC013A8-9EFC-663B-7870-EEED95231284}"/>
                </a:ext>
              </a:extLst>
            </p:cNvPr>
            <p:cNvSpPr/>
            <p:nvPr/>
          </p:nvSpPr>
          <p:spPr>
            <a:xfrm>
              <a:off x="10918696" y="5036360"/>
              <a:ext cx="63644" cy="64573"/>
            </a:xfrm>
            <a:custGeom>
              <a:avLst/>
              <a:gdLst>
                <a:gd name="connsiteX0" fmla="*/ 16941 w 63644"/>
                <a:gd name="connsiteY0" fmla="*/ 3705 h 64573"/>
                <a:gd name="connsiteX1" fmla="*/ 59839 w 63644"/>
                <a:gd name="connsiteY1" fmla="*/ 17212 h 64573"/>
                <a:gd name="connsiteX2" fmla="*/ 46574 w 63644"/>
                <a:gd name="connsiteY2" fmla="*/ 60832 h 64573"/>
                <a:gd name="connsiteX3" fmla="*/ 3677 w 63644"/>
                <a:gd name="connsiteY3" fmla="*/ 47325 h 64573"/>
                <a:gd name="connsiteX4" fmla="*/ 16941 w 63644"/>
                <a:gd name="connsiteY4" fmla="*/ 3705 h 64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573">
                  <a:moveTo>
                    <a:pt x="16941" y="3705"/>
                  </a:moveTo>
                  <a:cubicBezTo>
                    <a:pt x="32463" y="-4738"/>
                    <a:pt x="51795" y="1452"/>
                    <a:pt x="59839" y="17212"/>
                  </a:cubicBezTo>
                  <a:cubicBezTo>
                    <a:pt x="68165" y="32971"/>
                    <a:pt x="62097" y="52669"/>
                    <a:pt x="46574" y="60832"/>
                  </a:cubicBezTo>
                  <a:cubicBezTo>
                    <a:pt x="31052" y="68995"/>
                    <a:pt x="11649" y="63084"/>
                    <a:pt x="3677" y="47325"/>
                  </a:cubicBezTo>
                  <a:cubicBezTo>
                    <a:pt x="-4649" y="31565"/>
                    <a:pt x="1419" y="11868"/>
                    <a:pt x="16941" y="370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4" name="자유형: 도형 1423">
              <a:extLst>
                <a:ext uri="{FF2B5EF4-FFF2-40B4-BE49-F238E27FC236}">
                  <a16:creationId xmlns:a16="http://schemas.microsoft.com/office/drawing/2014/main" id="{94E06CA4-EDED-A69A-BCFC-32EBF0816281}"/>
                </a:ext>
              </a:extLst>
            </p:cNvPr>
            <p:cNvSpPr/>
            <p:nvPr/>
          </p:nvSpPr>
          <p:spPr>
            <a:xfrm>
              <a:off x="11354511" y="4674283"/>
              <a:ext cx="66733" cy="67840"/>
            </a:xfrm>
            <a:custGeom>
              <a:avLst/>
              <a:gdLst>
                <a:gd name="connsiteX0" fmla="*/ 17655 w 66733"/>
                <a:gd name="connsiteY0" fmla="*/ 3866 h 67840"/>
                <a:gd name="connsiteX1" fmla="*/ 62811 w 66733"/>
                <a:gd name="connsiteY1" fmla="*/ 17940 h 67840"/>
                <a:gd name="connsiteX2" fmla="*/ 48912 w 66733"/>
                <a:gd name="connsiteY2" fmla="*/ 63812 h 67840"/>
                <a:gd name="connsiteX3" fmla="*/ 3827 w 66733"/>
                <a:gd name="connsiteY3" fmla="*/ 49738 h 67840"/>
                <a:gd name="connsiteX4" fmla="*/ 17655 w 66733"/>
                <a:gd name="connsiteY4" fmla="*/ 3866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6"/>
                  </a:moveTo>
                  <a:cubicBezTo>
                    <a:pt x="34024" y="-4857"/>
                    <a:pt x="54204" y="1334"/>
                    <a:pt x="62811" y="17940"/>
                  </a:cubicBezTo>
                  <a:cubicBezTo>
                    <a:pt x="71348" y="34546"/>
                    <a:pt x="65281" y="55089"/>
                    <a:pt x="48912" y="63812"/>
                  </a:cubicBezTo>
                  <a:cubicBezTo>
                    <a:pt x="32613" y="72535"/>
                    <a:pt x="12434" y="66344"/>
                    <a:pt x="3827" y="49738"/>
                  </a:cubicBezTo>
                  <a:cubicBezTo>
                    <a:pt x="-4782" y="33139"/>
                    <a:pt x="1357" y="12596"/>
                    <a:pt x="17655" y="386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25" name="자유형: 도형 1424">
              <a:extLst>
                <a:ext uri="{FF2B5EF4-FFF2-40B4-BE49-F238E27FC236}">
                  <a16:creationId xmlns:a16="http://schemas.microsoft.com/office/drawing/2014/main" id="{BFD3C8D9-79ED-7619-69C3-A7E39359857C}"/>
                </a:ext>
              </a:extLst>
            </p:cNvPr>
            <p:cNvSpPr/>
            <p:nvPr/>
          </p:nvSpPr>
          <p:spPr>
            <a:xfrm>
              <a:off x="11586094" y="5072673"/>
              <a:ext cx="68871" cy="70025"/>
            </a:xfrm>
            <a:custGeom>
              <a:avLst/>
              <a:gdLst>
                <a:gd name="connsiteX0" fmla="*/ 18342 w 68871"/>
                <a:gd name="connsiteY0" fmla="*/ 3975 h 70025"/>
                <a:gd name="connsiteX1" fmla="*/ 64838 w 68871"/>
                <a:gd name="connsiteY1" fmla="*/ 18608 h 70025"/>
                <a:gd name="connsiteX2" fmla="*/ 50445 w 68871"/>
                <a:gd name="connsiteY2" fmla="*/ 65886 h 70025"/>
                <a:gd name="connsiteX3" fmla="*/ 3949 w 68871"/>
                <a:gd name="connsiteY3" fmla="*/ 51253 h 70025"/>
                <a:gd name="connsiteX4" fmla="*/ 18342 w 68871"/>
                <a:gd name="connsiteY4" fmla="*/ 3975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75"/>
                  </a:moveTo>
                  <a:cubicBezTo>
                    <a:pt x="35205" y="-5028"/>
                    <a:pt x="55948" y="1442"/>
                    <a:pt x="64838" y="18608"/>
                  </a:cubicBezTo>
                  <a:cubicBezTo>
                    <a:pt x="73658" y="35773"/>
                    <a:pt x="67308" y="56884"/>
                    <a:pt x="50445" y="65886"/>
                  </a:cubicBezTo>
                  <a:cubicBezTo>
                    <a:pt x="33511" y="74896"/>
                    <a:pt x="12768" y="68425"/>
                    <a:pt x="3949" y="51253"/>
                  </a:cubicBezTo>
                  <a:cubicBezTo>
                    <a:pt x="-4941" y="34087"/>
                    <a:pt x="1409" y="12984"/>
                    <a:pt x="18342" y="397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0" name="자유형: 도형 1429">
              <a:extLst>
                <a:ext uri="{FF2B5EF4-FFF2-40B4-BE49-F238E27FC236}">
                  <a16:creationId xmlns:a16="http://schemas.microsoft.com/office/drawing/2014/main" id="{7B08EFC9-4306-E399-8F55-A25C7F38026A}"/>
                </a:ext>
              </a:extLst>
            </p:cNvPr>
            <p:cNvSpPr/>
            <p:nvPr/>
          </p:nvSpPr>
          <p:spPr>
            <a:xfrm>
              <a:off x="9076290" y="3908177"/>
              <a:ext cx="49425" cy="50251"/>
            </a:xfrm>
            <a:custGeom>
              <a:avLst/>
              <a:gdLst>
                <a:gd name="connsiteX0" fmla="*/ 13042 w 49425"/>
                <a:gd name="connsiteY0" fmla="*/ 2813 h 50251"/>
                <a:gd name="connsiteX1" fmla="*/ 46485 w 49425"/>
                <a:gd name="connsiteY1" fmla="*/ 13221 h 50251"/>
                <a:gd name="connsiteX2" fmla="*/ 36255 w 49425"/>
                <a:gd name="connsiteY2" fmla="*/ 47272 h 50251"/>
                <a:gd name="connsiteX3" fmla="*/ 2811 w 49425"/>
                <a:gd name="connsiteY3" fmla="*/ 36864 h 50251"/>
                <a:gd name="connsiteX4" fmla="*/ 13042 w 49425"/>
                <a:gd name="connsiteY4" fmla="*/ 2813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251">
                  <a:moveTo>
                    <a:pt x="13042" y="2813"/>
                  </a:moveTo>
                  <a:cubicBezTo>
                    <a:pt x="25178" y="-3665"/>
                    <a:pt x="40136" y="1120"/>
                    <a:pt x="46485" y="13221"/>
                  </a:cubicBezTo>
                  <a:cubicBezTo>
                    <a:pt x="52906" y="25602"/>
                    <a:pt x="48179" y="40802"/>
                    <a:pt x="36255" y="47272"/>
                  </a:cubicBezTo>
                  <a:cubicBezTo>
                    <a:pt x="24119" y="53750"/>
                    <a:pt x="9161" y="48965"/>
                    <a:pt x="2811" y="36864"/>
                  </a:cubicBezTo>
                  <a:cubicBezTo>
                    <a:pt x="-3610" y="24476"/>
                    <a:pt x="1118" y="9283"/>
                    <a:pt x="13042" y="281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1" name="자유형: 도형 1430">
              <a:extLst>
                <a:ext uri="{FF2B5EF4-FFF2-40B4-BE49-F238E27FC236}">
                  <a16:creationId xmlns:a16="http://schemas.microsoft.com/office/drawing/2014/main" id="{60786F08-340E-AAD9-430C-73E41D9CA71C}"/>
                </a:ext>
              </a:extLst>
            </p:cNvPr>
            <p:cNvSpPr/>
            <p:nvPr/>
          </p:nvSpPr>
          <p:spPr>
            <a:xfrm>
              <a:off x="9287888" y="4342807"/>
              <a:ext cx="50584" cy="51435"/>
            </a:xfrm>
            <a:custGeom>
              <a:avLst/>
              <a:gdLst>
                <a:gd name="connsiteX0" fmla="*/ 13465 w 50584"/>
                <a:gd name="connsiteY0" fmla="*/ 2979 h 51435"/>
                <a:gd name="connsiteX1" fmla="*/ 47472 w 50584"/>
                <a:gd name="connsiteY1" fmla="*/ 13674 h 51435"/>
                <a:gd name="connsiteX2" fmla="*/ 36960 w 50584"/>
                <a:gd name="connsiteY2" fmla="*/ 48292 h 51435"/>
                <a:gd name="connsiteX3" fmla="*/ 2952 w 50584"/>
                <a:gd name="connsiteY3" fmla="*/ 37597 h 51435"/>
                <a:gd name="connsiteX4" fmla="*/ 13465 w 50584"/>
                <a:gd name="connsiteY4" fmla="*/ 2979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9"/>
                  </a:moveTo>
                  <a:cubicBezTo>
                    <a:pt x="25883" y="-3771"/>
                    <a:pt x="41123" y="1014"/>
                    <a:pt x="47472" y="13674"/>
                  </a:cubicBezTo>
                  <a:cubicBezTo>
                    <a:pt x="54176" y="26342"/>
                    <a:pt x="49448" y="41815"/>
                    <a:pt x="36960" y="48292"/>
                  </a:cubicBezTo>
                  <a:cubicBezTo>
                    <a:pt x="24542" y="55042"/>
                    <a:pt x="9302" y="50258"/>
                    <a:pt x="2952" y="37597"/>
                  </a:cubicBezTo>
                  <a:cubicBezTo>
                    <a:pt x="-3681" y="24929"/>
                    <a:pt x="976" y="9457"/>
                    <a:pt x="13465" y="2979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2" name="자유형: 도형 1431">
              <a:extLst>
                <a:ext uri="{FF2B5EF4-FFF2-40B4-BE49-F238E27FC236}">
                  <a16:creationId xmlns:a16="http://schemas.microsoft.com/office/drawing/2014/main" id="{8E47D121-98F5-1D95-FB6C-69779683DD25}"/>
                </a:ext>
              </a:extLst>
            </p:cNvPr>
            <p:cNvSpPr/>
            <p:nvPr/>
          </p:nvSpPr>
          <p:spPr>
            <a:xfrm>
              <a:off x="9600277" y="4321021"/>
              <a:ext cx="52466" cy="53232"/>
            </a:xfrm>
            <a:custGeom>
              <a:avLst/>
              <a:gdLst>
                <a:gd name="connsiteX0" fmla="*/ 13849 w 52466"/>
                <a:gd name="connsiteY0" fmla="*/ 3095 h 53232"/>
                <a:gd name="connsiteX1" fmla="*/ 49268 w 52466"/>
                <a:gd name="connsiteY1" fmla="*/ 14077 h 53232"/>
                <a:gd name="connsiteX2" fmla="*/ 38473 w 52466"/>
                <a:gd name="connsiteY2" fmla="*/ 50093 h 53232"/>
                <a:gd name="connsiteX3" fmla="*/ 3055 w 52466"/>
                <a:gd name="connsiteY3" fmla="*/ 39118 h 53232"/>
                <a:gd name="connsiteX4" fmla="*/ 13849 w 52466"/>
                <a:gd name="connsiteY4" fmla="*/ 3095 h 5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232">
                  <a:moveTo>
                    <a:pt x="13849" y="3095"/>
                  </a:moveTo>
                  <a:cubicBezTo>
                    <a:pt x="26620" y="-3935"/>
                    <a:pt x="42637" y="1129"/>
                    <a:pt x="49268" y="14077"/>
                  </a:cubicBezTo>
                  <a:cubicBezTo>
                    <a:pt x="56183" y="27017"/>
                    <a:pt x="51244" y="43343"/>
                    <a:pt x="38473" y="50093"/>
                  </a:cubicBezTo>
                  <a:cubicBezTo>
                    <a:pt x="25774" y="56850"/>
                    <a:pt x="9687" y="52066"/>
                    <a:pt x="3055" y="39118"/>
                  </a:cubicBezTo>
                  <a:cubicBezTo>
                    <a:pt x="-3860" y="26171"/>
                    <a:pt x="1150" y="9852"/>
                    <a:pt x="13849" y="3095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3" name="자유형: 도형 1432">
              <a:extLst>
                <a:ext uri="{FF2B5EF4-FFF2-40B4-BE49-F238E27FC236}">
                  <a16:creationId xmlns:a16="http://schemas.microsoft.com/office/drawing/2014/main" id="{8908EB88-95F6-9B50-25AA-EC902DF4D342}"/>
                </a:ext>
              </a:extLst>
            </p:cNvPr>
            <p:cNvSpPr/>
            <p:nvPr/>
          </p:nvSpPr>
          <p:spPr>
            <a:xfrm>
              <a:off x="9764173" y="4102645"/>
              <a:ext cx="53578" cy="54466"/>
            </a:xfrm>
            <a:custGeom>
              <a:avLst/>
              <a:gdLst>
                <a:gd name="connsiteX0" fmla="*/ 14137 w 53578"/>
                <a:gd name="connsiteY0" fmla="*/ 3091 h 54466"/>
                <a:gd name="connsiteX1" fmla="*/ 50403 w 53578"/>
                <a:gd name="connsiteY1" fmla="*/ 14346 h 54466"/>
                <a:gd name="connsiteX2" fmla="*/ 39326 w 53578"/>
                <a:gd name="connsiteY2" fmla="*/ 51216 h 54466"/>
                <a:gd name="connsiteX3" fmla="*/ 3060 w 53578"/>
                <a:gd name="connsiteY3" fmla="*/ 39954 h 54466"/>
                <a:gd name="connsiteX4" fmla="*/ 14137 w 53578"/>
                <a:gd name="connsiteY4" fmla="*/ 309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37" y="3091"/>
                  </a:moveTo>
                  <a:cubicBezTo>
                    <a:pt x="27119" y="-3946"/>
                    <a:pt x="43489" y="1118"/>
                    <a:pt x="50403" y="14346"/>
                  </a:cubicBezTo>
                  <a:cubicBezTo>
                    <a:pt x="57317" y="27573"/>
                    <a:pt x="52308" y="44179"/>
                    <a:pt x="39326" y="51216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7"/>
                    <a:pt x="1084" y="10121"/>
                    <a:pt x="14137" y="3091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4" name="자유형: 도형 1433">
              <a:extLst>
                <a:ext uri="{FF2B5EF4-FFF2-40B4-BE49-F238E27FC236}">
                  <a16:creationId xmlns:a16="http://schemas.microsoft.com/office/drawing/2014/main" id="{969A82F9-3D4F-EF2A-967C-40E488539B73}"/>
                </a:ext>
              </a:extLst>
            </p:cNvPr>
            <p:cNvSpPr/>
            <p:nvPr/>
          </p:nvSpPr>
          <p:spPr>
            <a:xfrm>
              <a:off x="9726119" y="4062575"/>
              <a:ext cx="55758" cy="56652"/>
            </a:xfrm>
            <a:custGeom>
              <a:avLst/>
              <a:gdLst>
                <a:gd name="connsiteX0" fmla="*/ 14797 w 55758"/>
                <a:gd name="connsiteY0" fmla="*/ 3199 h 56652"/>
                <a:gd name="connsiteX1" fmla="*/ 52474 w 55758"/>
                <a:gd name="connsiteY1" fmla="*/ 15013 h 56652"/>
                <a:gd name="connsiteX2" fmla="*/ 40832 w 55758"/>
                <a:gd name="connsiteY2" fmla="*/ 53289 h 56652"/>
                <a:gd name="connsiteX3" fmla="*/ 3155 w 55758"/>
                <a:gd name="connsiteY3" fmla="*/ 41468 h 56652"/>
                <a:gd name="connsiteX4" fmla="*/ 14797 w 55758"/>
                <a:gd name="connsiteY4" fmla="*/ 3199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2">
                  <a:moveTo>
                    <a:pt x="14797" y="3199"/>
                  </a:moveTo>
                  <a:cubicBezTo>
                    <a:pt x="28343" y="-4118"/>
                    <a:pt x="45277" y="1226"/>
                    <a:pt x="52474" y="15013"/>
                  </a:cubicBezTo>
                  <a:cubicBezTo>
                    <a:pt x="59671" y="28807"/>
                    <a:pt x="54379" y="45972"/>
                    <a:pt x="40832" y="53289"/>
                  </a:cubicBezTo>
                  <a:cubicBezTo>
                    <a:pt x="27285" y="60605"/>
                    <a:pt x="10352" y="55261"/>
                    <a:pt x="3155" y="41468"/>
                  </a:cubicBezTo>
                  <a:cubicBezTo>
                    <a:pt x="-4042" y="27681"/>
                    <a:pt x="1250" y="10515"/>
                    <a:pt x="14797" y="3199"/>
                  </a:cubicBezTo>
                  <a:close/>
                </a:path>
              </a:pathLst>
            </a:custGeom>
            <a:solidFill>
              <a:srgbClr val="5B8599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5" name="자유형: 도형 1434">
              <a:extLst>
                <a:ext uri="{FF2B5EF4-FFF2-40B4-BE49-F238E27FC236}">
                  <a16:creationId xmlns:a16="http://schemas.microsoft.com/office/drawing/2014/main" id="{5609C8AA-5A28-673F-6D63-14C3D1F5F848}"/>
                </a:ext>
              </a:extLst>
            </p:cNvPr>
            <p:cNvSpPr/>
            <p:nvPr/>
          </p:nvSpPr>
          <p:spPr>
            <a:xfrm>
              <a:off x="10032260" y="3802820"/>
              <a:ext cx="56322" cy="57217"/>
            </a:xfrm>
            <a:custGeom>
              <a:avLst/>
              <a:gdLst>
                <a:gd name="connsiteX0" fmla="*/ 14796 w 56322"/>
                <a:gd name="connsiteY0" fmla="*/ 3198 h 57217"/>
                <a:gd name="connsiteX1" fmla="*/ 53038 w 56322"/>
                <a:gd name="connsiteY1" fmla="*/ 15012 h 57217"/>
                <a:gd name="connsiteX2" fmla="*/ 41396 w 56322"/>
                <a:gd name="connsiteY2" fmla="*/ 53855 h 57217"/>
                <a:gd name="connsiteX3" fmla="*/ 3155 w 56322"/>
                <a:gd name="connsiteY3" fmla="*/ 42034 h 57217"/>
                <a:gd name="connsiteX4" fmla="*/ 14796 w 56322"/>
                <a:gd name="connsiteY4" fmla="*/ 3198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7">
                  <a:moveTo>
                    <a:pt x="14796" y="3198"/>
                  </a:moveTo>
                  <a:cubicBezTo>
                    <a:pt x="28626" y="-4119"/>
                    <a:pt x="45841" y="1225"/>
                    <a:pt x="53038" y="15012"/>
                  </a:cubicBezTo>
                  <a:cubicBezTo>
                    <a:pt x="60235" y="29086"/>
                    <a:pt x="54943" y="46531"/>
                    <a:pt x="41396" y="53855"/>
                  </a:cubicBezTo>
                  <a:cubicBezTo>
                    <a:pt x="27567" y="61171"/>
                    <a:pt x="10352" y="55820"/>
                    <a:pt x="3155" y="42034"/>
                  </a:cubicBezTo>
                  <a:cubicBezTo>
                    <a:pt x="-4041" y="27960"/>
                    <a:pt x="1250" y="10514"/>
                    <a:pt x="14796" y="3198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6" name="자유형: 도형 1435">
              <a:extLst>
                <a:ext uri="{FF2B5EF4-FFF2-40B4-BE49-F238E27FC236}">
                  <a16:creationId xmlns:a16="http://schemas.microsoft.com/office/drawing/2014/main" id="{7CD15E95-2ABB-7028-0FAE-9981E1C65E16}"/>
                </a:ext>
              </a:extLst>
            </p:cNvPr>
            <p:cNvSpPr/>
            <p:nvPr/>
          </p:nvSpPr>
          <p:spPr>
            <a:xfrm>
              <a:off x="10138967" y="4060712"/>
              <a:ext cx="57738" cy="58685"/>
            </a:xfrm>
            <a:custGeom>
              <a:avLst/>
              <a:gdLst>
                <a:gd name="connsiteX0" fmla="*/ 15265 w 57738"/>
                <a:gd name="connsiteY0" fmla="*/ 3369 h 58685"/>
                <a:gd name="connsiteX1" fmla="*/ 54282 w 57738"/>
                <a:gd name="connsiteY1" fmla="*/ 15469 h 58685"/>
                <a:gd name="connsiteX2" fmla="*/ 42358 w 57738"/>
                <a:gd name="connsiteY2" fmla="*/ 55152 h 58685"/>
                <a:gd name="connsiteX3" fmla="*/ 3340 w 57738"/>
                <a:gd name="connsiteY3" fmla="*/ 43051 h 58685"/>
                <a:gd name="connsiteX4" fmla="*/ 15265 w 57738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5">
                  <a:moveTo>
                    <a:pt x="15265" y="3369"/>
                  </a:moveTo>
                  <a:cubicBezTo>
                    <a:pt x="29376" y="-4228"/>
                    <a:pt x="46803" y="1116"/>
                    <a:pt x="54282" y="15469"/>
                  </a:cubicBezTo>
                  <a:cubicBezTo>
                    <a:pt x="61761" y="29823"/>
                    <a:pt x="56469" y="47555"/>
                    <a:pt x="42358" y="55152"/>
                  </a:cubicBezTo>
                  <a:cubicBezTo>
                    <a:pt x="28247" y="62748"/>
                    <a:pt x="10820" y="57404"/>
                    <a:pt x="3340" y="43051"/>
                  </a:cubicBezTo>
                  <a:cubicBezTo>
                    <a:pt x="-4138" y="28697"/>
                    <a:pt x="1083" y="10965"/>
                    <a:pt x="15265" y="336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7" name="자유형: 도형 1436">
              <a:extLst>
                <a:ext uri="{FF2B5EF4-FFF2-40B4-BE49-F238E27FC236}">
                  <a16:creationId xmlns:a16="http://schemas.microsoft.com/office/drawing/2014/main" id="{1FA54861-F5D3-6126-53CF-E94EEF9DA709}"/>
                </a:ext>
              </a:extLst>
            </p:cNvPr>
            <p:cNvSpPr/>
            <p:nvPr/>
          </p:nvSpPr>
          <p:spPr>
            <a:xfrm>
              <a:off x="11348968" y="4861712"/>
              <a:ext cx="62588" cy="63623"/>
            </a:xfrm>
            <a:custGeom>
              <a:avLst/>
              <a:gdLst>
                <a:gd name="connsiteX0" fmla="*/ 16566 w 62588"/>
                <a:gd name="connsiteY0" fmla="*/ 3586 h 63623"/>
                <a:gd name="connsiteX1" fmla="*/ 58900 w 62588"/>
                <a:gd name="connsiteY1" fmla="*/ 16813 h 63623"/>
                <a:gd name="connsiteX2" fmla="*/ 45917 w 62588"/>
                <a:gd name="connsiteY2" fmla="*/ 59873 h 63623"/>
                <a:gd name="connsiteX3" fmla="*/ 3513 w 62588"/>
                <a:gd name="connsiteY3" fmla="*/ 46646 h 63623"/>
                <a:gd name="connsiteX4" fmla="*/ 16566 w 62588"/>
                <a:gd name="connsiteY4" fmla="*/ 3586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88" h="63623">
                  <a:moveTo>
                    <a:pt x="16566" y="3586"/>
                  </a:moveTo>
                  <a:cubicBezTo>
                    <a:pt x="31806" y="-4570"/>
                    <a:pt x="50856" y="1333"/>
                    <a:pt x="58900" y="16813"/>
                  </a:cubicBezTo>
                  <a:cubicBezTo>
                    <a:pt x="66942" y="32293"/>
                    <a:pt x="61157" y="51710"/>
                    <a:pt x="45917" y="59873"/>
                  </a:cubicBezTo>
                  <a:cubicBezTo>
                    <a:pt x="30678" y="68036"/>
                    <a:pt x="11556" y="62126"/>
                    <a:pt x="3513" y="46646"/>
                  </a:cubicBezTo>
                  <a:cubicBezTo>
                    <a:pt x="-4460" y="31166"/>
                    <a:pt x="1326" y="11749"/>
                    <a:pt x="16566" y="358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8" name="자유형: 도형 1437">
              <a:extLst>
                <a:ext uri="{FF2B5EF4-FFF2-40B4-BE49-F238E27FC236}">
                  <a16:creationId xmlns:a16="http://schemas.microsoft.com/office/drawing/2014/main" id="{6E78C7BA-F3CD-B4B8-8EA8-6886E83258EC}"/>
                </a:ext>
              </a:extLst>
            </p:cNvPr>
            <p:cNvSpPr/>
            <p:nvPr/>
          </p:nvSpPr>
          <p:spPr>
            <a:xfrm>
              <a:off x="11628982" y="4298744"/>
              <a:ext cx="63644" cy="64702"/>
            </a:xfrm>
            <a:custGeom>
              <a:avLst/>
              <a:gdLst>
                <a:gd name="connsiteX0" fmla="*/ 16941 w 63644"/>
                <a:gd name="connsiteY0" fmla="*/ 3701 h 64702"/>
                <a:gd name="connsiteX1" fmla="*/ 59839 w 63644"/>
                <a:gd name="connsiteY1" fmla="*/ 17216 h 64702"/>
                <a:gd name="connsiteX2" fmla="*/ 46574 w 63644"/>
                <a:gd name="connsiteY2" fmla="*/ 60836 h 64702"/>
                <a:gd name="connsiteX3" fmla="*/ 3677 w 63644"/>
                <a:gd name="connsiteY3" fmla="*/ 47328 h 64702"/>
                <a:gd name="connsiteX4" fmla="*/ 16941 w 63644"/>
                <a:gd name="connsiteY4" fmla="*/ 3701 h 6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02">
                  <a:moveTo>
                    <a:pt x="16941" y="3701"/>
                  </a:moveTo>
                  <a:cubicBezTo>
                    <a:pt x="32463" y="-4741"/>
                    <a:pt x="51866" y="1456"/>
                    <a:pt x="59839" y="17216"/>
                  </a:cubicBezTo>
                  <a:cubicBezTo>
                    <a:pt x="68165" y="32975"/>
                    <a:pt x="62096" y="52672"/>
                    <a:pt x="46574" y="60836"/>
                  </a:cubicBezTo>
                  <a:cubicBezTo>
                    <a:pt x="31052" y="69278"/>
                    <a:pt x="11720" y="63088"/>
                    <a:pt x="3677" y="47328"/>
                  </a:cubicBezTo>
                  <a:cubicBezTo>
                    <a:pt x="-4649" y="31569"/>
                    <a:pt x="1419" y="11865"/>
                    <a:pt x="16941" y="3701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39" name="자유형: 도형 1438">
              <a:extLst>
                <a:ext uri="{FF2B5EF4-FFF2-40B4-BE49-F238E27FC236}">
                  <a16:creationId xmlns:a16="http://schemas.microsoft.com/office/drawing/2014/main" id="{DB86B2D6-B409-4FF1-854D-DF7C8CB135F5}"/>
                </a:ext>
              </a:extLst>
            </p:cNvPr>
            <p:cNvSpPr/>
            <p:nvPr/>
          </p:nvSpPr>
          <p:spPr>
            <a:xfrm>
              <a:off x="11978436" y="4161810"/>
              <a:ext cx="66733" cy="67840"/>
            </a:xfrm>
            <a:custGeom>
              <a:avLst/>
              <a:gdLst>
                <a:gd name="connsiteX0" fmla="*/ 17656 w 66733"/>
                <a:gd name="connsiteY0" fmla="*/ 3865 h 67840"/>
                <a:gd name="connsiteX1" fmla="*/ 62811 w 66733"/>
                <a:gd name="connsiteY1" fmla="*/ 17939 h 67840"/>
                <a:gd name="connsiteX2" fmla="*/ 48912 w 66733"/>
                <a:gd name="connsiteY2" fmla="*/ 63811 h 67840"/>
                <a:gd name="connsiteX3" fmla="*/ 3826 w 66733"/>
                <a:gd name="connsiteY3" fmla="*/ 49737 h 67840"/>
                <a:gd name="connsiteX4" fmla="*/ 17656 w 66733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6" y="3865"/>
                  </a:moveTo>
                  <a:cubicBezTo>
                    <a:pt x="34024" y="-4858"/>
                    <a:pt x="54203" y="1333"/>
                    <a:pt x="62811" y="17939"/>
                  </a:cubicBezTo>
                  <a:cubicBezTo>
                    <a:pt x="71349" y="34544"/>
                    <a:pt x="65281" y="55088"/>
                    <a:pt x="48912" y="63811"/>
                  </a:cubicBezTo>
                  <a:cubicBezTo>
                    <a:pt x="32614" y="72533"/>
                    <a:pt x="12434" y="66343"/>
                    <a:pt x="3826" y="49737"/>
                  </a:cubicBezTo>
                  <a:cubicBezTo>
                    <a:pt x="-4781" y="33131"/>
                    <a:pt x="1357" y="12587"/>
                    <a:pt x="17656" y="3865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0" name="자유형: 도형 1439">
              <a:extLst>
                <a:ext uri="{FF2B5EF4-FFF2-40B4-BE49-F238E27FC236}">
                  <a16:creationId xmlns:a16="http://schemas.microsoft.com/office/drawing/2014/main" id="{C10943E9-60F8-B6CD-EAD0-4CEAD1B7E490}"/>
                </a:ext>
              </a:extLst>
            </p:cNvPr>
            <p:cNvSpPr/>
            <p:nvPr/>
          </p:nvSpPr>
          <p:spPr>
            <a:xfrm>
              <a:off x="12122826" y="4592283"/>
              <a:ext cx="68889" cy="70024"/>
            </a:xfrm>
            <a:custGeom>
              <a:avLst/>
              <a:gdLst>
                <a:gd name="connsiteX0" fmla="*/ 18329 w 68889"/>
                <a:gd name="connsiteY0" fmla="*/ 3976 h 70024"/>
                <a:gd name="connsiteX1" fmla="*/ 64825 w 68889"/>
                <a:gd name="connsiteY1" fmla="*/ 18610 h 70024"/>
                <a:gd name="connsiteX2" fmla="*/ 50432 w 68889"/>
                <a:gd name="connsiteY2" fmla="*/ 65888 h 70024"/>
                <a:gd name="connsiteX3" fmla="*/ 3935 w 68889"/>
                <a:gd name="connsiteY3" fmla="*/ 51255 h 70024"/>
                <a:gd name="connsiteX4" fmla="*/ 18329 w 68889"/>
                <a:gd name="connsiteY4" fmla="*/ 3976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6"/>
                  </a:moveTo>
                  <a:cubicBezTo>
                    <a:pt x="35192" y="-5033"/>
                    <a:pt x="56005" y="1445"/>
                    <a:pt x="64825" y="18610"/>
                  </a:cubicBezTo>
                  <a:cubicBezTo>
                    <a:pt x="73715" y="35775"/>
                    <a:pt x="67295" y="56879"/>
                    <a:pt x="50432" y="65888"/>
                  </a:cubicBezTo>
                  <a:cubicBezTo>
                    <a:pt x="33569" y="74891"/>
                    <a:pt x="12754" y="68420"/>
                    <a:pt x="3935" y="51255"/>
                  </a:cubicBezTo>
                  <a:cubicBezTo>
                    <a:pt x="-4955" y="34089"/>
                    <a:pt x="1466" y="12979"/>
                    <a:pt x="18329" y="3976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5" name="자유형: 도형 1444">
              <a:extLst>
                <a:ext uri="{FF2B5EF4-FFF2-40B4-BE49-F238E27FC236}">
                  <a16:creationId xmlns:a16="http://schemas.microsoft.com/office/drawing/2014/main" id="{65098740-ABF8-B3D2-25A7-0385979E8657}"/>
                </a:ext>
              </a:extLst>
            </p:cNvPr>
            <p:cNvSpPr/>
            <p:nvPr/>
          </p:nvSpPr>
          <p:spPr>
            <a:xfrm>
              <a:off x="9316013" y="3505123"/>
              <a:ext cx="49461" cy="50304"/>
            </a:xfrm>
            <a:custGeom>
              <a:avLst/>
              <a:gdLst>
                <a:gd name="connsiteX0" fmla="*/ 12998 w 49461"/>
                <a:gd name="connsiteY0" fmla="*/ 2863 h 50304"/>
                <a:gd name="connsiteX1" fmla="*/ 46512 w 49461"/>
                <a:gd name="connsiteY1" fmla="*/ 13279 h 50304"/>
                <a:gd name="connsiteX2" fmla="*/ 36280 w 49461"/>
                <a:gd name="connsiteY2" fmla="*/ 47330 h 50304"/>
                <a:gd name="connsiteX3" fmla="*/ 2766 w 49461"/>
                <a:gd name="connsiteY3" fmla="*/ 36914 h 50304"/>
                <a:gd name="connsiteX4" fmla="*/ 12998 w 49461"/>
                <a:gd name="connsiteY4" fmla="*/ 2863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61" h="50304">
                  <a:moveTo>
                    <a:pt x="12998" y="2863"/>
                  </a:moveTo>
                  <a:cubicBezTo>
                    <a:pt x="25204" y="-3607"/>
                    <a:pt x="40161" y="891"/>
                    <a:pt x="46512" y="13279"/>
                  </a:cubicBezTo>
                  <a:cubicBezTo>
                    <a:pt x="52861" y="25660"/>
                    <a:pt x="48416" y="40852"/>
                    <a:pt x="36280" y="47330"/>
                  </a:cubicBezTo>
                  <a:cubicBezTo>
                    <a:pt x="24074" y="53800"/>
                    <a:pt x="9117" y="49015"/>
                    <a:pt x="2766" y="36914"/>
                  </a:cubicBezTo>
                  <a:cubicBezTo>
                    <a:pt x="-3584" y="24813"/>
                    <a:pt x="1144" y="9333"/>
                    <a:pt x="12998" y="2863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6" name="자유형: 도형 1445">
              <a:extLst>
                <a:ext uri="{FF2B5EF4-FFF2-40B4-BE49-F238E27FC236}">
                  <a16:creationId xmlns:a16="http://schemas.microsoft.com/office/drawing/2014/main" id="{503945FB-8189-9B63-AEEC-20C1CA3C281B}"/>
                </a:ext>
              </a:extLst>
            </p:cNvPr>
            <p:cNvSpPr/>
            <p:nvPr/>
          </p:nvSpPr>
          <p:spPr>
            <a:xfrm>
              <a:off x="9763448" y="3532585"/>
              <a:ext cx="50596" cy="51437"/>
            </a:xfrm>
            <a:custGeom>
              <a:avLst/>
              <a:gdLst>
                <a:gd name="connsiteX0" fmla="*/ 13451 w 50596"/>
                <a:gd name="connsiteY0" fmla="*/ 2982 h 51437"/>
                <a:gd name="connsiteX1" fmla="*/ 47529 w 50596"/>
                <a:gd name="connsiteY1" fmla="*/ 13677 h 51437"/>
                <a:gd name="connsiteX2" fmla="*/ 37016 w 50596"/>
                <a:gd name="connsiteY2" fmla="*/ 48288 h 51437"/>
                <a:gd name="connsiteX3" fmla="*/ 2938 w 50596"/>
                <a:gd name="connsiteY3" fmla="*/ 37593 h 51437"/>
                <a:gd name="connsiteX4" fmla="*/ 13451 w 50596"/>
                <a:gd name="connsiteY4" fmla="*/ 2982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2"/>
                  </a:moveTo>
                  <a:cubicBezTo>
                    <a:pt x="25939" y="-3775"/>
                    <a:pt x="41108" y="1009"/>
                    <a:pt x="47529" y="13677"/>
                  </a:cubicBezTo>
                  <a:cubicBezTo>
                    <a:pt x="54162" y="26338"/>
                    <a:pt x="49434" y="41818"/>
                    <a:pt x="37016" y="48288"/>
                  </a:cubicBezTo>
                  <a:cubicBezTo>
                    <a:pt x="24528" y="55045"/>
                    <a:pt x="9288" y="50260"/>
                    <a:pt x="2938" y="37593"/>
                  </a:cubicBezTo>
                  <a:cubicBezTo>
                    <a:pt x="-3695" y="24932"/>
                    <a:pt x="1033" y="9452"/>
                    <a:pt x="13451" y="2982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7" name="자유형: 도형 1446">
              <a:extLst>
                <a:ext uri="{FF2B5EF4-FFF2-40B4-BE49-F238E27FC236}">
                  <a16:creationId xmlns:a16="http://schemas.microsoft.com/office/drawing/2014/main" id="{79CF3E15-500E-452C-72B6-55A9E3DC9099}"/>
                </a:ext>
              </a:extLst>
            </p:cNvPr>
            <p:cNvSpPr/>
            <p:nvPr/>
          </p:nvSpPr>
          <p:spPr>
            <a:xfrm>
              <a:off x="9942809" y="3703576"/>
              <a:ext cx="52398" cy="53356"/>
            </a:xfrm>
            <a:custGeom>
              <a:avLst/>
              <a:gdLst>
                <a:gd name="connsiteX0" fmla="*/ 13725 w 52398"/>
                <a:gd name="connsiteY0" fmla="*/ 3093 h 53356"/>
                <a:gd name="connsiteX1" fmla="*/ 49214 w 52398"/>
                <a:gd name="connsiteY1" fmla="*/ 14069 h 53356"/>
                <a:gd name="connsiteX2" fmla="*/ 38419 w 52398"/>
                <a:gd name="connsiteY2" fmla="*/ 50092 h 53356"/>
                <a:gd name="connsiteX3" fmla="*/ 2929 w 52398"/>
                <a:gd name="connsiteY3" fmla="*/ 39117 h 53356"/>
                <a:gd name="connsiteX4" fmla="*/ 13725 w 52398"/>
                <a:gd name="connsiteY4" fmla="*/ 3093 h 5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6">
                  <a:moveTo>
                    <a:pt x="13725" y="3093"/>
                  </a:moveTo>
                  <a:cubicBezTo>
                    <a:pt x="26496" y="-3936"/>
                    <a:pt x="42511" y="1128"/>
                    <a:pt x="49214" y="14069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562" y="52065"/>
                    <a:pt x="2929" y="39117"/>
                  </a:cubicBezTo>
                  <a:cubicBezTo>
                    <a:pt x="-3702" y="26177"/>
                    <a:pt x="1025" y="9851"/>
                    <a:pt x="13725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8" name="자유형: 도형 1447">
              <a:extLst>
                <a:ext uri="{FF2B5EF4-FFF2-40B4-BE49-F238E27FC236}">
                  <a16:creationId xmlns:a16="http://schemas.microsoft.com/office/drawing/2014/main" id="{3724B2BC-FEB0-B6CF-3571-68648AA5331E}"/>
                </a:ext>
              </a:extLst>
            </p:cNvPr>
            <p:cNvSpPr/>
            <p:nvPr/>
          </p:nvSpPr>
          <p:spPr>
            <a:xfrm>
              <a:off x="10001669" y="3586505"/>
              <a:ext cx="52341" cy="53354"/>
            </a:xfrm>
            <a:custGeom>
              <a:avLst/>
              <a:gdLst>
                <a:gd name="connsiteX0" fmla="*/ 13850 w 52341"/>
                <a:gd name="connsiteY0" fmla="*/ 3098 h 53354"/>
                <a:gd name="connsiteX1" fmla="*/ 49269 w 52341"/>
                <a:gd name="connsiteY1" fmla="*/ 14073 h 53354"/>
                <a:gd name="connsiteX2" fmla="*/ 38474 w 52341"/>
                <a:gd name="connsiteY2" fmla="*/ 50089 h 53354"/>
                <a:gd name="connsiteX3" fmla="*/ 3054 w 52341"/>
                <a:gd name="connsiteY3" fmla="*/ 39114 h 53354"/>
                <a:gd name="connsiteX4" fmla="*/ 13850 w 52341"/>
                <a:gd name="connsiteY4" fmla="*/ 3098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41" h="53354">
                  <a:moveTo>
                    <a:pt x="13850" y="3098"/>
                  </a:moveTo>
                  <a:cubicBezTo>
                    <a:pt x="26550" y="-3939"/>
                    <a:pt x="42637" y="1125"/>
                    <a:pt x="49269" y="14073"/>
                  </a:cubicBezTo>
                  <a:cubicBezTo>
                    <a:pt x="55901" y="27013"/>
                    <a:pt x="51245" y="43339"/>
                    <a:pt x="38474" y="50089"/>
                  </a:cubicBezTo>
                  <a:cubicBezTo>
                    <a:pt x="25774" y="57126"/>
                    <a:pt x="9687" y="52062"/>
                    <a:pt x="3054" y="39114"/>
                  </a:cubicBezTo>
                  <a:cubicBezTo>
                    <a:pt x="-3860" y="26174"/>
                    <a:pt x="1150" y="9848"/>
                    <a:pt x="13850" y="3098"/>
                  </a:cubicBezTo>
                  <a:close/>
                </a:path>
              </a:pathLst>
            </a:custGeom>
            <a:solidFill>
              <a:srgbClr val="5B8599">
                <a:alpha val="7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49" name="자유형: 도형 1448">
              <a:extLst>
                <a:ext uri="{FF2B5EF4-FFF2-40B4-BE49-F238E27FC236}">
                  <a16:creationId xmlns:a16="http://schemas.microsoft.com/office/drawing/2014/main" id="{4F7A8D8C-512B-2328-941B-D21CA60DF96E}"/>
                </a:ext>
              </a:extLst>
            </p:cNvPr>
            <p:cNvSpPr/>
            <p:nvPr/>
          </p:nvSpPr>
          <p:spPr>
            <a:xfrm>
              <a:off x="10111033" y="3294681"/>
              <a:ext cx="54353" cy="55297"/>
            </a:xfrm>
            <a:custGeom>
              <a:avLst/>
              <a:gdLst>
                <a:gd name="connsiteX0" fmla="*/ 14412 w 54353"/>
                <a:gd name="connsiteY0" fmla="*/ 3081 h 55297"/>
                <a:gd name="connsiteX1" fmla="*/ 51172 w 54353"/>
                <a:gd name="connsiteY1" fmla="*/ 14622 h 55297"/>
                <a:gd name="connsiteX2" fmla="*/ 39812 w 54353"/>
                <a:gd name="connsiteY2" fmla="*/ 52052 h 55297"/>
                <a:gd name="connsiteX3" fmla="*/ 3052 w 54353"/>
                <a:gd name="connsiteY3" fmla="*/ 40510 h 55297"/>
                <a:gd name="connsiteX4" fmla="*/ 14412 w 54353"/>
                <a:gd name="connsiteY4" fmla="*/ 3081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3" h="55297">
                  <a:moveTo>
                    <a:pt x="14412" y="3081"/>
                  </a:moveTo>
                  <a:cubicBezTo>
                    <a:pt x="27677" y="-3956"/>
                    <a:pt x="44257" y="1108"/>
                    <a:pt x="51172" y="14622"/>
                  </a:cubicBezTo>
                  <a:cubicBezTo>
                    <a:pt x="58086" y="28129"/>
                    <a:pt x="53147" y="45015"/>
                    <a:pt x="39812" y="52052"/>
                  </a:cubicBezTo>
                  <a:cubicBezTo>
                    <a:pt x="26548" y="59082"/>
                    <a:pt x="9967" y="54017"/>
                    <a:pt x="3052" y="40510"/>
                  </a:cubicBezTo>
                  <a:cubicBezTo>
                    <a:pt x="-3862" y="27003"/>
                    <a:pt x="1077" y="10118"/>
                    <a:pt x="14412" y="3081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0" name="자유형: 도형 1449">
              <a:extLst>
                <a:ext uri="{FF2B5EF4-FFF2-40B4-BE49-F238E27FC236}">
                  <a16:creationId xmlns:a16="http://schemas.microsoft.com/office/drawing/2014/main" id="{AA78440D-6369-1E7A-BDBA-C099C7CBEF6A}"/>
                </a:ext>
              </a:extLst>
            </p:cNvPr>
            <p:cNvSpPr/>
            <p:nvPr/>
          </p:nvSpPr>
          <p:spPr>
            <a:xfrm>
              <a:off x="10248216" y="3055075"/>
              <a:ext cx="56267" cy="57217"/>
            </a:xfrm>
            <a:custGeom>
              <a:avLst/>
              <a:gdLst>
                <a:gd name="connsiteX0" fmla="*/ 14742 w 56267"/>
                <a:gd name="connsiteY0" fmla="*/ 3196 h 57217"/>
                <a:gd name="connsiteX1" fmla="*/ 52983 w 56267"/>
                <a:gd name="connsiteY1" fmla="*/ 15018 h 57217"/>
                <a:gd name="connsiteX2" fmla="*/ 41342 w 56267"/>
                <a:gd name="connsiteY2" fmla="*/ 53853 h 57217"/>
                <a:gd name="connsiteX3" fmla="*/ 3171 w 56267"/>
                <a:gd name="connsiteY3" fmla="*/ 42032 h 57217"/>
                <a:gd name="connsiteX4" fmla="*/ 14742 w 56267"/>
                <a:gd name="connsiteY4" fmla="*/ 3196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2" y="3196"/>
                  </a:moveTo>
                  <a:cubicBezTo>
                    <a:pt x="28642" y="-4121"/>
                    <a:pt x="45786" y="1223"/>
                    <a:pt x="52983" y="15018"/>
                  </a:cubicBezTo>
                  <a:cubicBezTo>
                    <a:pt x="60180" y="29084"/>
                    <a:pt x="54888" y="46536"/>
                    <a:pt x="41342" y="53853"/>
                  </a:cubicBezTo>
                  <a:cubicBezTo>
                    <a:pt x="27512" y="61169"/>
                    <a:pt x="10368" y="55818"/>
                    <a:pt x="3171" y="42032"/>
                  </a:cubicBezTo>
                  <a:cubicBezTo>
                    <a:pt x="-4026" y="28245"/>
                    <a:pt x="1195" y="10512"/>
                    <a:pt x="14742" y="3196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1" name="자유형: 도형 1450">
              <a:extLst>
                <a:ext uri="{FF2B5EF4-FFF2-40B4-BE49-F238E27FC236}">
                  <a16:creationId xmlns:a16="http://schemas.microsoft.com/office/drawing/2014/main" id="{2BBB7B01-8B9E-4ADC-ECA1-54841EA2B4D8}"/>
                </a:ext>
              </a:extLst>
            </p:cNvPr>
            <p:cNvSpPr/>
            <p:nvPr/>
          </p:nvSpPr>
          <p:spPr>
            <a:xfrm>
              <a:off x="10166647" y="2909696"/>
              <a:ext cx="58554" cy="59514"/>
            </a:xfrm>
            <a:custGeom>
              <a:avLst/>
              <a:gdLst>
                <a:gd name="connsiteX0" fmla="*/ 15524 w 58554"/>
                <a:gd name="connsiteY0" fmla="*/ 3361 h 59514"/>
                <a:gd name="connsiteX1" fmla="*/ 55106 w 58554"/>
                <a:gd name="connsiteY1" fmla="*/ 15742 h 59514"/>
                <a:gd name="connsiteX2" fmla="*/ 42900 w 58554"/>
                <a:gd name="connsiteY2" fmla="*/ 55983 h 59514"/>
                <a:gd name="connsiteX3" fmla="*/ 3318 w 58554"/>
                <a:gd name="connsiteY3" fmla="*/ 43603 h 59514"/>
                <a:gd name="connsiteX4" fmla="*/ 15524 w 58554"/>
                <a:gd name="connsiteY4" fmla="*/ 3361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4">
                  <a:moveTo>
                    <a:pt x="15524" y="3361"/>
                  </a:moveTo>
                  <a:cubicBezTo>
                    <a:pt x="29918" y="-4243"/>
                    <a:pt x="47628" y="1109"/>
                    <a:pt x="55106" y="15742"/>
                  </a:cubicBezTo>
                  <a:cubicBezTo>
                    <a:pt x="62586" y="30375"/>
                    <a:pt x="57294" y="48387"/>
                    <a:pt x="42900" y="55983"/>
                  </a:cubicBezTo>
                  <a:cubicBezTo>
                    <a:pt x="28507" y="63587"/>
                    <a:pt x="10798" y="58236"/>
                    <a:pt x="3318" y="43603"/>
                  </a:cubicBezTo>
                  <a:cubicBezTo>
                    <a:pt x="-4160" y="28969"/>
                    <a:pt x="1132" y="10957"/>
                    <a:pt x="15524" y="3361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2" name="자유형: 도형 1451">
              <a:extLst>
                <a:ext uri="{FF2B5EF4-FFF2-40B4-BE49-F238E27FC236}">
                  <a16:creationId xmlns:a16="http://schemas.microsoft.com/office/drawing/2014/main" id="{60C90F3A-25FD-4C7E-546B-7735AD2B7EBD}"/>
                </a:ext>
              </a:extLst>
            </p:cNvPr>
            <p:cNvSpPr/>
            <p:nvPr/>
          </p:nvSpPr>
          <p:spPr>
            <a:xfrm>
              <a:off x="11933160" y="5411721"/>
              <a:ext cx="56268" cy="57217"/>
            </a:xfrm>
            <a:custGeom>
              <a:avLst/>
              <a:gdLst>
                <a:gd name="connsiteX0" fmla="*/ 14742 w 56268"/>
                <a:gd name="connsiteY0" fmla="*/ 3200 h 57217"/>
                <a:gd name="connsiteX1" fmla="*/ 52984 w 56268"/>
                <a:gd name="connsiteY1" fmla="*/ 15021 h 57217"/>
                <a:gd name="connsiteX2" fmla="*/ 41342 w 56268"/>
                <a:gd name="connsiteY2" fmla="*/ 53857 h 57217"/>
                <a:gd name="connsiteX3" fmla="*/ 3171 w 56268"/>
                <a:gd name="connsiteY3" fmla="*/ 42036 h 57217"/>
                <a:gd name="connsiteX4" fmla="*/ 14742 w 56268"/>
                <a:gd name="connsiteY4" fmla="*/ 320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200"/>
                  </a:moveTo>
                  <a:cubicBezTo>
                    <a:pt x="28641" y="-4117"/>
                    <a:pt x="45787" y="1234"/>
                    <a:pt x="52984" y="15021"/>
                  </a:cubicBezTo>
                  <a:cubicBezTo>
                    <a:pt x="60180" y="29095"/>
                    <a:pt x="54889" y="46540"/>
                    <a:pt x="41342" y="53857"/>
                  </a:cubicBezTo>
                  <a:cubicBezTo>
                    <a:pt x="27513" y="61174"/>
                    <a:pt x="10368" y="55830"/>
                    <a:pt x="3171" y="42036"/>
                  </a:cubicBezTo>
                  <a:cubicBezTo>
                    <a:pt x="-4026" y="27969"/>
                    <a:pt x="1196" y="10517"/>
                    <a:pt x="14742" y="3200"/>
                  </a:cubicBezTo>
                  <a:close/>
                </a:path>
              </a:pathLst>
            </a:custGeom>
            <a:solidFill>
              <a:srgbClr val="5B8599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55" name="자유형: 도형 1454">
              <a:extLst>
                <a:ext uri="{FF2B5EF4-FFF2-40B4-BE49-F238E27FC236}">
                  <a16:creationId xmlns:a16="http://schemas.microsoft.com/office/drawing/2014/main" id="{7FD62893-8C0F-BA9C-D698-7BD0E0948DED}"/>
                </a:ext>
              </a:extLst>
            </p:cNvPr>
            <p:cNvSpPr/>
            <p:nvPr/>
          </p:nvSpPr>
          <p:spPr>
            <a:xfrm>
              <a:off x="12061370" y="3755325"/>
              <a:ext cx="64744" cy="65807"/>
            </a:xfrm>
            <a:custGeom>
              <a:avLst/>
              <a:gdLst>
                <a:gd name="connsiteX0" fmla="*/ 17202 w 64744"/>
                <a:gd name="connsiteY0" fmla="*/ 3694 h 65807"/>
                <a:gd name="connsiteX1" fmla="*/ 60946 w 64744"/>
                <a:gd name="connsiteY1" fmla="*/ 17481 h 65807"/>
                <a:gd name="connsiteX2" fmla="*/ 47400 w 64744"/>
                <a:gd name="connsiteY2" fmla="*/ 61947 h 65807"/>
                <a:gd name="connsiteX3" fmla="*/ 3655 w 64744"/>
                <a:gd name="connsiteY3" fmla="*/ 48160 h 65807"/>
                <a:gd name="connsiteX4" fmla="*/ 17202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02" y="3694"/>
                  </a:moveTo>
                  <a:cubicBezTo>
                    <a:pt x="33006" y="-4749"/>
                    <a:pt x="52621" y="1441"/>
                    <a:pt x="60946" y="17481"/>
                  </a:cubicBezTo>
                  <a:cubicBezTo>
                    <a:pt x="69272" y="33520"/>
                    <a:pt x="63204" y="53504"/>
                    <a:pt x="47400" y="61947"/>
                  </a:cubicBezTo>
                  <a:cubicBezTo>
                    <a:pt x="31595" y="70390"/>
                    <a:pt x="11981" y="64200"/>
                    <a:pt x="3655" y="48160"/>
                  </a:cubicBezTo>
                  <a:cubicBezTo>
                    <a:pt x="-4670" y="32114"/>
                    <a:pt x="1468" y="12137"/>
                    <a:pt x="17202" y="3694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2" name="자유형: 도형 1461">
              <a:extLst>
                <a:ext uri="{FF2B5EF4-FFF2-40B4-BE49-F238E27FC236}">
                  <a16:creationId xmlns:a16="http://schemas.microsoft.com/office/drawing/2014/main" id="{47B4D4EC-467E-2C08-3B1F-48DABDB9923A}"/>
                </a:ext>
              </a:extLst>
            </p:cNvPr>
            <p:cNvSpPr/>
            <p:nvPr/>
          </p:nvSpPr>
          <p:spPr>
            <a:xfrm>
              <a:off x="9842612" y="2935122"/>
              <a:ext cx="50596" cy="51435"/>
            </a:xfrm>
            <a:custGeom>
              <a:avLst/>
              <a:gdLst>
                <a:gd name="connsiteX0" fmla="*/ 13451 w 50596"/>
                <a:gd name="connsiteY0" fmla="*/ 2976 h 51435"/>
                <a:gd name="connsiteX1" fmla="*/ 47529 w 50596"/>
                <a:gd name="connsiteY1" fmla="*/ 13671 h 51435"/>
                <a:gd name="connsiteX2" fmla="*/ 37016 w 50596"/>
                <a:gd name="connsiteY2" fmla="*/ 48289 h 51435"/>
                <a:gd name="connsiteX3" fmla="*/ 2938 w 50596"/>
                <a:gd name="connsiteY3" fmla="*/ 37594 h 51435"/>
                <a:gd name="connsiteX4" fmla="*/ 13451 w 50596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5">
                  <a:moveTo>
                    <a:pt x="13451" y="2976"/>
                  </a:moveTo>
                  <a:cubicBezTo>
                    <a:pt x="25939" y="-3774"/>
                    <a:pt x="41180" y="1011"/>
                    <a:pt x="47529" y="13671"/>
                  </a:cubicBezTo>
                  <a:cubicBezTo>
                    <a:pt x="54162" y="26339"/>
                    <a:pt x="49434" y="41811"/>
                    <a:pt x="37016" y="48289"/>
                  </a:cubicBezTo>
                  <a:cubicBezTo>
                    <a:pt x="24528" y="55039"/>
                    <a:pt x="9288" y="50254"/>
                    <a:pt x="2938" y="37594"/>
                  </a:cubicBezTo>
                  <a:cubicBezTo>
                    <a:pt x="-3695" y="24933"/>
                    <a:pt x="1033" y="9453"/>
                    <a:pt x="13451" y="2976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3" name="자유형: 도형 1462">
              <a:extLst>
                <a:ext uri="{FF2B5EF4-FFF2-40B4-BE49-F238E27FC236}">
                  <a16:creationId xmlns:a16="http://schemas.microsoft.com/office/drawing/2014/main" id="{ECEECB1D-216C-1EC0-4882-0A5021A76AF9}"/>
                </a:ext>
              </a:extLst>
            </p:cNvPr>
            <p:cNvSpPr/>
            <p:nvPr/>
          </p:nvSpPr>
          <p:spPr>
            <a:xfrm>
              <a:off x="9912378" y="3092157"/>
              <a:ext cx="50584" cy="51435"/>
            </a:xfrm>
            <a:custGeom>
              <a:avLst/>
              <a:gdLst>
                <a:gd name="connsiteX0" fmla="*/ 13465 w 50584"/>
                <a:gd name="connsiteY0" fmla="*/ 2976 h 51435"/>
                <a:gd name="connsiteX1" fmla="*/ 47472 w 50584"/>
                <a:gd name="connsiteY1" fmla="*/ 13672 h 51435"/>
                <a:gd name="connsiteX2" fmla="*/ 36960 w 50584"/>
                <a:gd name="connsiteY2" fmla="*/ 48289 h 51435"/>
                <a:gd name="connsiteX3" fmla="*/ 2952 w 50584"/>
                <a:gd name="connsiteY3" fmla="*/ 37594 h 51435"/>
                <a:gd name="connsiteX4" fmla="*/ 13465 w 50584"/>
                <a:gd name="connsiteY4" fmla="*/ 2976 h 5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84" h="51435">
                  <a:moveTo>
                    <a:pt x="13465" y="2976"/>
                  </a:moveTo>
                  <a:cubicBezTo>
                    <a:pt x="25883" y="-3774"/>
                    <a:pt x="41123" y="1011"/>
                    <a:pt x="47472" y="13672"/>
                  </a:cubicBezTo>
                  <a:cubicBezTo>
                    <a:pt x="54176" y="26339"/>
                    <a:pt x="49448" y="41812"/>
                    <a:pt x="36960" y="48289"/>
                  </a:cubicBezTo>
                  <a:cubicBezTo>
                    <a:pt x="24542" y="55039"/>
                    <a:pt x="9302" y="50255"/>
                    <a:pt x="2952" y="37594"/>
                  </a:cubicBezTo>
                  <a:cubicBezTo>
                    <a:pt x="-3681" y="24926"/>
                    <a:pt x="976" y="9454"/>
                    <a:pt x="13465" y="2976"/>
                  </a:cubicBezTo>
                  <a:close/>
                </a:path>
              </a:pathLst>
            </a:custGeom>
            <a:solidFill>
              <a:srgbClr val="5B8599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4" name="자유형: 도형 1463">
              <a:extLst>
                <a:ext uri="{FF2B5EF4-FFF2-40B4-BE49-F238E27FC236}">
                  <a16:creationId xmlns:a16="http://schemas.microsoft.com/office/drawing/2014/main" id="{22491CBA-CAD7-3A6C-39B5-5EC9651AD767}"/>
                </a:ext>
              </a:extLst>
            </p:cNvPr>
            <p:cNvSpPr/>
            <p:nvPr/>
          </p:nvSpPr>
          <p:spPr>
            <a:xfrm>
              <a:off x="10191817" y="2829751"/>
              <a:ext cx="52372" cy="53360"/>
            </a:xfrm>
            <a:custGeom>
              <a:avLst/>
              <a:gdLst>
                <a:gd name="connsiteX0" fmla="*/ 13850 w 52372"/>
                <a:gd name="connsiteY0" fmla="*/ 3095 h 53360"/>
                <a:gd name="connsiteX1" fmla="*/ 49268 w 52372"/>
                <a:gd name="connsiteY1" fmla="*/ 14069 h 53360"/>
                <a:gd name="connsiteX2" fmla="*/ 38474 w 52372"/>
                <a:gd name="connsiteY2" fmla="*/ 50093 h 53360"/>
                <a:gd name="connsiteX3" fmla="*/ 3055 w 52372"/>
                <a:gd name="connsiteY3" fmla="*/ 39118 h 53360"/>
                <a:gd name="connsiteX4" fmla="*/ 13850 w 52372"/>
                <a:gd name="connsiteY4" fmla="*/ 3095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72" h="53360">
                  <a:moveTo>
                    <a:pt x="13850" y="3095"/>
                  </a:moveTo>
                  <a:cubicBezTo>
                    <a:pt x="26620" y="-3942"/>
                    <a:pt x="42636" y="1129"/>
                    <a:pt x="49268" y="14069"/>
                  </a:cubicBezTo>
                  <a:cubicBezTo>
                    <a:pt x="55971" y="27017"/>
                    <a:pt x="51244" y="43343"/>
                    <a:pt x="38474" y="50093"/>
                  </a:cubicBezTo>
                  <a:cubicBezTo>
                    <a:pt x="25773" y="57130"/>
                    <a:pt x="9686" y="52066"/>
                    <a:pt x="3055" y="39118"/>
                  </a:cubicBezTo>
                  <a:cubicBezTo>
                    <a:pt x="-3860" y="26171"/>
                    <a:pt x="1149" y="9852"/>
                    <a:pt x="13850" y="3095"/>
                  </a:cubicBezTo>
                  <a:close/>
                </a:path>
              </a:pathLst>
            </a:custGeom>
            <a:solidFill>
              <a:srgbClr val="5B8599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5" name="자유형: 도형 1464">
              <a:extLst>
                <a:ext uri="{FF2B5EF4-FFF2-40B4-BE49-F238E27FC236}">
                  <a16:creationId xmlns:a16="http://schemas.microsoft.com/office/drawing/2014/main" id="{D8A0E79A-3195-19C0-D4A4-5F3C28FA9079}"/>
                </a:ext>
              </a:extLst>
            </p:cNvPr>
            <p:cNvSpPr/>
            <p:nvPr/>
          </p:nvSpPr>
          <p:spPr>
            <a:xfrm>
              <a:off x="10264647" y="2703128"/>
              <a:ext cx="54396" cy="55297"/>
            </a:xfrm>
            <a:custGeom>
              <a:avLst/>
              <a:gdLst>
                <a:gd name="connsiteX0" fmla="*/ 14398 w 54396"/>
                <a:gd name="connsiteY0" fmla="*/ 3075 h 55297"/>
                <a:gd name="connsiteX1" fmla="*/ 51229 w 54396"/>
                <a:gd name="connsiteY1" fmla="*/ 14617 h 55297"/>
                <a:gd name="connsiteX2" fmla="*/ 39869 w 54396"/>
                <a:gd name="connsiteY2" fmla="*/ 52046 h 55297"/>
                <a:gd name="connsiteX3" fmla="*/ 3038 w 54396"/>
                <a:gd name="connsiteY3" fmla="*/ 40505 h 55297"/>
                <a:gd name="connsiteX4" fmla="*/ 14398 w 54396"/>
                <a:gd name="connsiteY4" fmla="*/ 3075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7">
                  <a:moveTo>
                    <a:pt x="14398" y="3075"/>
                  </a:moveTo>
                  <a:cubicBezTo>
                    <a:pt x="27662" y="-3955"/>
                    <a:pt x="44314" y="1109"/>
                    <a:pt x="51229" y="14617"/>
                  </a:cubicBezTo>
                  <a:cubicBezTo>
                    <a:pt x="58143" y="28124"/>
                    <a:pt x="53134" y="45009"/>
                    <a:pt x="39869" y="52046"/>
                  </a:cubicBezTo>
                  <a:cubicBezTo>
                    <a:pt x="26605" y="59083"/>
                    <a:pt x="9953" y="54019"/>
                    <a:pt x="3038" y="40505"/>
                  </a:cubicBezTo>
                  <a:cubicBezTo>
                    <a:pt x="-3876" y="26998"/>
                    <a:pt x="1133" y="10112"/>
                    <a:pt x="14398" y="3075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6" name="자유형: 도형 1465">
              <a:extLst>
                <a:ext uri="{FF2B5EF4-FFF2-40B4-BE49-F238E27FC236}">
                  <a16:creationId xmlns:a16="http://schemas.microsoft.com/office/drawing/2014/main" id="{6279081A-8DC5-20A5-E833-1885688F0F65}"/>
                </a:ext>
              </a:extLst>
            </p:cNvPr>
            <p:cNvSpPr/>
            <p:nvPr/>
          </p:nvSpPr>
          <p:spPr>
            <a:xfrm>
              <a:off x="10281000" y="2594780"/>
              <a:ext cx="54354" cy="55418"/>
            </a:xfrm>
            <a:custGeom>
              <a:avLst/>
              <a:gdLst>
                <a:gd name="connsiteX0" fmla="*/ 14343 w 54354"/>
                <a:gd name="connsiteY0" fmla="*/ 3080 h 55418"/>
                <a:gd name="connsiteX1" fmla="*/ 51173 w 54354"/>
                <a:gd name="connsiteY1" fmla="*/ 14614 h 55418"/>
                <a:gd name="connsiteX2" fmla="*/ 39813 w 54354"/>
                <a:gd name="connsiteY2" fmla="*/ 52043 h 55418"/>
                <a:gd name="connsiteX3" fmla="*/ 3054 w 54354"/>
                <a:gd name="connsiteY3" fmla="*/ 40509 h 55418"/>
                <a:gd name="connsiteX4" fmla="*/ 14343 w 54354"/>
                <a:gd name="connsiteY4" fmla="*/ 3080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54" h="55418">
                  <a:moveTo>
                    <a:pt x="14343" y="3080"/>
                  </a:moveTo>
                  <a:cubicBezTo>
                    <a:pt x="27678" y="-3958"/>
                    <a:pt x="44259" y="1107"/>
                    <a:pt x="51173" y="14614"/>
                  </a:cubicBezTo>
                  <a:cubicBezTo>
                    <a:pt x="58087" y="28128"/>
                    <a:pt x="53149" y="45006"/>
                    <a:pt x="39813" y="52043"/>
                  </a:cubicBezTo>
                  <a:cubicBezTo>
                    <a:pt x="26549" y="59360"/>
                    <a:pt x="9968" y="54016"/>
                    <a:pt x="3054" y="40509"/>
                  </a:cubicBezTo>
                  <a:cubicBezTo>
                    <a:pt x="-3860" y="27002"/>
                    <a:pt x="1078" y="10116"/>
                    <a:pt x="14343" y="3080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7" name="자유형: 도형 1466">
              <a:extLst>
                <a:ext uri="{FF2B5EF4-FFF2-40B4-BE49-F238E27FC236}">
                  <a16:creationId xmlns:a16="http://schemas.microsoft.com/office/drawing/2014/main" id="{380ECFAE-25ED-21A8-8F2D-B49245584CCF}"/>
                </a:ext>
              </a:extLst>
            </p:cNvPr>
            <p:cNvSpPr/>
            <p:nvPr/>
          </p:nvSpPr>
          <p:spPr>
            <a:xfrm>
              <a:off x="10387549" y="1944684"/>
              <a:ext cx="57724" cy="58685"/>
            </a:xfrm>
            <a:custGeom>
              <a:avLst/>
              <a:gdLst>
                <a:gd name="connsiteX0" fmla="*/ 15251 w 57724"/>
                <a:gd name="connsiteY0" fmla="*/ 3364 h 58685"/>
                <a:gd name="connsiteX1" fmla="*/ 54268 w 57724"/>
                <a:gd name="connsiteY1" fmla="*/ 15465 h 58685"/>
                <a:gd name="connsiteX2" fmla="*/ 42344 w 57724"/>
                <a:gd name="connsiteY2" fmla="*/ 55147 h 58685"/>
                <a:gd name="connsiteX3" fmla="*/ 3327 w 57724"/>
                <a:gd name="connsiteY3" fmla="*/ 43046 h 58685"/>
                <a:gd name="connsiteX4" fmla="*/ 15251 w 57724"/>
                <a:gd name="connsiteY4" fmla="*/ 3364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5">
                  <a:moveTo>
                    <a:pt x="15251" y="3364"/>
                  </a:moveTo>
                  <a:cubicBezTo>
                    <a:pt x="29362" y="-4233"/>
                    <a:pt x="46789" y="1111"/>
                    <a:pt x="54268" y="15465"/>
                  </a:cubicBezTo>
                  <a:cubicBezTo>
                    <a:pt x="61747" y="29818"/>
                    <a:pt x="56455" y="47550"/>
                    <a:pt x="42344" y="55147"/>
                  </a:cubicBezTo>
                  <a:cubicBezTo>
                    <a:pt x="28233" y="62743"/>
                    <a:pt x="10806" y="57399"/>
                    <a:pt x="3327" y="43046"/>
                  </a:cubicBezTo>
                  <a:cubicBezTo>
                    <a:pt x="-4152" y="28692"/>
                    <a:pt x="1140" y="10960"/>
                    <a:pt x="15251" y="3364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68" name="자유형: 도형 1467">
              <a:extLst>
                <a:ext uri="{FF2B5EF4-FFF2-40B4-BE49-F238E27FC236}">
                  <a16:creationId xmlns:a16="http://schemas.microsoft.com/office/drawing/2014/main" id="{87A61690-91CD-3FB1-AA72-63F8B13017C5}"/>
                </a:ext>
              </a:extLst>
            </p:cNvPr>
            <p:cNvSpPr/>
            <p:nvPr/>
          </p:nvSpPr>
          <p:spPr>
            <a:xfrm>
              <a:off x="10315590" y="1874055"/>
              <a:ext cx="58554" cy="59511"/>
            </a:xfrm>
            <a:custGeom>
              <a:avLst/>
              <a:gdLst>
                <a:gd name="connsiteX0" fmla="*/ 15524 w 58554"/>
                <a:gd name="connsiteY0" fmla="*/ 3359 h 59511"/>
                <a:gd name="connsiteX1" fmla="*/ 55107 w 58554"/>
                <a:gd name="connsiteY1" fmla="*/ 15739 h 59511"/>
                <a:gd name="connsiteX2" fmla="*/ 42900 w 58554"/>
                <a:gd name="connsiteY2" fmla="*/ 55981 h 59511"/>
                <a:gd name="connsiteX3" fmla="*/ 3318 w 58554"/>
                <a:gd name="connsiteY3" fmla="*/ 43600 h 59511"/>
                <a:gd name="connsiteX4" fmla="*/ 15524 w 58554"/>
                <a:gd name="connsiteY4" fmla="*/ 3359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4" y="3359"/>
                  </a:moveTo>
                  <a:cubicBezTo>
                    <a:pt x="29918" y="-4245"/>
                    <a:pt x="47628" y="1106"/>
                    <a:pt x="55107" y="15739"/>
                  </a:cubicBezTo>
                  <a:cubicBezTo>
                    <a:pt x="62586" y="30373"/>
                    <a:pt x="57294" y="48384"/>
                    <a:pt x="42900" y="55981"/>
                  </a:cubicBezTo>
                  <a:cubicBezTo>
                    <a:pt x="28507" y="63577"/>
                    <a:pt x="10798" y="58233"/>
                    <a:pt x="3318" y="43600"/>
                  </a:cubicBezTo>
                  <a:cubicBezTo>
                    <a:pt x="-4160" y="28967"/>
                    <a:pt x="1132" y="10955"/>
                    <a:pt x="15524" y="3359"/>
                  </a:cubicBezTo>
                  <a:close/>
                </a:path>
              </a:pathLst>
            </a:custGeom>
            <a:solidFill>
              <a:srgbClr val="5B8599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7" name="자유형: 도형 1476">
              <a:extLst>
                <a:ext uri="{FF2B5EF4-FFF2-40B4-BE49-F238E27FC236}">
                  <a16:creationId xmlns:a16="http://schemas.microsoft.com/office/drawing/2014/main" id="{F0D365BF-959C-5CE0-4FC8-73571B704E8B}"/>
                </a:ext>
              </a:extLst>
            </p:cNvPr>
            <p:cNvSpPr/>
            <p:nvPr/>
          </p:nvSpPr>
          <p:spPr>
            <a:xfrm>
              <a:off x="10014401" y="2533138"/>
              <a:ext cx="49426" cy="50251"/>
            </a:xfrm>
            <a:custGeom>
              <a:avLst/>
              <a:gdLst>
                <a:gd name="connsiteX0" fmla="*/ 13042 w 49426"/>
                <a:gd name="connsiteY0" fmla="*/ 2810 h 50251"/>
                <a:gd name="connsiteX1" fmla="*/ 46485 w 49426"/>
                <a:gd name="connsiteY1" fmla="*/ 13218 h 50251"/>
                <a:gd name="connsiteX2" fmla="*/ 36254 w 49426"/>
                <a:gd name="connsiteY2" fmla="*/ 47269 h 50251"/>
                <a:gd name="connsiteX3" fmla="*/ 2811 w 49426"/>
                <a:gd name="connsiteY3" fmla="*/ 36861 h 50251"/>
                <a:gd name="connsiteX4" fmla="*/ 13042 w 49426"/>
                <a:gd name="connsiteY4" fmla="*/ 2810 h 5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6" h="50251">
                  <a:moveTo>
                    <a:pt x="13042" y="2810"/>
                  </a:moveTo>
                  <a:cubicBezTo>
                    <a:pt x="25177" y="-3668"/>
                    <a:pt x="40135" y="1117"/>
                    <a:pt x="46485" y="13218"/>
                  </a:cubicBezTo>
                  <a:cubicBezTo>
                    <a:pt x="52906" y="25599"/>
                    <a:pt x="48179" y="40799"/>
                    <a:pt x="36254" y="47269"/>
                  </a:cubicBezTo>
                  <a:cubicBezTo>
                    <a:pt x="24119" y="53746"/>
                    <a:pt x="9161" y="48962"/>
                    <a:pt x="2811" y="36861"/>
                  </a:cubicBezTo>
                  <a:cubicBezTo>
                    <a:pt x="-3609" y="24473"/>
                    <a:pt x="1118" y="9280"/>
                    <a:pt x="13042" y="2810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8" name="자유형: 도형 1477">
              <a:extLst>
                <a:ext uri="{FF2B5EF4-FFF2-40B4-BE49-F238E27FC236}">
                  <a16:creationId xmlns:a16="http://schemas.microsoft.com/office/drawing/2014/main" id="{DD779F40-C140-BDC1-BF40-1B11FD66FF58}"/>
                </a:ext>
              </a:extLst>
            </p:cNvPr>
            <p:cNvSpPr/>
            <p:nvPr/>
          </p:nvSpPr>
          <p:spPr>
            <a:xfrm>
              <a:off x="10317602" y="2407460"/>
              <a:ext cx="51709" cy="52547"/>
            </a:xfrm>
            <a:custGeom>
              <a:avLst/>
              <a:gdLst>
                <a:gd name="connsiteX0" fmla="*/ 13725 w 51709"/>
                <a:gd name="connsiteY0" fmla="*/ 2971 h 52547"/>
                <a:gd name="connsiteX1" fmla="*/ 48650 w 51709"/>
                <a:gd name="connsiteY1" fmla="*/ 13946 h 52547"/>
                <a:gd name="connsiteX2" fmla="*/ 37855 w 51709"/>
                <a:gd name="connsiteY2" fmla="*/ 49403 h 52547"/>
                <a:gd name="connsiteX3" fmla="*/ 2929 w 51709"/>
                <a:gd name="connsiteY3" fmla="*/ 38428 h 52547"/>
                <a:gd name="connsiteX4" fmla="*/ 13725 w 51709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1"/>
                  </a:moveTo>
                  <a:cubicBezTo>
                    <a:pt x="26213" y="-3786"/>
                    <a:pt x="42018" y="999"/>
                    <a:pt x="48650" y="13946"/>
                  </a:cubicBezTo>
                  <a:cubicBezTo>
                    <a:pt x="55282" y="26607"/>
                    <a:pt x="50555" y="42653"/>
                    <a:pt x="37855" y="49403"/>
                  </a:cubicBezTo>
                  <a:cubicBezTo>
                    <a:pt x="25084" y="56160"/>
                    <a:pt x="9633" y="51376"/>
                    <a:pt x="2929" y="38428"/>
                  </a:cubicBezTo>
                  <a:cubicBezTo>
                    <a:pt x="-3702" y="25768"/>
                    <a:pt x="1025" y="9721"/>
                    <a:pt x="13725" y="2971"/>
                  </a:cubicBezTo>
                  <a:close/>
                </a:path>
              </a:pathLst>
            </a:custGeom>
            <a:solidFill>
              <a:srgbClr val="5B8599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79" name="자유형: 도형 1478">
              <a:extLst>
                <a:ext uri="{FF2B5EF4-FFF2-40B4-BE49-F238E27FC236}">
                  <a16:creationId xmlns:a16="http://schemas.microsoft.com/office/drawing/2014/main" id="{2299BB6E-2238-83B2-4D55-D73513781996}"/>
                </a:ext>
              </a:extLst>
            </p:cNvPr>
            <p:cNvSpPr/>
            <p:nvPr/>
          </p:nvSpPr>
          <p:spPr>
            <a:xfrm>
              <a:off x="10349448" y="2412524"/>
              <a:ext cx="51683" cy="52547"/>
            </a:xfrm>
            <a:custGeom>
              <a:avLst/>
              <a:gdLst>
                <a:gd name="connsiteX0" fmla="*/ 13770 w 51683"/>
                <a:gd name="connsiteY0" fmla="*/ 2971 h 52547"/>
                <a:gd name="connsiteX1" fmla="*/ 48624 w 51683"/>
                <a:gd name="connsiteY1" fmla="*/ 13946 h 52547"/>
                <a:gd name="connsiteX2" fmla="*/ 37830 w 51683"/>
                <a:gd name="connsiteY2" fmla="*/ 49403 h 52547"/>
                <a:gd name="connsiteX3" fmla="*/ 2975 w 51683"/>
                <a:gd name="connsiteY3" fmla="*/ 38428 h 52547"/>
                <a:gd name="connsiteX4" fmla="*/ 13770 w 51683"/>
                <a:gd name="connsiteY4" fmla="*/ 2971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70" y="2971"/>
                  </a:moveTo>
                  <a:cubicBezTo>
                    <a:pt x="26188" y="-3786"/>
                    <a:pt x="41992" y="999"/>
                    <a:pt x="48624" y="13946"/>
                  </a:cubicBezTo>
                  <a:cubicBezTo>
                    <a:pt x="55257" y="26607"/>
                    <a:pt x="50529" y="42653"/>
                    <a:pt x="37830" y="49403"/>
                  </a:cubicBezTo>
                  <a:cubicBezTo>
                    <a:pt x="25341" y="56160"/>
                    <a:pt x="9607" y="51376"/>
                    <a:pt x="2975" y="38428"/>
                  </a:cubicBezTo>
                  <a:cubicBezTo>
                    <a:pt x="-3728" y="25768"/>
                    <a:pt x="999" y="9721"/>
                    <a:pt x="13770" y="2971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0" name="자유형: 도형 1479">
              <a:extLst>
                <a:ext uri="{FF2B5EF4-FFF2-40B4-BE49-F238E27FC236}">
                  <a16:creationId xmlns:a16="http://schemas.microsoft.com/office/drawing/2014/main" id="{B25A0D6B-9DB7-B6CD-01C2-7F8D4362A548}"/>
                </a:ext>
              </a:extLst>
            </p:cNvPr>
            <p:cNvSpPr/>
            <p:nvPr/>
          </p:nvSpPr>
          <p:spPr>
            <a:xfrm>
              <a:off x="10533443" y="1895995"/>
              <a:ext cx="53579" cy="54466"/>
            </a:xfrm>
            <a:custGeom>
              <a:avLst/>
              <a:gdLst>
                <a:gd name="connsiteX0" fmla="*/ 14137 w 53579"/>
                <a:gd name="connsiteY0" fmla="*/ 3081 h 54466"/>
                <a:gd name="connsiteX1" fmla="*/ 50403 w 53579"/>
                <a:gd name="connsiteY1" fmla="*/ 14343 h 54466"/>
                <a:gd name="connsiteX2" fmla="*/ 39326 w 53579"/>
                <a:gd name="connsiteY2" fmla="*/ 51206 h 54466"/>
                <a:gd name="connsiteX3" fmla="*/ 3061 w 53579"/>
                <a:gd name="connsiteY3" fmla="*/ 39951 h 54466"/>
                <a:gd name="connsiteX4" fmla="*/ 14137 w 53579"/>
                <a:gd name="connsiteY4" fmla="*/ 3081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37" y="3081"/>
                  </a:moveTo>
                  <a:cubicBezTo>
                    <a:pt x="27120" y="-3949"/>
                    <a:pt x="43418" y="1116"/>
                    <a:pt x="50403" y="14343"/>
                  </a:cubicBezTo>
                  <a:cubicBezTo>
                    <a:pt x="57318" y="27570"/>
                    <a:pt x="52308" y="44169"/>
                    <a:pt x="39326" y="51206"/>
                  </a:cubicBezTo>
                  <a:cubicBezTo>
                    <a:pt x="26273" y="58243"/>
                    <a:pt x="9975" y="53178"/>
                    <a:pt x="3061" y="39951"/>
                  </a:cubicBezTo>
                  <a:cubicBezTo>
                    <a:pt x="-3855" y="26724"/>
                    <a:pt x="1085" y="10118"/>
                    <a:pt x="14137" y="3081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1" name="자유형: 도형 1480">
              <a:extLst>
                <a:ext uri="{FF2B5EF4-FFF2-40B4-BE49-F238E27FC236}">
                  <a16:creationId xmlns:a16="http://schemas.microsoft.com/office/drawing/2014/main" id="{2A769B0E-1DCC-9DB8-B9C0-775495B2D48D}"/>
                </a:ext>
              </a:extLst>
            </p:cNvPr>
            <p:cNvSpPr/>
            <p:nvPr/>
          </p:nvSpPr>
          <p:spPr>
            <a:xfrm>
              <a:off x="10546330" y="1343732"/>
              <a:ext cx="55703" cy="56655"/>
            </a:xfrm>
            <a:custGeom>
              <a:avLst/>
              <a:gdLst>
                <a:gd name="connsiteX0" fmla="*/ 14797 w 55703"/>
                <a:gd name="connsiteY0" fmla="*/ 3195 h 56655"/>
                <a:gd name="connsiteX1" fmla="*/ 52403 w 55703"/>
                <a:gd name="connsiteY1" fmla="*/ 15010 h 56655"/>
                <a:gd name="connsiteX2" fmla="*/ 40832 w 55703"/>
                <a:gd name="connsiteY2" fmla="*/ 53286 h 56655"/>
                <a:gd name="connsiteX3" fmla="*/ 3155 w 55703"/>
                <a:gd name="connsiteY3" fmla="*/ 41464 h 56655"/>
                <a:gd name="connsiteX4" fmla="*/ 14797 w 55703"/>
                <a:gd name="connsiteY4" fmla="*/ 3195 h 56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5">
                  <a:moveTo>
                    <a:pt x="14797" y="3195"/>
                  </a:moveTo>
                  <a:cubicBezTo>
                    <a:pt x="28343" y="-4128"/>
                    <a:pt x="45206" y="1223"/>
                    <a:pt x="52403" y="15010"/>
                  </a:cubicBezTo>
                  <a:cubicBezTo>
                    <a:pt x="59600" y="28804"/>
                    <a:pt x="54379" y="45969"/>
                    <a:pt x="40832" y="53286"/>
                  </a:cubicBezTo>
                  <a:cubicBezTo>
                    <a:pt x="27215" y="60602"/>
                    <a:pt x="10352" y="55258"/>
                    <a:pt x="3155" y="41464"/>
                  </a:cubicBezTo>
                  <a:cubicBezTo>
                    <a:pt x="-4042" y="27677"/>
                    <a:pt x="1250" y="10512"/>
                    <a:pt x="14797" y="3195"/>
                  </a:cubicBezTo>
                  <a:close/>
                </a:path>
              </a:pathLst>
            </a:custGeom>
            <a:solidFill>
              <a:srgbClr val="5B8599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2" name="자유형: 도형 1481">
              <a:extLst>
                <a:ext uri="{FF2B5EF4-FFF2-40B4-BE49-F238E27FC236}">
                  <a16:creationId xmlns:a16="http://schemas.microsoft.com/office/drawing/2014/main" id="{27CA4D87-4815-6377-CCF1-202351822BD6}"/>
                </a:ext>
              </a:extLst>
            </p:cNvPr>
            <p:cNvSpPr/>
            <p:nvPr/>
          </p:nvSpPr>
          <p:spPr>
            <a:xfrm>
              <a:off x="10502978" y="1080149"/>
              <a:ext cx="57724" cy="58684"/>
            </a:xfrm>
            <a:custGeom>
              <a:avLst/>
              <a:gdLst>
                <a:gd name="connsiteX0" fmla="*/ 15251 w 57724"/>
                <a:gd name="connsiteY0" fmla="*/ 3365 h 58684"/>
                <a:gd name="connsiteX1" fmla="*/ 54268 w 57724"/>
                <a:gd name="connsiteY1" fmla="*/ 15466 h 58684"/>
                <a:gd name="connsiteX2" fmla="*/ 42345 w 57724"/>
                <a:gd name="connsiteY2" fmla="*/ 55141 h 58684"/>
                <a:gd name="connsiteX3" fmla="*/ 3327 w 57724"/>
                <a:gd name="connsiteY3" fmla="*/ 43040 h 58684"/>
                <a:gd name="connsiteX4" fmla="*/ 15251 w 57724"/>
                <a:gd name="connsiteY4" fmla="*/ 3365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4" h="58684">
                  <a:moveTo>
                    <a:pt x="15251" y="3365"/>
                  </a:moveTo>
                  <a:cubicBezTo>
                    <a:pt x="29362" y="-4239"/>
                    <a:pt x="46789" y="1112"/>
                    <a:pt x="54268" y="15466"/>
                  </a:cubicBezTo>
                  <a:cubicBezTo>
                    <a:pt x="61748" y="29812"/>
                    <a:pt x="56456" y="47544"/>
                    <a:pt x="42345" y="55141"/>
                  </a:cubicBezTo>
                  <a:cubicBezTo>
                    <a:pt x="28234" y="62744"/>
                    <a:pt x="10806" y="57393"/>
                    <a:pt x="3327" y="43040"/>
                  </a:cubicBezTo>
                  <a:cubicBezTo>
                    <a:pt x="-4152" y="28693"/>
                    <a:pt x="1140" y="10961"/>
                    <a:pt x="15251" y="3365"/>
                  </a:cubicBezTo>
                  <a:close/>
                </a:path>
              </a:pathLst>
            </a:custGeom>
            <a:solidFill>
              <a:srgbClr val="5B8599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83" name="자유형: 도형 1482">
              <a:extLst>
                <a:ext uri="{FF2B5EF4-FFF2-40B4-BE49-F238E27FC236}">
                  <a16:creationId xmlns:a16="http://schemas.microsoft.com/office/drawing/2014/main" id="{7641AC43-8362-9B44-42B4-178A36DD23F8}"/>
                </a:ext>
              </a:extLst>
            </p:cNvPr>
            <p:cNvSpPr/>
            <p:nvPr/>
          </p:nvSpPr>
          <p:spPr>
            <a:xfrm>
              <a:off x="10719615" y="803117"/>
              <a:ext cx="59864" cy="60872"/>
            </a:xfrm>
            <a:custGeom>
              <a:avLst/>
              <a:gdLst>
                <a:gd name="connsiteX0" fmla="*/ 15855 w 59864"/>
                <a:gd name="connsiteY0" fmla="*/ 3468 h 60872"/>
                <a:gd name="connsiteX1" fmla="*/ 56284 w 59864"/>
                <a:gd name="connsiteY1" fmla="*/ 16136 h 60872"/>
                <a:gd name="connsiteX2" fmla="*/ 43866 w 59864"/>
                <a:gd name="connsiteY2" fmla="*/ 57224 h 60872"/>
                <a:gd name="connsiteX3" fmla="*/ 3437 w 59864"/>
                <a:gd name="connsiteY3" fmla="*/ 44556 h 60872"/>
                <a:gd name="connsiteX4" fmla="*/ 15855 w 59864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4" h="60872">
                  <a:moveTo>
                    <a:pt x="15855" y="3468"/>
                  </a:moveTo>
                  <a:cubicBezTo>
                    <a:pt x="30531" y="-4408"/>
                    <a:pt x="48523" y="1216"/>
                    <a:pt x="56284" y="16136"/>
                  </a:cubicBezTo>
                  <a:cubicBezTo>
                    <a:pt x="64045" y="31049"/>
                    <a:pt x="58542" y="49341"/>
                    <a:pt x="43866" y="57224"/>
                  </a:cubicBezTo>
                  <a:cubicBezTo>
                    <a:pt x="29190" y="65100"/>
                    <a:pt x="11198" y="59476"/>
                    <a:pt x="3437" y="44556"/>
                  </a:cubicBezTo>
                  <a:cubicBezTo>
                    <a:pt x="-4324" y="29643"/>
                    <a:pt x="1250" y="11352"/>
                    <a:pt x="15855" y="3468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0" name="자유형: 도형 1489">
              <a:extLst>
                <a:ext uri="{FF2B5EF4-FFF2-40B4-BE49-F238E27FC236}">
                  <a16:creationId xmlns:a16="http://schemas.microsoft.com/office/drawing/2014/main" id="{0A914B26-5DEC-0E7C-55A3-45FF34F6E0AA}"/>
                </a:ext>
              </a:extLst>
            </p:cNvPr>
            <p:cNvSpPr/>
            <p:nvPr/>
          </p:nvSpPr>
          <p:spPr>
            <a:xfrm>
              <a:off x="10538786" y="1947605"/>
              <a:ext cx="50596" cy="51436"/>
            </a:xfrm>
            <a:custGeom>
              <a:avLst/>
              <a:gdLst>
                <a:gd name="connsiteX0" fmla="*/ 13451 w 50596"/>
                <a:gd name="connsiteY0" fmla="*/ 2975 h 51436"/>
                <a:gd name="connsiteX1" fmla="*/ 47529 w 50596"/>
                <a:gd name="connsiteY1" fmla="*/ 13670 h 51436"/>
                <a:gd name="connsiteX2" fmla="*/ 37016 w 50596"/>
                <a:gd name="connsiteY2" fmla="*/ 48288 h 51436"/>
                <a:gd name="connsiteX3" fmla="*/ 2938 w 50596"/>
                <a:gd name="connsiteY3" fmla="*/ 37593 h 51436"/>
                <a:gd name="connsiteX4" fmla="*/ 13451 w 50596"/>
                <a:gd name="connsiteY4" fmla="*/ 2975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6">
                  <a:moveTo>
                    <a:pt x="13451" y="2975"/>
                  </a:moveTo>
                  <a:cubicBezTo>
                    <a:pt x="25939" y="-3775"/>
                    <a:pt x="41179" y="1002"/>
                    <a:pt x="47529" y="13670"/>
                  </a:cubicBezTo>
                  <a:cubicBezTo>
                    <a:pt x="54162" y="26331"/>
                    <a:pt x="49434" y="41811"/>
                    <a:pt x="37016" y="48288"/>
                  </a:cubicBezTo>
                  <a:cubicBezTo>
                    <a:pt x="24528" y="55038"/>
                    <a:pt x="9287" y="50253"/>
                    <a:pt x="2938" y="37593"/>
                  </a:cubicBezTo>
                  <a:cubicBezTo>
                    <a:pt x="-3695" y="24925"/>
                    <a:pt x="1033" y="9445"/>
                    <a:pt x="13451" y="2975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1" name="자유형: 도형 1490">
              <a:extLst>
                <a:ext uri="{FF2B5EF4-FFF2-40B4-BE49-F238E27FC236}">
                  <a16:creationId xmlns:a16="http://schemas.microsoft.com/office/drawing/2014/main" id="{A9B5CB26-16E0-9EAB-1123-8C21F06B301D}"/>
                </a:ext>
              </a:extLst>
            </p:cNvPr>
            <p:cNvSpPr/>
            <p:nvPr/>
          </p:nvSpPr>
          <p:spPr>
            <a:xfrm>
              <a:off x="10550414" y="2096194"/>
              <a:ext cx="50610" cy="51440"/>
            </a:xfrm>
            <a:custGeom>
              <a:avLst/>
              <a:gdLst>
                <a:gd name="connsiteX0" fmla="*/ 13464 w 50610"/>
                <a:gd name="connsiteY0" fmla="*/ 2979 h 51440"/>
                <a:gd name="connsiteX1" fmla="*/ 47543 w 50610"/>
                <a:gd name="connsiteY1" fmla="*/ 13674 h 51440"/>
                <a:gd name="connsiteX2" fmla="*/ 37030 w 50610"/>
                <a:gd name="connsiteY2" fmla="*/ 48292 h 51440"/>
                <a:gd name="connsiteX3" fmla="*/ 2951 w 50610"/>
                <a:gd name="connsiteY3" fmla="*/ 37596 h 51440"/>
                <a:gd name="connsiteX4" fmla="*/ 13464 w 50610"/>
                <a:gd name="connsiteY4" fmla="*/ 2979 h 5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40">
                  <a:moveTo>
                    <a:pt x="13464" y="2979"/>
                  </a:moveTo>
                  <a:cubicBezTo>
                    <a:pt x="25953" y="-3778"/>
                    <a:pt x="41122" y="1006"/>
                    <a:pt x="47543" y="13674"/>
                  </a:cubicBezTo>
                  <a:cubicBezTo>
                    <a:pt x="54175" y="26335"/>
                    <a:pt x="49448" y="41814"/>
                    <a:pt x="37030" y="48292"/>
                  </a:cubicBezTo>
                  <a:cubicBezTo>
                    <a:pt x="24542" y="55042"/>
                    <a:pt x="9302" y="50257"/>
                    <a:pt x="2951" y="37596"/>
                  </a:cubicBezTo>
                  <a:cubicBezTo>
                    <a:pt x="-3680" y="24928"/>
                    <a:pt x="977" y="9449"/>
                    <a:pt x="13464" y="2979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2" name="자유형: 도형 1491">
              <a:extLst>
                <a:ext uri="{FF2B5EF4-FFF2-40B4-BE49-F238E27FC236}">
                  <a16:creationId xmlns:a16="http://schemas.microsoft.com/office/drawing/2014/main" id="{F328E38E-68A3-49F5-DC8F-8E820C16B531}"/>
                </a:ext>
              </a:extLst>
            </p:cNvPr>
            <p:cNvSpPr/>
            <p:nvPr/>
          </p:nvSpPr>
          <p:spPr>
            <a:xfrm>
              <a:off x="10909582" y="1648050"/>
              <a:ext cx="52398" cy="53360"/>
            </a:xfrm>
            <a:custGeom>
              <a:avLst/>
              <a:gdLst>
                <a:gd name="connsiteX0" fmla="*/ 13850 w 52398"/>
                <a:gd name="connsiteY0" fmla="*/ 3092 h 53360"/>
                <a:gd name="connsiteX1" fmla="*/ 49340 w 52398"/>
                <a:gd name="connsiteY1" fmla="*/ 14067 h 53360"/>
                <a:gd name="connsiteX2" fmla="*/ 38544 w 52398"/>
                <a:gd name="connsiteY2" fmla="*/ 50091 h 53360"/>
                <a:gd name="connsiteX3" fmla="*/ 3055 w 52398"/>
                <a:gd name="connsiteY3" fmla="*/ 39116 h 53360"/>
                <a:gd name="connsiteX4" fmla="*/ 13850 w 52398"/>
                <a:gd name="connsiteY4" fmla="*/ 3092 h 5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60">
                  <a:moveTo>
                    <a:pt x="13850" y="3092"/>
                  </a:moveTo>
                  <a:cubicBezTo>
                    <a:pt x="26620" y="-3945"/>
                    <a:pt x="42636" y="1126"/>
                    <a:pt x="49340" y="14067"/>
                  </a:cubicBezTo>
                  <a:cubicBezTo>
                    <a:pt x="55971" y="27014"/>
                    <a:pt x="51244" y="43341"/>
                    <a:pt x="38544" y="50091"/>
                  </a:cubicBezTo>
                  <a:cubicBezTo>
                    <a:pt x="25773" y="57127"/>
                    <a:pt x="9757" y="52063"/>
                    <a:pt x="3055" y="39116"/>
                  </a:cubicBezTo>
                  <a:cubicBezTo>
                    <a:pt x="-3860" y="26168"/>
                    <a:pt x="1149" y="9849"/>
                    <a:pt x="13850" y="3092"/>
                  </a:cubicBezTo>
                  <a:close/>
                </a:path>
              </a:pathLst>
            </a:custGeom>
            <a:solidFill>
              <a:srgbClr val="5B8599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3" name="자유형: 도형 1492">
              <a:extLst>
                <a:ext uri="{FF2B5EF4-FFF2-40B4-BE49-F238E27FC236}">
                  <a16:creationId xmlns:a16="http://schemas.microsoft.com/office/drawing/2014/main" id="{DB2E6B8B-1E8A-77FA-F3CE-5F399CC72770}"/>
                </a:ext>
              </a:extLst>
            </p:cNvPr>
            <p:cNvSpPr/>
            <p:nvPr/>
          </p:nvSpPr>
          <p:spPr>
            <a:xfrm>
              <a:off x="10804956" y="1403783"/>
              <a:ext cx="53578" cy="54470"/>
            </a:xfrm>
            <a:custGeom>
              <a:avLst/>
              <a:gdLst>
                <a:gd name="connsiteX0" fmla="*/ 14123 w 53578"/>
                <a:gd name="connsiteY0" fmla="*/ 3083 h 54470"/>
                <a:gd name="connsiteX1" fmla="*/ 50389 w 53578"/>
                <a:gd name="connsiteY1" fmla="*/ 14338 h 54470"/>
                <a:gd name="connsiteX2" fmla="*/ 39312 w 53578"/>
                <a:gd name="connsiteY2" fmla="*/ 51208 h 54470"/>
                <a:gd name="connsiteX3" fmla="*/ 3046 w 53578"/>
                <a:gd name="connsiteY3" fmla="*/ 39953 h 54470"/>
                <a:gd name="connsiteX4" fmla="*/ 14123 w 53578"/>
                <a:gd name="connsiteY4" fmla="*/ 308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70">
                  <a:moveTo>
                    <a:pt x="14123" y="3083"/>
                  </a:moveTo>
                  <a:cubicBezTo>
                    <a:pt x="27176" y="-3954"/>
                    <a:pt x="43475" y="1118"/>
                    <a:pt x="50389" y="14338"/>
                  </a:cubicBezTo>
                  <a:cubicBezTo>
                    <a:pt x="57303" y="27565"/>
                    <a:pt x="52365" y="44171"/>
                    <a:pt x="39312" y="51208"/>
                  </a:cubicBezTo>
                  <a:cubicBezTo>
                    <a:pt x="26329" y="58245"/>
                    <a:pt x="9961" y="53181"/>
                    <a:pt x="3046" y="39953"/>
                  </a:cubicBezTo>
                  <a:cubicBezTo>
                    <a:pt x="-3868" y="26726"/>
                    <a:pt x="1141" y="10120"/>
                    <a:pt x="14123" y="3083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4" name="자유형: 도형 1493">
              <a:extLst>
                <a:ext uri="{FF2B5EF4-FFF2-40B4-BE49-F238E27FC236}">
                  <a16:creationId xmlns:a16="http://schemas.microsoft.com/office/drawing/2014/main" id="{10BBF479-E111-85E5-8EA6-29D646EBD241}"/>
                </a:ext>
              </a:extLst>
            </p:cNvPr>
            <p:cNvSpPr/>
            <p:nvPr/>
          </p:nvSpPr>
          <p:spPr>
            <a:xfrm>
              <a:off x="10699420" y="861369"/>
              <a:ext cx="56268" cy="57217"/>
            </a:xfrm>
            <a:custGeom>
              <a:avLst/>
              <a:gdLst>
                <a:gd name="connsiteX0" fmla="*/ 14742 w 56268"/>
                <a:gd name="connsiteY0" fmla="*/ 3190 h 57217"/>
                <a:gd name="connsiteX1" fmla="*/ 52984 w 56268"/>
                <a:gd name="connsiteY1" fmla="*/ 15011 h 57217"/>
                <a:gd name="connsiteX2" fmla="*/ 41342 w 56268"/>
                <a:gd name="connsiteY2" fmla="*/ 53846 h 57217"/>
                <a:gd name="connsiteX3" fmla="*/ 3171 w 56268"/>
                <a:gd name="connsiteY3" fmla="*/ 42025 h 57217"/>
                <a:gd name="connsiteX4" fmla="*/ 14742 w 56268"/>
                <a:gd name="connsiteY4" fmla="*/ 3190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8" h="57217">
                  <a:moveTo>
                    <a:pt x="14742" y="3190"/>
                  </a:moveTo>
                  <a:cubicBezTo>
                    <a:pt x="28642" y="-4127"/>
                    <a:pt x="45787" y="1224"/>
                    <a:pt x="52984" y="15011"/>
                  </a:cubicBezTo>
                  <a:cubicBezTo>
                    <a:pt x="60181" y="29085"/>
                    <a:pt x="54889" y="46530"/>
                    <a:pt x="41342" y="53846"/>
                  </a:cubicBezTo>
                  <a:cubicBezTo>
                    <a:pt x="27513" y="61163"/>
                    <a:pt x="10368" y="55819"/>
                    <a:pt x="3171" y="42025"/>
                  </a:cubicBezTo>
                  <a:cubicBezTo>
                    <a:pt x="-4026" y="27959"/>
                    <a:pt x="1195" y="10506"/>
                    <a:pt x="14742" y="3190"/>
                  </a:cubicBezTo>
                  <a:close/>
                </a:path>
              </a:pathLst>
            </a:custGeom>
            <a:solidFill>
              <a:srgbClr val="5B8599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5" name="자유형: 도형 1494">
              <a:extLst>
                <a:ext uri="{FF2B5EF4-FFF2-40B4-BE49-F238E27FC236}">
                  <a16:creationId xmlns:a16="http://schemas.microsoft.com/office/drawing/2014/main" id="{3241BD58-7FED-8E46-F63E-6BBC486BBFE7}"/>
                </a:ext>
              </a:extLst>
            </p:cNvPr>
            <p:cNvSpPr/>
            <p:nvPr/>
          </p:nvSpPr>
          <p:spPr>
            <a:xfrm>
              <a:off x="10815478" y="234758"/>
              <a:ext cx="58554" cy="59511"/>
            </a:xfrm>
            <a:custGeom>
              <a:avLst/>
              <a:gdLst>
                <a:gd name="connsiteX0" fmla="*/ 15525 w 58554"/>
                <a:gd name="connsiteY0" fmla="*/ 3352 h 59511"/>
                <a:gd name="connsiteX1" fmla="*/ 55107 w 58554"/>
                <a:gd name="connsiteY1" fmla="*/ 15732 h 59511"/>
                <a:gd name="connsiteX2" fmla="*/ 42901 w 58554"/>
                <a:gd name="connsiteY2" fmla="*/ 55974 h 59511"/>
                <a:gd name="connsiteX3" fmla="*/ 3318 w 58554"/>
                <a:gd name="connsiteY3" fmla="*/ 43593 h 59511"/>
                <a:gd name="connsiteX4" fmla="*/ 15525 w 58554"/>
                <a:gd name="connsiteY4" fmla="*/ 3352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52"/>
                  </a:moveTo>
                  <a:cubicBezTo>
                    <a:pt x="29918" y="-4245"/>
                    <a:pt x="47628" y="1099"/>
                    <a:pt x="55107" y="15732"/>
                  </a:cubicBezTo>
                  <a:cubicBezTo>
                    <a:pt x="62585" y="30366"/>
                    <a:pt x="57294" y="48378"/>
                    <a:pt x="42901" y="55974"/>
                  </a:cubicBezTo>
                  <a:cubicBezTo>
                    <a:pt x="28507" y="63577"/>
                    <a:pt x="10798" y="58226"/>
                    <a:pt x="3318" y="43593"/>
                  </a:cubicBezTo>
                  <a:cubicBezTo>
                    <a:pt x="-4160" y="28960"/>
                    <a:pt x="1132" y="10948"/>
                    <a:pt x="15525" y="3352"/>
                  </a:cubicBezTo>
                  <a:close/>
                </a:path>
              </a:pathLst>
            </a:custGeom>
            <a:solidFill>
              <a:srgbClr val="5B8599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6" name="자유형: 도형 1495">
              <a:extLst>
                <a:ext uri="{FF2B5EF4-FFF2-40B4-BE49-F238E27FC236}">
                  <a16:creationId xmlns:a16="http://schemas.microsoft.com/office/drawing/2014/main" id="{489B1052-D6F9-B067-91E1-788C4F58A947}"/>
                </a:ext>
              </a:extLst>
            </p:cNvPr>
            <p:cNvSpPr/>
            <p:nvPr/>
          </p:nvSpPr>
          <p:spPr>
            <a:xfrm>
              <a:off x="11017998" y="161190"/>
              <a:ext cx="59886" cy="60871"/>
            </a:xfrm>
            <a:custGeom>
              <a:avLst/>
              <a:gdLst>
                <a:gd name="connsiteX0" fmla="*/ 15924 w 59886"/>
                <a:gd name="connsiteY0" fmla="*/ 3467 h 60871"/>
                <a:gd name="connsiteX1" fmla="*/ 56353 w 59886"/>
                <a:gd name="connsiteY1" fmla="*/ 16135 h 60871"/>
                <a:gd name="connsiteX2" fmla="*/ 43864 w 59886"/>
                <a:gd name="connsiteY2" fmla="*/ 57223 h 60871"/>
                <a:gd name="connsiteX3" fmla="*/ 3436 w 59886"/>
                <a:gd name="connsiteY3" fmla="*/ 44555 h 60871"/>
                <a:gd name="connsiteX4" fmla="*/ 15924 w 59886"/>
                <a:gd name="connsiteY4" fmla="*/ 3467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4" y="3467"/>
                  </a:moveTo>
                  <a:cubicBezTo>
                    <a:pt x="30600" y="-4409"/>
                    <a:pt x="48591" y="1214"/>
                    <a:pt x="56353" y="16135"/>
                  </a:cubicBezTo>
                  <a:cubicBezTo>
                    <a:pt x="64043" y="31048"/>
                    <a:pt x="58539" y="49339"/>
                    <a:pt x="43864" y="57223"/>
                  </a:cubicBezTo>
                  <a:cubicBezTo>
                    <a:pt x="29188" y="65099"/>
                    <a:pt x="11197" y="59468"/>
                    <a:pt x="3436" y="44555"/>
                  </a:cubicBezTo>
                  <a:cubicBezTo>
                    <a:pt x="-4326" y="29642"/>
                    <a:pt x="1248" y="11350"/>
                    <a:pt x="15924" y="3467"/>
                  </a:cubicBezTo>
                  <a:close/>
                </a:path>
              </a:pathLst>
            </a:custGeom>
            <a:solidFill>
              <a:srgbClr val="5B8599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7" name="자유형: 도형 1496">
              <a:extLst>
                <a:ext uri="{FF2B5EF4-FFF2-40B4-BE49-F238E27FC236}">
                  <a16:creationId xmlns:a16="http://schemas.microsoft.com/office/drawing/2014/main" id="{F71AF5D9-3797-874D-15A5-CE0833968E4F}"/>
                </a:ext>
              </a:extLst>
            </p:cNvPr>
            <p:cNvSpPr/>
            <p:nvPr/>
          </p:nvSpPr>
          <p:spPr>
            <a:xfrm>
              <a:off x="11558087" y="896551"/>
              <a:ext cx="60426" cy="61434"/>
            </a:xfrm>
            <a:custGeom>
              <a:avLst/>
              <a:gdLst>
                <a:gd name="connsiteX0" fmla="*/ 15869 w 60426"/>
                <a:gd name="connsiteY0" fmla="*/ 3472 h 61434"/>
                <a:gd name="connsiteX1" fmla="*/ 56862 w 60426"/>
                <a:gd name="connsiteY1" fmla="*/ 16133 h 61434"/>
                <a:gd name="connsiteX2" fmla="*/ 44374 w 60426"/>
                <a:gd name="connsiteY2" fmla="*/ 57787 h 61434"/>
                <a:gd name="connsiteX3" fmla="*/ 3451 w 60426"/>
                <a:gd name="connsiteY3" fmla="*/ 45119 h 61434"/>
                <a:gd name="connsiteX4" fmla="*/ 15869 w 60426"/>
                <a:gd name="connsiteY4" fmla="*/ 3472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4">
                  <a:moveTo>
                    <a:pt x="15869" y="3472"/>
                  </a:moveTo>
                  <a:cubicBezTo>
                    <a:pt x="30545" y="-4411"/>
                    <a:pt x="49101" y="1220"/>
                    <a:pt x="56862" y="16133"/>
                  </a:cubicBezTo>
                  <a:cubicBezTo>
                    <a:pt x="64623" y="31046"/>
                    <a:pt x="59049" y="49904"/>
                    <a:pt x="44374" y="57787"/>
                  </a:cubicBezTo>
                  <a:cubicBezTo>
                    <a:pt x="29699" y="65663"/>
                    <a:pt x="11142" y="60032"/>
                    <a:pt x="3451" y="45119"/>
                  </a:cubicBezTo>
                  <a:cubicBezTo>
                    <a:pt x="-4310" y="30206"/>
                    <a:pt x="1194" y="11348"/>
                    <a:pt x="15869" y="3472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498" name="자유형: 도형 1497">
              <a:extLst>
                <a:ext uri="{FF2B5EF4-FFF2-40B4-BE49-F238E27FC236}">
                  <a16:creationId xmlns:a16="http://schemas.microsoft.com/office/drawing/2014/main" id="{8733A8CE-7626-34C7-02CC-D7295F4C4DC2}"/>
                </a:ext>
              </a:extLst>
            </p:cNvPr>
            <p:cNvSpPr/>
            <p:nvPr/>
          </p:nvSpPr>
          <p:spPr>
            <a:xfrm>
              <a:off x="12078085" y="786679"/>
              <a:ext cx="61757" cy="62792"/>
            </a:xfrm>
            <a:custGeom>
              <a:avLst/>
              <a:gdLst>
                <a:gd name="connsiteX0" fmla="*/ 16291 w 61757"/>
                <a:gd name="connsiteY0" fmla="*/ 3587 h 62792"/>
                <a:gd name="connsiteX1" fmla="*/ 58061 w 61757"/>
                <a:gd name="connsiteY1" fmla="*/ 16535 h 62792"/>
                <a:gd name="connsiteX2" fmla="*/ 45360 w 61757"/>
                <a:gd name="connsiteY2" fmla="*/ 59029 h 62792"/>
                <a:gd name="connsiteX3" fmla="*/ 3521 w 61757"/>
                <a:gd name="connsiteY3" fmla="*/ 46081 h 62792"/>
                <a:gd name="connsiteX4" fmla="*/ 16291 w 61757"/>
                <a:gd name="connsiteY4" fmla="*/ 3587 h 6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2">
                  <a:moveTo>
                    <a:pt x="16291" y="3587"/>
                  </a:moveTo>
                  <a:cubicBezTo>
                    <a:pt x="31249" y="-4576"/>
                    <a:pt x="50088" y="1335"/>
                    <a:pt x="58061" y="16535"/>
                  </a:cubicBezTo>
                  <a:cubicBezTo>
                    <a:pt x="66104" y="31727"/>
                    <a:pt x="60318" y="50866"/>
                    <a:pt x="45360" y="59029"/>
                  </a:cubicBezTo>
                  <a:cubicBezTo>
                    <a:pt x="30402" y="67184"/>
                    <a:pt x="11564" y="61281"/>
                    <a:pt x="3521" y="46081"/>
                  </a:cubicBezTo>
                  <a:cubicBezTo>
                    <a:pt x="-4452" y="30881"/>
                    <a:pt x="1333" y="11750"/>
                    <a:pt x="16291" y="3587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3" name="자유형: 도형 1502">
              <a:extLst>
                <a:ext uri="{FF2B5EF4-FFF2-40B4-BE49-F238E27FC236}">
                  <a16:creationId xmlns:a16="http://schemas.microsoft.com/office/drawing/2014/main" id="{4A6CE70B-8693-E3BD-F628-C7B937C5636B}"/>
                </a:ext>
              </a:extLst>
            </p:cNvPr>
            <p:cNvSpPr/>
            <p:nvPr/>
          </p:nvSpPr>
          <p:spPr>
            <a:xfrm>
              <a:off x="10952456" y="1548942"/>
              <a:ext cx="49480" cy="50304"/>
            </a:xfrm>
            <a:custGeom>
              <a:avLst/>
              <a:gdLst>
                <a:gd name="connsiteX0" fmla="*/ 13097 w 49480"/>
                <a:gd name="connsiteY0" fmla="*/ 2859 h 50304"/>
                <a:gd name="connsiteX1" fmla="*/ 46540 w 49480"/>
                <a:gd name="connsiteY1" fmla="*/ 13274 h 50304"/>
                <a:gd name="connsiteX2" fmla="*/ 36310 w 49480"/>
                <a:gd name="connsiteY2" fmla="*/ 47325 h 50304"/>
                <a:gd name="connsiteX3" fmla="*/ 2867 w 49480"/>
                <a:gd name="connsiteY3" fmla="*/ 36910 h 50304"/>
                <a:gd name="connsiteX4" fmla="*/ 13097 w 49480"/>
                <a:gd name="connsiteY4" fmla="*/ 2859 h 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0" h="50304">
                  <a:moveTo>
                    <a:pt x="13097" y="2859"/>
                  </a:moveTo>
                  <a:cubicBezTo>
                    <a:pt x="25232" y="-3612"/>
                    <a:pt x="40190" y="886"/>
                    <a:pt x="46540" y="13274"/>
                  </a:cubicBezTo>
                  <a:cubicBezTo>
                    <a:pt x="52961" y="25655"/>
                    <a:pt x="48233" y="40855"/>
                    <a:pt x="36310" y="47325"/>
                  </a:cubicBezTo>
                  <a:cubicBezTo>
                    <a:pt x="24174" y="53795"/>
                    <a:pt x="9216" y="49011"/>
                    <a:pt x="2867" y="36910"/>
                  </a:cubicBezTo>
                  <a:cubicBezTo>
                    <a:pt x="-3554" y="24529"/>
                    <a:pt x="891" y="9329"/>
                    <a:pt x="13097" y="2859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4" name="자유형: 도형 1503">
              <a:extLst>
                <a:ext uri="{FF2B5EF4-FFF2-40B4-BE49-F238E27FC236}">
                  <a16:creationId xmlns:a16="http://schemas.microsoft.com/office/drawing/2014/main" id="{67A0D6F8-D9FA-EAB4-35D7-940843B8F429}"/>
                </a:ext>
              </a:extLst>
            </p:cNvPr>
            <p:cNvSpPr/>
            <p:nvPr/>
          </p:nvSpPr>
          <p:spPr>
            <a:xfrm>
              <a:off x="11063073" y="1664491"/>
              <a:ext cx="50608" cy="51437"/>
            </a:xfrm>
            <a:custGeom>
              <a:avLst/>
              <a:gdLst>
                <a:gd name="connsiteX0" fmla="*/ 13464 w 50608"/>
                <a:gd name="connsiteY0" fmla="*/ 2978 h 51437"/>
                <a:gd name="connsiteX1" fmla="*/ 47543 w 50608"/>
                <a:gd name="connsiteY1" fmla="*/ 13673 h 51437"/>
                <a:gd name="connsiteX2" fmla="*/ 36960 w 50608"/>
                <a:gd name="connsiteY2" fmla="*/ 48284 h 51437"/>
                <a:gd name="connsiteX3" fmla="*/ 2952 w 50608"/>
                <a:gd name="connsiteY3" fmla="*/ 37588 h 51437"/>
                <a:gd name="connsiteX4" fmla="*/ 13464 w 50608"/>
                <a:gd name="connsiteY4" fmla="*/ 297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08" h="51437">
                  <a:moveTo>
                    <a:pt x="13464" y="2978"/>
                  </a:moveTo>
                  <a:cubicBezTo>
                    <a:pt x="25953" y="-3780"/>
                    <a:pt x="41123" y="1005"/>
                    <a:pt x="47543" y="13673"/>
                  </a:cubicBezTo>
                  <a:cubicBezTo>
                    <a:pt x="54175" y="26333"/>
                    <a:pt x="49448" y="41813"/>
                    <a:pt x="36960" y="48284"/>
                  </a:cubicBezTo>
                  <a:cubicBezTo>
                    <a:pt x="24542" y="55041"/>
                    <a:pt x="9302" y="50256"/>
                    <a:pt x="2952" y="37588"/>
                  </a:cubicBezTo>
                  <a:cubicBezTo>
                    <a:pt x="-3680" y="24928"/>
                    <a:pt x="976" y="9448"/>
                    <a:pt x="13464" y="2978"/>
                  </a:cubicBezTo>
                  <a:close/>
                </a:path>
              </a:pathLst>
            </a:custGeom>
            <a:solidFill>
              <a:srgbClr val="5B8599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5" name="자유형: 도형 1504">
              <a:extLst>
                <a:ext uri="{FF2B5EF4-FFF2-40B4-BE49-F238E27FC236}">
                  <a16:creationId xmlns:a16="http://schemas.microsoft.com/office/drawing/2014/main" id="{64D75351-882D-35F6-23A6-49B608343348}"/>
                </a:ext>
              </a:extLst>
            </p:cNvPr>
            <p:cNvSpPr/>
            <p:nvPr/>
          </p:nvSpPr>
          <p:spPr>
            <a:xfrm>
              <a:off x="11400933" y="1377039"/>
              <a:ext cx="52466" cy="53361"/>
            </a:xfrm>
            <a:custGeom>
              <a:avLst/>
              <a:gdLst>
                <a:gd name="connsiteX0" fmla="*/ 13850 w 52466"/>
                <a:gd name="connsiteY0" fmla="*/ 3093 h 53361"/>
                <a:gd name="connsiteX1" fmla="*/ 49269 w 52466"/>
                <a:gd name="connsiteY1" fmla="*/ 14068 h 53361"/>
                <a:gd name="connsiteX2" fmla="*/ 38474 w 52466"/>
                <a:gd name="connsiteY2" fmla="*/ 50091 h 53361"/>
                <a:gd name="connsiteX3" fmla="*/ 3055 w 52466"/>
                <a:gd name="connsiteY3" fmla="*/ 39116 h 53361"/>
                <a:gd name="connsiteX4" fmla="*/ 13850 w 52466"/>
                <a:gd name="connsiteY4" fmla="*/ 309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6" h="53361">
                  <a:moveTo>
                    <a:pt x="13850" y="3093"/>
                  </a:moveTo>
                  <a:cubicBezTo>
                    <a:pt x="26620" y="-3944"/>
                    <a:pt x="42636" y="1120"/>
                    <a:pt x="49269" y="14068"/>
                  </a:cubicBezTo>
                  <a:cubicBezTo>
                    <a:pt x="56183" y="27015"/>
                    <a:pt x="51244" y="43334"/>
                    <a:pt x="38474" y="50091"/>
                  </a:cubicBezTo>
                  <a:cubicBezTo>
                    <a:pt x="25773" y="57128"/>
                    <a:pt x="9686" y="52064"/>
                    <a:pt x="3055" y="39116"/>
                  </a:cubicBezTo>
                  <a:cubicBezTo>
                    <a:pt x="-3860" y="26169"/>
                    <a:pt x="1149" y="9850"/>
                    <a:pt x="13850" y="3093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6" name="자유형: 도형 1505">
              <a:extLst>
                <a:ext uri="{FF2B5EF4-FFF2-40B4-BE49-F238E27FC236}">
                  <a16:creationId xmlns:a16="http://schemas.microsoft.com/office/drawing/2014/main" id="{997B84B6-F213-DF44-EC17-FA3FA911E06D}"/>
                </a:ext>
              </a:extLst>
            </p:cNvPr>
            <p:cNvSpPr/>
            <p:nvPr/>
          </p:nvSpPr>
          <p:spPr>
            <a:xfrm>
              <a:off x="11416189" y="945352"/>
              <a:ext cx="54396" cy="55294"/>
            </a:xfrm>
            <a:custGeom>
              <a:avLst/>
              <a:gdLst>
                <a:gd name="connsiteX0" fmla="*/ 14398 w 54396"/>
                <a:gd name="connsiteY0" fmla="*/ 3076 h 55294"/>
                <a:gd name="connsiteX1" fmla="*/ 51228 w 54396"/>
                <a:gd name="connsiteY1" fmla="*/ 14610 h 55294"/>
                <a:gd name="connsiteX2" fmla="*/ 39869 w 54396"/>
                <a:gd name="connsiteY2" fmla="*/ 52040 h 55294"/>
                <a:gd name="connsiteX3" fmla="*/ 3039 w 54396"/>
                <a:gd name="connsiteY3" fmla="*/ 40505 h 55294"/>
                <a:gd name="connsiteX4" fmla="*/ 14398 w 54396"/>
                <a:gd name="connsiteY4" fmla="*/ 3076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6" h="55294">
                  <a:moveTo>
                    <a:pt x="14398" y="3076"/>
                  </a:moveTo>
                  <a:cubicBezTo>
                    <a:pt x="27663" y="-3961"/>
                    <a:pt x="44314" y="1103"/>
                    <a:pt x="51228" y="14610"/>
                  </a:cubicBezTo>
                  <a:cubicBezTo>
                    <a:pt x="58143" y="28117"/>
                    <a:pt x="53133" y="45003"/>
                    <a:pt x="39869" y="52040"/>
                  </a:cubicBezTo>
                  <a:cubicBezTo>
                    <a:pt x="26534" y="59077"/>
                    <a:pt x="9953" y="54012"/>
                    <a:pt x="3039" y="40505"/>
                  </a:cubicBezTo>
                  <a:cubicBezTo>
                    <a:pt x="-3876" y="26998"/>
                    <a:pt x="1134" y="10112"/>
                    <a:pt x="14398" y="3076"/>
                  </a:cubicBezTo>
                  <a:close/>
                </a:path>
              </a:pathLst>
            </a:custGeom>
            <a:solidFill>
              <a:srgbClr val="5B8599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7" name="자유형: 도형 1506">
              <a:extLst>
                <a:ext uri="{FF2B5EF4-FFF2-40B4-BE49-F238E27FC236}">
                  <a16:creationId xmlns:a16="http://schemas.microsoft.com/office/drawing/2014/main" id="{705BECC1-C7CA-8094-0AF7-1E2B9332F8AD}"/>
                </a:ext>
              </a:extLst>
            </p:cNvPr>
            <p:cNvSpPr/>
            <p:nvPr/>
          </p:nvSpPr>
          <p:spPr>
            <a:xfrm>
              <a:off x="11143146" y="595424"/>
              <a:ext cx="55703" cy="56656"/>
            </a:xfrm>
            <a:custGeom>
              <a:avLst/>
              <a:gdLst>
                <a:gd name="connsiteX0" fmla="*/ 14742 w 55703"/>
                <a:gd name="connsiteY0" fmla="*/ 3189 h 56656"/>
                <a:gd name="connsiteX1" fmla="*/ 52419 w 55703"/>
                <a:gd name="connsiteY1" fmla="*/ 15010 h 56656"/>
                <a:gd name="connsiteX2" fmla="*/ 40777 w 55703"/>
                <a:gd name="connsiteY2" fmla="*/ 53286 h 56656"/>
                <a:gd name="connsiteX3" fmla="*/ 3171 w 55703"/>
                <a:gd name="connsiteY3" fmla="*/ 41465 h 56656"/>
                <a:gd name="connsiteX4" fmla="*/ 14742 w 55703"/>
                <a:gd name="connsiteY4" fmla="*/ 3189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6">
                  <a:moveTo>
                    <a:pt x="14742" y="3189"/>
                  </a:moveTo>
                  <a:cubicBezTo>
                    <a:pt x="28360" y="-4128"/>
                    <a:pt x="45222" y="1223"/>
                    <a:pt x="52419" y="15010"/>
                  </a:cubicBezTo>
                  <a:cubicBezTo>
                    <a:pt x="59616" y="28797"/>
                    <a:pt x="54324" y="45970"/>
                    <a:pt x="40777" y="53286"/>
                  </a:cubicBezTo>
                  <a:cubicBezTo>
                    <a:pt x="27231" y="60603"/>
                    <a:pt x="10368" y="55252"/>
                    <a:pt x="3171" y="41465"/>
                  </a:cubicBezTo>
                  <a:cubicBezTo>
                    <a:pt x="-4026" y="27671"/>
                    <a:pt x="1195" y="10506"/>
                    <a:pt x="14742" y="3189"/>
                  </a:cubicBezTo>
                  <a:close/>
                </a:path>
              </a:pathLst>
            </a:custGeom>
            <a:solidFill>
              <a:srgbClr val="5B8599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08" name="자유형: 도형 1507">
              <a:extLst>
                <a:ext uri="{FF2B5EF4-FFF2-40B4-BE49-F238E27FC236}">
                  <a16:creationId xmlns:a16="http://schemas.microsoft.com/office/drawing/2014/main" id="{07EA5622-D614-BDE8-201C-2686CEBFC030}"/>
                </a:ext>
              </a:extLst>
            </p:cNvPr>
            <p:cNvSpPr/>
            <p:nvPr/>
          </p:nvSpPr>
          <p:spPr>
            <a:xfrm>
              <a:off x="11244802" y="94881"/>
              <a:ext cx="57740" cy="58685"/>
            </a:xfrm>
            <a:custGeom>
              <a:avLst/>
              <a:gdLst>
                <a:gd name="connsiteX0" fmla="*/ 15251 w 57740"/>
                <a:gd name="connsiteY0" fmla="*/ 3359 h 58685"/>
                <a:gd name="connsiteX1" fmla="*/ 54268 w 57740"/>
                <a:gd name="connsiteY1" fmla="*/ 15461 h 58685"/>
                <a:gd name="connsiteX2" fmla="*/ 42414 w 57740"/>
                <a:gd name="connsiteY2" fmla="*/ 55142 h 58685"/>
                <a:gd name="connsiteX3" fmla="*/ 3327 w 57740"/>
                <a:gd name="connsiteY3" fmla="*/ 43041 h 58685"/>
                <a:gd name="connsiteX4" fmla="*/ 15251 w 57740"/>
                <a:gd name="connsiteY4" fmla="*/ 335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251" y="3359"/>
                  </a:moveTo>
                  <a:cubicBezTo>
                    <a:pt x="29362" y="-4237"/>
                    <a:pt x="46789" y="1107"/>
                    <a:pt x="54268" y="15461"/>
                  </a:cubicBezTo>
                  <a:cubicBezTo>
                    <a:pt x="61747" y="29814"/>
                    <a:pt x="56526" y="47546"/>
                    <a:pt x="42414" y="55142"/>
                  </a:cubicBezTo>
                  <a:cubicBezTo>
                    <a:pt x="28233" y="62739"/>
                    <a:pt x="10806" y="57395"/>
                    <a:pt x="3327" y="43041"/>
                  </a:cubicBezTo>
                  <a:cubicBezTo>
                    <a:pt x="-4152" y="28688"/>
                    <a:pt x="1140" y="10956"/>
                    <a:pt x="15251" y="3359"/>
                  </a:cubicBezTo>
                  <a:close/>
                </a:path>
              </a:pathLst>
            </a:custGeom>
            <a:solidFill>
              <a:srgbClr val="5B8599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0" name="자유형: 도형 1509">
              <a:extLst>
                <a:ext uri="{FF2B5EF4-FFF2-40B4-BE49-F238E27FC236}">
                  <a16:creationId xmlns:a16="http://schemas.microsoft.com/office/drawing/2014/main" id="{9F19BDBC-CA2F-2D56-077D-A1FCDF1ACC0D}"/>
                </a:ext>
              </a:extLst>
            </p:cNvPr>
            <p:cNvSpPr/>
            <p:nvPr/>
          </p:nvSpPr>
          <p:spPr>
            <a:xfrm>
              <a:off x="12101171" y="43553"/>
              <a:ext cx="59862" cy="60872"/>
            </a:xfrm>
            <a:custGeom>
              <a:avLst/>
              <a:gdLst>
                <a:gd name="connsiteX0" fmla="*/ 15923 w 59862"/>
                <a:gd name="connsiteY0" fmla="*/ 3468 h 60872"/>
                <a:gd name="connsiteX1" fmla="*/ 56282 w 59862"/>
                <a:gd name="connsiteY1" fmla="*/ 16131 h 60872"/>
                <a:gd name="connsiteX2" fmla="*/ 43864 w 59862"/>
                <a:gd name="connsiteY2" fmla="*/ 57219 h 60872"/>
                <a:gd name="connsiteX3" fmla="*/ 3436 w 59862"/>
                <a:gd name="connsiteY3" fmla="*/ 44558 h 60872"/>
                <a:gd name="connsiteX4" fmla="*/ 15923 w 59862"/>
                <a:gd name="connsiteY4" fmla="*/ 3468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3" y="3468"/>
                  </a:moveTo>
                  <a:cubicBezTo>
                    <a:pt x="30600" y="-4412"/>
                    <a:pt x="48591" y="1217"/>
                    <a:pt x="56282" y="16131"/>
                  </a:cubicBezTo>
                  <a:cubicBezTo>
                    <a:pt x="64043" y="31051"/>
                    <a:pt x="58539" y="49343"/>
                    <a:pt x="43864" y="57219"/>
                  </a:cubicBezTo>
                  <a:cubicBezTo>
                    <a:pt x="29188" y="65102"/>
                    <a:pt x="11197" y="59471"/>
                    <a:pt x="3436" y="44558"/>
                  </a:cubicBezTo>
                  <a:cubicBezTo>
                    <a:pt x="-4326" y="29638"/>
                    <a:pt x="1248" y="11348"/>
                    <a:pt x="15923" y="3468"/>
                  </a:cubicBezTo>
                  <a:close/>
                </a:path>
              </a:pathLst>
            </a:custGeom>
            <a:solidFill>
              <a:srgbClr val="5B8599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6" name="자유형: 도형 1515">
              <a:extLst>
                <a:ext uri="{FF2B5EF4-FFF2-40B4-BE49-F238E27FC236}">
                  <a16:creationId xmlns:a16="http://schemas.microsoft.com/office/drawing/2014/main" id="{E370FA25-D2E2-742E-3F70-8B31E5B848D4}"/>
                </a:ext>
              </a:extLst>
            </p:cNvPr>
            <p:cNvSpPr/>
            <p:nvPr/>
          </p:nvSpPr>
          <p:spPr>
            <a:xfrm>
              <a:off x="11265850" y="1353353"/>
              <a:ext cx="49449" cy="50303"/>
            </a:xfrm>
            <a:custGeom>
              <a:avLst/>
              <a:gdLst>
                <a:gd name="connsiteX0" fmla="*/ 13042 w 49449"/>
                <a:gd name="connsiteY0" fmla="*/ 2857 h 50303"/>
                <a:gd name="connsiteX1" fmla="*/ 46556 w 49449"/>
                <a:gd name="connsiteY1" fmla="*/ 13272 h 50303"/>
                <a:gd name="connsiteX2" fmla="*/ 36254 w 49449"/>
                <a:gd name="connsiteY2" fmla="*/ 47323 h 50303"/>
                <a:gd name="connsiteX3" fmla="*/ 2811 w 49449"/>
                <a:gd name="connsiteY3" fmla="*/ 36908 h 50303"/>
                <a:gd name="connsiteX4" fmla="*/ 13042 w 49449"/>
                <a:gd name="connsiteY4" fmla="*/ 2857 h 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3">
                  <a:moveTo>
                    <a:pt x="13042" y="2857"/>
                  </a:moveTo>
                  <a:cubicBezTo>
                    <a:pt x="25248" y="-3613"/>
                    <a:pt x="40135" y="891"/>
                    <a:pt x="46556" y="13272"/>
                  </a:cubicBezTo>
                  <a:cubicBezTo>
                    <a:pt x="52906" y="25653"/>
                    <a:pt x="48179" y="40853"/>
                    <a:pt x="36254" y="47323"/>
                  </a:cubicBezTo>
                  <a:cubicBezTo>
                    <a:pt x="24119" y="53793"/>
                    <a:pt x="9161" y="49009"/>
                    <a:pt x="2811" y="36908"/>
                  </a:cubicBezTo>
                  <a:cubicBezTo>
                    <a:pt x="-3609" y="24527"/>
                    <a:pt x="1118" y="9334"/>
                    <a:pt x="13042" y="2857"/>
                  </a:cubicBezTo>
                  <a:close/>
                </a:path>
              </a:pathLst>
            </a:custGeom>
            <a:solidFill>
              <a:srgbClr val="5B8599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7" name="자유형: 도형 1516">
              <a:extLst>
                <a:ext uri="{FF2B5EF4-FFF2-40B4-BE49-F238E27FC236}">
                  <a16:creationId xmlns:a16="http://schemas.microsoft.com/office/drawing/2014/main" id="{FB30384A-17DE-2B7F-150A-7FACC9923331}"/>
                </a:ext>
              </a:extLst>
            </p:cNvPr>
            <p:cNvSpPr/>
            <p:nvPr/>
          </p:nvSpPr>
          <p:spPr>
            <a:xfrm>
              <a:off x="11509564" y="1351267"/>
              <a:ext cx="50596" cy="51437"/>
            </a:xfrm>
            <a:custGeom>
              <a:avLst/>
              <a:gdLst>
                <a:gd name="connsiteX0" fmla="*/ 13451 w 50596"/>
                <a:gd name="connsiteY0" fmla="*/ 2977 h 51437"/>
                <a:gd name="connsiteX1" fmla="*/ 47529 w 50596"/>
                <a:gd name="connsiteY1" fmla="*/ 13665 h 51437"/>
                <a:gd name="connsiteX2" fmla="*/ 37016 w 50596"/>
                <a:gd name="connsiteY2" fmla="*/ 48283 h 51437"/>
                <a:gd name="connsiteX3" fmla="*/ 2938 w 50596"/>
                <a:gd name="connsiteY3" fmla="*/ 37588 h 51437"/>
                <a:gd name="connsiteX4" fmla="*/ 13451 w 50596"/>
                <a:gd name="connsiteY4" fmla="*/ 297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77"/>
                  </a:moveTo>
                  <a:cubicBezTo>
                    <a:pt x="25939" y="-3780"/>
                    <a:pt x="41180" y="1004"/>
                    <a:pt x="47529" y="13665"/>
                  </a:cubicBezTo>
                  <a:cubicBezTo>
                    <a:pt x="54162" y="26333"/>
                    <a:pt x="49434" y="41813"/>
                    <a:pt x="37016" y="48283"/>
                  </a:cubicBezTo>
                  <a:cubicBezTo>
                    <a:pt x="24528" y="55040"/>
                    <a:pt x="9288" y="50255"/>
                    <a:pt x="2938" y="37588"/>
                  </a:cubicBezTo>
                  <a:cubicBezTo>
                    <a:pt x="-3695" y="24927"/>
                    <a:pt x="1033" y="9447"/>
                    <a:pt x="13451" y="2977"/>
                  </a:cubicBezTo>
                  <a:close/>
                </a:path>
              </a:pathLst>
            </a:custGeom>
            <a:solidFill>
              <a:srgbClr val="5B8599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8" name="자유형: 도형 1517">
              <a:extLst>
                <a:ext uri="{FF2B5EF4-FFF2-40B4-BE49-F238E27FC236}">
                  <a16:creationId xmlns:a16="http://schemas.microsoft.com/office/drawing/2014/main" id="{589D95AF-F596-6B68-F3D3-8B61AD906E06}"/>
                </a:ext>
              </a:extLst>
            </p:cNvPr>
            <p:cNvSpPr/>
            <p:nvPr/>
          </p:nvSpPr>
          <p:spPr>
            <a:xfrm>
              <a:off x="11920630" y="1230823"/>
              <a:ext cx="51709" cy="52547"/>
            </a:xfrm>
            <a:custGeom>
              <a:avLst/>
              <a:gdLst>
                <a:gd name="connsiteX0" fmla="*/ 13725 w 51709"/>
                <a:gd name="connsiteY0" fmla="*/ 2968 h 52547"/>
                <a:gd name="connsiteX1" fmla="*/ 48650 w 51709"/>
                <a:gd name="connsiteY1" fmla="*/ 13943 h 52547"/>
                <a:gd name="connsiteX2" fmla="*/ 37855 w 51709"/>
                <a:gd name="connsiteY2" fmla="*/ 49400 h 52547"/>
                <a:gd name="connsiteX3" fmla="*/ 2930 w 51709"/>
                <a:gd name="connsiteY3" fmla="*/ 38425 h 52547"/>
                <a:gd name="connsiteX4" fmla="*/ 13725 w 51709"/>
                <a:gd name="connsiteY4" fmla="*/ 296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68"/>
                  </a:moveTo>
                  <a:cubicBezTo>
                    <a:pt x="26213" y="-3789"/>
                    <a:pt x="41948" y="996"/>
                    <a:pt x="48650" y="13943"/>
                  </a:cubicBezTo>
                  <a:cubicBezTo>
                    <a:pt x="55282" y="26891"/>
                    <a:pt x="50555" y="42651"/>
                    <a:pt x="37855" y="49400"/>
                  </a:cubicBezTo>
                  <a:cubicBezTo>
                    <a:pt x="25366" y="56158"/>
                    <a:pt x="9562" y="51373"/>
                    <a:pt x="2930" y="38425"/>
                  </a:cubicBezTo>
                  <a:cubicBezTo>
                    <a:pt x="-3703" y="25765"/>
                    <a:pt x="1025" y="9719"/>
                    <a:pt x="13725" y="2968"/>
                  </a:cubicBezTo>
                  <a:close/>
                </a:path>
              </a:pathLst>
            </a:custGeom>
            <a:solidFill>
              <a:srgbClr val="5B8599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19" name="자유형: 도형 1518">
              <a:extLst>
                <a:ext uri="{FF2B5EF4-FFF2-40B4-BE49-F238E27FC236}">
                  <a16:creationId xmlns:a16="http://schemas.microsoft.com/office/drawing/2014/main" id="{051C0A0B-6B0F-BE88-9E03-4E55A8F84B9B}"/>
                </a:ext>
              </a:extLst>
            </p:cNvPr>
            <p:cNvSpPr/>
            <p:nvPr/>
          </p:nvSpPr>
          <p:spPr>
            <a:xfrm>
              <a:off x="11977015" y="955473"/>
              <a:ext cx="53555" cy="54471"/>
            </a:xfrm>
            <a:custGeom>
              <a:avLst/>
              <a:gdLst>
                <a:gd name="connsiteX0" fmla="*/ 14137 w 53555"/>
                <a:gd name="connsiteY0" fmla="*/ 3084 h 54471"/>
                <a:gd name="connsiteX1" fmla="*/ 50332 w 53555"/>
                <a:gd name="connsiteY1" fmla="*/ 14338 h 54471"/>
                <a:gd name="connsiteX2" fmla="*/ 39326 w 53555"/>
                <a:gd name="connsiteY2" fmla="*/ 51208 h 54471"/>
                <a:gd name="connsiteX3" fmla="*/ 3060 w 53555"/>
                <a:gd name="connsiteY3" fmla="*/ 39954 h 54471"/>
                <a:gd name="connsiteX4" fmla="*/ 14137 w 53555"/>
                <a:gd name="connsiteY4" fmla="*/ 3084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55" h="54471">
                  <a:moveTo>
                    <a:pt x="14137" y="3084"/>
                  </a:moveTo>
                  <a:cubicBezTo>
                    <a:pt x="27119" y="-3953"/>
                    <a:pt x="43418" y="1111"/>
                    <a:pt x="50332" y="14338"/>
                  </a:cubicBezTo>
                  <a:cubicBezTo>
                    <a:pt x="57317" y="27566"/>
                    <a:pt x="52308" y="44171"/>
                    <a:pt x="39326" y="51208"/>
                  </a:cubicBezTo>
                  <a:cubicBezTo>
                    <a:pt x="26273" y="58245"/>
                    <a:pt x="9975" y="53181"/>
                    <a:pt x="3060" y="39954"/>
                  </a:cubicBezTo>
                  <a:cubicBezTo>
                    <a:pt x="-3854" y="26726"/>
                    <a:pt x="1084" y="10120"/>
                    <a:pt x="14137" y="3084"/>
                  </a:cubicBezTo>
                  <a:close/>
                </a:path>
              </a:pathLst>
            </a:custGeom>
            <a:solidFill>
              <a:srgbClr val="5B8599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0" name="자유형: 도형 1519">
              <a:extLst>
                <a:ext uri="{FF2B5EF4-FFF2-40B4-BE49-F238E27FC236}">
                  <a16:creationId xmlns:a16="http://schemas.microsoft.com/office/drawing/2014/main" id="{112E3DFD-E301-9BB1-CC6F-D674F6C0F213}"/>
                </a:ext>
              </a:extLst>
            </p:cNvPr>
            <p:cNvSpPr/>
            <p:nvPr/>
          </p:nvSpPr>
          <p:spPr>
            <a:xfrm>
              <a:off x="11807586" y="651826"/>
              <a:ext cx="54385" cy="55294"/>
            </a:xfrm>
            <a:custGeom>
              <a:avLst/>
              <a:gdLst>
                <a:gd name="connsiteX0" fmla="*/ 14374 w 54385"/>
                <a:gd name="connsiteY0" fmla="*/ 3075 h 55294"/>
                <a:gd name="connsiteX1" fmla="*/ 51204 w 54385"/>
                <a:gd name="connsiteY1" fmla="*/ 14609 h 55294"/>
                <a:gd name="connsiteX2" fmla="*/ 39845 w 54385"/>
                <a:gd name="connsiteY2" fmla="*/ 52039 h 55294"/>
                <a:gd name="connsiteX3" fmla="*/ 3085 w 54385"/>
                <a:gd name="connsiteY3" fmla="*/ 40505 h 55294"/>
                <a:gd name="connsiteX4" fmla="*/ 14374 w 54385"/>
                <a:gd name="connsiteY4" fmla="*/ 3075 h 5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5" h="55294">
                  <a:moveTo>
                    <a:pt x="14374" y="3075"/>
                  </a:moveTo>
                  <a:cubicBezTo>
                    <a:pt x="27709" y="-3962"/>
                    <a:pt x="44290" y="1102"/>
                    <a:pt x="51204" y="14609"/>
                  </a:cubicBezTo>
                  <a:cubicBezTo>
                    <a:pt x="58118" y="28124"/>
                    <a:pt x="53180" y="45009"/>
                    <a:pt x="39845" y="52039"/>
                  </a:cubicBezTo>
                  <a:cubicBezTo>
                    <a:pt x="26580" y="59076"/>
                    <a:pt x="10000" y="54012"/>
                    <a:pt x="3085" y="40505"/>
                  </a:cubicBezTo>
                  <a:cubicBezTo>
                    <a:pt x="-3900" y="26997"/>
                    <a:pt x="1110" y="10112"/>
                    <a:pt x="14374" y="3075"/>
                  </a:cubicBezTo>
                  <a:close/>
                </a:path>
              </a:pathLst>
            </a:custGeom>
            <a:solidFill>
              <a:srgbClr val="5B8599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7" name="자유형: 도형 1526">
              <a:extLst>
                <a:ext uri="{FF2B5EF4-FFF2-40B4-BE49-F238E27FC236}">
                  <a16:creationId xmlns:a16="http://schemas.microsoft.com/office/drawing/2014/main" id="{652F3927-27E8-3F86-452A-83BBD36A124C}"/>
                </a:ext>
              </a:extLst>
            </p:cNvPr>
            <p:cNvSpPr/>
            <p:nvPr/>
          </p:nvSpPr>
          <p:spPr>
            <a:xfrm>
              <a:off x="11697414" y="1080145"/>
              <a:ext cx="49420" cy="50248"/>
            </a:xfrm>
            <a:custGeom>
              <a:avLst/>
              <a:gdLst>
                <a:gd name="connsiteX0" fmla="*/ 12997 w 49420"/>
                <a:gd name="connsiteY0" fmla="*/ 2802 h 50248"/>
                <a:gd name="connsiteX1" fmla="*/ 46511 w 49420"/>
                <a:gd name="connsiteY1" fmla="*/ 13217 h 50248"/>
                <a:gd name="connsiteX2" fmla="*/ 36280 w 49420"/>
                <a:gd name="connsiteY2" fmla="*/ 47268 h 50248"/>
                <a:gd name="connsiteX3" fmla="*/ 2766 w 49420"/>
                <a:gd name="connsiteY3" fmla="*/ 36853 h 50248"/>
                <a:gd name="connsiteX4" fmla="*/ 12997 w 49420"/>
                <a:gd name="connsiteY4" fmla="*/ 280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02"/>
                  </a:moveTo>
                  <a:cubicBezTo>
                    <a:pt x="25204" y="-3669"/>
                    <a:pt x="40161" y="1116"/>
                    <a:pt x="46511" y="13217"/>
                  </a:cubicBezTo>
                  <a:cubicBezTo>
                    <a:pt x="52861" y="25598"/>
                    <a:pt x="48205" y="40798"/>
                    <a:pt x="36280" y="47268"/>
                  </a:cubicBezTo>
                  <a:cubicBezTo>
                    <a:pt x="24074" y="53738"/>
                    <a:pt x="9117" y="48954"/>
                    <a:pt x="2766" y="36853"/>
                  </a:cubicBezTo>
                  <a:cubicBezTo>
                    <a:pt x="-3584" y="24472"/>
                    <a:pt x="1144" y="9272"/>
                    <a:pt x="12997" y="2802"/>
                  </a:cubicBezTo>
                  <a:close/>
                </a:path>
              </a:pathLst>
            </a:custGeom>
            <a:solidFill>
              <a:srgbClr val="5B8599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528" name="자유형: 도형 1527">
              <a:extLst>
                <a:ext uri="{FF2B5EF4-FFF2-40B4-BE49-F238E27FC236}">
                  <a16:creationId xmlns:a16="http://schemas.microsoft.com/office/drawing/2014/main" id="{388165A2-D1AF-F676-89AB-8EF2D9E288CA}"/>
                </a:ext>
              </a:extLst>
            </p:cNvPr>
            <p:cNvSpPr/>
            <p:nvPr/>
          </p:nvSpPr>
          <p:spPr>
            <a:xfrm>
              <a:off x="12093234" y="1216352"/>
              <a:ext cx="49449" cy="50308"/>
            </a:xfrm>
            <a:custGeom>
              <a:avLst/>
              <a:gdLst>
                <a:gd name="connsiteX0" fmla="*/ 13066 w 49449"/>
                <a:gd name="connsiteY0" fmla="*/ 2807 h 50308"/>
                <a:gd name="connsiteX1" fmla="*/ 46510 w 49449"/>
                <a:gd name="connsiteY1" fmla="*/ 13215 h 50308"/>
                <a:gd name="connsiteX2" fmla="*/ 36279 w 49449"/>
                <a:gd name="connsiteY2" fmla="*/ 47273 h 50308"/>
                <a:gd name="connsiteX3" fmla="*/ 2764 w 49449"/>
                <a:gd name="connsiteY3" fmla="*/ 36858 h 50308"/>
                <a:gd name="connsiteX4" fmla="*/ 13066 w 49449"/>
                <a:gd name="connsiteY4" fmla="*/ 2807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49" h="50308">
                  <a:moveTo>
                    <a:pt x="13066" y="2807"/>
                  </a:moveTo>
                  <a:cubicBezTo>
                    <a:pt x="25202" y="-3671"/>
                    <a:pt x="40159" y="1114"/>
                    <a:pt x="46510" y="13215"/>
                  </a:cubicBezTo>
                  <a:cubicBezTo>
                    <a:pt x="52930" y="25603"/>
                    <a:pt x="48203" y="40796"/>
                    <a:pt x="36279" y="47273"/>
                  </a:cubicBezTo>
                  <a:cubicBezTo>
                    <a:pt x="24143" y="53743"/>
                    <a:pt x="9185" y="49239"/>
                    <a:pt x="2764" y="36858"/>
                  </a:cubicBezTo>
                  <a:cubicBezTo>
                    <a:pt x="-3586" y="24477"/>
                    <a:pt x="1142" y="9277"/>
                    <a:pt x="13066" y="2807"/>
                  </a:cubicBezTo>
                  <a:close/>
                </a:path>
              </a:pathLst>
            </a:custGeom>
            <a:solidFill>
              <a:srgbClr val="5B8599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pic>
          <p:nvPicPr>
            <p:cNvPr id="1559" name="그림 1558">
              <a:extLst>
                <a:ext uri="{FF2B5EF4-FFF2-40B4-BE49-F238E27FC236}">
                  <a16:creationId xmlns:a16="http://schemas.microsoft.com/office/drawing/2014/main" id="{678913D9-E24C-91DC-55D0-779A6CC5B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5"/>
            <a:stretch>
              <a:fillRect/>
            </a:stretch>
          </p:blipFill>
          <p:spPr>
            <a:xfrm>
              <a:off x="7401306" y="6815666"/>
              <a:ext cx="557391" cy="42333"/>
            </a:xfrm>
            <a:custGeom>
              <a:avLst/>
              <a:gdLst>
                <a:gd name="connsiteX0" fmla="*/ 1049 w 557391"/>
                <a:gd name="connsiteY0" fmla="*/ 966 h 42333"/>
                <a:gd name="connsiteX1" fmla="*/ 558440 w 557391"/>
                <a:gd name="connsiteY1" fmla="*/ 966 h 42333"/>
                <a:gd name="connsiteX2" fmla="*/ 558440 w 557391"/>
                <a:gd name="connsiteY2" fmla="*/ 43299 h 42333"/>
                <a:gd name="connsiteX3" fmla="*/ 1049 w 557391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42333">
                  <a:moveTo>
                    <a:pt x="1049" y="966"/>
                  </a:moveTo>
                  <a:lnTo>
                    <a:pt x="558440" y="966"/>
                  </a:lnTo>
                  <a:lnTo>
                    <a:pt x="558440" y="43299"/>
                  </a:lnTo>
                  <a:lnTo>
                    <a:pt x="1049" y="43299"/>
                  </a:lnTo>
                  <a:close/>
                </a:path>
              </a:pathLst>
            </a:custGeom>
          </p:spPr>
        </p:pic>
        <p:pic>
          <p:nvPicPr>
            <p:cNvPr id="1561" name="그림 1560">
              <a:extLst>
                <a:ext uri="{FF2B5EF4-FFF2-40B4-BE49-F238E27FC236}">
                  <a16:creationId xmlns:a16="http://schemas.microsoft.com/office/drawing/2014/main" id="{021713C8-29E9-1A09-4669-8A892E782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6"/>
            <a:stretch>
              <a:fillRect/>
            </a:stretch>
          </p:blipFill>
          <p:spPr>
            <a:xfrm>
              <a:off x="8932368" y="5820833"/>
              <a:ext cx="465668" cy="1016000"/>
            </a:xfrm>
            <a:custGeom>
              <a:avLst/>
              <a:gdLst>
                <a:gd name="connsiteX0" fmla="*/ 1266 w 465668"/>
                <a:gd name="connsiteY0" fmla="*/ 825 h 1016000"/>
                <a:gd name="connsiteX1" fmla="*/ 466935 w 465668"/>
                <a:gd name="connsiteY1" fmla="*/ 825 h 1016000"/>
                <a:gd name="connsiteX2" fmla="*/ 466935 w 465668"/>
                <a:gd name="connsiteY2" fmla="*/ 1016825 h 1016000"/>
                <a:gd name="connsiteX3" fmla="*/ 1266 w 465668"/>
                <a:gd name="connsiteY3" fmla="*/ 1016825 h 1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1016000">
                  <a:moveTo>
                    <a:pt x="1266" y="825"/>
                  </a:moveTo>
                  <a:lnTo>
                    <a:pt x="466935" y="825"/>
                  </a:lnTo>
                  <a:lnTo>
                    <a:pt x="466935" y="1016825"/>
                  </a:lnTo>
                  <a:lnTo>
                    <a:pt x="1266" y="1016825"/>
                  </a:lnTo>
                  <a:close/>
                </a:path>
              </a:pathLst>
            </a:custGeom>
          </p:spPr>
        </p:pic>
        <p:pic>
          <p:nvPicPr>
            <p:cNvPr id="1562" name="그림 1561">
              <a:extLst>
                <a:ext uri="{FF2B5EF4-FFF2-40B4-BE49-F238E27FC236}">
                  <a16:creationId xmlns:a16="http://schemas.microsoft.com/office/drawing/2014/main" id="{6E3C7D1D-6646-084D-DFFE-08734D14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7"/>
            <a:stretch>
              <a:fillRect/>
            </a:stretch>
          </p:blipFill>
          <p:spPr>
            <a:xfrm>
              <a:off x="10188262" y="6321777"/>
              <a:ext cx="500946" cy="536222"/>
            </a:xfrm>
            <a:custGeom>
              <a:avLst/>
              <a:gdLst>
                <a:gd name="connsiteX0" fmla="*/ 1444 w 500946"/>
                <a:gd name="connsiteY0" fmla="*/ 896 h 536222"/>
                <a:gd name="connsiteX1" fmla="*/ 502390 w 500946"/>
                <a:gd name="connsiteY1" fmla="*/ 896 h 536222"/>
                <a:gd name="connsiteX2" fmla="*/ 502390 w 500946"/>
                <a:gd name="connsiteY2" fmla="*/ 537118 h 536222"/>
                <a:gd name="connsiteX3" fmla="*/ 1444 w 500946"/>
                <a:gd name="connsiteY3" fmla="*/ 537118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536222">
                  <a:moveTo>
                    <a:pt x="1444" y="896"/>
                  </a:moveTo>
                  <a:lnTo>
                    <a:pt x="502390" y="896"/>
                  </a:lnTo>
                  <a:lnTo>
                    <a:pt x="502390" y="537118"/>
                  </a:lnTo>
                  <a:lnTo>
                    <a:pt x="1444" y="537118"/>
                  </a:lnTo>
                  <a:close/>
                </a:path>
              </a:pathLst>
            </a:custGeom>
          </p:spPr>
        </p:pic>
        <p:pic>
          <p:nvPicPr>
            <p:cNvPr id="1563" name="그림 1562">
              <a:extLst>
                <a:ext uri="{FF2B5EF4-FFF2-40B4-BE49-F238E27FC236}">
                  <a16:creationId xmlns:a16="http://schemas.microsoft.com/office/drawing/2014/main" id="{3A70B752-0969-7E2D-0F04-AC6CD8925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8"/>
            <a:stretch>
              <a:fillRect/>
            </a:stretch>
          </p:blipFill>
          <p:spPr>
            <a:xfrm>
              <a:off x="10188262" y="6420555"/>
              <a:ext cx="204611" cy="437444"/>
            </a:xfrm>
            <a:custGeom>
              <a:avLst/>
              <a:gdLst>
                <a:gd name="connsiteX0" fmla="*/ 1444 w 204611"/>
                <a:gd name="connsiteY0" fmla="*/ 910 h 437444"/>
                <a:gd name="connsiteX1" fmla="*/ 206056 w 204611"/>
                <a:gd name="connsiteY1" fmla="*/ 910 h 437444"/>
                <a:gd name="connsiteX2" fmla="*/ 206056 w 204611"/>
                <a:gd name="connsiteY2" fmla="*/ 438354 h 437444"/>
                <a:gd name="connsiteX3" fmla="*/ 1444 w 204611"/>
                <a:gd name="connsiteY3" fmla="*/ 438354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437444">
                  <a:moveTo>
                    <a:pt x="1444" y="910"/>
                  </a:moveTo>
                  <a:lnTo>
                    <a:pt x="206056" y="910"/>
                  </a:lnTo>
                  <a:lnTo>
                    <a:pt x="206056" y="438354"/>
                  </a:lnTo>
                  <a:lnTo>
                    <a:pt x="1444" y="438354"/>
                  </a:lnTo>
                  <a:close/>
                </a:path>
              </a:pathLst>
            </a:custGeom>
          </p:spPr>
        </p:pic>
        <p:pic>
          <p:nvPicPr>
            <p:cNvPr id="1564" name="그림 1563">
              <a:extLst>
                <a:ext uri="{FF2B5EF4-FFF2-40B4-BE49-F238E27FC236}">
                  <a16:creationId xmlns:a16="http://schemas.microsoft.com/office/drawing/2014/main" id="{772E365B-A84D-4901-464A-094A501BD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9"/>
            <a:stretch>
              <a:fillRect/>
            </a:stretch>
          </p:blipFill>
          <p:spPr>
            <a:xfrm>
              <a:off x="10371707" y="5390444"/>
              <a:ext cx="254000" cy="1051277"/>
            </a:xfrm>
            <a:custGeom>
              <a:avLst/>
              <a:gdLst>
                <a:gd name="connsiteX0" fmla="*/ 1470 w 254000"/>
                <a:gd name="connsiteY0" fmla="*/ 764 h 1051277"/>
                <a:gd name="connsiteX1" fmla="*/ 255471 w 254000"/>
                <a:gd name="connsiteY1" fmla="*/ 764 h 1051277"/>
                <a:gd name="connsiteX2" fmla="*/ 255471 w 254000"/>
                <a:gd name="connsiteY2" fmla="*/ 1052042 h 1051277"/>
                <a:gd name="connsiteX3" fmla="*/ 1470 w 254000"/>
                <a:gd name="connsiteY3" fmla="*/ 1052042 h 105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051277">
                  <a:moveTo>
                    <a:pt x="1470" y="764"/>
                  </a:moveTo>
                  <a:lnTo>
                    <a:pt x="255471" y="764"/>
                  </a:lnTo>
                  <a:lnTo>
                    <a:pt x="255471" y="1052042"/>
                  </a:lnTo>
                  <a:lnTo>
                    <a:pt x="1470" y="1052042"/>
                  </a:lnTo>
                  <a:close/>
                </a:path>
              </a:pathLst>
            </a:custGeom>
          </p:spPr>
        </p:pic>
        <p:pic>
          <p:nvPicPr>
            <p:cNvPr id="1565" name="그림 1564">
              <a:extLst>
                <a:ext uri="{FF2B5EF4-FFF2-40B4-BE49-F238E27FC236}">
                  <a16:creationId xmlns:a16="http://schemas.microsoft.com/office/drawing/2014/main" id="{C2607F90-F279-C0CE-A252-677D00FE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0"/>
            <a:stretch>
              <a:fillRect/>
            </a:stretch>
          </p:blipFill>
          <p:spPr>
            <a:xfrm>
              <a:off x="10378763" y="6321777"/>
              <a:ext cx="310445" cy="112888"/>
            </a:xfrm>
            <a:custGeom>
              <a:avLst/>
              <a:gdLst>
                <a:gd name="connsiteX0" fmla="*/ 1471 w 310445"/>
                <a:gd name="connsiteY0" fmla="*/ 896 h 112888"/>
                <a:gd name="connsiteX1" fmla="*/ 311917 w 310445"/>
                <a:gd name="connsiteY1" fmla="*/ 896 h 112888"/>
                <a:gd name="connsiteX2" fmla="*/ 311917 w 310445"/>
                <a:gd name="connsiteY2" fmla="*/ 113785 h 112888"/>
                <a:gd name="connsiteX3" fmla="*/ 1471 w 310445"/>
                <a:gd name="connsiteY3" fmla="*/ 113785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112888">
                  <a:moveTo>
                    <a:pt x="1471" y="896"/>
                  </a:moveTo>
                  <a:lnTo>
                    <a:pt x="311917" y="896"/>
                  </a:lnTo>
                  <a:lnTo>
                    <a:pt x="311917" y="113785"/>
                  </a:lnTo>
                  <a:lnTo>
                    <a:pt x="1471" y="113785"/>
                  </a:lnTo>
                  <a:close/>
                </a:path>
              </a:pathLst>
            </a:custGeom>
          </p:spPr>
        </p:pic>
        <p:pic>
          <p:nvPicPr>
            <p:cNvPr id="1566" name="그림 1565">
              <a:extLst>
                <a:ext uri="{FF2B5EF4-FFF2-40B4-BE49-F238E27FC236}">
                  <a16:creationId xmlns:a16="http://schemas.microsoft.com/office/drawing/2014/main" id="{A4B6D3B1-DEA8-4289-1121-052DEFA83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1"/>
            <a:stretch>
              <a:fillRect/>
            </a:stretch>
          </p:blipFill>
          <p:spPr>
            <a:xfrm>
              <a:off x="10491652" y="5983111"/>
              <a:ext cx="1164171" cy="56444"/>
            </a:xfrm>
            <a:custGeom>
              <a:avLst/>
              <a:gdLst>
                <a:gd name="connsiteX0" fmla="*/ 1487 w 1164171"/>
                <a:gd name="connsiteY0" fmla="*/ 848 h 56444"/>
                <a:gd name="connsiteX1" fmla="*/ 1165658 w 1164171"/>
                <a:gd name="connsiteY1" fmla="*/ 848 h 56444"/>
                <a:gd name="connsiteX2" fmla="*/ 1165658 w 1164171"/>
                <a:gd name="connsiteY2" fmla="*/ 57292 h 56444"/>
                <a:gd name="connsiteX3" fmla="*/ 1487 w 1164171"/>
                <a:gd name="connsiteY3" fmla="*/ 57292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171" h="56444">
                  <a:moveTo>
                    <a:pt x="1487" y="848"/>
                  </a:moveTo>
                  <a:lnTo>
                    <a:pt x="1165658" y="848"/>
                  </a:lnTo>
                  <a:lnTo>
                    <a:pt x="1165658" y="57292"/>
                  </a:lnTo>
                  <a:lnTo>
                    <a:pt x="1487" y="57292"/>
                  </a:lnTo>
                  <a:close/>
                </a:path>
              </a:pathLst>
            </a:custGeom>
          </p:spPr>
        </p:pic>
        <p:pic>
          <p:nvPicPr>
            <p:cNvPr id="1567" name="그림 1566">
              <a:extLst>
                <a:ext uri="{FF2B5EF4-FFF2-40B4-BE49-F238E27FC236}">
                  <a16:creationId xmlns:a16="http://schemas.microsoft.com/office/drawing/2014/main" id="{995A2438-7D50-D501-E7B5-2771220C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/>
            <a:stretch>
              <a:fillRect/>
            </a:stretch>
          </p:blipFill>
          <p:spPr>
            <a:xfrm>
              <a:off x="11634656" y="5355166"/>
              <a:ext cx="571502" cy="684388"/>
            </a:xfrm>
            <a:custGeom>
              <a:avLst/>
              <a:gdLst>
                <a:gd name="connsiteX0" fmla="*/ 1649 w 571502"/>
                <a:gd name="connsiteY0" fmla="*/ 759 h 684388"/>
                <a:gd name="connsiteX1" fmla="*/ 573151 w 571502"/>
                <a:gd name="connsiteY1" fmla="*/ 759 h 684388"/>
                <a:gd name="connsiteX2" fmla="*/ 573151 w 571502"/>
                <a:gd name="connsiteY2" fmla="*/ 685148 h 684388"/>
                <a:gd name="connsiteX3" fmla="*/ 1649 w 571502"/>
                <a:gd name="connsiteY3" fmla="*/ 685148 h 68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684388">
                  <a:moveTo>
                    <a:pt x="1649" y="759"/>
                  </a:moveTo>
                  <a:lnTo>
                    <a:pt x="573151" y="759"/>
                  </a:lnTo>
                  <a:lnTo>
                    <a:pt x="573151" y="685148"/>
                  </a:lnTo>
                  <a:lnTo>
                    <a:pt x="1649" y="685148"/>
                  </a:lnTo>
                  <a:close/>
                </a:path>
              </a:pathLst>
            </a:custGeom>
          </p:spPr>
        </p:pic>
        <p:pic>
          <p:nvPicPr>
            <p:cNvPr id="1568" name="그림 1567">
              <a:extLst>
                <a:ext uri="{FF2B5EF4-FFF2-40B4-BE49-F238E27FC236}">
                  <a16:creationId xmlns:a16="http://schemas.microsoft.com/office/drawing/2014/main" id="{CCF92604-F19C-7E84-EDD1-B203225F2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3"/>
            <a:stretch>
              <a:fillRect/>
            </a:stretch>
          </p:blipFill>
          <p:spPr>
            <a:xfrm>
              <a:off x="4635518" y="6766277"/>
              <a:ext cx="183445" cy="91722"/>
            </a:xfrm>
            <a:custGeom>
              <a:avLst/>
              <a:gdLst>
                <a:gd name="connsiteX0" fmla="*/ 657 w 183445"/>
                <a:gd name="connsiteY0" fmla="*/ 959 h 91722"/>
                <a:gd name="connsiteX1" fmla="*/ 184102 w 183445"/>
                <a:gd name="connsiteY1" fmla="*/ 959 h 91722"/>
                <a:gd name="connsiteX2" fmla="*/ 184102 w 183445"/>
                <a:gd name="connsiteY2" fmla="*/ 92681 h 91722"/>
                <a:gd name="connsiteX3" fmla="*/ 657 w 183445"/>
                <a:gd name="connsiteY3" fmla="*/ 9268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91722">
                  <a:moveTo>
                    <a:pt x="657" y="959"/>
                  </a:moveTo>
                  <a:lnTo>
                    <a:pt x="184102" y="959"/>
                  </a:lnTo>
                  <a:lnTo>
                    <a:pt x="184102" y="92681"/>
                  </a:lnTo>
                  <a:lnTo>
                    <a:pt x="657" y="92681"/>
                  </a:lnTo>
                  <a:close/>
                </a:path>
              </a:pathLst>
            </a:custGeom>
          </p:spPr>
        </p:pic>
        <p:pic>
          <p:nvPicPr>
            <p:cNvPr id="1569" name="그림 1568">
              <a:extLst>
                <a:ext uri="{FF2B5EF4-FFF2-40B4-BE49-F238E27FC236}">
                  <a16:creationId xmlns:a16="http://schemas.microsoft.com/office/drawing/2014/main" id="{9951BCAE-A482-9743-A9DA-40CB083C0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/>
            <a:stretch>
              <a:fillRect/>
            </a:stretch>
          </p:blipFill>
          <p:spPr>
            <a:xfrm>
              <a:off x="4981241" y="6646333"/>
              <a:ext cx="169333" cy="211666"/>
            </a:xfrm>
            <a:custGeom>
              <a:avLst/>
              <a:gdLst>
                <a:gd name="connsiteX0" fmla="*/ 706 w 169333"/>
                <a:gd name="connsiteY0" fmla="*/ 942 h 211666"/>
                <a:gd name="connsiteX1" fmla="*/ 170040 w 169333"/>
                <a:gd name="connsiteY1" fmla="*/ 942 h 211666"/>
                <a:gd name="connsiteX2" fmla="*/ 170040 w 169333"/>
                <a:gd name="connsiteY2" fmla="*/ 212609 h 211666"/>
                <a:gd name="connsiteX3" fmla="*/ 706 w 169333"/>
                <a:gd name="connsiteY3" fmla="*/ 21260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211666">
                  <a:moveTo>
                    <a:pt x="706" y="942"/>
                  </a:moveTo>
                  <a:lnTo>
                    <a:pt x="170040" y="942"/>
                  </a:lnTo>
                  <a:lnTo>
                    <a:pt x="170040" y="212609"/>
                  </a:lnTo>
                  <a:lnTo>
                    <a:pt x="706" y="212609"/>
                  </a:lnTo>
                  <a:close/>
                </a:path>
              </a:pathLst>
            </a:custGeom>
          </p:spPr>
        </p:pic>
        <p:pic>
          <p:nvPicPr>
            <p:cNvPr id="1571" name="그림 1570">
              <a:extLst>
                <a:ext uri="{FF2B5EF4-FFF2-40B4-BE49-F238E27FC236}">
                  <a16:creationId xmlns:a16="http://schemas.microsoft.com/office/drawing/2014/main" id="{CA0BF953-0C8A-5C8B-8B74-BC2A258E5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5"/>
            <a:stretch>
              <a:fillRect/>
            </a:stretch>
          </p:blipFill>
          <p:spPr>
            <a:xfrm>
              <a:off x="5108242" y="6110111"/>
              <a:ext cx="84666" cy="84666"/>
            </a:xfrm>
            <a:custGeom>
              <a:avLst/>
              <a:gdLst>
                <a:gd name="connsiteX0" fmla="*/ 724 w 84666"/>
                <a:gd name="connsiteY0" fmla="*/ 866 h 84666"/>
                <a:gd name="connsiteX1" fmla="*/ 85391 w 84666"/>
                <a:gd name="connsiteY1" fmla="*/ 866 h 84666"/>
                <a:gd name="connsiteX2" fmla="*/ 85391 w 84666"/>
                <a:gd name="connsiteY2" fmla="*/ 85533 h 84666"/>
                <a:gd name="connsiteX3" fmla="*/ 724 w 84666"/>
                <a:gd name="connsiteY3" fmla="*/ 85533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" h="84666">
                  <a:moveTo>
                    <a:pt x="724" y="866"/>
                  </a:moveTo>
                  <a:lnTo>
                    <a:pt x="85391" y="866"/>
                  </a:lnTo>
                  <a:lnTo>
                    <a:pt x="85391" y="85533"/>
                  </a:lnTo>
                  <a:lnTo>
                    <a:pt x="724" y="85533"/>
                  </a:lnTo>
                  <a:close/>
                </a:path>
              </a:pathLst>
            </a:custGeom>
          </p:spPr>
        </p:pic>
        <p:pic>
          <p:nvPicPr>
            <p:cNvPr id="1572" name="그림 1571">
              <a:extLst>
                <a:ext uri="{FF2B5EF4-FFF2-40B4-BE49-F238E27FC236}">
                  <a16:creationId xmlns:a16="http://schemas.microsoft.com/office/drawing/2014/main" id="{24E664C2-402E-9C5D-23BE-99D2B376B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/>
            <a:stretch>
              <a:fillRect/>
            </a:stretch>
          </p:blipFill>
          <p:spPr>
            <a:xfrm>
              <a:off x="7641196" y="6674555"/>
              <a:ext cx="197556" cy="183444"/>
            </a:xfrm>
            <a:custGeom>
              <a:avLst/>
              <a:gdLst>
                <a:gd name="connsiteX0" fmla="*/ 1083 w 197556"/>
                <a:gd name="connsiteY0" fmla="*/ 946 h 183444"/>
                <a:gd name="connsiteX1" fmla="*/ 198639 w 197556"/>
                <a:gd name="connsiteY1" fmla="*/ 946 h 183444"/>
                <a:gd name="connsiteX2" fmla="*/ 198639 w 197556"/>
                <a:gd name="connsiteY2" fmla="*/ 184390 h 183444"/>
                <a:gd name="connsiteX3" fmla="*/ 1083 w 197556"/>
                <a:gd name="connsiteY3" fmla="*/ 18439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183444">
                  <a:moveTo>
                    <a:pt x="1083" y="946"/>
                  </a:moveTo>
                  <a:lnTo>
                    <a:pt x="198639" y="946"/>
                  </a:lnTo>
                  <a:lnTo>
                    <a:pt x="198639" y="184390"/>
                  </a:lnTo>
                  <a:lnTo>
                    <a:pt x="1083" y="184390"/>
                  </a:lnTo>
                  <a:close/>
                </a:path>
              </a:pathLst>
            </a:custGeom>
          </p:spPr>
        </p:pic>
        <p:pic>
          <p:nvPicPr>
            <p:cNvPr id="1573" name="그림 1572">
              <a:extLst>
                <a:ext uri="{FF2B5EF4-FFF2-40B4-BE49-F238E27FC236}">
                  <a16:creationId xmlns:a16="http://schemas.microsoft.com/office/drawing/2014/main" id="{3D71232F-0194-0FB5-6ACC-EE15F17DB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7"/>
            <a:stretch>
              <a:fillRect/>
            </a:stretch>
          </p:blipFill>
          <p:spPr>
            <a:xfrm>
              <a:off x="7570640" y="6815666"/>
              <a:ext cx="388057" cy="42333"/>
            </a:xfrm>
            <a:custGeom>
              <a:avLst/>
              <a:gdLst>
                <a:gd name="connsiteX0" fmla="*/ 1073 w 388057"/>
                <a:gd name="connsiteY0" fmla="*/ 966 h 42333"/>
                <a:gd name="connsiteX1" fmla="*/ 389130 w 388057"/>
                <a:gd name="connsiteY1" fmla="*/ 966 h 42333"/>
                <a:gd name="connsiteX2" fmla="*/ 389130 w 388057"/>
                <a:gd name="connsiteY2" fmla="*/ 43299 h 42333"/>
                <a:gd name="connsiteX3" fmla="*/ 1073 w 388057"/>
                <a:gd name="connsiteY3" fmla="*/ 43299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42333">
                  <a:moveTo>
                    <a:pt x="1073" y="966"/>
                  </a:moveTo>
                  <a:lnTo>
                    <a:pt x="389130" y="966"/>
                  </a:lnTo>
                  <a:lnTo>
                    <a:pt x="389130" y="43299"/>
                  </a:lnTo>
                  <a:lnTo>
                    <a:pt x="1073" y="43299"/>
                  </a:lnTo>
                  <a:close/>
                </a:path>
              </a:pathLst>
            </a:custGeom>
          </p:spPr>
        </p:pic>
        <p:pic>
          <p:nvPicPr>
            <p:cNvPr id="1574" name="그림 1573">
              <a:extLst>
                <a:ext uri="{FF2B5EF4-FFF2-40B4-BE49-F238E27FC236}">
                  <a16:creationId xmlns:a16="http://schemas.microsoft.com/office/drawing/2014/main" id="{B5151F4C-25D6-D05D-CD28-1443269C0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/>
            <a:stretch>
              <a:fillRect/>
            </a:stretch>
          </p:blipFill>
          <p:spPr>
            <a:xfrm>
              <a:off x="7570640" y="6342944"/>
              <a:ext cx="366890" cy="515055"/>
            </a:xfrm>
            <a:custGeom>
              <a:avLst/>
              <a:gdLst>
                <a:gd name="connsiteX0" fmla="*/ 1073 w 366890"/>
                <a:gd name="connsiteY0" fmla="*/ 899 h 515055"/>
                <a:gd name="connsiteX1" fmla="*/ 367963 w 366890"/>
                <a:gd name="connsiteY1" fmla="*/ 899 h 515055"/>
                <a:gd name="connsiteX2" fmla="*/ 367963 w 366890"/>
                <a:gd name="connsiteY2" fmla="*/ 515955 h 515055"/>
                <a:gd name="connsiteX3" fmla="*/ 1073 w 366890"/>
                <a:gd name="connsiteY3" fmla="*/ 515955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515055">
                  <a:moveTo>
                    <a:pt x="1073" y="899"/>
                  </a:moveTo>
                  <a:lnTo>
                    <a:pt x="367963" y="899"/>
                  </a:lnTo>
                  <a:lnTo>
                    <a:pt x="367963" y="515955"/>
                  </a:lnTo>
                  <a:lnTo>
                    <a:pt x="1073" y="515955"/>
                  </a:lnTo>
                  <a:close/>
                </a:path>
              </a:pathLst>
            </a:custGeom>
          </p:spPr>
        </p:pic>
        <p:pic>
          <p:nvPicPr>
            <p:cNvPr id="1575" name="그림 1574">
              <a:extLst>
                <a:ext uri="{FF2B5EF4-FFF2-40B4-BE49-F238E27FC236}">
                  <a16:creationId xmlns:a16="http://schemas.microsoft.com/office/drawing/2014/main" id="{A4A3305D-41ED-3D23-7E3A-05D1012D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9"/>
            <a:stretch>
              <a:fillRect/>
            </a:stretch>
          </p:blipFill>
          <p:spPr>
            <a:xfrm>
              <a:off x="8960590" y="6611055"/>
              <a:ext cx="359834" cy="246944"/>
            </a:xfrm>
            <a:custGeom>
              <a:avLst/>
              <a:gdLst>
                <a:gd name="connsiteX0" fmla="*/ 1270 w 359834"/>
                <a:gd name="connsiteY0" fmla="*/ 937 h 246944"/>
                <a:gd name="connsiteX1" fmla="*/ 361105 w 359834"/>
                <a:gd name="connsiteY1" fmla="*/ 937 h 246944"/>
                <a:gd name="connsiteX2" fmla="*/ 361105 w 359834"/>
                <a:gd name="connsiteY2" fmla="*/ 247881 h 246944"/>
                <a:gd name="connsiteX3" fmla="*/ 1270 w 359834"/>
                <a:gd name="connsiteY3" fmla="*/ 24788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834" h="246944">
                  <a:moveTo>
                    <a:pt x="1270" y="937"/>
                  </a:moveTo>
                  <a:lnTo>
                    <a:pt x="361105" y="937"/>
                  </a:lnTo>
                  <a:lnTo>
                    <a:pt x="361105" y="247881"/>
                  </a:lnTo>
                  <a:lnTo>
                    <a:pt x="1270" y="247881"/>
                  </a:lnTo>
                  <a:close/>
                </a:path>
              </a:pathLst>
            </a:custGeom>
          </p:spPr>
        </p:pic>
        <p:pic>
          <p:nvPicPr>
            <p:cNvPr id="1576" name="그림 1575">
              <a:extLst>
                <a:ext uri="{FF2B5EF4-FFF2-40B4-BE49-F238E27FC236}">
                  <a16:creationId xmlns:a16="http://schemas.microsoft.com/office/drawing/2014/main" id="{A4D5BE6C-BBB3-CA6C-B1D9-C61646216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/>
            <a:stretch>
              <a:fillRect/>
            </a:stretch>
          </p:blipFill>
          <p:spPr>
            <a:xfrm>
              <a:off x="8791256" y="6547555"/>
              <a:ext cx="183445" cy="310444"/>
            </a:xfrm>
            <a:custGeom>
              <a:avLst/>
              <a:gdLst>
                <a:gd name="connsiteX0" fmla="*/ 1246 w 183445"/>
                <a:gd name="connsiteY0" fmla="*/ 928 h 310444"/>
                <a:gd name="connsiteX1" fmla="*/ 184691 w 183445"/>
                <a:gd name="connsiteY1" fmla="*/ 928 h 310444"/>
                <a:gd name="connsiteX2" fmla="*/ 184691 w 183445"/>
                <a:gd name="connsiteY2" fmla="*/ 311372 h 310444"/>
                <a:gd name="connsiteX3" fmla="*/ 1246 w 183445"/>
                <a:gd name="connsiteY3" fmla="*/ 311372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0444">
                  <a:moveTo>
                    <a:pt x="1246" y="928"/>
                  </a:moveTo>
                  <a:lnTo>
                    <a:pt x="184691" y="928"/>
                  </a:lnTo>
                  <a:lnTo>
                    <a:pt x="184691" y="311372"/>
                  </a:lnTo>
                  <a:lnTo>
                    <a:pt x="1246" y="311372"/>
                  </a:lnTo>
                  <a:close/>
                </a:path>
              </a:pathLst>
            </a:custGeom>
          </p:spPr>
        </p:pic>
        <p:pic>
          <p:nvPicPr>
            <p:cNvPr id="1577" name="그림 1576">
              <a:extLst>
                <a:ext uri="{FF2B5EF4-FFF2-40B4-BE49-F238E27FC236}">
                  <a16:creationId xmlns:a16="http://schemas.microsoft.com/office/drawing/2014/main" id="{EB00CDE0-443A-782F-6CFA-2219F4D07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1"/>
            <a:stretch>
              <a:fillRect/>
            </a:stretch>
          </p:blipFill>
          <p:spPr>
            <a:xfrm>
              <a:off x="8791256" y="6004277"/>
              <a:ext cx="176389" cy="564444"/>
            </a:xfrm>
            <a:custGeom>
              <a:avLst/>
              <a:gdLst>
                <a:gd name="connsiteX0" fmla="*/ 1246 w 176389"/>
                <a:gd name="connsiteY0" fmla="*/ 851 h 564444"/>
                <a:gd name="connsiteX1" fmla="*/ 177636 w 176389"/>
                <a:gd name="connsiteY1" fmla="*/ 851 h 564444"/>
                <a:gd name="connsiteX2" fmla="*/ 177636 w 176389"/>
                <a:gd name="connsiteY2" fmla="*/ 565295 h 564444"/>
                <a:gd name="connsiteX3" fmla="*/ 1246 w 176389"/>
                <a:gd name="connsiteY3" fmla="*/ 56529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89" h="564444">
                  <a:moveTo>
                    <a:pt x="1246" y="851"/>
                  </a:moveTo>
                  <a:lnTo>
                    <a:pt x="177636" y="851"/>
                  </a:lnTo>
                  <a:lnTo>
                    <a:pt x="177636" y="565295"/>
                  </a:lnTo>
                  <a:lnTo>
                    <a:pt x="1246" y="565295"/>
                  </a:lnTo>
                  <a:close/>
                </a:path>
              </a:pathLst>
            </a:custGeom>
          </p:spPr>
        </p:pic>
        <p:pic>
          <p:nvPicPr>
            <p:cNvPr id="1578" name="그림 1577">
              <a:extLst>
                <a:ext uri="{FF2B5EF4-FFF2-40B4-BE49-F238E27FC236}">
                  <a16:creationId xmlns:a16="http://schemas.microsoft.com/office/drawing/2014/main" id="{F91CA20C-6121-9D1B-B796-0015012C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/>
            <a:stretch>
              <a:fillRect/>
            </a:stretch>
          </p:blipFill>
          <p:spPr>
            <a:xfrm>
              <a:off x="8791256" y="5997222"/>
              <a:ext cx="225778" cy="571500"/>
            </a:xfrm>
            <a:custGeom>
              <a:avLst/>
              <a:gdLst>
                <a:gd name="connsiteX0" fmla="*/ 1246 w 225778"/>
                <a:gd name="connsiteY0" fmla="*/ 850 h 571500"/>
                <a:gd name="connsiteX1" fmla="*/ 227025 w 225778"/>
                <a:gd name="connsiteY1" fmla="*/ 850 h 571500"/>
                <a:gd name="connsiteX2" fmla="*/ 227025 w 225778"/>
                <a:gd name="connsiteY2" fmla="*/ 572350 h 571500"/>
                <a:gd name="connsiteX3" fmla="*/ 1246 w 225778"/>
                <a:gd name="connsiteY3" fmla="*/ 5723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571500">
                  <a:moveTo>
                    <a:pt x="1246" y="850"/>
                  </a:moveTo>
                  <a:lnTo>
                    <a:pt x="227025" y="850"/>
                  </a:lnTo>
                  <a:lnTo>
                    <a:pt x="227025" y="572350"/>
                  </a:lnTo>
                  <a:lnTo>
                    <a:pt x="1246" y="572350"/>
                  </a:lnTo>
                  <a:close/>
                </a:path>
              </a:pathLst>
            </a:custGeom>
          </p:spPr>
        </p:pic>
        <p:pic>
          <p:nvPicPr>
            <p:cNvPr id="1579" name="그림 1578">
              <a:extLst>
                <a:ext uri="{FF2B5EF4-FFF2-40B4-BE49-F238E27FC236}">
                  <a16:creationId xmlns:a16="http://schemas.microsoft.com/office/drawing/2014/main" id="{057BBA72-D78E-EE6E-171E-EDCE3EB70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3"/>
            <a:stretch>
              <a:fillRect/>
            </a:stretch>
          </p:blipFill>
          <p:spPr>
            <a:xfrm>
              <a:off x="9002924" y="5030611"/>
              <a:ext cx="677335" cy="987777"/>
            </a:xfrm>
            <a:custGeom>
              <a:avLst/>
              <a:gdLst>
                <a:gd name="connsiteX0" fmla="*/ 1276 w 677335"/>
                <a:gd name="connsiteY0" fmla="*/ 713 h 987777"/>
                <a:gd name="connsiteX1" fmla="*/ 678612 w 677335"/>
                <a:gd name="connsiteY1" fmla="*/ 713 h 987777"/>
                <a:gd name="connsiteX2" fmla="*/ 678612 w 677335"/>
                <a:gd name="connsiteY2" fmla="*/ 988491 h 987777"/>
                <a:gd name="connsiteX3" fmla="*/ 1276 w 677335"/>
                <a:gd name="connsiteY3" fmla="*/ 988491 h 98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987777">
                  <a:moveTo>
                    <a:pt x="1276" y="713"/>
                  </a:moveTo>
                  <a:lnTo>
                    <a:pt x="678612" y="713"/>
                  </a:lnTo>
                  <a:lnTo>
                    <a:pt x="678612" y="988491"/>
                  </a:lnTo>
                  <a:lnTo>
                    <a:pt x="1276" y="988491"/>
                  </a:lnTo>
                  <a:close/>
                </a:path>
              </a:pathLst>
            </a:custGeom>
          </p:spPr>
        </p:pic>
        <p:pic>
          <p:nvPicPr>
            <p:cNvPr id="1580" name="그림 1579">
              <a:extLst>
                <a:ext uri="{FF2B5EF4-FFF2-40B4-BE49-F238E27FC236}">
                  <a16:creationId xmlns:a16="http://schemas.microsoft.com/office/drawing/2014/main" id="{434E2B1A-8D26-6CD2-A008-41E7E15F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/>
            <a:stretch>
              <a:fillRect/>
            </a:stretch>
          </p:blipFill>
          <p:spPr>
            <a:xfrm>
              <a:off x="9002924" y="5214055"/>
              <a:ext cx="388057" cy="804333"/>
            </a:xfrm>
            <a:custGeom>
              <a:avLst/>
              <a:gdLst>
                <a:gd name="connsiteX0" fmla="*/ 1276 w 388057"/>
                <a:gd name="connsiteY0" fmla="*/ 739 h 804333"/>
                <a:gd name="connsiteX1" fmla="*/ 389333 w 388057"/>
                <a:gd name="connsiteY1" fmla="*/ 739 h 804333"/>
                <a:gd name="connsiteX2" fmla="*/ 389333 w 388057"/>
                <a:gd name="connsiteY2" fmla="*/ 805072 h 804333"/>
                <a:gd name="connsiteX3" fmla="*/ 1276 w 388057"/>
                <a:gd name="connsiteY3" fmla="*/ 805072 h 80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057" h="804333">
                  <a:moveTo>
                    <a:pt x="1276" y="739"/>
                  </a:moveTo>
                  <a:lnTo>
                    <a:pt x="389333" y="739"/>
                  </a:lnTo>
                  <a:lnTo>
                    <a:pt x="389333" y="805072"/>
                  </a:lnTo>
                  <a:lnTo>
                    <a:pt x="1276" y="805072"/>
                  </a:lnTo>
                  <a:close/>
                </a:path>
              </a:pathLst>
            </a:custGeom>
          </p:spPr>
        </p:pic>
        <p:pic>
          <p:nvPicPr>
            <p:cNvPr id="1581" name="그림 1580">
              <a:extLst>
                <a:ext uri="{FF2B5EF4-FFF2-40B4-BE49-F238E27FC236}">
                  <a16:creationId xmlns:a16="http://schemas.microsoft.com/office/drawing/2014/main" id="{BF804828-84E5-9906-D2AB-733AFD60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5"/>
            <a:stretch>
              <a:fillRect/>
            </a:stretch>
          </p:blipFill>
          <p:spPr>
            <a:xfrm>
              <a:off x="9002924" y="5820833"/>
              <a:ext cx="395112" cy="197555"/>
            </a:xfrm>
            <a:custGeom>
              <a:avLst/>
              <a:gdLst>
                <a:gd name="connsiteX0" fmla="*/ 1276 w 395112"/>
                <a:gd name="connsiteY0" fmla="*/ 825 h 197555"/>
                <a:gd name="connsiteX1" fmla="*/ 396389 w 395112"/>
                <a:gd name="connsiteY1" fmla="*/ 825 h 197555"/>
                <a:gd name="connsiteX2" fmla="*/ 396389 w 395112"/>
                <a:gd name="connsiteY2" fmla="*/ 198381 h 197555"/>
                <a:gd name="connsiteX3" fmla="*/ 1276 w 395112"/>
                <a:gd name="connsiteY3" fmla="*/ 198381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276" y="825"/>
                  </a:moveTo>
                  <a:lnTo>
                    <a:pt x="396389" y="825"/>
                  </a:lnTo>
                  <a:lnTo>
                    <a:pt x="396389" y="198381"/>
                  </a:lnTo>
                  <a:lnTo>
                    <a:pt x="1276" y="198381"/>
                  </a:lnTo>
                  <a:close/>
                </a:path>
              </a:pathLst>
            </a:custGeom>
          </p:spPr>
        </p:pic>
        <p:pic>
          <p:nvPicPr>
            <p:cNvPr id="1582" name="그림 1581">
              <a:extLst>
                <a:ext uri="{FF2B5EF4-FFF2-40B4-BE49-F238E27FC236}">
                  <a16:creationId xmlns:a16="http://schemas.microsoft.com/office/drawing/2014/main" id="{494B5D11-CD2F-04FF-C4A1-B4ABA5C54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/>
            <a:stretch>
              <a:fillRect/>
            </a:stretch>
          </p:blipFill>
          <p:spPr>
            <a:xfrm>
              <a:off x="9376870" y="5030611"/>
              <a:ext cx="303390" cy="811388"/>
            </a:xfrm>
            <a:custGeom>
              <a:avLst/>
              <a:gdLst>
                <a:gd name="connsiteX0" fmla="*/ 1329 w 303390"/>
                <a:gd name="connsiteY0" fmla="*/ 713 h 811388"/>
                <a:gd name="connsiteX1" fmla="*/ 304719 w 303390"/>
                <a:gd name="connsiteY1" fmla="*/ 713 h 811388"/>
                <a:gd name="connsiteX2" fmla="*/ 304719 w 303390"/>
                <a:gd name="connsiteY2" fmla="*/ 812102 h 811388"/>
                <a:gd name="connsiteX3" fmla="*/ 1329 w 303390"/>
                <a:gd name="connsiteY3" fmla="*/ 812102 h 81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811388">
                  <a:moveTo>
                    <a:pt x="1329" y="713"/>
                  </a:moveTo>
                  <a:lnTo>
                    <a:pt x="304719" y="713"/>
                  </a:lnTo>
                  <a:lnTo>
                    <a:pt x="304719" y="812102"/>
                  </a:lnTo>
                  <a:lnTo>
                    <a:pt x="1329" y="812102"/>
                  </a:lnTo>
                  <a:close/>
                </a:path>
              </a:pathLst>
            </a:custGeom>
          </p:spPr>
        </p:pic>
        <p:pic>
          <p:nvPicPr>
            <p:cNvPr id="1583" name="그림 1582">
              <a:extLst>
                <a:ext uri="{FF2B5EF4-FFF2-40B4-BE49-F238E27FC236}">
                  <a16:creationId xmlns:a16="http://schemas.microsoft.com/office/drawing/2014/main" id="{95DA7271-7B74-61F5-B58B-6F3E2DB0E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7"/>
            <a:stretch>
              <a:fillRect/>
            </a:stretch>
          </p:blipFill>
          <p:spPr>
            <a:xfrm>
              <a:off x="9376870" y="5214055"/>
              <a:ext cx="21166" cy="627944"/>
            </a:xfrm>
            <a:custGeom>
              <a:avLst/>
              <a:gdLst>
                <a:gd name="connsiteX0" fmla="*/ 1329 w 21166"/>
                <a:gd name="connsiteY0" fmla="*/ 739 h 627944"/>
                <a:gd name="connsiteX1" fmla="*/ 22496 w 21166"/>
                <a:gd name="connsiteY1" fmla="*/ 739 h 627944"/>
                <a:gd name="connsiteX2" fmla="*/ 22496 w 21166"/>
                <a:gd name="connsiteY2" fmla="*/ 628683 h 627944"/>
                <a:gd name="connsiteX3" fmla="*/ 1329 w 21166"/>
                <a:gd name="connsiteY3" fmla="*/ 628683 h 6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627944">
                  <a:moveTo>
                    <a:pt x="1329" y="739"/>
                  </a:moveTo>
                  <a:lnTo>
                    <a:pt x="22496" y="739"/>
                  </a:lnTo>
                  <a:lnTo>
                    <a:pt x="22496" y="628683"/>
                  </a:lnTo>
                  <a:lnTo>
                    <a:pt x="1329" y="628683"/>
                  </a:lnTo>
                  <a:close/>
                </a:path>
              </a:pathLst>
            </a:custGeom>
          </p:spPr>
        </p:pic>
        <p:pic>
          <p:nvPicPr>
            <p:cNvPr id="1584" name="그림 1583">
              <a:extLst>
                <a:ext uri="{FF2B5EF4-FFF2-40B4-BE49-F238E27FC236}">
                  <a16:creationId xmlns:a16="http://schemas.microsoft.com/office/drawing/2014/main" id="{EB9B7A2C-BCD5-EFB8-504D-032C7F13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/>
            <a:stretch>
              <a:fillRect/>
            </a:stretch>
          </p:blipFill>
          <p:spPr>
            <a:xfrm>
              <a:off x="10209429" y="6321777"/>
              <a:ext cx="479779" cy="218722"/>
            </a:xfrm>
            <a:custGeom>
              <a:avLst/>
              <a:gdLst>
                <a:gd name="connsiteX0" fmla="*/ 1447 w 479779"/>
                <a:gd name="connsiteY0" fmla="*/ 896 h 218722"/>
                <a:gd name="connsiteX1" fmla="*/ 481227 w 479779"/>
                <a:gd name="connsiteY1" fmla="*/ 896 h 218722"/>
                <a:gd name="connsiteX2" fmla="*/ 481227 w 479779"/>
                <a:gd name="connsiteY2" fmla="*/ 219618 h 218722"/>
                <a:gd name="connsiteX3" fmla="*/ 1447 w 479779"/>
                <a:gd name="connsiteY3" fmla="*/ 219618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218722">
                  <a:moveTo>
                    <a:pt x="1447" y="896"/>
                  </a:moveTo>
                  <a:lnTo>
                    <a:pt x="481227" y="896"/>
                  </a:lnTo>
                  <a:lnTo>
                    <a:pt x="481227" y="219618"/>
                  </a:lnTo>
                  <a:lnTo>
                    <a:pt x="1447" y="219618"/>
                  </a:lnTo>
                  <a:close/>
                </a:path>
              </a:pathLst>
            </a:custGeom>
          </p:spPr>
        </p:pic>
        <p:pic>
          <p:nvPicPr>
            <p:cNvPr id="1585" name="그림 1584">
              <a:extLst>
                <a:ext uri="{FF2B5EF4-FFF2-40B4-BE49-F238E27FC236}">
                  <a16:creationId xmlns:a16="http://schemas.microsoft.com/office/drawing/2014/main" id="{8A077339-C9E7-B80B-45E0-1509839F1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9"/>
            <a:stretch>
              <a:fillRect/>
            </a:stretch>
          </p:blipFill>
          <p:spPr>
            <a:xfrm>
              <a:off x="10611597" y="5390444"/>
              <a:ext cx="77611" cy="945444"/>
            </a:xfrm>
            <a:custGeom>
              <a:avLst/>
              <a:gdLst>
                <a:gd name="connsiteX0" fmla="*/ 1504 w 77611"/>
                <a:gd name="connsiteY0" fmla="*/ 764 h 945444"/>
                <a:gd name="connsiteX1" fmla="*/ 79115 w 77611"/>
                <a:gd name="connsiteY1" fmla="*/ 764 h 945444"/>
                <a:gd name="connsiteX2" fmla="*/ 79115 w 77611"/>
                <a:gd name="connsiteY2" fmla="*/ 946208 h 945444"/>
                <a:gd name="connsiteX3" fmla="*/ 1504 w 77611"/>
                <a:gd name="connsiteY3" fmla="*/ 946208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945444">
                  <a:moveTo>
                    <a:pt x="1504" y="764"/>
                  </a:moveTo>
                  <a:lnTo>
                    <a:pt x="79115" y="764"/>
                  </a:lnTo>
                  <a:lnTo>
                    <a:pt x="79115" y="946208"/>
                  </a:lnTo>
                  <a:lnTo>
                    <a:pt x="1504" y="946208"/>
                  </a:lnTo>
                  <a:close/>
                </a:path>
              </a:pathLst>
            </a:custGeom>
          </p:spPr>
        </p:pic>
        <p:pic>
          <p:nvPicPr>
            <p:cNvPr id="1586" name="그림 1585">
              <a:extLst>
                <a:ext uri="{FF2B5EF4-FFF2-40B4-BE49-F238E27FC236}">
                  <a16:creationId xmlns:a16="http://schemas.microsoft.com/office/drawing/2014/main" id="{4321F467-5B5D-9F6F-4343-1BA2B2FCB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/>
            <a:stretch>
              <a:fillRect/>
            </a:stretch>
          </p:blipFill>
          <p:spPr>
            <a:xfrm>
              <a:off x="10611597" y="4459111"/>
              <a:ext cx="846669" cy="945444"/>
            </a:xfrm>
            <a:custGeom>
              <a:avLst/>
              <a:gdLst>
                <a:gd name="connsiteX0" fmla="*/ 1504 w 846669"/>
                <a:gd name="connsiteY0" fmla="*/ 632 h 945444"/>
                <a:gd name="connsiteX1" fmla="*/ 848174 w 846669"/>
                <a:gd name="connsiteY1" fmla="*/ 632 h 945444"/>
                <a:gd name="connsiteX2" fmla="*/ 848174 w 846669"/>
                <a:gd name="connsiteY2" fmla="*/ 946076 h 945444"/>
                <a:gd name="connsiteX3" fmla="*/ 1504 w 846669"/>
                <a:gd name="connsiteY3" fmla="*/ 946076 h 94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945444">
                  <a:moveTo>
                    <a:pt x="1504" y="632"/>
                  </a:moveTo>
                  <a:lnTo>
                    <a:pt x="848174" y="632"/>
                  </a:lnTo>
                  <a:lnTo>
                    <a:pt x="848174" y="946076"/>
                  </a:lnTo>
                  <a:lnTo>
                    <a:pt x="1504" y="946076"/>
                  </a:lnTo>
                  <a:close/>
                </a:path>
              </a:pathLst>
            </a:custGeom>
          </p:spPr>
        </p:pic>
        <p:pic>
          <p:nvPicPr>
            <p:cNvPr id="1587" name="그림 1586">
              <a:extLst>
                <a:ext uri="{FF2B5EF4-FFF2-40B4-BE49-F238E27FC236}">
                  <a16:creationId xmlns:a16="http://schemas.microsoft.com/office/drawing/2014/main" id="{24157C36-952A-965E-7EC5-E9602D4E8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1"/>
            <a:stretch>
              <a:fillRect/>
            </a:stretch>
          </p:blipFill>
          <p:spPr>
            <a:xfrm>
              <a:off x="11437100" y="3753555"/>
              <a:ext cx="769058" cy="726722"/>
            </a:xfrm>
            <a:custGeom>
              <a:avLst/>
              <a:gdLst>
                <a:gd name="connsiteX0" fmla="*/ 1621 w 769058"/>
                <a:gd name="connsiteY0" fmla="*/ 532 h 726722"/>
                <a:gd name="connsiteX1" fmla="*/ 770680 w 769058"/>
                <a:gd name="connsiteY1" fmla="*/ 532 h 726722"/>
                <a:gd name="connsiteX2" fmla="*/ 770680 w 769058"/>
                <a:gd name="connsiteY2" fmla="*/ 727254 h 726722"/>
                <a:gd name="connsiteX3" fmla="*/ 1621 w 769058"/>
                <a:gd name="connsiteY3" fmla="*/ 727254 h 7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26722">
                  <a:moveTo>
                    <a:pt x="1621" y="532"/>
                  </a:moveTo>
                  <a:lnTo>
                    <a:pt x="770680" y="532"/>
                  </a:lnTo>
                  <a:lnTo>
                    <a:pt x="770680" y="727254"/>
                  </a:lnTo>
                  <a:lnTo>
                    <a:pt x="1621" y="727254"/>
                  </a:lnTo>
                  <a:close/>
                </a:path>
              </a:pathLst>
            </a:custGeom>
          </p:spPr>
        </p:pic>
        <p:pic>
          <p:nvPicPr>
            <p:cNvPr id="1588" name="그림 1587">
              <a:extLst>
                <a:ext uri="{FF2B5EF4-FFF2-40B4-BE49-F238E27FC236}">
                  <a16:creationId xmlns:a16="http://schemas.microsoft.com/office/drawing/2014/main" id="{206B2F9E-81CA-32FE-9EC7-CFEBC7922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/>
            <a:stretch>
              <a:fillRect/>
            </a:stretch>
          </p:blipFill>
          <p:spPr>
            <a:xfrm>
              <a:off x="11437100" y="3979333"/>
              <a:ext cx="98778" cy="500944"/>
            </a:xfrm>
            <a:custGeom>
              <a:avLst/>
              <a:gdLst>
                <a:gd name="connsiteX0" fmla="*/ 1621 w 98778"/>
                <a:gd name="connsiteY0" fmla="*/ 564 h 500944"/>
                <a:gd name="connsiteX1" fmla="*/ 100399 w 98778"/>
                <a:gd name="connsiteY1" fmla="*/ 564 h 500944"/>
                <a:gd name="connsiteX2" fmla="*/ 100399 w 98778"/>
                <a:gd name="connsiteY2" fmla="*/ 501508 h 500944"/>
                <a:gd name="connsiteX3" fmla="*/ 1621 w 98778"/>
                <a:gd name="connsiteY3" fmla="*/ 501508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00944">
                  <a:moveTo>
                    <a:pt x="1621" y="564"/>
                  </a:moveTo>
                  <a:lnTo>
                    <a:pt x="100399" y="564"/>
                  </a:lnTo>
                  <a:lnTo>
                    <a:pt x="100399" y="501508"/>
                  </a:lnTo>
                  <a:lnTo>
                    <a:pt x="1621" y="501508"/>
                  </a:lnTo>
                  <a:close/>
                </a:path>
              </a:pathLst>
            </a:custGeom>
          </p:spPr>
        </p:pic>
        <p:pic>
          <p:nvPicPr>
            <p:cNvPr id="1589" name="그림 1588">
              <a:extLst>
                <a:ext uri="{FF2B5EF4-FFF2-40B4-BE49-F238E27FC236}">
                  <a16:creationId xmlns:a16="http://schemas.microsoft.com/office/drawing/2014/main" id="{5118F7C0-90B0-B8E6-DF84-C39671150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3"/>
            <a:stretch>
              <a:fillRect/>
            </a:stretch>
          </p:blipFill>
          <p:spPr>
            <a:xfrm>
              <a:off x="4804852" y="6646333"/>
              <a:ext cx="317501" cy="134055"/>
            </a:xfrm>
            <a:custGeom>
              <a:avLst/>
              <a:gdLst>
                <a:gd name="connsiteX0" fmla="*/ 681 w 317501"/>
                <a:gd name="connsiteY0" fmla="*/ 942 h 134055"/>
                <a:gd name="connsiteX1" fmla="*/ 318182 w 317501"/>
                <a:gd name="connsiteY1" fmla="*/ 942 h 134055"/>
                <a:gd name="connsiteX2" fmla="*/ 318182 w 317501"/>
                <a:gd name="connsiteY2" fmla="*/ 134998 h 134055"/>
                <a:gd name="connsiteX3" fmla="*/ 681 w 317501"/>
                <a:gd name="connsiteY3" fmla="*/ 134998 h 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34055">
                  <a:moveTo>
                    <a:pt x="681" y="942"/>
                  </a:moveTo>
                  <a:lnTo>
                    <a:pt x="318182" y="942"/>
                  </a:lnTo>
                  <a:lnTo>
                    <a:pt x="318182" y="134998"/>
                  </a:lnTo>
                  <a:lnTo>
                    <a:pt x="681" y="134998"/>
                  </a:lnTo>
                  <a:close/>
                </a:path>
              </a:pathLst>
            </a:custGeom>
          </p:spPr>
        </p:pic>
        <p:pic>
          <p:nvPicPr>
            <p:cNvPr id="1590" name="그림 1589">
              <a:extLst>
                <a:ext uri="{FF2B5EF4-FFF2-40B4-BE49-F238E27FC236}">
                  <a16:creationId xmlns:a16="http://schemas.microsoft.com/office/drawing/2014/main" id="{7EEF7110-EB38-5F47-2C1E-4F2C1CD42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/>
            <a:stretch>
              <a:fillRect/>
            </a:stretch>
          </p:blipFill>
          <p:spPr>
            <a:xfrm>
              <a:off x="5108242" y="6328833"/>
              <a:ext cx="246945" cy="331611"/>
            </a:xfrm>
            <a:custGeom>
              <a:avLst/>
              <a:gdLst>
                <a:gd name="connsiteX0" fmla="*/ 724 w 246945"/>
                <a:gd name="connsiteY0" fmla="*/ 897 h 331611"/>
                <a:gd name="connsiteX1" fmla="*/ 247669 w 246945"/>
                <a:gd name="connsiteY1" fmla="*/ 897 h 331611"/>
                <a:gd name="connsiteX2" fmla="*/ 247669 w 246945"/>
                <a:gd name="connsiteY2" fmla="*/ 332508 h 331611"/>
                <a:gd name="connsiteX3" fmla="*/ 724 w 246945"/>
                <a:gd name="connsiteY3" fmla="*/ 332508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331611">
                  <a:moveTo>
                    <a:pt x="724" y="897"/>
                  </a:moveTo>
                  <a:lnTo>
                    <a:pt x="247669" y="897"/>
                  </a:lnTo>
                  <a:lnTo>
                    <a:pt x="247669" y="332508"/>
                  </a:lnTo>
                  <a:lnTo>
                    <a:pt x="724" y="332508"/>
                  </a:lnTo>
                  <a:close/>
                </a:path>
              </a:pathLst>
            </a:custGeom>
          </p:spPr>
        </p:pic>
        <p:pic>
          <p:nvPicPr>
            <p:cNvPr id="1591" name="그림 1590">
              <a:extLst>
                <a:ext uri="{FF2B5EF4-FFF2-40B4-BE49-F238E27FC236}">
                  <a16:creationId xmlns:a16="http://schemas.microsoft.com/office/drawing/2014/main" id="{D96974C1-E2CC-8B6A-D998-6DA5BC901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5"/>
            <a:stretch>
              <a:fillRect/>
            </a:stretch>
          </p:blipFill>
          <p:spPr>
            <a:xfrm>
              <a:off x="5108242" y="6639277"/>
              <a:ext cx="49389" cy="28222"/>
            </a:xfrm>
            <a:custGeom>
              <a:avLst/>
              <a:gdLst>
                <a:gd name="connsiteX0" fmla="*/ 724 w 49389"/>
                <a:gd name="connsiteY0" fmla="*/ 941 h 28222"/>
                <a:gd name="connsiteX1" fmla="*/ 50113 w 49389"/>
                <a:gd name="connsiteY1" fmla="*/ 941 h 28222"/>
                <a:gd name="connsiteX2" fmla="*/ 50113 w 49389"/>
                <a:gd name="connsiteY2" fmla="*/ 29163 h 28222"/>
                <a:gd name="connsiteX3" fmla="*/ 724 w 49389"/>
                <a:gd name="connsiteY3" fmla="*/ 29163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28222">
                  <a:moveTo>
                    <a:pt x="724" y="941"/>
                  </a:moveTo>
                  <a:lnTo>
                    <a:pt x="50113" y="941"/>
                  </a:lnTo>
                  <a:lnTo>
                    <a:pt x="50113" y="29163"/>
                  </a:lnTo>
                  <a:lnTo>
                    <a:pt x="724" y="29163"/>
                  </a:lnTo>
                  <a:close/>
                </a:path>
              </a:pathLst>
            </a:custGeom>
          </p:spPr>
        </p:pic>
        <p:pic>
          <p:nvPicPr>
            <p:cNvPr id="1592" name="그림 1591">
              <a:extLst>
                <a:ext uri="{FF2B5EF4-FFF2-40B4-BE49-F238E27FC236}">
                  <a16:creationId xmlns:a16="http://schemas.microsoft.com/office/drawing/2014/main" id="{B9AAB78F-87BE-939B-2D03-CB75C231A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/>
            <a:stretch>
              <a:fillRect/>
            </a:stretch>
          </p:blipFill>
          <p:spPr>
            <a:xfrm>
              <a:off x="5326965" y="5637388"/>
              <a:ext cx="282223" cy="508000"/>
            </a:xfrm>
            <a:custGeom>
              <a:avLst/>
              <a:gdLst>
                <a:gd name="connsiteX0" fmla="*/ 755 w 282223"/>
                <a:gd name="connsiteY0" fmla="*/ 799 h 508000"/>
                <a:gd name="connsiteX1" fmla="*/ 282978 w 282223"/>
                <a:gd name="connsiteY1" fmla="*/ 799 h 508000"/>
                <a:gd name="connsiteX2" fmla="*/ 282978 w 282223"/>
                <a:gd name="connsiteY2" fmla="*/ 508799 h 508000"/>
                <a:gd name="connsiteX3" fmla="*/ 755 w 282223"/>
                <a:gd name="connsiteY3" fmla="*/ 508799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508000">
                  <a:moveTo>
                    <a:pt x="755" y="799"/>
                  </a:moveTo>
                  <a:lnTo>
                    <a:pt x="282978" y="799"/>
                  </a:lnTo>
                  <a:lnTo>
                    <a:pt x="282978" y="508799"/>
                  </a:lnTo>
                  <a:lnTo>
                    <a:pt x="755" y="508799"/>
                  </a:lnTo>
                  <a:close/>
                </a:path>
              </a:pathLst>
            </a:custGeom>
          </p:spPr>
        </p:pic>
        <p:pic>
          <p:nvPicPr>
            <p:cNvPr id="1593" name="그림 1592">
              <a:extLst>
                <a:ext uri="{FF2B5EF4-FFF2-40B4-BE49-F238E27FC236}">
                  <a16:creationId xmlns:a16="http://schemas.microsoft.com/office/drawing/2014/main" id="{E7CC61BF-BEEA-24EB-DBD2-459D048F5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7"/>
            <a:stretch>
              <a:fillRect/>
            </a:stretch>
          </p:blipFill>
          <p:spPr>
            <a:xfrm>
              <a:off x="5326965" y="5580944"/>
              <a:ext cx="28222" cy="564444"/>
            </a:xfrm>
            <a:custGeom>
              <a:avLst/>
              <a:gdLst>
                <a:gd name="connsiteX0" fmla="*/ 755 w 28222"/>
                <a:gd name="connsiteY0" fmla="*/ 791 h 564444"/>
                <a:gd name="connsiteX1" fmla="*/ 28977 w 28222"/>
                <a:gd name="connsiteY1" fmla="*/ 791 h 564444"/>
                <a:gd name="connsiteX2" fmla="*/ 28977 w 28222"/>
                <a:gd name="connsiteY2" fmla="*/ 565235 h 564444"/>
                <a:gd name="connsiteX3" fmla="*/ 755 w 28222"/>
                <a:gd name="connsiteY3" fmla="*/ 565235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564444">
                  <a:moveTo>
                    <a:pt x="755" y="791"/>
                  </a:moveTo>
                  <a:lnTo>
                    <a:pt x="28977" y="791"/>
                  </a:lnTo>
                  <a:lnTo>
                    <a:pt x="28977" y="565235"/>
                  </a:lnTo>
                  <a:lnTo>
                    <a:pt x="755" y="565235"/>
                  </a:lnTo>
                  <a:close/>
                </a:path>
              </a:pathLst>
            </a:custGeom>
          </p:spPr>
        </p:pic>
        <p:pic>
          <p:nvPicPr>
            <p:cNvPr id="1594" name="그림 1593">
              <a:extLst>
                <a:ext uri="{FF2B5EF4-FFF2-40B4-BE49-F238E27FC236}">
                  <a16:creationId xmlns:a16="http://schemas.microsoft.com/office/drawing/2014/main" id="{F4F093B9-3B2A-ADAB-06F6-31568CEAA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/>
            <a:stretch>
              <a:fillRect/>
            </a:stretch>
          </p:blipFill>
          <p:spPr>
            <a:xfrm>
              <a:off x="5341076" y="5101166"/>
              <a:ext cx="169333" cy="493888"/>
            </a:xfrm>
            <a:custGeom>
              <a:avLst/>
              <a:gdLst>
                <a:gd name="connsiteX0" fmla="*/ 757 w 169333"/>
                <a:gd name="connsiteY0" fmla="*/ 723 h 493888"/>
                <a:gd name="connsiteX1" fmla="*/ 170091 w 169333"/>
                <a:gd name="connsiteY1" fmla="*/ 723 h 493888"/>
                <a:gd name="connsiteX2" fmla="*/ 170091 w 169333"/>
                <a:gd name="connsiteY2" fmla="*/ 494612 h 493888"/>
                <a:gd name="connsiteX3" fmla="*/ 757 w 169333"/>
                <a:gd name="connsiteY3" fmla="*/ 494612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493888">
                  <a:moveTo>
                    <a:pt x="757" y="723"/>
                  </a:moveTo>
                  <a:lnTo>
                    <a:pt x="170091" y="723"/>
                  </a:lnTo>
                  <a:lnTo>
                    <a:pt x="170091" y="494612"/>
                  </a:lnTo>
                  <a:lnTo>
                    <a:pt x="757" y="494612"/>
                  </a:lnTo>
                  <a:close/>
                </a:path>
              </a:pathLst>
            </a:custGeom>
          </p:spPr>
        </p:pic>
        <p:pic>
          <p:nvPicPr>
            <p:cNvPr id="1595" name="그림 1594">
              <a:extLst>
                <a:ext uri="{FF2B5EF4-FFF2-40B4-BE49-F238E27FC236}">
                  <a16:creationId xmlns:a16="http://schemas.microsoft.com/office/drawing/2014/main" id="{29406810-D909-3DE0-69B3-806ED4ACF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9"/>
            <a:stretch>
              <a:fillRect/>
            </a:stretch>
          </p:blipFill>
          <p:spPr>
            <a:xfrm>
              <a:off x="5298743" y="5319888"/>
              <a:ext cx="56444" cy="275166"/>
            </a:xfrm>
            <a:custGeom>
              <a:avLst/>
              <a:gdLst>
                <a:gd name="connsiteX0" fmla="*/ 751 w 56444"/>
                <a:gd name="connsiteY0" fmla="*/ 754 h 275166"/>
                <a:gd name="connsiteX1" fmla="*/ 57196 w 56444"/>
                <a:gd name="connsiteY1" fmla="*/ 754 h 275166"/>
                <a:gd name="connsiteX2" fmla="*/ 57196 w 56444"/>
                <a:gd name="connsiteY2" fmla="*/ 275921 h 275166"/>
                <a:gd name="connsiteX3" fmla="*/ 751 w 56444"/>
                <a:gd name="connsiteY3" fmla="*/ 275921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275166">
                  <a:moveTo>
                    <a:pt x="751" y="754"/>
                  </a:moveTo>
                  <a:lnTo>
                    <a:pt x="57196" y="754"/>
                  </a:lnTo>
                  <a:lnTo>
                    <a:pt x="57196" y="275921"/>
                  </a:lnTo>
                  <a:lnTo>
                    <a:pt x="751" y="275921"/>
                  </a:lnTo>
                  <a:close/>
                </a:path>
              </a:pathLst>
            </a:custGeom>
          </p:spPr>
        </p:pic>
        <p:pic>
          <p:nvPicPr>
            <p:cNvPr id="1596" name="그림 1595">
              <a:extLst>
                <a:ext uri="{FF2B5EF4-FFF2-40B4-BE49-F238E27FC236}">
                  <a16:creationId xmlns:a16="http://schemas.microsoft.com/office/drawing/2014/main" id="{A681C52B-4448-5C40-D471-13F35CDDB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/>
            <a:stretch>
              <a:fillRect/>
            </a:stretch>
          </p:blipFill>
          <p:spPr>
            <a:xfrm>
              <a:off x="5298743" y="4473222"/>
              <a:ext cx="324556" cy="860777"/>
            </a:xfrm>
            <a:custGeom>
              <a:avLst/>
              <a:gdLst>
                <a:gd name="connsiteX0" fmla="*/ 751 w 324556"/>
                <a:gd name="connsiteY0" fmla="*/ 634 h 860777"/>
                <a:gd name="connsiteX1" fmla="*/ 325308 w 324556"/>
                <a:gd name="connsiteY1" fmla="*/ 634 h 860777"/>
                <a:gd name="connsiteX2" fmla="*/ 325308 w 324556"/>
                <a:gd name="connsiteY2" fmla="*/ 861412 h 860777"/>
                <a:gd name="connsiteX3" fmla="*/ 751 w 324556"/>
                <a:gd name="connsiteY3" fmla="*/ 861412 h 86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860777">
                  <a:moveTo>
                    <a:pt x="751" y="634"/>
                  </a:moveTo>
                  <a:lnTo>
                    <a:pt x="325308" y="634"/>
                  </a:lnTo>
                  <a:lnTo>
                    <a:pt x="325308" y="861412"/>
                  </a:lnTo>
                  <a:lnTo>
                    <a:pt x="751" y="861412"/>
                  </a:lnTo>
                  <a:close/>
                </a:path>
              </a:pathLst>
            </a:custGeom>
          </p:spPr>
        </p:pic>
        <p:pic>
          <p:nvPicPr>
            <p:cNvPr id="1597" name="그림 1596">
              <a:extLst>
                <a:ext uri="{FF2B5EF4-FFF2-40B4-BE49-F238E27FC236}">
                  <a16:creationId xmlns:a16="http://schemas.microsoft.com/office/drawing/2014/main" id="{B616B2ED-F80C-C51A-A40A-6A6A2A58A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1"/>
            <a:stretch>
              <a:fillRect/>
            </a:stretch>
          </p:blipFill>
          <p:spPr>
            <a:xfrm>
              <a:off x="5298743" y="5044722"/>
              <a:ext cx="225778" cy="289277"/>
            </a:xfrm>
            <a:custGeom>
              <a:avLst/>
              <a:gdLst>
                <a:gd name="connsiteX0" fmla="*/ 751 w 225778"/>
                <a:gd name="connsiteY0" fmla="*/ 715 h 289277"/>
                <a:gd name="connsiteX1" fmla="*/ 226530 w 225778"/>
                <a:gd name="connsiteY1" fmla="*/ 715 h 289277"/>
                <a:gd name="connsiteX2" fmla="*/ 226530 w 225778"/>
                <a:gd name="connsiteY2" fmla="*/ 289993 h 289277"/>
                <a:gd name="connsiteX3" fmla="*/ 751 w 225778"/>
                <a:gd name="connsiteY3" fmla="*/ 289993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289277">
                  <a:moveTo>
                    <a:pt x="751" y="715"/>
                  </a:moveTo>
                  <a:lnTo>
                    <a:pt x="226530" y="715"/>
                  </a:lnTo>
                  <a:lnTo>
                    <a:pt x="226530" y="289993"/>
                  </a:lnTo>
                  <a:lnTo>
                    <a:pt x="751" y="289993"/>
                  </a:lnTo>
                  <a:close/>
                </a:path>
              </a:pathLst>
            </a:custGeom>
          </p:spPr>
        </p:pic>
        <p:pic>
          <p:nvPicPr>
            <p:cNvPr id="1598" name="그림 1597">
              <a:extLst>
                <a:ext uri="{FF2B5EF4-FFF2-40B4-BE49-F238E27FC236}">
                  <a16:creationId xmlns:a16="http://schemas.microsoft.com/office/drawing/2014/main" id="{D60513DD-28FA-721D-10B2-AA58E09BD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/>
            <a:stretch>
              <a:fillRect/>
            </a:stretch>
          </p:blipFill>
          <p:spPr>
            <a:xfrm>
              <a:off x="5298743" y="5101166"/>
              <a:ext cx="204611" cy="232833"/>
            </a:xfrm>
            <a:custGeom>
              <a:avLst/>
              <a:gdLst>
                <a:gd name="connsiteX0" fmla="*/ 751 w 204611"/>
                <a:gd name="connsiteY0" fmla="*/ 723 h 232833"/>
                <a:gd name="connsiteX1" fmla="*/ 205363 w 204611"/>
                <a:gd name="connsiteY1" fmla="*/ 723 h 232833"/>
                <a:gd name="connsiteX2" fmla="*/ 205363 w 204611"/>
                <a:gd name="connsiteY2" fmla="*/ 233556 h 232833"/>
                <a:gd name="connsiteX3" fmla="*/ 751 w 204611"/>
                <a:gd name="connsiteY3" fmla="*/ 233556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32833">
                  <a:moveTo>
                    <a:pt x="751" y="723"/>
                  </a:moveTo>
                  <a:lnTo>
                    <a:pt x="205363" y="723"/>
                  </a:lnTo>
                  <a:lnTo>
                    <a:pt x="205363" y="233556"/>
                  </a:lnTo>
                  <a:lnTo>
                    <a:pt x="751" y="233556"/>
                  </a:lnTo>
                  <a:close/>
                </a:path>
              </a:pathLst>
            </a:custGeom>
          </p:spPr>
        </p:pic>
        <p:pic>
          <p:nvPicPr>
            <p:cNvPr id="1599" name="그림 1598">
              <a:extLst>
                <a:ext uri="{FF2B5EF4-FFF2-40B4-BE49-F238E27FC236}">
                  <a16:creationId xmlns:a16="http://schemas.microsoft.com/office/drawing/2014/main" id="{03C7557D-F859-F5BA-3ADA-45C4173DA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3"/>
            <a:stretch>
              <a:fillRect/>
            </a:stretch>
          </p:blipFill>
          <p:spPr>
            <a:xfrm>
              <a:off x="5517466" y="4402666"/>
              <a:ext cx="310445" cy="656166"/>
            </a:xfrm>
            <a:custGeom>
              <a:avLst/>
              <a:gdLst>
                <a:gd name="connsiteX0" fmla="*/ 782 w 310445"/>
                <a:gd name="connsiteY0" fmla="*/ 624 h 656166"/>
                <a:gd name="connsiteX1" fmla="*/ 311228 w 310445"/>
                <a:gd name="connsiteY1" fmla="*/ 624 h 656166"/>
                <a:gd name="connsiteX2" fmla="*/ 311228 w 310445"/>
                <a:gd name="connsiteY2" fmla="*/ 656791 h 656166"/>
                <a:gd name="connsiteX3" fmla="*/ 782 w 310445"/>
                <a:gd name="connsiteY3" fmla="*/ 656791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656166">
                  <a:moveTo>
                    <a:pt x="782" y="624"/>
                  </a:moveTo>
                  <a:lnTo>
                    <a:pt x="311228" y="624"/>
                  </a:lnTo>
                  <a:lnTo>
                    <a:pt x="311228" y="656791"/>
                  </a:lnTo>
                  <a:lnTo>
                    <a:pt x="782" y="656791"/>
                  </a:lnTo>
                  <a:close/>
                </a:path>
              </a:pathLst>
            </a:custGeom>
          </p:spPr>
        </p:pic>
        <p:pic>
          <p:nvPicPr>
            <p:cNvPr id="1600" name="그림 1599">
              <a:extLst>
                <a:ext uri="{FF2B5EF4-FFF2-40B4-BE49-F238E27FC236}">
                  <a16:creationId xmlns:a16="http://schemas.microsoft.com/office/drawing/2014/main" id="{DA980245-FD2E-2139-F617-D04F484DC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/>
            <a:stretch>
              <a:fillRect/>
            </a:stretch>
          </p:blipFill>
          <p:spPr>
            <a:xfrm>
              <a:off x="7436584" y="6773333"/>
              <a:ext cx="98778" cy="84666"/>
            </a:xfrm>
            <a:custGeom>
              <a:avLst/>
              <a:gdLst>
                <a:gd name="connsiteX0" fmla="*/ 1054 w 98778"/>
                <a:gd name="connsiteY0" fmla="*/ 960 h 84666"/>
                <a:gd name="connsiteX1" fmla="*/ 99832 w 98778"/>
                <a:gd name="connsiteY1" fmla="*/ 960 h 84666"/>
                <a:gd name="connsiteX2" fmla="*/ 99832 w 98778"/>
                <a:gd name="connsiteY2" fmla="*/ 85627 h 84666"/>
                <a:gd name="connsiteX3" fmla="*/ 1054 w 98778"/>
                <a:gd name="connsiteY3" fmla="*/ 8562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84666">
                  <a:moveTo>
                    <a:pt x="1054" y="960"/>
                  </a:moveTo>
                  <a:lnTo>
                    <a:pt x="99832" y="960"/>
                  </a:lnTo>
                  <a:lnTo>
                    <a:pt x="99832" y="85627"/>
                  </a:lnTo>
                  <a:lnTo>
                    <a:pt x="1054" y="85627"/>
                  </a:lnTo>
                  <a:close/>
                </a:path>
              </a:pathLst>
            </a:custGeom>
          </p:spPr>
        </p:pic>
        <p:pic>
          <p:nvPicPr>
            <p:cNvPr id="1601" name="그림 1600">
              <a:extLst>
                <a:ext uri="{FF2B5EF4-FFF2-40B4-BE49-F238E27FC236}">
                  <a16:creationId xmlns:a16="http://schemas.microsoft.com/office/drawing/2014/main" id="{843979E5-7FDD-B432-EE24-4F8A730A9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5"/>
            <a:stretch>
              <a:fillRect/>
            </a:stretch>
          </p:blipFill>
          <p:spPr>
            <a:xfrm>
              <a:off x="7521251" y="6674555"/>
              <a:ext cx="317501" cy="119944"/>
            </a:xfrm>
            <a:custGeom>
              <a:avLst/>
              <a:gdLst>
                <a:gd name="connsiteX0" fmla="*/ 1066 w 317501"/>
                <a:gd name="connsiteY0" fmla="*/ 946 h 119944"/>
                <a:gd name="connsiteX1" fmla="*/ 318567 w 317501"/>
                <a:gd name="connsiteY1" fmla="*/ 946 h 119944"/>
                <a:gd name="connsiteX2" fmla="*/ 318567 w 317501"/>
                <a:gd name="connsiteY2" fmla="*/ 120890 h 119944"/>
                <a:gd name="connsiteX3" fmla="*/ 1066 w 317501"/>
                <a:gd name="connsiteY3" fmla="*/ 120890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19944">
                  <a:moveTo>
                    <a:pt x="1066" y="946"/>
                  </a:moveTo>
                  <a:lnTo>
                    <a:pt x="318567" y="946"/>
                  </a:lnTo>
                  <a:lnTo>
                    <a:pt x="318567" y="120890"/>
                  </a:lnTo>
                  <a:lnTo>
                    <a:pt x="1066" y="120890"/>
                  </a:lnTo>
                  <a:close/>
                </a:path>
              </a:pathLst>
            </a:custGeom>
          </p:spPr>
        </p:pic>
        <p:pic>
          <p:nvPicPr>
            <p:cNvPr id="1602" name="그림 1601">
              <a:extLst>
                <a:ext uri="{FF2B5EF4-FFF2-40B4-BE49-F238E27FC236}">
                  <a16:creationId xmlns:a16="http://schemas.microsoft.com/office/drawing/2014/main" id="{959AE60D-BAB3-8AA0-1C1C-D57E5B3F1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/>
            <a:stretch>
              <a:fillRect/>
            </a:stretch>
          </p:blipFill>
          <p:spPr>
            <a:xfrm>
              <a:off x="7824641" y="6342944"/>
              <a:ext cx="112889" cy="345722"/>
            </a:xfrm>
            <a:custGeom>
              <a:avLst/>
              <a:gdLst>
                <a:gd name="connsiteX0" fmla="*/ 1109 w 112889"/>
                <a:gd name="connsiteY0" fmla="*/ 899 h 345722"/>
                <a:gd name="connsiteX1" fmla="*/ 113998 w 112889"/>
                <a:gd name="connsiteY1" fmla="*/ 899 h 345722"/>
                <a:gd name="connsiteX2" fmla="*/ 113998 w 112889"/>
                <a:gd name="connsiteY2" fmla="*/ 346621 h 345722"/>
                <a:gd name="connsiteX3" fmla="*/ 1109 w 112889"/>
                <a:gd name="connsiteY3" fmla="*/ 346621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345722">
                  <a:moveTo>
                    <a:pt x="1109" y="899"/>
                  </a:moveTo>
                  <a:lnTo>
                    <a:pt x="113998" y="899"/>
                  </a:lnTo>
                  <a:lnTo>
                    <a:pt x="113998" y="346621"/>
                  </a:lnTo>
                  <a:lnTo>
                    <a:pt x="1109" y="346621"/>
                  </a:lnTo>
                  <a:close/>
                </a:path>
              </a:pathLst>
            </a:custGeom>
          </p:spPr>
        </p:pic>
        <p:pic>
          <p:nvPicPr>
            <p:cNvPr id="1603" name="그림 1602">
              <a:extLst>
                <a:ext uri="{FF2B5EF4-FFF2-40B4-BE49-F238E27FC236}">
                  <a16:creationId xmlns:a16="http://schemas.microsoft.com/office/drawing/2014/main" id="{640B38FA-A672-B584-31D1-210952220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7"/>
            <a:stretch>
              <a:fillRect/>
            </a:stretch>
          </p:blipFill>
          <p:spPr>
            <a:xfrm>
              <a:off x="7923420" y="6096000"/>
              <a:ext cx="627946" cy="261055"/>
            </a:xfrm>
            <a:custGeom>
              <a:avLst/>
              <a:gdLst>
                <a:gd name="connsiteX0" fmla="*/ 1123 w 627946"/>
                <a:gd name="connsiteY0" fmla="*/ 864 h 261055"/>
                <a:gd name="connsiteX1" fmla="*/ 629070 w 627946"/>
                <a:gd name="connsiteY1" fmla="*/ 864 h 261055"/>
                <a:gd name="connsiteX2" fmla="*/ 629070 w 627946"/>
                <a:gd name="connsiteY2" fmla="*/ 261920 h 261055"/>
                <a:gd name="connsiteX3" fmla="*/ 1123 w 627946"/>
                <a:gd name="connsiteY3" fmla="*/ 261920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261055">
                  <a:moveTo>
                    <a:pt x="1123" y="864"/>
                  </a:moveTo>
                  <a:lnTo>
                    <a:pt x="629070" y="864"/>
                  </a:lnTo>
                  <a:lnTo>
                    <a:pt x="629070" y="261920"/>
                  </a:lnTo>
                  <a:lnTo>
                    <a:pt x="1123" y="261920"/>
                  </a:lnTo>
                  <a:close/>
                </a:path>
              </a:pathLst>
            </a:custGeom>
          </p:spPr>
        </p:pic>
        <p:pic>
          <p:nvPicPr>
            <p:cNvPr id="1604" name="그림 1603">
              <a:extLst>
                <a:ext uri="{FF2B5EF4-FFF2-40B4-BE49-F238E27FC236}">
                  <a16:creationId xmlns:a16="http://schemas.microsoft.com/office/drawing/2014/main" id="{3CA4A91D-D002-51C9-0A30-0FCB5D4E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/>
            <a:stretch>
              <a:fillRect/>
            </a:stretch>
          </p:blipFill>
          <p:spPr>
            <a:xfrm>
              <a:off x="7923420" y="5884333"/>
              <a:ext cx="874892" cy="472722"/>
            </a:xfrm>
            <a:custGeom>
              <a:avLst/>
              <a:gdLst>
                <a:gd name="connsiteX0" fmla="*/ 1123 w 874892"/>
                <a:gd name="connsiteY0" fmla="*/ 834 h 472722"/>
                <a:gd name="connsiteX1" fmla="*/ 876015 w 874892"/>
                <a:gd name="connsiteY1" fmla="*/ 834 h 472722"/>
                <a:gd name="connsiteX2" fmla="*/ 876015 w 874892"/>
                <a:gd name="connsiteY2" fmla="*/ 473556 h 472722"/>
                <a:gd name="connsiteX3" fmla="*/ 1123 w 874892"/>
                <a:gd name="connsiteY3" fmla="*/ 473556 h 47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472722">
                  <a:moveTo>
                    <a:pt x="1123" y="834"/>
                  </a:moveTo>
                  <a:lnTo>
                    <a:pt x="876015" y="834"/>
                  </a:lnTo>
                  <a:lnTo>
                    <a:pt x="876015" y="473556"/>
                  </a:lnTo>
                  <a:lnTo>
                    <a:pt x="1123" y="473556"/>
                  </a:lnTo>
                  <a:close/>
                </a:path>
              </a:pathLst>
            </a:custGeom>
          </p:spPr>
        </p:pic>
        <p:pic>
          <p:nvPicPr>
            <p:cNvPr id="1605" name="그림 1604">
              <a:extLst>
                <a:ext uri="{FF2B5EF4-FFF2-40B4-BE49-F238E27FC236}">
                  <a16:creationId xmlns:a16="http://schemas.microsoft.com/office/drawing/2014/main" id="{812D5186-BA8D-3457-E152-13F3B9584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9"/>
            <a:stretch>
              <a:fillRect/>
            </a:stretch>
          </p:blipFill>
          <p:spPr>
            <a:xfrm>
              <a:off x="8530200" y="5912555"/>
              <a:ext cx="825503" cy="204611"/>
            </a:xfrm>
            <a:custGeom>
              <a:avLst/>
              <a:gdLst>
                <a:gd name="connsiteX0" fmla="*/ 1209 w 825503"/>
                <a:gd name="connsiteY0" fmla="*/ 838 h 204611"/>
                <a:gd name="connsiteX1" fmla="*/ 826712 w 825503"/>
                <a:gd name="connsiteY1" fmla="*/ 838 h 204611"/>
                <a:gd name="connsiteX2" fmla="*/ 826712 w 825503"/>
                <a:gd name="connsiteY2" fmla="*/ 205449 h 204611"/>
                <a:gd name="connsiteX3" fmla="*/ 1209 w 825503"/>
                <a:gd name="connsiteY3" fmla="*/ 20544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503" h="204611">
                  <a:moveTo>
                    <a:pt x="1209" y="838"/>
                  </a:moveTo>
                  <a:lnTo>
                    <a:pt x="826712" y="838"/>
                  </a:lnTo>
                  <a:lnTo>
                    <a:pt x="826712" y="205449"/>
                  </a:lnTo>
                  <a:lnTo>
                    <a:pt x="1209" y="205449"/>
                  </a:lnTo>
                  <a:close/>
                </a:path>
              </a:pathLst>
            </a:custGeom>
          </p:spPr>
        </p:pic>
        <p:pic>
          <p:nvPicPr>
            <p:cNvPr id="1606" name="그림 1605">
              <a:extLst>
                <a:ext uri="{FF2B5EF4-FFF2-40B4-BE49-F238E27FC236}">
                  <a16:creationId xmlns:a16="http://schemas.microsoft.com/office/drawing/2014/main" id="{6BD16C9C-7696-FA59-196B-53FA3782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/>
            <a:stretch>
              <a:fillRect/>
            </a:stretch>
          </p:blipFill>
          <p:spPr>
            <a:xfrm>
              <a:off x="8530200" y="5616222"/>
              <a:ext cx="677335" cy="500944"/>
            </a:xfrm>
            <a:custGeom>
              <a:avLst/>
              <a:gdLst>
                <a:gd name="connsiteX0" fmla="*/ 1209 w 677335"/>
                <a:gd name="connsiteY0" fmla="*/ 796 h 500944"/>
                <a:gd name="connsiteX1" fmla="*/ 678545 w 677335"/>
                <a:gd name="connsiteY1" fmla="*/ 796 h 500944"/>
                <a:gd name="connsiteX2" fmla="*/ 678545 w 677335"/>
                <a:gd name="connsiteY2" fmla="*/ 501740 h 500944"/>
                <a:gd name="connsiteX3" fmla="*/ 1209 w 677335"/>
                <a:gd name="connsiteY3" fmla="*/ 501740 h 50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00944">
                  <a:moveTo>
                    <a:pt x="1209" y="796"/>
                  </a:moveTo>
                  <a:lnTo>
                    <a:pt x="678545" y="796"/>
                  </a:lnTo>
                  <a:lnTo>
                    <a:pt x="678545" y="501740"/>
                  </a:lnTo>
                  <a:lnTo>
                    <a:pt x="1209" y="501740"/>
                  </a:lnTo>
                  <a:close/>
                </a:path>
              </a:pathLst>
            </a:custGeom>
          </p:spPr>
        </p:pic>
        <p:pic>
          <p:nvPicPr>
            <p:cNvPr id="1607" name="그림 1606">
              <a:extLst>
                <a:ext uri="{FF2B5EF4-FFF2-40B4-BE49-F238E27FC236}">
                  <a16:creationId xmlns:a16="http://schemas.microsoft.com/office/drawing/2014/main" id="{06D096F6-ED62-9E4B-4D58-71FF5A579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1"/>
            <a:stretch>
              <a:fillRect/>
            </a:stretch>
          </p:blipFill>
          <p:spPr>
            <a:xfrm>
              <a:off x="8530200" y="5884333"/>
              <a:ext cx="268112" cy="232833"/>
            </a:xfrm>
            <a:custGeom>
              <a:avLst/>
              <a:gdLst>
                <a:gd name="connsiteX0" fmla="*/ 1209 w 268112"/>
                <a:gd name="connsiteY0" fmla="*/ 834 h 232833"/>
                <a:gd name="connsiteX1" fmla="*/ 269321 w 268112"/>
                <a:gd name="connsiteY1" fmla="*/ 834 h 232833"/>
                <a:gd name="connsiteX2" fmla="*/ 269321 w 268112"/>
                <a:gd name="connsiteY2" fmla="*/ 233667 h 232833"/>
                <a:gd name="connsiteX3" fmla="*/ 1209 w 268112"/>
                <a:gd name="connsiteY3" fmla="*/ 233667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112" h="232833">
                  <a:moveTo>
                    <a:pt x="1209" y="834"/>
                  </a:moveTo>
                  <a:lnTo>
                    <a:pt x="269321" y="834"/>
                  </a:lnTo>
                  <a:lnTo>
                    <a:pt x="269321" y="233667"/>
                  </a:lnTo>
                  <a:lnTo>
                    <a:pt x="1209" y="233667"/>
                  </a:lnTo>
                  <a:close/>
                </a:path>
              </a:pathLst>
            </a:custGeom>
          </p:spPr>
        </p:pic>
        <p:pic>
          <p:nvPicPr>
            <p:cNvPr id="1608" name="그림 1607">
              <a:extLst>
                <a:ext uri="{FF2B5EF4-FFF2-40B4-BE49-F238E27FC236}">
                  <a16:creationId xmlns:a16="http://schemas.microsoft.com/office/drawing/2014/main" id="{375CB719-B928-249A-D398-7ECDC3CD2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/>
            <a:stretch>
              <a:fillRect/>
            </a:stretch>
          </p:blipFill>
          <p:spPr>
            <a:xfrm>
              <a:off x="9306314" y="5912555"/>
              <a:ext cx="49389" cy="712611"/>
            </a:xfrm>
            <a:custGeom>
              <a:avLst/>
              <a:gdLst>
                <a:gd name="connsiteX0" fmla="*/ 1319 w 49389"/>
                <a:gd name="connsiteY0" fmla="*/ 838 h 712611"/>
                <a:gd name="connsiteX1" fmla="*/ 50708 w 49389"/>
                <a:gd name="connsiteY1" fmla="*/ 838 h 712611"/>
                <a:gd name="connsiteX2" fmla="*/ 50708 w 49389"/>
                <a:gd name="connsiteY2" fmla="*/ 713449 h 712611"/>
                <a:gd name="connsiteX3" fmla="*/ 1319 w 49389"/>
                <a:gd name="connsiteY3" fmla="*/ 713449 h 7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89" h="712611">
                  <a:moveTo>
                    <a:pt x="1319" y="838"/>
                  </a:moveTo>
                  <a:lnTo>
                    <a:pt x="50708" y="838"/>
                  </a:lnTo>
                  <a:lnTo>
                    <a:pt x="50708" y="713449"/>
                  </a:lnTo>
                  <a:lnTo>
                    <a:pt x="1319" y="713449"/>
                  </a:lnTo>
                  <a:close/>
                </a:path>
              </a:pathLst>
            </a:custGeom>
          </p:spPr>
        </p:pic>
        <p:pic>
          <p:nvPicPr>
            <p:cNvPr id="1609" name="그림 1608">
              <a:extLst>
                <a:ext uri="{FF2B5EF4-FFF2-40B4-BE49-F238E27FC236}">
                  <a16:creationId xmlns:a16="http://schemas.microsoft.com/office/drawing/2014/main" id="{F6102E43-5D56-14C6-FDBC-5B09FE117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3"/>
            <a:stretch>
              <a:fillRect/>
            </a:stretch>
          </p:blipFill>
          <p:spPr>
            <a:xfrm>
              <a:off x="8953535" y="6011333"/>
              <a:ext cx="366890" cy="613833"/>
            </a:xfrm>
            <a:custGeom>
              <a:avLst/>
              <a:gdLst>
                <a:gd name="connsiteX0" fmla="*/ 1269 w 366890"/>
                <a:gd name="connsiteY0" fmla="*/ 852 h 613833"/>
                <a:gd name="connsiteX1" fmla="*/ 368159 w 366890"/>
                <a:gd name="connsiteY1" fmla="*/ 852 h 613833"/>
                <a:gd name="connsiteX2" fmla="*/ 368159 w 366890"/>
                <a:gd name="connsiteY2" fmla="*/ 614685 h 613833"/>
                <a:gd name="connsiteX3" fmla="*/ 1269 w 366890"/>
                <a:gd name="connsiteY3" fmla="*/ 614685 h 61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613833">
                  <a:moveTo>
                    <a:pt x="1269" y="852"/>
                  </a:moveTo>
                  <a:lnTo>
                    <a:pt x="368159" y="852"/>
                  </a:lnTo>
                  <a:lnTo>
                    <a:pt x="368159" y="614685"/>
                  </a:lnTo>
                  <a:lnTo>
                    <a:pt x="1269" y="614685"/>
                  </a:lnTo>
                  <a:close/>
                </a:path>
              </a:pathLst>
            </a:custGeom>
          </p:spPr>
        </p:pic>
        <p:pic>
          <p:nvPicPr>
            <p:cNvPr id="1610" name="그림 1609">
              <a:extLst>
                <a:ext uri="{FF2B5EF4-FFF2-40B4-BE49-F238E27FC236}">
                  <a16:creationId xmlns:a16="http://schemas.microsoft.com/office/drawing/2014/main" id="{233B9A57-BA58-2FF5-9D10-617D59717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/>
            <a:stretch>
              <a:fillRect/>
            </a:stretch>
          </p:blipFill>
          <p:spPr>
            <a:xfrm>
              <a:off x="9369814" y="4409722"/>
              <a:ext cx="402168" cy="818444"/>
            </a:xfrm>
            <a:custGeom>
              <a:avLst/>
              <a:gdLst>
                <a:gd name="connsiteX0" fmla="*/ 1328 w 402168"/>
                <a:gd name="connsiteY0" fmla="*/ 625 h 818444"/>
                <a:gd name="connsiteX1" fmla="*/ 403496 w 402168"/>
                <a:gd name="connsiteY1" fmla="*/ 625 h 818444"/>
                <a:gd name="connsiteX2" fmla="*/ 403496 w 402168"/>
                <a:gd name="connsiteY2" fmla="*/ 819069 h 818444"/>
                <a:gd name="connsiteX3" fmla="*/ 1328 w 402168"/>
                <a:gd name="connsiteY3" fmla="*/ 819069 h 818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818444">
                  <a:moveTo>
                    <a:pt x="1328" y="625"/>
                  </a:moveTo>
                  <a:lnTo>
                    <a:pt x="403496" y="625"/>
                  </a:lnTo>
                  <a:lnTo>
                    <a:pt x="403496" y="819069"/>
                  </a:lnTo>
                  <a:lnTo>
                    <a:pt x="1328" y="819069"/>
                  </a:lnTo>
                  <a:close/>
                </a:path>
              </a:pathLst>
            </a:custGeom>
          </p:spPr>
        </p:pic>
        <p:pic>
          <p:nvPicPr>
            <p:cNvPr id="1611" name="그림 1610">
              <a:extLst>
                <a:ext uri="{FF2B5EF4-FFF2-40B4-BE49-F238E27FC236}">
                  <a16:creationId xmlns:a16="http://schemas.microsoft.com/office/drawing/2014/main" id="{20AB8420-03E5-2EB1-ABE2-9D30FA89D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5"/>
            <a:stretch>
              <a:fillRect/>
            </a:stretch>
          </p:blipFill>
          <p:spPr>
            <a:xfrm>
              <a:off x="9369814" y="5023555"/>
              <a:ext cx="310445" cy="211666"/>
            </a:xfrm>
            <a:custGeom>
              <a:avLst/>
              <a:gdLst>
                <a:gd name="connsiteX0" fmla="*/ 1328 w 310445"/>
                <a:gd name="connsiteY0" fmla="*/ 712 h 211666"/>
                <a:gd name="connsiteX1" fmla="*/ 311774 w 310445"/>
                <a:gd name="connsiteY1" fmla="*/ 712 h 211666"/>
                <a:gd name="connsiteX2" fmla="*/ 311774 w 310445"/>
                <a:gd name="connsiteY2" fmla="*/ 212379 h 211666"/>
                <a:gd name="connsiteX3" fmla="*/ 1328 w 310445"/>
                <a:gd name="connsiteY3" fmla="*/ 21237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211666">
                  <a:moveTo>
                    <a:pt x="1328" y="712"/>
                  </a:moveTo>
                  <a:lnTo>
                    <a:pt x="311774" y="712"/>
                  </a:lnTo>
                  <a:lnTo>
                    <a:pt x="311774" y="212379"/>
                  </a:lnTo>
                  <a:lnTo>
                    <a:pt x="1328" y="212379"/>
                  </a:lnTo>
                  <a:close/>
                </a:path>
              </a:pathLst>
            </a:custGeom>
          </p:spPr>
        </p:pic>
        <p:pic>
          <p:nvPicPr>
            <p:cNvPr id="1612" name="그림 1611">
              <a:extLst>
                <a:ext uri="{FF2B5EF4-FFF2-40B4-BE49-F238E27FC236}">
                  <a16:creationId xmlns:a16="http://schemas.microsoft.com/office/drawing/2014/main" id="{C71FCC8F-EF7C-9909-0FB0-46054581B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/>
            <a:stretch>
              <a:fillRect/>
            </a:stretch>
          </p:blipFill>
          <p:spPr>
            <a:xfrm>
              <a:off x="9666149" y="3915833"/>
              <a:ext cx="522113" cy="1128888"/>
            </a:xfrm>
            <a:custGeom>
              <a:avLst/>
              <a:gdLst>
                <a:gd name="connsiteX0" fmla="*/ 1370 w 522113"/>
                <a:gd name="connsiteY0" fmla="*/ 555 h 1128888"/>
                <a:gd name="connsiteX1" fmla="*/ 523483 w 522113"/>
                <a:gd name="connsiteY1" fmla="*/ 555 h 1128888"/>
                <a:gd name="connsiteX2" fmla="*/ 523483 w 522113"/>
                <a:gd name="connsiteY2" fmla="*/ 1129444 h 1128888"/>
                <a:gd name="connsiteX3" fmla="*/ 1370 w 522113"/>
                <a:gd name="connsiteY3" fmla="*/ 1129444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1128888">
                  <a:moveTo>
                    <a:pt x="1370" y="555"/>
                  </a:moveTo>
                  <a:lnTo>
                    <a:pt x="523483" y="555"/>
                  </a:lnTo>
                  <a:lnTo>
                    <a:pt x="523483" y="1129444"/>
                  </a:lnTo>
                  <a:lnTo>
                    <a:pt x="1370" y="1129444"/>
                  </a:lnTo>
                  <a:close/>
                </a:path>
              </a:pathLst>
            </a:custGeom>
          </p:spPr>
        </p:pic>
        <p:pic>
          <p:nvPicPr>
            <p:cNvPr id="1613" name="그림 1612">
              <a:extLst>
                <a:ext uri="{FF2B5EF4-FFF2-40B4-BE49-F238E27FC236}">
                  <a16:creationId xmlns:a16="http://schemas.microsoft.com/office/drawing/2014/main" id="{DF1DE6E6-D8DD-CE24-C067-8A183C98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7"/>
            <a:stretch>
              <a:fillRect/>
            </a:stretch>
          </p:blipFill>
          <p:spPr>
            <a:xfrm>
              <a:off x="9666149" y="4409722"/>
              <a:ext cx="105833" cy="635000"/>
            </a:xfrm>
            <a:custGeom>
              <a:avLst/>
              <a:gdLst>
                <a:gd name="connsiteX0" fmla="*/ 1370 w 105833"/>
                <a:gd name="connsiteY0" fmla="*/ 625 h 635000"/>
                <a:gd name="connsiteX1" fmla="*/ 107204 w 105833"/>
                <a:gd name="connsiteY1" fmla="*/ 625 h 635000"/>
                <a:gd name="connsiteX2" fmla="*/ 107204 w 105833"/>
                <a:gd name="connsiteY2" fmla="*/ 635625 h 635000"/>
                <a:gd name="connsiteX3" fmla="*/ 1370 w 105833"/>
                <a:gd name="connsiteY3" fmla="*/ 635625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635000">
                  <a:moveTo>
                    <a:pt x="1370" y="625"/>
                  </a:moveTo>
                  <a:lnTo>
                    <a:pt x="107204" y="625"/>
                  </a:lnTo>
                  <a:lnTo>
                    <a:pt x="107204" y="635625"/>
                  </a:lnTo>
                  <a:lnTo>
                    <a:pt x="1370" y="635625"/>
                  </a:lnTo>
                  <a:close/>
                </a:path>
              </a:pathLst>
            </a:custGeom>
          </p:spPr>
        </p:pic>
        <p:pic>
          <p:nvPicPr>
            <p:cNvPr id="1614" name="그림 1613">
              <a:extLst>
                <a:ext uri="{FF2B5EF4-FFF2-40B4-BE49-F238E27FC236}">
                  <a16:creationId xmlns:a16="http://schemas.microsoft.com/office/drawing/2014/main" id="{CBFAA0AE-A74A-80F8-352C-3EB517490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/>
            <a:stretch>
              <a:fillRect/>
            </a:stretch>
          </p:blipFill>
          <p:spPr>
            <a:xfrm>
              <a:off x="9666149" y="4395611"/>
              <a:ext cx="458612" cy="649111"/>
            </a:xfrm>
            <a:custGeom>
              <a:avLst/>
              <a:gdLst>
                <a:gd name="connsiteX0" fmla="*/ 1370 w 458612"/>
                <a:gd name="connsiteY0" fmla="*/ 623 h 649111"/>
                <a:gd name="connsiteX1" fmla="*/ 459983 w 458612"/>
                <a:gd name="connsiteY1" fmla="*/ 623 h 649111"/>
                <a:gd name="connsiteX2" fmla="*/ 459983 w 458612"/>
                <a:gd name="connsiteY2" fmla="*/ 649734 h 649111"/>
                <a:gd name="connsiteX3" fmla="*/ 1370 w 458612"/>
                <a:gd name="connsiteY3" fmla="*/ 649734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649111">
                  <a:moveTo>
                    <a:pt x="1370" y="623"/>
                  </a:moveTo>
                  <a:lnTo>
                    <a:pt x="459983" y="623"/>
                  </a:lnTo>
                  <a:lnTo>
                    <a:pt x="459983" y="649734"/>
                  </a:lnTo>
                  <a:lnTo>
                    <a:pt x="1370" y="649734"/>
                  </a:lnTo>
                  <a:close/>
                </a:path>
              </a:pathLst>
            </a:custGeom>
          </p:spPr>
        </p:pic>
        <p:pic>
          <p:nvPicPr>
            <p:cNvPr id="1615" name="그림 1614">
              <a:extLst>
                <a:ext uri="{FF2B5EF4-FFF2-40B4-BE49-F238E27FC236}">
                  <a16:creationId xmlns:a16="http://schemas.microsoft.com/office/drawing/2014/main" id="{9E2E472D-460C-9569-AFA6-2E28AE959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9"/>
            <a:stretch>
              <a:fillRect/>
            </a:stretch>
          </p:blipFill>
          <p:spPr>
            <a:xfrm>
              <a:off x="10110650" y="3069166"/>
              <a:ext cx="141111" cy="1340555"/>
            </a:xfrm>
            <a:custGeom>
              <a:avLst/>
              <a:gdLst>
                <a:gd name="connsiteX0" fmla="*/ 1433 w 141111"/>
                <a:gd name="connsiteY0" fmla="*/ 435 h 1340555"/>
                <a:gd name="connsiteX1" fmla="*/ 142545 w 141111"/>
                <a:gd name="connsiteY1" fmla="*/ 435 h 1340555"/>
                <a:gd name="connsiteX2" fmla="*/ 142545 w 141111"/>
                <a:gd name="connsiteY2" fmla="*/ 1340991 h 1340555"/>
                <a:gd name="connsiteX3" fmla="*/ 1433 w 141111"/>
                <a:gd name="connsiteY3" fmla="*/ 1340991 h 134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1" h="1340555">
                  <a:moveTo>
                    <a:pt x="1433" y="435"/>
                  </a:moveTo>
                  <a:lnTo>
                    <a:pt x="142545" y="435"/>
                  </a:lnTo>
                  <a:lnTo>
                    <a:pt x="142545" y="1340991"/>
                  </a:lnTo>
                  <a:lnTo>
                    <a:pt x="1433" y="1340991"/>
                  </a:lnTo>
                  <a:close/>
                </a:path>
              </a:pathLst>
            </a:custGeom>
          </p:spPr>
        </p:pic>
        <p:pic>
          <p:nvPicPr>
            <p:cNvPr id="1616" name="그림 1615">
              <a:extLst>
                <a:ext uri="{FF2B5EF4-FFF2-40B4-BE49-F238E27FC236}">
                  <a16:creationId xmlns:a16="http://schemas.microsoft.com/office/drawing/2014/main" id="{FC5F8053-4A69-D1B6-1FF2-411E9BC8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/>
            <a:stretch>
              <a:fillRect/>
            </a:stretch>
          </p:blipFill>
          <p:spPr>
            <a:xfrm>
              <a:off x="10110650" y="3915833"/>
              <a:ext cx="77611" cy="493888"/>
            </a:xfrm>
            <a:custGeom>
              <a:avLst/>
              <a:gdLst>
                <a:gd name="connsiteX0" fmla="*/ 1433 w 77611"/>
                <a:gd name="connsiteY0" fmla="*/ 555 h 493888"/>
                <a:gd name="connsiteX1" fmla="*/ 79044 w 77611"/>
                <a:gd name="connsiteY1" fmla="*/ 555 h 493888"/>
                <a:gd name="connsiteX2" fmla="*/ 79044 w 77611"/>
                <a:gd name="connsiteY2" fmla="*/ 494444 h 493888"/>
                <a:gd name="connsiteX3" fmla="*/ 1433 w 77611"/>
                <a:gd name="connsiteY3" fmla="*/ 494444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493888">
                  <a:moveTo>
                    <a:pt x="1433" y="555"/>
                  </a:moveTo>
                  <a:lnTo>
                    <a:pt x="79044" y="555"/>
                  </a:lnTo>
                  <a:lnTo>
                    <a:pt x="79044" y="494444"/>
                  </a:lnTo>
                  <a:lnTo>
                    <a:pt x="1433" y="494444"/>
                  </a:lnTo>
                  <a:close/>
                </a:path>
              </a:pathLst>
            </a:custGeom>
          </p:spPr>
        </p:pic>
        <p:pic>
          <p:nvPicPr>
            <p:cNvPr id="1617" name="그림 1616">
              <a:extLst>
                <a:ext uri="{FF2B5EF4-FFF2-40B4-BE49-F238E27FC236}">
                  <a16:creationId xmlns:a16="http://schemas.microsoft.com/office/drawing/2014/main" id="{E1997F30-2AAB-9CE6-4810-8E5553D7F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1"/>
            <a:stretch>
              <a:fillRect/>
            </a:stretch>
          </p:blipFill>
          <p:spPr>
            <a:xfrm>
              <a:off x="10110650" y="4212166"/>
              <a:ext cx="458612" cy="197555"/>
            </a:xfrm>
            <a:custGeom>
              <a:avLst/>
              <a:gdLst>
                <a:gd name="connsiteX0" fmla="*/ 1433 w 458612"/>
                <a:gd name="connsiteY0" fmla="*/ 597 h 197555"/>
                <a:gd name="connsiteX1" fmla="*/ 460046 w 458612"/>
                <a:gd name="connsiteY1" fmla="*/ 597 h 197555"/>
                <a:gd name="connsiteX2" fmla="*/ 460046 w 458612"/>
                <a:gd name="connsiteY2" fmla="*/ 198153 h 197555"/>
                <a:gd name="connsiteX3" fmla="*/ 1433 w 458612"/>
                <a:gd name="connsiteY3" fmla="*/ 198153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97555">
                  <a:moveTo>
                    <a:pt x="1433" y="597"/>
                  </a:moveTo>
                  <a:lnTo>
                    <a:pt x="460046" y="597"/>
                  </a:lnTo>
                  <a:lnTo>
                    <a:pt x="460046" y="198153"/>
                  </a:lnTo>
                  <a:lnTo>
                    <a:pt x="1433" y="198153"/>
                  </a:lnTo>
                  <a:close/>
                </a:path>
              </a:pathLst>
            </a:custGeom>
          </p:spPr>
        </p:pic>
        <p:pic>
          <p:nvPicPr>
            <p:cNvPr id="1618" name="그림 1617">
              <a:extLst>
                <a:ext uri="{FF2B5EF4-FFF2-40B4-BE49-F238E27FC236}">
                  <a16:creationId xmlns:a16="http://schemas.microsoft.com/office/drawing/2014/main" id="{ECFED0CC-DFB1-BE3E-1A62-44B2659E2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/>
            <a:stretch>
              <a:fillRect/>
            </a:stretch>
          </p:blipFill>
          <p:spPr>
            <a:xfrm>
              <a:off x="10548097" y="2843388"/>
              <a:ext cx="642058" cy="1389944"/>
            </a:xfrm>
            <a:custGeom>
              <a:avLst/>
              <a:gdLst>
                <a:gd name="connsiteX0" fmla="*/ 1495 w 642058"/>
                <a:gd name="connsiteY0" fmla="*/ 403 h 1389944"/>
                <a:gd name="connsiteX1" fmla="*/ 643553 w 642058"/>
                <a:gd name="connsiteY1" fmla="*/ 403 h 1389944"/>
                <a:gd name="connsiteX2" fmla="*/ 643553 w 642058"/>
                <a:gd name="connsiteY2" fmla="*/ 1390348 h 1389944"/>
                <a:gd name="connsiteX3" fmla="*/ 1495 w 642058"/>
                <a:gd name="connsiteY3" fmla="*/ 1390348 h 138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1389944">
                  <a:moveTo>
                    <a:pt x="1495" y="403"/>
                  </a:moveTo>
                  <a:lnTo>
                    <a:pt x="643553" y="403"/>
                  </a:lnTo>
                  <a:lnTo>
                    <a:pt x="643553" y="1390348"/>
                  </a:lnTo>
                  <a:lnTo>
                    <a:pt x="1495" y="1390348"/>
                  </a:lnTo>
                  <a:close/>
                </a:path>
              </a:pathLst>
            </a:custGeom>
          </p:spPr>
        </p:pic>
        <p:pic>
          <p:nvPicPr>
            <p:cNvPr id="1619" name="그림 1618">
              <a:extLst>
                <a:ext uri="{FF2B5EF4-FFF2-40B4-BE49-F238E27FC236}">
                  <a16:creationId xmlns:a16="http://schemas.microsoft.com/office/drawing/2014/main" id="{0FF02505-2609-63F0-D987-2BD5B1673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3"/>
            <a:stretch>
              <a:fillRect/>
            </a:stretch>
          </p:blipFill>
          <p:spPr>
            <a:xfrm>
              <a:off x="11521767" y="3203222"/>
              <a:ext cx="606780" cy="797277"/>
            </a:xfrm>
            <a:custGeom>
              <a:avLst/>
              <a:gdLst>
                <a:gd name="connsiteX0" fmla="*/ 1633 w 606780"/>
                <a:gd name="connsiteY0" fmla="*/ 454 h 797277"/>
                <a:gd name="connsiteX1" fmla="*/ 608413 w 606780"/>
                <a:gd name="connsiteY1" fmla="*/ 454 h 797277"/>
                <a:gd name="connsiteX2" fmla="*/ 608413 w 606780"/>
                <a:gd name="connsiteY2" fmla="*/ 797732 h 797277"/>
                <a:gd name="connsiteX3" fmla="*/ 1633 w 606780"/>
                <a:gd name="connsiteY3" fmla="*/ 797732 h 79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97277">
                  <a:moveTo>
                    <a:pt x="1633" y="454"/>
                  </a:moveTo>
                  <a:lnTo>
                    <a:pt x="608413" y="454"/>
                  </a:lnTo>
                  <a:lnTo>
                    <a:pt x="608413" y="797732"/>
                  </a:lnTo>
                  <a:lnTo>
                    <a:pt x="1633" y="797732"/>
                  </a:lnTo>
                  <a:close/>
                </a:path>
              </a:pathLst>
            </a:custGeom>
          </p:spPr>
        </p:pic>
        <p:pic>
          <p:nvPicPr>
            <p:cNvPr id="1620" name="그림 1619">
              <a:extLst>
                <a:ext uri="{FF2B5EF4-FFF2-40B4-BE49-F238E27FC236}">
                  <a16:creationId xmlns:a16="http://schemas.microsoft.com/office/drawing/2014/main" id="{83873F52-FD65-A172-0DEF-F41484D8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/>
            <a:stretch>
              <a:fillRect/>
            </a:stretch>
          </p:blipFill>
          <p:spPr>
            <a:xfrm>
              <a:off x="11521767" y="3753555"/>
              <a:ext cx="684391" cy="246944"/>
            </a:xfrm>
            <a:custGeom>
              <a:avLst/>
              <a:gdLst>
                <a:gd name="connsiteX0" fmla="*/ 1633 w 684391"/>
                <a:gd name="connsiteY0" fmla="*/ 532 h 246944"/>
                <a:gd name="connsiteX1" fmla="*/ 686025 w 684391"/>
                <a:gd name="connsiteY1" fmla="*/ 532 h 246944"/>
                <a:gd name="connsiteX2" fmla="*/ 686025 w 684391"/>
                <a:gd name="connsiteY2" fmla="*/ 247476 h 246944"/>
                <a:gd name="connsiteX3" fmla="*/ 1633 w 684391"/>
                <a:gd name="connsiteY3" fmla="*/ 24747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246944">
                  <a:moveTo>
                    <a:pt x="1633" y="532"/>
                  </a:moveTo>
                  <a:lnTo>
                    <a:pt x="686025" y="532"/>
                  </a:lnTo>
                  <a:lnTo>
                    <a:pt x="686025" y="247476"/>
                  </a:lnTo>
                  <a:lnTo>
                    <a:pt x="1633" y="247476"/>
                  </a:lnTo>
                  <a:close/>
                </a:path>
              </a:pathLst>
            </a:custGeom>
          </p:spPr>
        </p:pic>
        <p:pic>
          <p:nvPicPr>
            <p:cNvPr id="1621" name="그림 1620">
              <a:extLst>
                <a:ext uri="{FF2B5EF4-FFF2-40B4-BE49-F238E27FC236}">
                  <a16:creationId xmlns:a16="http://schemas.microsoft.com/office/drawing/2014/main" id="{F17F47FF-382F-8886-23B6-E600C21FB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5"/>
            <a:stretch>
              <a:fillRect/>
            </a:stretch>
          </p:blipFill>
          <p:spPr>
            <a:xfrm>
              <a:off x="12107380" y="3203222"/>
              <a:ext cx="98778" cy="571500"/>
            </a:xfrm>
            <a:custGeom>
              <a:avLst/>
              <a:gdLst>
                <a:gd name="connsiteX0" fmla="*/ 1716 w 98778"/>
                <a:gd name="connsiteY0" fmla="*/ 454 h 571500"/>
                <a:gd name="connsiteX1" fmla="*/ 100494 w 98778"/>
                <a:gd name="connsiteY1" fmla="*/ 454 h 571500"/>
                <a:gd name="connsiteX2" fmla="*/ 100494 w 98778"/>
                <a:gd name="connsiteY2" fmla="*/ 571954 h 571500"/>
                <a:gd name="connsiteX3" fmla="*/ 1716 w 98778"/>
                <a:gd name="connsiteY3" fmla="*/ 57195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571500">
                  <a:moveTo>
                    <a:pt x="1716" y="454"/>
                  </a:moveTo>
                  <a:lnTo>
                    <a:pt x="100494" y="454"/>
                  </a:lnTo>
                  <a:lnTo>
                    <a:pt x="100494" y="571954"/>
                  </a:lnTo>
                  <a:lnTo>
                    <a:pt x="1716" y="571954"/>
                  </a:lnTo>
                  <a:close/>
                </a:path>
              </a:pathLst>
            </a:custGeom>
          </p:spPr>
        </p:pic>
        <p:pic>
          <p:nvPicPr>
            <p:cNvPr id="1622" name="그림 1621">
              <a:extLst>
                <a:ext uri="{FF2B5EF4-FFF2-40B4-BE49-F238E27FC236}">
                  <a16:creationId xmlns:a16="http://schemas.microsoft.com/office/drawing/2014/main" id="{18362AF5-84C5-B30E-2B51-284BCAE8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6"/>
            <a:stretch>
              <a:fillRect/>
            </a:stretch>
          </p:blipFill>
          <p:spPr>
            <a:xfrm>
              <a:off x="5326965" y="5898444"/>
              <a:ext cx="536224" cy="296333"/>
            </a:xfrm>
            <a:custGeom>
              <a:avLst/>
              <a:gdLst>
                <a:gd name="connsiteX0" fmla="*/ 755 w 536224"/>
                <a:gd name="connsiteY0" fmla="*/ 836 h 296333"/>
                <a:gd name="connsiteX1" fmla="*/ 536979 w 536224"/>
                <a:gd name="connsiteY1" fmla="*/ 836 h 296333"/>
                <a:gd name="connsiteX2" fmla="*/ 536979 w 536224"/>
                <a:gd name="connsiteY2" fmla="*/ 297169 h 296333"/>
                <a:gd name="connsiteX3" fmla="*/ 755 w 536224"/>
                <a:gd name="connsiteY3" fmla="*/ 29716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96333">
                  <a:moveTo>
                    <a:pt x="755" y="836"/>
                  </a:moveTo>
                  <a:lnTo>
                    <a:pt x="536979" y="836"/>
                  </a:lnTo>
                  <a:lnTo>
                    <a:pt x="536979" y="297169"/>
                  </a:lnTo>
                  <a:lnTo>
                    <a:pt x="755" y="297169"/>
                  </a:lnTo>
                  <a:close/>
                </a:path>
              </a:pathLst>
            </a:custGeom>
          </p:spPr>
        </p:pic>
        <p:pic>
          <p:nvPicPr>
            <p:cNvPr id="1623" name="그림 1622">
              <a:extLst>
                <a:ext uri="{FF2B5EF4-FFF2-40B4-BE49-F238E27FC236}">
                  <a16:creationId xmlns:a16="http://schemas.microsoft.com/office/drawing/2014/main" id="{2C40E330-9B1B-E163-81A8-FACEC42E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7"/>
            <a:stretch>
              <a:fillRect/>
            </a:stretch>
          </p:blipFill>
          <p:spPr>
            <a:xfrm>
              <a:off x="5326965" y="5785555"/>
              <a:ext cx="430390" cy="409222"/>
            </a:xfrm>
            <a:custGeom>
              <a:avLst/>
              <a:gdLst>
                <a:gd name="connsiteX0" fmla="*/ 755 w 430390"/>
                <a:gd name="connsiteY0" fmla="*/ 820 h 409222"/>
                <a:gd name="connsiteX1" fmla="*/ 431146 w 430390"/>
                <a:gd name="connsiteY1" fmla="*/ 820 h 409222"/>
                <a:gd name="connsiteX2" fmla="*/ 431146 w 430390"/>
                <a:gd name="connsiteY2" fmla="*/ 410042 h 409222"/>
                <a:gd name="connsiteX3" fmla="*/ 755 w 430390"/>
                <a:gd name="connsiteY3" fmla="*/ 410042 h 40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409222">
                  <a:moveTo>
                    <a:pt x="755" y="820"/>
                  </a:moveTo>
                  <a:lnTo>
                    <a:pt x="431146" y="820"/>
                  </a:lnTo>
                  <a:lnTo>
                    <a:pt x="431146" y="410042"/>
                  </a:lnTo>
                  <a:lnTo>
                    <a:pt x="755" y="410042"/>
                  </a:lnTo>
                  <a:close/>
                </a:path>
              </a:pathLst>
            </a:custGeom>
          </p:spPr>
        </p:pic>
        <p:pic>
          <p:nvPicPr>
            <p:cNvPr id="1624" name="그림 1623">
              <a:extLst>
                <a:ext uri="{FF2B5EF4-FFF2-40B4-BE49-F238E27FC236}">
                  <a16:creationId xmlns:a16="http://schemas.microsoft.com/office/drawing/2014/main" id="{105A225D-B2DB-1C2D-E7DE-608B45FCF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8"/>
            <a:stretch>
              <a:fillRect/>
            </a:stretch>
          </p:blipFill>
          <p:spPr>
            <a:xfrm>
              <a:off x="5326965" y="6180666"/>
              <a:ext cx="28222" cy="162277"/>
            </a:xfrm>
            <a:custGeom>
              <a:avLst/>
              <a:gdLst>
                <a:gd name="connsiteX0" fmla="*/ 755 w 28222"/>
                <a:gd name="connsiteY0" fmla="*/ 876 h 162277"/>
                <a:gd name="connsiteX1" fmla="*/ 28977 w 28222"/>
                <a:gd name="connsiteY1" fmla="*/ 876 h 162277"/>
                <a:gd name="connsiteX2" fmla="*/ 28977 w 28222"/>
                <a:gd name="connsiteY2" fmla="*/ 163154 h 162277"/>
                <a:gd name="connsiteX3" fmla="*/ 755 w 28222"/>
                <a:gd name="connsiteY3" fmla="*/ 163154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162277">
                  <a:moveTo>
                    <a:pt x="755" y="876"/>
                  </a:moveTo>
                  <a:lnTo>
                    <a:pt x="28977" y="876"/>
                  </a:lnTo>
                  <a:lnTo>
                    <a:pt x="28977" y="163154"/>
                  </a:lnTo>
                  <a:lnTo>
                    <a:pt x="755" y="163154"/>
                  </a:lnTo>
                  <a:close/>
                </a:path>
              </a:pathLst>
            </a:custGeom>
          </p:spPr>
        </p:pic>
        <p:pic>
          <p:nvPicPr>
            <p:cNvPr id="1625" name="그림 1624">
              <a:extLst>
                <a:ext uri="{FF2B5EF4-FFF2-40B4-BE49-F238E27FC236}">
                  <a16:creationId xmlns:a16="http://schemas.microsoft.com/office/drawing/2014/main" id="{E4BEC035-3B22-4F4B-41D8-469DBC47F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/>
            <a:stretch>
              <a:fillRect/>
            </a:stretch>
          </p:blipFill>
          <p:spPr>
            <a:xfrm>
              <a:off x="5341076" y="5898444"/>
              <a:ext cx="522113" cy="444500"/>
            </a:xfrm>
            <a:custGeom>
              <a:avLst/>
              <a:gdLst>
                <a:gd name="connsiteX0" fmla="*/ 757 w 522113"/>
                <a:gd name="connsiteY0" fmla="*/ 836 h 444500"/>
                <a:gd name="connsiteX1" fmla="*/ 522870 w 522113"/>
                <a:gd name="connsiteY1" fmla="*/ 836 h 444500"/>
                <a:gd name="connsiteX2" fmla="*/ 522870 w 522113"/>
                <a:gd name="connsiteY2" fmla="*/ 445336 h 444500"/>
                <a:gd name="connsiteX3" fmla="*/ 757 w 522113"/>
                <a:gd name="connsiteY3" fmla="*/ 445336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444500">
                  <a:moveTo>
                    <a:pt x="757" y="836"/>
                  </a:moveTo>
                  <a:lnTo>
                    <a:pt x="522870" y="836"/>
                  </a:lnTo>
                  <a:lnTo>
                    <a:pt x="522870" y="445336"/>
                  </a:lnTo>
                  <a:lnTo>
                    <a:pt x="757" y="445336"/>
                  </a:lnTo>
                  <a:close/>
                </a:path>
              </a:pathLst>
            </a:custGeom>
          </p:spPr>
        </p:pic>
        <p:pic>
          <p:nvPicPr>
            <p:cNvPr id="1626" name="그림 1625">
              <a:extLst>
                <a:ext uri="{FF2B5EF4-FFF2-40B4-BE49-F238E27FC236}">
                  <a16:creationId xmlns:a16="http://schemas.microsoft.com/office/drawing/2014/main" id="{57FE9172-8872-1EE2-5F69-4402C993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0"/>
            <a:stretch>
              <a:fillRect/>
            </a:stretch>
          </p:blipFill>
          <p:spPr>
            <a:xfrm>
              <a:off x="5700911" y="5616222"/>
              <a:ext cx="500946" cy="282222"/>
            </a:xfrm>
            <a:custGeom>
              <a:avLst/>
              <a:gdLst>
                <a:gd name="connsiteX0" fmla="*/ 808 w 500946"/>
                <a:gd name="connsiteY0" fmla="*/ 796 h 282222"/>
                <a:gd name="connsiteX1" fmla="*/ 501754 w 500946"/>
                <a:gd name="connsiteY1" fmla="*/ 796 h 282222"/>
                <a:gd name="connsiteX2" fmla="*/ 501754 w 500946"/>
                <a:gd name="connsiteY2" fmla="*/ 283018 h 282222"/>
                <a:gd name="connsiteX3" fmla="*/ 808 w 500946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2222">
                  <a:moveTo>
                    <a:pt x="808" y="796"/>
                  </a:moveTo>
                  <a:lnTo>
                    <a:pt x="501754" y="796"/>
                  </a:lnTo>
                  <a:lnTo>
                    <a:pt x="501754" y="283018"/>
                  </a:lnTo>
                  <a:lnTo>
                    <a:pt x="808" y="283018"/>
                  </a:lnTo>
                  <a:close/>
                </a:path>
              </a:pathLst>
            </a:custGeom>
          </p:spPr>
        </p:pic>
        <p:pic>
          <p:nvPicPr>
            <p:cNvPr id="1627" name="그림 1626">
              <a:extLst>
                <a:ext uri="{FF2B5EF4-FFF2-40B4-BE49-F238E27FC236}">
                  <a16:creationId xmlns:a16="http://schemas.microsoft.com/office/drawing/2014/main" id="{9F0113C2-0B21-D1F3-BB3F-7A5955582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/>
            <a:stretch>
              <a:fillRect/>
            </a:stretch>
          </p:blipFill>
          <p:spPr>
            <a:xfrm>
              <a:off x="5700911" y="5884333"/>
              <a:ext cx="162278" cy="28222"/>
            </a:xfrm>
            <a:custGeom>
              <a:avLst/>
              <a:gdLst>
                <a:gd name="connsiteX0" fmla="*/ 808 w 162278"/>
                <a:gd name="connsiteY0" fmla="*/ 834 h 28222"/>
                <a:gd name="connsiteX1" fmla="*/ 163086 w 162278"/>
                <a:gd name="connsiteY1" fmla="*/ 834 h 28222"/>
                <a:gd name="connsiteX2" fmla="*/ 163086 w 162278"/>
                <a:gd name="connsiteY2" fmla="*/ 29056 h 28222"/>
                <a:gd name="connsiteX3" fmla="*/ 808 w 162278"/>
                <a:gd name="connsiteY3" fmla="*/ 29056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28222">
                  <a:moveTo>
                    <a:pt x="808" y="834"/>
                  </a:moveTo>
                  <a:lnTo>
                    <a:pt x="163086" y="834"/>
                  </a:lnTo>
                  <a:lnTo>
                    <a:pt x="163086" y="29056"/>
                  </a:lnTo>
                  <a:lnTo>
                    <a:pt x="808" y="29056"/>
                  </a:lnTo>
                  <a:close/>
                </a:path>
              </a:pathLst>
            </a:custGeom>
          </p:spPr>
        </p:pic>
        <p:pic>
          <p:nvPicPr>
            <p:cNvPr id="1628" name="그림 1627">
              <a:extLst>
                <a:ext uri="{FF2B5EF4-FFF2-40B4-BE49-F238E27FC236}">
                  <a16:creationId xmlns:a16="http://schemas.microsoft.com/office/drawing/2014/main" id="{860EB94A-B880-8098-E50E-F5BC6AAE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2"/>
            <a:stretch>
              <a:fillRect/>
            </a:stretch>
          </p:blipFill>
          <p:spPr>
            <a:xfrm>
              <a:off x="5595077" y="5637388"/>
              <a:ext cx="119944" cy="261055"/>
            </a:xfrm>
            <a:custGeom>
              <a:avLst/>
              <a:gdLst>
                <a:gd name="connsiteX0" fmla="*/ 793 w 119944"/>
                <a:gd name="connsiteY0" fmla="*/ 799 h 261055"/>
                <a:gd name="connsiteX1" fmla="*/ 120738 w 119944"/>
                <a:gd name="connsiteY1" fmla="*/ 799 h 261055"/>
                <a:gd name="connsiteX2" fmla="*/ 120738 w 119944"/>
                <a:gd name="connsiteY2" fmla="*/ 261855 h 261055"/>
                <a:gd name="connsiteX3" fmla="*/ 793 w 119944"/>
                <a:gd name="connsiteY3" fmla="*/ 261855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61055">
                  <a:moveTo>
                    <a:pt x="793" y="799"/>
                  </a:moveTo>
                  <a:lnTo>
                    <a:pt x="120738" y="799"/>
                  </a:lnTo>
                  <a:lnTo>
                    <a:pt x="120738" y="261855"/>
                  </a:lnTo>
                  <a:lnTo>
                    <a:pt x="793" y="261855"/>
                  </a:lnTo>
                  <a:close/>
                </a:path>
              </a:pathLst>
            </a:custGeom>
          </p:spPr>
        </p:pic>
        <p:pic>
          <p:nvPicPr>
            <p:cNvPr id="1629" name="그림 1628">
              <a:extLst>
                <a:ext uri="{FF2B5EF4-FFF2-40B4-BE49-F238E27FC236}">
                  <a16:creationId xmlns:a16="http://schemas.microsoft.com/office/drawing/2014/main" id="{FE84FCF4-8E0C-E8F4-E9B6-8F52FDBCB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/>
            <a:stretch>
              <a:fillRect/>
            </a:stretch>
          </p:blipFill>
          <p:spPr>
            <a:xfrm>
              <a:off x="5595077" y="5185833"/>
              <a:ext cx="627946" cy="465666"/>
            </a:xfrm>
            <a:custGeom>
              <a:avLst/>
              <a:gdLst>
                <a:gd name="connsiteX0" fmla="*/ 793 w 627946"/>
                <a:gd name="connsiteY0" fmla="*/ 735 h 465666"/>
                <a:gd name="connsiteX1" fmla="*/ 628740 w 627946"/>
                <a:gd name="connsiteY1" fmla="*/ 735 h 465666"/>
                <a:gd name="connsiteX2" fmla="*/ 628740 w 627946"/>
                <a:gd name="connsiteY2" fmla="*/ 466402 h 465666"/>
                <a:gd name="connsiteX3" fmla="*/ 793 w 627946"/>
                <a:gd name="connsiteY3" fmla="*/ 4664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946" h="465666">
                  <a:moveTo>
                    <a:pt x="793" y="735"/>
                  </a:moveTo>
                  <a:lnTo>
                    <a:pt x="628740" y="735"/>
                  </a:lnTo>
                  <a:lnTo>
                    <a:pt x="628740" y="466402"/>
                  </a:lnTo>
                  <a:lnTo>
                    <a:pt x="793" y="466402"/>
                  </a:lnTo>
                  <a:close/>
                </a:path>
              </a:pathLst>
            </a:custGeom>
          </p:spPr>
        </p:pic>
        <p:pic>
          <p:nvPicPr>
            <p:cNvPr id="1630" name="그림 1629">
              <a:extLst>
                <a:ext uri="{FF2B5EF4-FFF2-40B4-BE49-F238E27FC236}">
                  <a16:creationId xmlns:a16="http://schemas.microsoft.com/office/drawing/2014/main" id="{40AB8C0C-38D4-324C-841C-855571538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4"/>
            <a:stretch>
              <a:fillRect/>
            </a:stretch>
          </p:blipFill>
          <p:spPr>
            <a:xfrm>
              <a:off x="5489243" y="4473222"/>
              <a:ext cx="134056" cy="642055"/>
            </a:xfrm>
            <a:custGeom>
              <a:avLst/>
              <a:gdLst>
                <a:gd name="connsiteX0" fmla="*/ 778 w 134056"/>
                <a:gd name="connsiteY0" fmla="*/ 634 h 642055"/>
                <a:gd name="connsiteX1" fmla="*/ 134834 w 134056"/>
                <a:gd name="connsiteY1" fmla="*/ 634 h 642055"/>
                <a:gd name="connsiteX2" fmla="*/ 134834 w 134056"/>
                <a:gd name="connsiteY2" fmla="*/ 642690 h 642055"/>
                <a:gd name="connsiteX3" fmla="*/ 778 w 134056"/>
                <a:gd name="connsiteY3" fmla="*/ 642690 h 64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642055">
                  <a:moveTo>
                    <a:pt x="778" y="634"/>
                  </a:moveTo>
                  <a:lnTo>
                    <a:pt x="134834" y="634"/>
                  </a:lnTo>
                  <a:lnTo>
                    <a:pt x="134834" y="642690"/>
                  </a:lnTo>
                  <a:lnTo>
                    <a:pt x="778" y="642690"/>
                  </a:lnTo>
                  <a:close/>
                </a:path>
              </a:pathLst>
            </a:custGeom>
          </p:spPr>
        </p:pic>
        <p:pic>
          <p:nvPicPr>
            <p:cNvPr id="1631" name="그림 1630">
              <a:extLst>
                <a:ext uri="{FF2B5EF4-FFF2-40B4-BE49-F238E27FC236}">
                  <a16:creationId xmlns:a16="http://schemas.microsoft.com/office/drawing/2014/main" id="{8D2BD13A-6298-54E8-2AA6-4C61198AC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/>
            <a:stretch>
              <a:fillRect/>
            </a:stretch>
          </p:blipFill>
          <p:spPr>
            <a:xfrm>
              <a:off x="5489243" y="4833055"/>
              <a:ext cx="458612" cy="282222"/>
            </a:xfrm>
            <a:custGeom>
              <a:avLst/>
              <a:gdLst>
                <a:gd name="connsiteX0" fmla="*/ 778 w 458612"/>
                <a:gd name="connsiteY0" fmla="*/ 685 h 282222"/>
                <a:gd name="connsiteX1" fmla="*/ 459391 w 458612"/>
                <a:gd name="connsiteY1" fmla="*/ 685 h 282222"/>
                <a:gd name="connsiteX2" fmla="*/ 459391 w 458612"/>
                <a:gd name="connsiteY2" fmla="*/ 282907 h 282222"/>
                <a:gd name="connsiteX3" fmla="*/ 778 w 458612"/>
                <a:gd name="connsiteY3" fmla="*/ 282907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282222">
                  <a:moveTo>
                    <a:pt x="778" y="685"/>
                  </a:moveTo>
                  <a:lnTo>
                    <a:pt x="459391" y="685"/>
                  </a:lnTo>
                  <a:lnTo>
                    <a:pt x="459391" y="282907"/>
                  </a:lnTo>
                  <a:lnTo>
                    <a:pt x="778" y="282907"/>
                  </a:lnTo>
                  <a:close/>
                </a:path>
              </a:pathLst>
            </a:custGeom>
          </p:spPr>
        </p:pic>
        <p:pic>
          <p:nvPicPr>
            <p:cNvPr id="1632" name="그림 1631">
              <a:extLst>
                <a:ext uri="{FF2B5EF4-FFF2-40B4-BE49-F238E27FC236}">
                  <a16:creationId xmlns:a16="http://schemas.microsoft.com/office/drawing/2014/main" id="{E2B8AA6E-F697-2949-8354-450A897B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6"/>
            <a:stretch>
              <a:fillRect/>
            </a:stretch>
          </p:blipFill>
          <p:spPr>
            <a:xfrm>
              <a:off x="5609188" y="4402666"/>
              <a:ext cx="218723" cy="84666"/>
            </a:xfrm>
            <a:custGeom>
              <a:avLst/>
              <a:gdLst>
                <a:gd name="connsiteX0" fmla="*/ 795 w 218723"/>
                <a:gd name="connsiteY0" fmla="*/ 624 h 84666"/>
                <a:gd name="connsiteX1" fmla="*/ 219518 w 218723"/>
                <a:gd name="connsiteY1" fmla="*/ 624 h 84666"/>
                <a:gd name="connsiteX2" fmla="*/ 219518 w 218723"/>
                <a:gd name="connsiteY2" fmla="*/ 85291 h 84666"/>
                <a:gd name="connsiteX3" fmla="*/ 795 w 218723"/>
                <a:gd name="connsiteY3" fmla="*/ 8529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84666">
                  <a:moveTo>
                    <a:pt x="795" y="624"/>
                  </a:moveTo>
                  <a:lnTo>
                    <a:pt x="219518" y="624"/>
                  </a:lnTo>
                  <a:lnTo>
                    <a:pt x="219518" y="85291"/>
                  </a:lnTo>
                  <a:lnTo>
                    <a:pt x="795" y="85291"/>
                  </a:lnTo>
                  <a:close/>
                </a:path>
              </a:pathLst>
            </a:custGeom>
          </p:spPr>
        </p:pic>
        <p:pic>
          <p:nvPicPr>
            <p:cNvPr id="1633" name="그림 1632">
              <a:extLst>
                <a:ext uri="{FF2B5EF4-FFF2-40B4-BE49-F238E27FC236}">
                  <a16:creationId xmlns:a16="http://schemas.microsoft.com/office/drawing/2014/main" id="{FE82A10D-4CA1-04E2-9882-86D158071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/>
            <a:stretch>
              <a:fillRect/>
            </a:stretch>
          </p:blipFill>
          <p:spPr>
            <a:xfrm>
              <a:off x="5609188" y="4332111"/>
              <a:ext cx="444501" cy="155222"/>
            </a:xfrm>
            <a:custGeom>
              <a:avLst/>
              <a:gdLst>
                <a:gd name="connsiteX0" fmla="*/ 795 w 444501"/>
                <a:gd name="connsiteY0" fmla="*/ 614 h 155222"/>
                <a:gd name="connsiteX1" fmla="*/ 445297 w 444501"/>
                <a:gd name="connsiteY1" fmla="*/ 614 h 155222"/>
                <a:gd name="connsiteX2" fmla="*/ 445297 w 444501"/>
                <a:gd name="connsiteY2" fmla="*/ 155836 h 155222"/>
                <a:gd name="connsiteX3" fmla="*/ 795 w 444501"/>
                <a:gd name="connsiteY3" fmla="*/ 155836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155222">
                  <a:moveTo>
                    <a:pt x="795" y="614"/>
                  </a:moveTo>
                  <a:lnTo>
                    <a:pt x="445297" y="614"/>
                  </a:lnTo>
                  <a:lnTo>
                    <a:pt x="445297" y="155836"/>
                  </a:lnTo>
                  <a:lnTo>
                    <a:pt x="795" y="155836"/>
                  </a:lnTo>
                  <a:close/>
                </a:path>
              </a:pathLst>
            </a:custGeom>
          </p:spPr>
        </p:pic>
        <p:pic>
          <p:nvPicPr>
            <p:cNvPr id="1634" name="그림 1633">
              <a:extLst>
                <a:ext uri="{FF2B5EF4-FFF2-40B4-BE49-F238E27FC236}">
                  <a16:creationId xmlns:a16="http://schemas.microsoft.com/office/drawing/2014/main" id="{E78CC919-2C05-9556-8A65-33B86A810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8"/>
            <a:stretch>
              <a:fillRect/>
            </a:stretch>
          </p:blipFill>
          <p:spPr>
            <a:xfrm>
              <a:off x="5813800" y="4176888"/>
              <a:ext cx="649113" cy="239888"/>
            </a:xfrm>
            <a:custGeom>
              <a:avLst/>
              <a:gdLst>
                <a:gd name="connsiteX0" fmla="*/ 824 w 649113"/>
                <a:gd name="connsiteY0" fmla="*/ 592 h 239888"/>
                <a:gd name="connsiteX1" fmla="*/ 649938 w 649113"/>
                <a:gd name="connsiteY1" fmla="*/ 592 h 239888"/>
                <a:gd name="connsiteX2" fmla="*/ 649938 w 649113"/>
                <a:gd name="connsiteY2" fmla="*/ 240481 h 239888"/>
                <a:gd name="connsiteX3" fmla="*/ 824 w 649113"/>
                <a:gd name="connsiteY3" fmla="*/ 240481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9113" h="239888">
                  <a:moveTo>
                    <a:pt x="824" y="592"/>
                  </a:moveTo>
                  <a:lnTo>
                    <a:pt x="649938" y="592"/>
                  </a:lnTo>
                  <a:lnTo>
                    <a:pt x="649938" y="240481"/>
                  </a:lnTo>
                  <a:lnTo>
                    <a:pt x="824" y="240481"/>
                  </a:lnTo>
                  <a:close/>
                </a:path>
              </a:pathLst>
            </a:custGeom>
          </p:spPr>
        </p:pic>
        <p:pic>
          <p:nvPicPr>
            <p:cNvPr id="1635" name="그림 1634">
              <a:extLst>
                <a:ext uri="{FF2B5EF4-FFF2-40B4-BE49-F238E27FC236}">
                  <a16:creationId xmlns:a16="http://schemas.microsoft.com/office/drawing/2014/main" id="{E1B7BF43-0D46-44FB-A960-15626ACCD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/>
            <a:stretch>
              <a:fillRect/>
            </a:stretch>
          </p:blipFill>
          <p:spPr>
            <a:xfrm>
              <a:off x="5813800" y="4332111"/>
              <a:ext cx="239889" cy="84666"/>
            </a:xfrm>
            <a:custGeom>
              <a:avLst/>
              <a:gdLst>
                <a:gd name="connsiteX0" fmla="*/ 824 w 239889"/>
                <a:gd name="connsiteY0" fmla="*/ 614 h 84666"/>
                <a:gd name="connsiteX1" fmla="*/ 240714 w 239889"/>
                <a:gd name="connsiteY1" fmla="*/ 614 h 84666"/>
                <a:gd name="connsiteX2" fmla="*/ 240714 w 239889"/>
                <a:gd name="connsiteY2" fmla="*/ 85281 h 84666"/>
                <a:gd name="connsiteX3" fmla="*/ 824 w 239889"/>
                <a:gd name="connsiteY3" fmla="*/ 85281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84666">
                  <a:moveTo>
                    <a:pt x="824" y="614"/>
                  </a:moveTo>
                  <a:lnTo>
                    <a:pt x="240714" y="614"/>
                  </a:lnTo>
                  <a:lnTo>
                    <a:pt x="240714" y="85281"/>
                  </a:lnTo>
                  <a:lnTo>
                    <a:pt x="824" y="85281"/>
                  </a:lnTo>
                  <a:close/>
                </a:path>
              </a:pathLst>
            </a:custGeom>
          </p:spPr>
        </p:pic>
        <p:pic>
          <p:nvPicPr>
            <p:cNvPr id="1636" name="그림 1635">
              <a:extLst>
                <a:ext uri="{FF2B5EF4-FFF2-40B4-BE49-F238E27FC236}">
                  <a16:creationId xmlns:a16="http://schemas.microsoft.com/office/drawing/2014/main" id="{AB244EBD-1027-3C81-881E-D6393422A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0"/>
            <a:stretch>
              <a:fillRect/>
            </a:stretch>
          </p:blipFill>
          <p:spPr>
            <a:xfrm>
              <a:off x="6350024" y="5030611"/>
              <a:ext cx="536224" cy="119944"/>
            </a:xfrm>
            <a:custGeom>
              <a:avLst/>
              <a:gdLst>
                <a:gd name="connsiteX0" fmla="*/ 900 w 536224"/>
                <a:gd name="connsiteY0" fmla="*/ 713 h 119944"/>
                <a:gd name="connsiteX1" fmla="*/ 537124 w 536224"/>
                <a:gd name="connsiteY1" fmla="*/ 713 h 119944"/>
                <a:gd name="connsiteX2" fmla="*/ 537124 w 536224"/>
                <a:gd name="connsiteY2" fmla="*/ 120657 h 119944"/>
                <a:gd name="connsiteX3" fmla="*/ 900 w 536224"/>
                <a:gd name="connsiteY3" fmla="*/ 120657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119944">
                  <a:moveTo>
                    <a:pt x="900" y="713"/>
                  </a:moveTo>
                  <a:lnTo>
                    <a:pt x="537124" y="713"/>
                  </a:lnTo>
                  <a:lnTo>
                    <a:pt x="537124" y="120657"/>
                  </a:lnTo>
                  <a:lnTo>
                    <a:pt x="900" y="120657"/>
                  </a:lnTo>
                  <a:close/>
                </a:path>
              </a:pathLst>
            </a:custGeom>
          </p:spPr>
        </p:pic>
        <p:pic>
          <p:nvPicPr>
            <p:cNvPr id="1637" name="그림 1636">
              <a:extLst>
                <a:ext uri="{FF2B5EF4-FFF2-40B4-BE49-F238E27FC236}">
                  <a16:creationId xmlns:a16="http://schemas.microsoft.com/office/drawing/2014/main" id="{058DF27C-BAC6-62A0-040A-7807D3D35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/>
            <a:stretch>
              <a:fillRect/>
            </a:stretch>
          </p:blipFill>
          <p:spPr>
            <a:xfrm>
              <a:off x="6872138" y="4310944"/>
              <a:ext cx="352779" cy="733777"/>
            </a:xfrm>
            <a:custGeom>
              <a:avLst/>
              <a:gdLst>
                <a:gd name="connsiteX0" fmla="*/ 974 w 352779"/>
                <a:gd name="connsiteY0" fmla="*/ 611 h 733777"/>
                <a:gd name="connsiteX1" fmla="*/ 353753 w 352779"/>
                <a:gd name="connsiteY1" fmla="*/ 611 h 733777"/>
                <a:gd name="connsiteX2" fmla="*/ 353753 w 352779"/>
                <a:gd name="connsiteY2" fmla="*/ 734389 h 733777"/>
                <a:gd name="connsiteX3" fmla="*/ 974 w 352779"/>
                <a:gd name="connsiteY3" fmla="*/ 734389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733777">
                  <a:moveTo>
                    <a:pt x="974" y="611"/>
                  </a:moveTo>
                  <a:lnTo>
                    <a:pt x="353753" y="611"/>
                  </a:lnTo>
                  <a:lnTo>
                    <a:pt x="353753" y="734389"/>
                  </a:lnTo>
                  <a:lnTo>
                    <a:pt x="974" y="734389"/>
                  </a:lnTo>
                  <a:close/>
                </a:path>
              </a:pathLst>
            </a:custGeom>
          </p:spPr>
        </p:pic>
        <p:pic>
          <p:nvPicPr>
            <p:cNvPr id="1638" name="그림 1637">
              <a:extLst>
                <a:ext uri="{FF2B5EF4-FFF2-40B4-BE49-F238E27FC236}">
                  <a16:creationId xmlns:a16="http://schemas.microsoft.com/office/drawing/2014/main" id="{FAF2BB95-1872-442C-D27C-E704791FA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2"/>
            <a:stretch>
              <a:fillRect/>
            </a:stretch>
          </p:blipFill>
          <p:spPr>
            <a:xfrm>
              <a:off x="6872138" y="4452055"/>
              <a:ext cx="642058" cy="592666"/>
            </a:xfrm>
            <a:custGeom>
              <a:avLst/>
              <a:gdLst>
                <a:gd name="connsiteX0" fmla="*/ 974 w 642058"/>
                <a:gd name="connsiteY0" fmla="*/ 631 h 592666"/>
                <a:gd name="connsiteX1" fmla="*/ 643032 w 642058"/>
                <a:gd name="connsiteY1" fmla="*/ 631 h 592666"/>
                <a:gd name="connsiteX2" fmla="*/ 643032 w 642058"/>
                <a:gd name="connsiteY2" fmla="*/ 593298 h 592666"/>
                <a:gd name="connsiteX3" fmla="*/ 974 w 642058"/>
                <a:gd name="connsiteY3" fmla="*/ 593298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592666">
                  <a:moveTo>
                    <a:pt x="974" y="631"/>
                  </a:moveTo>
                  <a:lnTo>
                    <a:pt x="643032" y="631"/>
                  </a:lnTo>
                  <a:lnTo>
                    <a:pt x="643032" y="593298"/>
                  </a:lnTo>
                  <a:lnTo>
                    <a:pt x="974" y="593298"/>
                  </a:lnTo>
                  <a:close/>
                </a:path>
              </a:pathLst>
            </a:custGeom>
          </p:spPr>
        </p:pic>
        <p:pic>
          <p:nvPicPr>
            <p:cNvPr id="1639" name="그림 1638">
              <a:extLst>
                <a:ext uri="{FF2B5EF4-FFF2-40B4-BE49-F238E27FC236}">
                  <a16:creationId xmlns:a16="http://schemas.microsoft.com/office/drawing/2014/main" id="{372ED099-6CF1-D17B-C66B-B8D647DD8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/>
            <a:stretch>
              <a:fillRect/>
            </a:stretch>
          </p:blipFill>
          <p:spPr>
            <a:xfrm>
              <a:off x="7126139" y="4310944"/>
              <a:ext cx="98778" cy="458611"/>
            </a:xfrm>
            <a:custGeom>
              <a:avLst/>
              <a:gdLst>
                <a:gd name="connsiteX0" fmla="*/ 1010 w 98778"/>
                <a:gd name="connsiteY0" fmla="*/ 611 h 458611"/>
                <a:gd name="connsiteX1" fmla="*/ 99788 w 98778"/>
                <a:gd name="connsiteY1" fmla="*/ 611 h 458611"/>
                <a:gd name="connsiteX2" fmla="*/ 99788 w 98778"/>
                <a:gd name="connsiteY2" fmla="*/ 459222 h 458611"/>
                <a:gd name="connsiteX3" fmla="*/ 1010 w 98778"/>
                <a:gd name="connsiteY3" fmla="*/ 459222 h 45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458611">
                  <a:moveTo>
                    <a:pt x="1010" y="611"/>
                  </a:moveTo>
                  <a:lnTo>
                    <a:pt x="99788" y="611"/>
                  </a:lnTo>
                  <a:lnTo>
                    <a:pt x="99788" y="459222"/>
                  </a:lnTo>
                  <a:lnTo>
                    <a:pt x="1010" y="459222"/>
                  </a:lnTo>
                  <a:close/>
                </a:path>
              </a:pathLst>
            </a:custGeom>
          </p:spPr>
        </p:pic>
        <p:pic>
          <p:nvPicPr>
            <p:cNvPr id="1640" name="그림 1639">
              <a:extLst>
                <a:ext uri="{FF2B5EF4-FFF2-40B4-BE49-F238E27FC236}">
                  <a16:creationId xmlns:a16="http://schemas.microsoft.com/office/drawing/2014/main" id="{E9F9900D-75EB-6D28-0E8F-E36F9543B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4"/>
            <a:stretch>
              <a:fillRect/>
            </a:stretch>
          </p:blipFill>
          <p:spPr>
            <a:xfrm>
              <a:off x="7810530" y="5707944"/>
              <a:ext cx="451557" cy="56444"/>
            </a:xfrm>
            <a:custGeom>
              <a:avLst/>
              <a:gdLst>
                <a:gd name="connsiteX0" fmla="*/ 1107 w 451557"/>
                <a:gd name="connsiteY0" fmla="*/ 809 h 56444"/>
                <a:gd name="connsiteX1" fmla="*/ 452664 w 451557"/>
                <a:gd name="connsiteY1" fmla="*/ 809 h 56444"/>
                <a:gd name="connsiteX2" fmla="*/ 452664 w 451557"/>
                <a:gd name="connsiteY2" fmla="*/ 57253 h 56444"/>
                <a:gd name="connsiteX3" fmla="*/ 1107 w 451557"/>
                <a:gd name="connsiteY3" fmla="*/ 5725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56444">
                  <a:moveTo>
                    <a:pt x="1107" y="809"/>
                  </a:moveTo>
                  <a:lnTo>
                    <a:pt x="452664" y="809"/>
                  </a:lnTo>
                  <a:lnTo>
                    <a:pt x="452664" y="57253"/>
                  </a:lnTo>
                  <a:lnTo>
                    <a:pt x="1107" y="57253"/>
                  </a:lnTo>
                  <a:close/>
                </a:path>
              </a:pathLst>
            </a:custGeom>
          </p:spPr>
        </p:pic>
        <p:pic>
          <p:nvPicPr>
            <p:cNvPr id="1641" name="그림 1640">
              <a:extLst>
                <a:ext uri="{FF2B5EF4-FFF2-40B4-BE49-F238E27FC236}">
                  <a16:creationId xmlns:a16="http://schemas.microsoft.com/office/drawing/2014/main" id="{FC663EB8-8BB1-0DCA-5C19-AFDAF02AA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5"/>
            <a:stretch>
              <a:fillRect/>
            </a:stretch>
          </p:blipFill>
          <p:spPr>
            <a:xfrm>
              <a:off x="8247976" y="5115277"/>
              <a:ext cx="747891" cy="606777"/>
            </a:xfrm>
            <a:custGeom>
              <a:avLst/>
              <a:gdLst>
                <a:gd name="connsiteX0" fmla="*/ 1169 w 747891"/>
                <a:gd name="connsiteY0" fmla="*/ 725 h 606777"/>
                <a:gd name="connsiteX1" fmla="*/ 749061 w 747891"/>
                <a:gd name="connsiteY1" fmla="*/ 725 h 606777"/>
                <a:gd name="connsiteX2" fmla="*/ 749061 w 747891"/>
                <a:gd name="connsiteY2" fmla="*/ 607503 h 606777"/>
                <a:gd name="connsiteX3" fmla="*/ 1169 w 747891"/>
                <a:gd name="connsiteY3" fmla="*/ 607503 h 6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891" h="606777">
                  <a:moveTo>
                    <a:pt x="1169" y="725"/>
                  </a:moveTo>
                  <a:lnTo>
                    <a:pt x="749061" y="725"/>
                  </a:lnTo>
                  <a:lnTo>
                    <a:pt x="749061" y="607503"/>
                  </a:lnTo>
                  <a:lnTo>
                    <a:pt x="1169" y="607503"/>
                  </a:lnTo>
                  <a:close/>
                </a:path>
              </a:pathLst>
            </a:custGeom>
          </p:spPr>
        </p:pic>
        <p:pic>
          <p:nvPicPr>
            <p:cNvPr id="1642" name="그림 1641">
              <a:extLst>
                <a:ext uri="{FF2B5EF4-FFF2-40B4-BE49-F238E27FC236}">
                  <a16:creationId xmlns:a16="http://schemas.microsoft.com/office/drawing/2014/main" id="{5200FE50-9901-323D-D046-D22048345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6"/>
            <a:stretch>
              <a:fillRect/>
            </a:stretch>
          </p:blipFill>
          <p:spPr>
            <a:xfrm>
              <a:off x="8247976" y="5087055"/>
              <a:ext cx="395112" cy="635000"/>
            </a:xfrm>
            <a:custGeom>
              <a:avLst/>
              <a:gdLst>
                <a:gd name="connsiteX0" fmla="*/ 1169 w 395112"/>
                <a:gd name="connsiteY0" fmla="*/ 721 h 635000"/>
                <a:gd name="connsiteX1" fmla="*/ 396282 w 395112"/>
                <a:gd name="connsiteY1" fmla="*/ 721 h 635000"/>
                <a:gd name="connsiteX2" fmla="*/ 396282 w 395112"/>
                <a:gd name="connsiteY2" fmla="*/ 635721 h 635000"/>
                <a:gd name="connsiteX3" fmla="*/ 1169 w 395112"/>
                <a:gd name="connsiteY3" fmla="*/ 635721 h 6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635000">
                  <a:moveTo>
                    <a:pt x="1169" y="721"/>
                  </a:moveTo>
                  <a:lnTo>
                    <a:pt x="396282" y="721"/>
                  </a:lnTo>
                  <a:lnTo>
                    <a:pt x="396282" y="635721"/>
                  </a:lnTo>
                  <a:lnTo>
                    <a:pt x="1169" y="635721"/>
                  </a:lnTo>
                  <a:close/>
                </a:path>
              </a:pathLst>
            </a:custGeom>
          </p:spPr>
        </p:pic>
        <p:pic>
          <p:nvPicPr>
            <p:cNvPr id="1643" name="그림 1642">
              <a:extLst>
                <a:ext uri="{FF2B5EF4-FFF2-40B4-BE49-F238E27FC236}">
                  <a16:creationId xmlns:a16="http://schemas.microsoft.com/office/drawing/2014/main" id="{59DAD624-580E-A77E-A661-CF2050C83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7"/>
            <a:stretch>
              <a:fillRect/>
            </a:stretch>
          </p:blipFill>
          <p:spPr>
            <a:xfrm>
              <a:off x="8777145" y="5616222"/>
              <a:ext cx="430390" cy="282222"/>
            </a:xfrm>
            <a:custGeom>
              <a:avLst/>
              <a:gdLst>
                <a:gd name="connsiteX0" fmla="*/ 1244 w 430390"/>
                <a:gd name="connsiteY0" fmla="*/ 796 h 282222"/>
                <a:gd name="connsiteX1" fmla="*/ 431635 w 430390"/>
                <a:gd name="connsiteY1" fmla="*/ 796 h 282222"/>
                <a:gd name="connsiteX2" fmla="*/ 431635 w 430390"/>
                <a:gd name="connsiteY2" fmla="*/ 283018 h 282222"/>
                <a:gd name="connsiteX3" fmla="*/ 1244 w 430390"/>
                <a:gd name="connsiteY3" fmla="*/ 28301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282222">
                  <a:moveTo>
                    <a:pt x="1244" y="796"/>
                  </a:moveTo>
                  <a:lnTo>
                    <a:pt x="431635" y="796"/>
                  </a:lnTo>
                  <a:lnTo>
                    <a:pt x="431635" y="283018"/>
                  </a:lnTo>
                  <a:lnTo>
                    <a:pt x="1244" y="283018"/>
                  </a:lnTo>
                  <a:close/>
                </a:path>
              </a:pathLst>
            </a:custGeom>
          </p:spPr>
        </p:pic>
        <p:pic>
          <p:nvPicPr>
            <p:cNvPr id="1644" name="그림 1643">
              <a:extLst>
                <a:ext uri="{FF2B5EF4-FFF2-40B4-BE49-F238E27FC236}">
                  <a16:creationId xmlns:a16="http://schemas.microsoft.com/office/drawing/2014/main" id="{46E75E7E-DA83-A07A-6FBF-877CFC26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8"/>
            <a:stretch>
              <a:fillRect/>
            </a:stretch>
          </p:blipFill>
          <p:spPr>
            <a:xfrm>
              <a:off x="8784201" y="5115277"/>
              <a:ext cx="218723" cy="783166"/>
            </a:xfrm>
            <a:custGeom>
              <a:avLst/>
              <a:gdLst>
                <a:gd name="connsiteX0" fmla="*/ 1245 w 218723"/>
                <a:gd name="connsiteY0" fmla="*/ 725 h 783166"/>
                <a:gd name="connsiteX1" fmla="*/ 219968 w 218723"/>
                <a:gd name="connsiteY1" fmla="*/ 725 h 783166"/>
                <a:gd name="connsiteX2" fmla="*/ 219968 w 218723"/>
                <a:gd name="connsiteY2" fmla="*/ 783892 h 783166"/>
                <a:gd name="connsiteX3" fmla="*/ 1245 w 218723"/>
                <a:gd name="connsiteY3" fmla="*/ 783892 h 7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783166">
                  <a:moveTo>
                    <a:pt x="1245" y="725"/>
                  </a:moveTo>
                  <a:lnTo>
                    <a:pt x="219968" y="725"/>
                  </a:lnTo>
                  <a:lnTo>
                    <a:pt x="219968" y="783892"/>
                  </a:lnTo>
                  <a:lnTo>
                    <a:pt x="1245" y="783892"/>
                  </a:lnTo>
                  <a:close/>
                </a:path>
              </a:pathLst>
            </a:custGeom>
          </p:spPr>
        </p:pic>
        <p:pic>
          <p:nvPicPr>
            <p:cNvPr id="1645" name="그림 1644">
              <a:extLst>
                <a:ext uri="{FF2B5EF4-FFF2-40B4-BE49-F238E27FC236}">
                  <a16:creationId xmlns:a16="http://schemas.microsoft.com/office/drawing/2014/main" id="{A9B6FF0A-5A41-A801-B556-C7AF37EE4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9"/>
            <a:stretch>
              <a:fillRect/>
            </a:stretch>
          </p:blipFill>
          <p:spPr>
            <a:xfrm>
              <a:off x="9193425" y="4974166"/>
              <a:ext cx="613835" cy="656166"/>
            </a:xfrm>
            <a:custGeom>
              <a:avLst/>
              <a:gdLst>
                <a:gd name="connsiteX0" fmla="*/ 1303 w 613835"/>
                <a:gd name="connsiteY0" fmla="*/ 705 h 656166"/>
                <a:gd name="connsiteX1" fmla="*/ 615139 w 613835"/>
                <a:gd name="connsiteY1" fmla="*/ 705 h 656166"/>
                <a:gd name="connsiteX2" fmla="*/ 615139 w 613835"/>
                <a:gd name="connsiteY2" fmla="*/ 656872 h 656166"/>
                <a:gd name="connsiteX3" fmla="*/ 1303 w 613835"/>
                <a:gd name="connsiteY3" fmla="*/ 656872 h 6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3835" h="656166">
                  <a:moveTo>
                    <a:pt x="1303" y="705"/>
                  </a:moveTo>
                  <a:lnTo>
                    <a:pt x="615139" y="705"/>
                  </a:lnTo>
                  <a:lnTo>
                    <a:pt x="615139" y="656872"/>
                  </a:lnTo>
                  <a:lnTo>
                    <a:pt x="1303" y="656872"/>
                  </a:lnTo>
                  <a:close/>
                </a:path>
              </a:pathLst>
            </a:custGeom>
          </p:spPr>
        </p:pic>
        <p:pic>
          <p:nvPicPr>
            <p:cNvPr id="1646" name="그림 1645">
              <a:extLst>
                <a:ext uri="{FF2B5EF4-FFF2-40B4-BE49-F238E27FC236}">
                  <a16:creationId xmlns:a16="http://schemas.microsoft.com/office/drawing/2014/main" id="{30A81B40-FA08-3700-D5C0-2BBE98DC0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0"/>
            <a:stretch>
              <a:fillRect/>
            </a:stretch>
          </p:blipFill>
          <p:spPr>
            <a:xfrm>
              <a:off x="9193425" y="5616222"/>
              <a:ext cx="162278" cy="310444"/>
            </a:xfrm>
            <a:custGeom>
              <a:avLst/>
              <a:gdLst>
                <a:gd name="connsiteX0" fmla="*/ 1303 w 162278"/>
                <a:gd name="connsiteY0" fmla="*/ 796 h 310444"/>
                <a:gd name="connsiteX1" fmla="*/ 163581 w 162278"/>
                <a:gd name="connsiteY1" fmla="*/ 796 h 310444"/>
                <a:gd name="connsiteX2" fmla="*/ 163581 w 162278"/>
                <a:gd name="connsiteY2" fmla="*/ 311240 h 310444"/>
                <a:gd name="connsiteX3" fmla="*/ 1303 w 162278"/>
                <a:gd name="connsiteY3" fmla="*/ 311240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278" h="310444">
                  <a:moveTo>
                    <a:pt x="1303" y="796"/>
                  </a:moveTo>
                  <a:lnTo>
                    <a:pt x="163581" y="796"/>
                  </a:lnTo>
                  <a:lnTo>
                    <a:pt x="163581" y="311240"/>
                  </a:lnTo>
                  <a:lnTo>
                    <a:pt x="1303" y="311240"/>
                  </a:lnTo>
                  <a:close/>
                </a:path>
              </a:pathLst>
            </a:custGeom>
          </p:spPr>
        </p:pic>
        <p:pic>
          <p:nvPicPr>
            <p:cNvPr id="1647" name="그림 1646">
              <a:extLst>
                <a:ext uri="{FF2B5EF4-FFF2-40B4-BE49-F238E27FC236}">
                  <a16:creationId xmlns:a16="http://schemas.microsoft.com/office/drawing/2014/main" id="{1CAB2803-E75B-B03C-1BCF-7589CED5F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1"/>
            <a:stretch>
              <a:fillRect/>
            </a:stretch>
          </p:blipFill>
          <p:spPr>
            <a:xfrm>
              <a:off x="9376870" y="3125611"/>
              <a:ext cx="458612" cy="867833"/>
            </a:xfrm>
            <a:custGeom>
              <a:avLst/>
              <a:gdLst>
                <a:gd name="connsiteX0" fmla="*/ 1329 w 458612"/>
                <a:gd name="connsiteY0" fmla="*/ 443 h 867833"/>
                <a:gd name="connsiteX1" fmla="*/ 459942 w 458612"/>
                <a:gd name="connsiteY1" fmla="*/ 443 h 867833"/>
                <a:gd name="connsiteX2" fmla="*/ 459942 w 458612"/>
                <a:gd name="connsiteY2" fmla="*/ 868276 h 867833"/>
                <a:gd name="connsiteX3" fmla="*/ 1329 w 458612"/>
                <a:gd name="connsiteY3" fmla="*/ 868276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867833">
                  <a:moveTo>
                    <a:pt x="1329" y="443"/>
                  </a:moveTo>
                  <a:lnTo>
                    <a:pt x="459942" y="443"/>
                  </a:lnTo>
                  <a:lnTo>
                    <a:pt x="459942" y="868276"/>
                  </a:lnTo>
                  <a:lnTo>
                    <a:pt x="1329" y="868276"/>
                  </a:lnTo>
                  <a:close/>
                </a:path>
              </a:pathLst>
            </a:custGeom>
          </p:spPr>
        </p:pic>
        <p:pic>
          <p:nvPicPr>
            <p:cNvPr id="1648" name="그림 1647">
              <a:extLst>
                <a:ext uri="{FF2B5EF4-FFF2-40B4-BE49-F238E27FC236}">
                  <a16:creationId xmlns:a16="http://schemas.microsoft.com/office/drawing/2014/main" id="{4FADBA13-F384-549C-5FDE-68814CFB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2"/>
            <a:stretch>
              <a:fillRect/>
            </a:stretch>
          </p:blipFill>
          <p:spPr>
            <a:xfrm>
              <a:off x="9757871" y="3915833"/>
              <a:ext cx="437446" cy="508000"/>
            </a:xfrm>
            <a:custGeom>
              <a:avLst/>
              <a:gdLst>
                <a:gd name="connsiteX0" fmla="*/ 1383 w 437446"/>
                <a:gd name="connsiteY0" fmla="*/ 555 h 508000"/>
                <a:gd name="connsiteX1" fmla="*/ 438829 w 437446"/>
                <a:gd name="connsiteY1" fmla="*/ 555 h 508000"/>
                <a:gd name="connsiteX2" fmla="*/ 438829 w 437446"/>
                <a:gd name="connsiteY2" fmla="*/ 508555 h 508000"/>
                <a:gd name="connsiteX3" fmla="*/ 1383 w 437446"/>
                <a:gd name="connsiteY3" fmla="*/ 508555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508000">
                  <a:moveTo>
                    <a:pt x="1383" y="555"/>
                  </a:moveTo>
                  <a:lnTo>
                    <a:pt x="438829" y="555"/>
                  </a:lnTo>
                  <a:lnTo>
                    <a:pt x="438829" y="508555"/>
                  </a:lnTo>
                  <a:lnTo>
                    <a:pt x="1383" y="508555"/>
                  </a:lnTo>
                  <a:close/>
                </a:path>
              </a:pathLst>
            </a:custGeom>
          </p:spPr>
        </p:pic>
        <p:pic>
          <p:nvPicPr>
            <p:cNvPr id="1649" name="그림 1648">
              <a:extLst>
                <a:ext uri="{FF2B5EF4-FFF2-40B4-BE49-F238E27FC236}">
                  <a16:creationId xmlns:a16="http://schemas.microsoft.com/office/drawing/2014/main" id="{1F1770BF-725F-D537-25D9-3342EB932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3"/>
            <a:stretch>
              <a:fillRect/>
            </a:stretch>
          </p:blipFill>
          <p:spPr>
            <a:xfrm>
              <a:off x="10174151" y="2801055"/>
              <a:ext cx="345723" cy="1135944"/>
            </a:xfrm>
            <a:custGeom>
              <a:avLst/>
              <a:gdLst>
                <a:gd name="connsiteX0" fmla="*/ 1442 w 345723"/>
                <a:gd name="connsiteY0" fmla="*/ 397 h 1135944"/>
                <a:gd name="connsiteX1" fmla="*/ 347166 w 345723"/>
                <a:gd name="connsiteY1" fmla="*/ 397 h 1135944"/>
                <a:gd name="connsiteX2" fmla="*/ 347166 w 345723"/>
                <a:gd name="connsiteY2" fmla="*/ 1136342 h 1135944"/>
                <a:gd name="connsiteX3" fmla="*/ 1442 w 345723"/>
                <a:gd name="connsiteY3" fmla="*/ 1136342 h 11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135944">
                  <a:moveTo>
                    <a:pt x="1442" y="397"/>
                  </a:moveTo>
                  <a:lnTo>
                    <a:pt x="347166" y="397"/>
                  </a:lnTo>
                  <a:lnTo>
                    <a:pt x="347166" y="1136342"/>
                  </a:lnTo>
                  <a:lnTo>
                    <a:pt x="1442" y="1136342"/>
                  </a:lnTo>
                  <a:close/>
                </a:path>
              </a:pathLst>
            </a:custGeom>
          </p:spPr>
        </p:pic>
        <p:pic>
          <p:nvPicPr>
            <p:cNvPr id="1650" name="그림 1649">
              <a:extLst>
                <a:ext uri="{FF2B5EF4-FFF2-40B4-BE49-F238E27FC236}">
                  <a16:creationId xmlns:a16="http://schemas.microsoft.com/office/drawing/2014/main" id="{3DDD8A83-C2E5-91B2-91FB-3B57B16D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4"/>
            <a:stretch>
              <a:fillRect/>
            </a:stretch>
          </p:blipFill>
          <p:spPr>
            <a:xfrm>
              <a:off x="10174151" y="3069166"/>
              <a:ext cx="77611" cy="867833"/>
            </a:xfrm>
            <a:custGeom>
              <a:avLst/>
              <a:gdLst>
                <a:gd name="connsiteX0" fmla="*/ 1442 w 77611"/>
                <a:gd name="connsiteY0" fmla="*/ 435 h 867833"/>
                <a:gd name="connsiteX1" fmla="*/ 79053 w 77611"/>
                <a:gd name="connsiteY1" fmla="*/ 435 h 867833"/>
                <a:gd name="connsiteX2" fmla="*/ 79053 w 77611"/>
                <a:gd name="connsiteY2" fmla="*/ 868268 h 867833"/>
                <a:gd name="connsiteX3" fmla="*/ 1442 w 77611"/>
                <a:gd name="connsiteY3" fmla="*/ 868268 h 8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611" h="867833">
                  <a:moveTo>
                    <a:pt x="1442" y="435"/>
                  </a:moveTo>
                  <a:lnTo>
                    <a:pt x="79053" y="435"/>
                  </a:lnTo>
                  <a:lnTo>
                    <a:pt x="79053" y="868268"/>
                  </a:lnTo>
                  <a:lnTo>
                    <a:pt x="1442" y="868268"/>
                  </a:lnTo>
                  <a:close/>
                </a:path>
              </a:pathLst>
            </a:custGeom>
          </p:spPr>
        </p:pic>
        <p:pic>
          <p:nvPicPr>
            <p:cNvPr id="1651" name="그림 1650">
              <a:extLst>
                <a:ext uri="{FF2B5EF4-FFF2-40B4-BE49-F238E27FC236}">
                  <a16:creationId xmlns:a16="http://schemas.microsoft.com/office/drawing/2014/main" id="{54A3EDE0-534C-D43B-A6A4-BD9F4470D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5"/>
            <a:stretch>
              <a:fillRect/>
            </a:stretch>
          </p:blipFill>
          <p:spPr>
            <a:xfrm>
              <a:off x="10237651" y="1686277"/>
              <a:ext cx="515057" cy="1397000"/>
            </a:xfrm>
            <a:custGeom>
              <a:avLst/>
              <a:gdLst>
                <a:gd name="connsiteX0" fmla="*/ 1451 w 515057"/>
                <a:gd name="connsiteY0" fmla="*/ 239 h 1397000"/>
                <a:gd name="connsiteX1" fmla="*/ 516509 w 515057"/>
                <a:gd name="connsiteY1" fmla="*/ 239 h 1397000"/>
                <a:gd name="connsiteX2" fmla="*/ 516509 w 515057"/>
                <a:gd name="connsiteY2" fmla="*/ 1397239 h 1397000"/>
                <a:gd name="connsiteX3" fmla="*/ 1451 w 515057"/>
                <a:gd name="connsiteY3" fmla="*/ 1397239 h 1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397000">
                  <a:moveTo>
                    <a:pt x="1451" y="239"/>
                  </a:moveTo>
                  <a:lnTo>
                    <a:pt x="516509" y="239"/>
                  </a:lnTo>
                  <a:lnTo>
                    <a:pt x="516509" y="1397239"/>
                  </a:lnTo>
                  <a:lnTo>
                    <a:pt x="1451" y="1397239"/>
                  </a:lnTo>
                  <a:close/>
                </a:path>
              </a:pathLst>
            </a:custGeom>
          </p:spPr>
        </p:pic>
        <p:pic>
          <p:nvPicPr>
            <p:cNvPr id="1652" name="그림 1651">
              <a:extLst>
                <a:ext uri="{FF2B5EF4-FFF2-40B4-BE49-F238E27FC236}">
                  <a16:creationId xmlns:a16="http://schemas.microsoft.com/office/drawing/2014/main" id="{783A530C-DD71-979E-EB32-2269E8AFB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6"/>
            <a:stretch>
              <a:fillRect/>
            </a:stretch>
          </p:blipFill>
          <p:spPr>
            <a:xfrm>
              <a:off x="12107380" y="2970388"/>
              <a:ext cx="98778" cy="254000"/>
            </a:xfrm>
            <a:custGeom>
              <a:avLst/>
              <a:gdLst>
                <a:gd name="connsiteX0" fmla="*/ 1716 w 98778"/>
                <a:gd name="connsiteY0" fmla="*/ 421 h 254000"/>
                <a:gd name="connsiteX1" fmla="*/ 100494 w 98778"/>
                <a:gd name="connsiteY1" fmla="*/ 421 h 254000"/>
                <a:gd name="connsiteX2" fmla="*/ 100494 w 98778"/>
                <a:gd name="connsiteY2" fmla="*/ 254421 h 254000"/>
                <a:gd name="connsiteX3" fmla="*/ 1716 w 98778"/>
                <a:gd name="connsiteY3" fmla="*/ 254421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254000">
                  <a:moveTo>
                    <a:pt x="1716" y="421"/>
                  </a:moveTo>
                  <a:lnTo>
                    <a:pt x="100494" y="421"/>
                  </a:lnTo>
                  <a:lnTo>
                    <a:pt x="100494" y="254421"/>
                  </a:lnTo>
                  <a:lnTo>
                    <a:pt x="1716" y="254421"/>
                  </a:lnTo>
                  <a:close/>
                </a:path>
              </a:pathLst>
            </a:custGeom>
          </p:spPr>
        </p:pic>
        <p:pic>
          <p:nvPicPr>
            <p:cNvPr id="1653" name="그림 1652">
              <a:extLst>
                <a:ext uri="{FF2B5EF4-FFF2-40B4-BE49-F238E27FC236}">
                  <a16:creationId xmlns:a16="http://schemas.microsoft.com/office/drawing/2014/main" id="{396E6BCA-88B2-2DA1-5689-5A9982EFC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7"/>
            <a:stretch>
              <a:fillRect/>
            </a:stretch>
          </p:blipFill>
          <p:spPr>
            <a:xfrm>
              <a:off x="5743244" y="5588000"/>
              <a:ext cx="571502" cy="211666"/>
            </a:xfrm>
            <a:custGeom>
              <a:avLst/>
              <a:gdLst>
                <a:gd name="connsiteX0" fmla="*/ 814 w 571502"/>
                <a:gd name="connsiteY0" fmla="*/ 792 h 211666"/>
                <a:gd name="connsiteX1" fmla="*/ 572316 w 571502"/>
                <a:gd name="connsiteY1" fmla="*/ 792 h 211666"/>
                <a:gd name="connsiteX2" fmla="*/ 572316 w 571502"/>
                <a:gd name="connsiteY2" fmla="*/ 212459 h 211666"/>
                <a:gd name="connsiteX3" fmla="*/ 814 w 571502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814" y="792"/>
                  </a:moveTo>
                  <a:lnTo>
                    <a:pt x="572316" y="792"/>
                  </a:lnTo>
                  <a:lnTo>
                    <a:pt x="572316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4" name="그림 1653">
              <a:extLst>
                <a:ext uri="{FF2B5EF4-FFF2-40B4-BE49-F238E27FC236}">
                  <a16:creationId xmlns:a16="http://schemas.microsoft.com/office/drawing/2014/main" id="{B141AF7A-53F2-5A6C-4B1D-D1689029C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8"/>
            <a:stretch>
              <a:fillRect/>
            </a:stretch>
          </p:blipFill>
          <p:spPr>
            <a:xfrm>
              <a:off x="5743244" y="5588000"/>
              <a:ext cx="324556" cy="211666"/>
            </a:xfrm>
            <a:custGeom>
              <a:avLst/>
              <a:gdLst>
                <a:gd name="connsiteX0" fmla="*/ 814 w 324556"/>
                <a:gd name="connsiteY0" fmla="*/ 792 h 211666"/>
                <a:gd name="connsiteX1" fmla="*/ 325371 w 324556"/>
                <a:gd name="connsiteY1" fmla="*/ 792 h 211666"/>
                <a:gd name="connsiteX2" fmla="*/ 325371 w 324556"/>
                <a:gd name="connsiteY2" fmla="*/ 212459 h 211666"/>
                <a:gd name="connsiteX3" fmla="*/ 814 w 324556"/>
                <a:gd name="connsiteY3" fmla="*/ 212459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211666">
                  <a:moveTo>
                    <a:pt x="814" y="792"/>
                  </a:moveTo>
                  <a:lnTo>
                    <a:pt x="325371" y="792"/>
                  </a:lnTo>
                  <a:lnTo>
                    <a:pt x="325371" y="212459"/>
                  </a:lnTo>
                  <a:lnTo>
                    <a:pt x="814" y="212459"/>
                  </a:lnTo>
                  <a:close/>
                </a:path>
              </a:pathLst>
            </a:custGeom>
          </p:spPr>
        </p:pic>
        <p:pic>
          <p:nvPicPr>
            <p:cNvPr id="1655" name="그림 1654">
              <a:extLst>
                <a:ext uri="{FF2B5EF4-FFF2-40B4-BE49-F238E27FC236}">
                  <a16:creationId xmlns:a16="http://schemas.microsoft.com/office/drawing/2014/main" id="{7C95AD9A-FFB0-B50D-0539-EA9C0531F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9"/>
            <a:stretch>
              <a:fillRect/>
            </a:stretch>
          </p:blipFill>
          <p:spPr>
            <a:xfrm>
              <a:off x="5743244" y="5785555"/>
              <a:ext cx="119944" cy="127000"/>
            </a:xfrm>
            <a:custGeom>
              <a:avLst/>
              <a:gdLst>
                <a:gd name="connsiteX0" fmla="*/ 814 w 119944"/>
                <a:gd name="connsiteY0" fmla="*/ 820 h 127000"/>
                <a:gd name="connsiteX1" fmla="*/ 120759 w 119944"/>
                <a:gd name="connsiteY1" fmla="*/ 820 h 127000"/>
                <a:gd name="connsiteX2" fmla="*/ 120759 w 119944"/>
                <a:gd name="connsiteY2" fmla="*/ 127820 h 127000"/>
                <a:gd name="connsiteX3" fmla="*/ 814 w 119944"/>
                <a:gd name="connsiteY3" fmla="*/ 12782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127000">
                  <a:moveTo>
                    <a:pt x="814" y="820"/>
                  </a:moveTo>
                  <a:lnTo>
                    <a:pt x="120759" y="820"/>
                  </a:lnTo>
                  <a:lnTo>
                    <a:pt x="120759" y="127820"/>
                  </a:lnTo>
                  <a:lnTo>
                    <a:pt x="814" y="127820"/>
                  </a:lnTo>
                  <a:close/>
                </a:path>
              </a:pathLst>
            </a:custGeom>
          </p:spPr>
        </p:pic>
        <p:pic>
          <p:nvPicPr>
            <p:cNvPr id="1656" name="그림 1655">
              <a:extLst>
                <a:ext uri="{FF2B5EF4-FFF2-40B4-BE49-F238E27FC236}">
                  <a16:creationId xmlns:a16="http://schemas.microsoft.com/office/drawing/2014/main" id="{2768012C-EAD1-328A-FB06-25CABDE46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0"/>
            <a:stretch>
              <a:fillRect/>
            </a:stretch>
          </p:blipFill>
          <p:spPr>
            <a:xfrm>
              <a:off x="5856134" y="5616222"/>
              <a:ext cx="345723" cy="296333"/>
            </a:xfrm>
            <a:custGeom>
              <a:avLst/>
              <a:gdLst>
                <a:gd name="connsiteX0" fmla="*/ 830 w 345723"/>
                <a:gd name="connsiteY0" fmla="*/ 796 h 296333"/>
                <a:gd name="connsiteX1" fmla="*/ 346554 w 345723"/>
                <a:gd name="connsiteY1" fmla="*/ 796 h 296333"/>
                <a:gd name="connsiteX2" fmla="*/ 346554 w 345723"/>
                <a:gd name="connsiteY2" fmla="*/ 297129 h 296333"/>
                <a:gd name="connsiteX3" fmla="*/ 830 w 345723"/>
                <a:gd name="connsiteY3" fmla="*/ 297129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96333">
                  <a:moveTo>
                    <a:pt x="830" y="796"/>
                  </a:moveTo>
                  <a:lnTo>
                    <a:pt x="346554" y="796"/>
                  </a:lnTo>
                  <a:lnTo>
                    <a:pt x="346554" y="297129"/>
                  </a:lnTo>
                  <a:lnTo>
                    <a:pt x="830" y="297129"/>
                  </a:lnTo>
                  <a:close/>
                </a:path>
              </a:pathLst>
            </a:custGeom>
          </p:spPr>
        </p:pic>
        <p:pic>
          <p:nvPicPr>
            <p:cNvPr id="1657" name="그림 1656">
              <a:extLst>
                <a:ext uri="{FF2B5EF4-FFF2-40B4-BE49-F238E27FC236}">
                  <a16:creationId xmlns:a16="http://schemas.microsoft.com/office/drawing/2014/main" id="{78FF8AF2-1735-3DAD-14FF-FC39AE5DE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1"/>
            <a:stretch>
              <a:fillRect/>
            </a:stretch>
          </p:blipFill>
          <p:spPr>
            <a:xfrm>
              <a:off x="6194802" y="5468055"/>
              <a:ext cx="529168" cy="162277"/>
            </a:xfrm>
            <a:custGeom>
              <a:avLst/>
              <a:gdLst>
                <a:gd name="connsiteX0" fmla="*/ 878 w 529168"/>
                <a:gd name="connsiteY0" fmla="*/ 775 h 162277"/>
                <a:gd name="connsiteX1" fmla="*/ 530047 w 529168"/>
                <a:gd name="connsiteY1" fmla="*/ 775 h 162277"/>
                <a:gd name="connsiteX2" fmla="*/ 530047 w 529168"/>
                <a:gd name="connsiteY2" fmla="*/ 163053 h 162277"/>
                <a:gd name="connsiteX3" fmla="*/ 878 w 529168"/>
                <a:gd name="connsiteY3" fmla="*/ 163053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62277">
                  <a:moveTo>
                    <a:pt x="878" y="775"/>
                  </a:moveTo>
                  <a:lnTo>
                    <a:pt x="530047" y="775"/>
                  </a:lnTo>
                  <a:lnTo>
                    <a:pt x="530047" y="163053"/>
                  </a:lnTo>
                  <a:lnTo>
                    <a:pt x="878" y="163053"/>
                  </a:lnTo>
                  <a:close/>
                </a:path>
              </a:pathLst>
            </a:custGeom>
          </p:spPr>
        </p:pic>
        <p:pic>
          <p:nvPicPr>
            <p:cNvPr id="1658" name="그림 1657">
              <a:extLst>
                <a:ext uri="{FF2B5EF4-FFF2-40B4-BE49-F238E27FC236}">
                  <a16:creationId xmlns:a16="http://schemas.microsoft.com/office/drawing/2014/main" id="{978DDE7B-3746-111D-305D-318A29F50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2"/>
            <a:stretch>
              <a:fillRect/>
            </a:stretch>
          </p:blipFill>
          <p:spPr>
            <a:xfrm>
              <a:off x="6208913" y="4889500"/>
              <a:ext cx="402168" cy="310444"/>
            </a:xfrm>
            <a:custGeom>
              <a:avLst/>
              <a:gdLst>
                <a:gd name="connsiteX0" fmla="*/ 880 w 402168"/>
                <a:gd name="connsiteY0" fmla="*/ 693 h 310444"/>
                <a:gd name="connsiteX1" fmla="*/ 403048 w 402168"/>
                <a:gd name="connsiteY1" fmla="*/ 693 h 310444"/>
                <a:gd name="connsiteX2" fmla="*/ 403048 w 402168"/>
                <a:gd name="connsiteY2" fmla="*/ 311137 h 310444"/>
                <a:gd name="connsiteX3" fmla="*/ 880 w 402168"/>
                <a:gd name="connsiteY3" fmla="*/ 311137 h 310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310444">
                  <a:moveTo>
                    <a:pt x="880" y="693"/>
                  </a:moveTo>
                  <a:lnTo>
                    <a:pt x="403048" y="693"/>
                  </a:lnTo>
                  <a:lnTo>
                    <a:pt x="403048" y="311137"/>
                  </a:lnTo>
                  <a:lnTo>
                    <a:pt x="880" y="311137"/>
                  </a:lnTo>
                  <a:close/>
                </a:path>
              </a:pathLst>
            </a:custGeom>
          </p:spPr>
        </p:pic>
        <p:pic>
          <p:nvPicPr>
            <p:cNvPr id="1659" name="그림 1658">
              <a:extLst>
                <a:ext uri="{FF2B5EF4-FFF2-40B4-BE49-F238E27FC236}">
                  <a16:creationId xmlns:a16="http://schemas.microsoft.com/office/drawing/2014/main" id="{DBB0121B-42DF-4AD8-0464-63623DB6B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3"/>
            <a:stretch>
              <a:fillRect/>
            </a:stretch>
          </p:blipFill>
          <p:spPr>
            <a:xfrm>
              <a:off x="6208913" y="5185833"/>
              <a:ext cx="571502" cy="21166"/>
            </a:xfrm>
            <a:custGeom>
              <a:avLst/>
              <a:gdLst>
                <a:gd name="connsiteX0" fmla="*/ 880 w 571502"/>
                <a:gd name="connsiteY0" fmla="*/ 735 h 21166"/>
                <a:gd name="connsiteX1" fmla="*/ 572382 w 571502"/>
                <a:gd name="connsiteY1" fmla="*/ 735 h 21166"/>
                <a:gd name="connsiteX2" fmla="*/ 572382 w 571502"/>
                <a:gd name="connsiteY2" fmla="*/ 21902 h 21166"/>
                <a:gd name="connsiteX3" fmla="*/ 880 w 571502"/>
                <a:gd name="connsiteY3" fmla="*/ 21902 h 2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">
                  <a:moveTo>
                    <a:pt x="880" y="735"/>
                  </a:moveTo>
                  <a:lnTo>
                    <a:pt x="572382" y="735"/>
                  </a:lnTo>
                  <a:lnTo>
                    <a:pt x="572382" y="21902"/>
                  </a:lnTo>
                  <a:lnTo>
                    <a:pt x="880" y="21902"/>
                  </a:lnTo>
                  <a:close/>
                </a:path>
              </a:pathLst>
            </a:custGeom>
          </p:spPr>
        </p:pic>
        <p:pic>
          <p:nvPicPr>
            <p:cNvPr id="1660" name="그림 1659">
              <a:extLst>
                <a:ext uri="{FF2B5EF4-FFF2-40B4-BE49-F238E27FC236}">
                  <a16:creationId xmlns:a16="http://schemas.microsoft.com/office/drawing/2014/main" id="{716780E9-FCBA-CBA4-2D58-AF8030984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4"/>
            <a:stretch>
              <a:fillRect/>
            </a:stretch>
          </p:blipFill>
          <p:spPr>
            <a:xfrm>
              <a:off x="5933745" y="4833055"/>
              <a:ext cx="289278" cy="359833"/>
            </a:xfrm>
            <a:custGeom>
              <a:avLst/>
              <a:gdLst>
                <a:gd name="connsiteX0" fmla="*/ 841 w 289278"/>
                <a:gd name="connsiteY0" fmla="*/ 685 h 359833"/>
                <a:gd name="connsiteX1" fmla="*/ 290120 w 289278"/>
                <a:gd name="connsiteY1" fmla="*/ 685 h 359833"/>
                <a:gd name="connsiteX2" fmla="*/ 290120 w 289278"/>
                <a:gd name="connsiteY2" fmla="*/ 360518 h 359833"/>
                <a:gd name="connsiteX3" fmla="*/ 841 w 289278"/>
                <a:gd name="connsiteY3" fmla="*/ 360518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359833">
                  <a:moveTo>
                    <a:pt x="841" y="685"/>
                  </a:moveTo>
                  <a:lnTo>
                    <a:pt x="290120" y="685"/>
                  </a:lnTo>
                  <a:lnTo>
                    <a:pt x="290120" y="360518"/>
                  </a:lnTo>
                  <a:lnTo>
                    <a:pt x="841" y="360518"/>
                  </a:lnTo>
                  <a:close/>
                </a:path>
              </a:pathLst>
            </a:custGeom>
          </p:spPr>
        </p:pic>
        <p:pic>
          <p:nvPicPr>
            <p:cNvPr id="1661" name="그림 1660">
              <a:extLst>
                <a:ext uri="{FF2B5EF4-FFF2-40B4-BE49-F238E27FC236}">
                  <a16:creationId xmlns:a16="http://schemas.microsoft.com/office/drawing/2014/main" id="{026FCDDF-94A5-F0E3-7889-C92C91D71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5"/>
            <a:stretch>
              <a:fillRect/>
            </a:stretch>
          </p:blipFill>
          <p:spPr>
            <a:xfrm>
              <a:off x="5933745" y="4833055"/>
              <a:ext cx="677335" cy="70555"/>
            </a:xfrm>
            <a:custGeom>
              <a:avLst/>
              <a:gdLst>
                <a:gd name="connsiteX0" fmla="*/ 841 w 677335"/>
                <a:gd name="connsiteY0" fmla="*/ 685 h 70555"/>
                <a:gd name="connsiteX1" fmla="*/ 678177 w 677335"/>
                <a:gd name="connsiteY1" fmla="*/ 685 h 70555"/>
                <a:gd name="connsiteX2" fmla="*/ 678177 w 677335"/>
                <a:gd name="connsiteY2" fmla="*/ 71241 h 70555"/>
                <a:gd name="connsiteX3" fmla="*/ 841 w 677335"/>
                <a:gd name="connsiteY3" fmla="*/ 71241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841" y="685"/>
                  </a:moveTo>
                  <a:lnTo>
                    <a:pt x="678177" y="685"/>
                  </a:lnTo>
                  <a:lnTo>
                    <a:pt x="678177" y="71241"/>
                  </a:lnTo>
                  <a:lnTo>
                    <a:pt x="841" y="71241"/>
                  </a:lnTo>
                  <a:close/>
                </a:path>
              </a:pathLst>
            </a:custGeom>
          </p:spPr>
        </p:pic>
        <p:pic>
          <p:nvPicPr>
            <p:cNvPr id="1662" name="그림 1661">
              <a:extLst>
                <a:ext uri="{FF2B5EF4-FFF2-40B4-BE49-F238E27FC236}">
                  <a16:creationId xmlns:a16="http://schemas.microsoft.com/office/drawing/2014/main" id="{BDF073E0-EAA6-50DF-1761-885CFBD0A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6"/>
            <a:stretch>
              <a:fillRect/>
            </a:stretch>
          </p:blipFill>
          <p:spPr>
            <a:xfrm>
              <a:off x="5933745" y="4332111"/>
              <a:ext cx="119944" cy="515055"/>
            </a:xfrm>
            <a:custGeom>
              <a:avLst/>
              <a:gdLst>
                <a:gd name="connsiteX0" fmla="*/ 841 w 119944"/>
                <a:gd name="connsiteY0" fmla="*/ 614 h 515055"/>
                <a:gd name="connsiteX1" fmla="*/ 120786 w 119944"/>
                <a:gd name="connsiteY1" fmla="*/ 614 h 515055"/>
                <a:gd name="connsiteX2" fmla="*/ 120786 w 119944"/>
                <a:gd name="connsiteY2" fmla="*/ 515670 h 515055"/>
                <a:gd name="connsiteX3" fmla="*/ 841 w 119944"/>
                <a:gd name="connsiteY3" fmla="*/ 515670 h 51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515055">
                  <a:moveTo>
                    <a:pt x="841" y="614"/>
                  </a:moveTo>
                  <a:lnTo>
                    <a:pt x="120786" y="614"/>
                  </a:lnTo>
                  <a:lnTo>
                    <a:pt x="120786" y="515670"/>
                  </a:lnTo>
                  <a:lnTo>
                    <a:pt x="841" y="515670"/>
                  </a:lnTo>
                  <a:close/>
                </a:path>
              </a:pathLst>
            </a:custGeom>
          </p:spPr>
        </p:pic>
        <p:pic>
          <p:nvPicPr>
            <p:cNvPr id="1663" name="그림 1662">
              <a:extLst>
                <a:ext uri="{FF2B5EF4-FFF2-40B4-BE49-F238E27FC236}">
                  <a16:creationId xmlns:a16="http://schemas.microsoft.com/office/drawing/2014/main" id="{F14118E2-C9B1-7A6B-7858-B57AE06D2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7"/>
            <a:stretch>
              <a:fillRect/>
            </a:stretch>
          </p:blipFill>
          <p:spPr>
            <a:xfrm>
              <a:off x="6039579" y="4176888"/>
              <a:ext cx="423334" cy="169333"/>
            </a:xfrm>
            <a:custGeom>
              <a:avLst/>
              <a:gdLst>
                <a:gd name="connsiteX0" fmla="*/ 856 w 423334"/>
                <a:gd name="connsiteY0" fmla="*/ 592 h 169333"/>
                <a:gd name="connsiteX1" fmla="*/ 424191 w 423334"/>
                <a:gd name="connsiteY1" fmla="*/ 592 h 169333"/>
                <a:gd name="connsiteX2" fmla="*/ 424191 w 423334"/>
                <a:gd name="connsiteY2" fmla="*/ 169925 h 169333"/>
                <a:gd name="connsiteX3" fmla="*/ 856 w 423334"/>
                <a:gd name="connsiteY3" fmla="*/ 169925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69333">
                  <a:moveTo>
                    <a:pt x="856" y="592"/>
                  </a:moveTo>
                  <a:lnTo>
                    <a:pt x="424191" y="592"/>
                  </a:lnTo>
                  <a:lnTo>
                    <a:pt x="424191" y="169925"/>
                  </a:lnTo>
                  <a:lnTo>
                    <a:pt x="856" y="169925"/>
                  </a:lnTo>
                  <a:close/>
                </a:path>
              </a:pathLst>
            </a:custGeom>
          </p:spPr>
        </p:pic>
        <p:pic>
          <p:nvPicPr>
            <p:cNvPr id="1664" name="그림 1663">
              <a:extLst>
                <a:ext uri="{FF2B5EF4-FFF2-40B4-BE49-F238E27FC236}">
                  <a16:creationId xmlns:a16="http://schemas.microsoft.com/office/drawing/2014/main" id="{7273E4E9-14FA-A193-F4E2-1EC62E870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8"/>
            <a:stretch>
              <a:fillRect/>
            </a:stretch>
          </p:blipFill>
          <p:spPr>
            <a:xfrm>
              <a:off x="6448803" y="4176888"/>
              <a:ext cx="691447" cy="105833"/>
            </a:xfrm>
            <a:custGeom>
              <a:avLst/>
              <a:gdLst>
                <a:gd name="connsiteX0" fmla="*/ 914 w 691447"/>
                <a:gd name="connsiteY0" fmla="*/ 592 h 105833"/>
                <a:gd name="connsiteX1" fmla="*/ 692361 w 691447"/>
                <a:gd name="connsiteY1" fmla="*/ 592 h 105833"/>
                <a:gd name="connsiteX2" fmla="*/ 692361 w 691447"/>
                <a:gd name="connsiteY2" fmla="*/ 106425 h 105833"/>
                <a:gd name="connsiteX3" fmla="*/ 914 w 691447"/>
                <a:gd name="connsiteY3" fmla="*/ 106425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447" h="105833">
                  <a:moveTo>
                    <a:pt x="914" y="592"/>
                  </a:moveTo>
                  <a:lnTo>
                    <a:pt x="692361" y="592"/>
                  </a:lnTo>
                  <a:lnTo>
                    <a:pt x="692361" y="106425"/>
                  </a:lnTo>
                  <a:lnTo>
                    <a:pt x="914" y="106425"/>
                  </a:lnTo>
                  <a:close/>
                </a:path>
              </a:pathLst>
            </a:custGeom>
          </p:spPr>
        </p:pic>
        <p:pic>
          <p:nvPicPr>
            <p:cNvPr id="1665" name="그림 1664">
              <a:extLst>
                <a:ext uri="{FF2B5EF4-FFF2-40B4-BE49-F238E27FC236}">
                  <a16:creationId xmlns:a16="http://schemas.microsoft.com/office/drawing/2014/main" id="{C0F25B9A-E87E-7A0B-7844-E1ABE13AE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9"/>
            <a:stretch>
              <a:fillRect/>
            </a:stretch>
          </p:blipFill>
          <p:spPr>
            <a:xfrm>
              <a:off x="6448803" y="4176888"/>
              <a:ext cx="458612" cy="119944"/>
            </a:xfrm>
            <a:custGeom>
              <a:avLst/>
              <a:gdLst>
                <a:gd name="connsiteX0" fmla="*/ 914 w 458612"/>
                <a:gd name="connsiteY0" fmla="*/ 592 h 119944"/>
                <a:gd name="connsiteX1" fmla="*/ 459527 w 458612"/>
                <a:gd name="connsiteY1" fmla="*/ 592 h 119944"/>
                <a:gd name="connsiteX2" fmla="*/ 459527 w 458612"/>
                <a:gd name="connsiteY2" fmla="*/ 120536 h 119944"/>
                <a:gd name="connsiteX3" fmla="*/ 914 w 458612"/>
                <a:gd name="connsiteY3" fmla="*/ 12053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8612" h="119944">
                  <a:moveTo>
                    <a:pt x="914" y="592"/>
                  </a:moveTo>
                  <a:lnTo>
                    <a:pt x="459527" y="592"/>
                  </a:lnTo>
                  <a:lnTo>
                    <a:pt x="459527" y="120536"/>
                  </a:lnTo>
                  <a:lnTo>
                    <a:pt x="914" y="120536"/>
                  </a:lnTo>
                  <a:close/>
                </a:path>
              </a:pathLst>
            </a:custGeom>
          </p:spPr>
        </p:pic>
        <p:pic>
          <p:nvPicPr>
            <p:cNvPr id="1666" name="그림 1665">
              <a:extLst>
                <a:ext uri="{FF2B5EF4-FFF2-40B4-BE49-F238E27FC236}">
                  <a16:creationId xmlns:a16="http://schemas.microsoft.com/office/drawing/2014/main" id="{7F53C101-DBE0-7051-B68D-91E97648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0"/>
            <a:stretch>
              <a:fillRect/>
            </a:stretch>
          </p:blipFill>
          <p:spPr>
            <a:xfrm>
              <a:off x="6893304" y="4282722"/>
              <a:ext cx="635002" cy="49388"/>
            </a:xfrm>
            <a:custGeom>
              <a:avLst/>
              <a:gdLst>
                <a:gd name="connsiteX0" fmla="*/ 977 w 635002"/>
                <a:gd name="connsiteY0" fmla="*/ 607 h 49388"/>
                <a:gd name="connsiteX1" fmla="*/ 635980 w 635002"/>
                <a:gd name="connsiteY1" fmla="*/ 607 h 49388"/>
                <a:gd name="connsiteX2" fmla="*/ 635980 w 635002"/>
                <a:gd name="connsiteY2" fmla="*/ 49996 h 49388"/>
                <a:gd name="connsiteX3" fmla="*/ 977 w 635002"/>
                <a:gd name="connsiteY3" fmla="*/ 49996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9388">
                  <a:moveTo>
                    <a:pt x="977" y="607"/>
                  </a:moveTo>
                  <a:lnTo>
                    <a:pt x="635980" y="607"/>
                  </a:lnTo>
                  <a:lnTo>
                    <a:pt x="635980" y="49996"/>
                  </a:lnTo>
                  <a:lnTo>
                    <a:pt x="977" y="49996"/>
                  </a:lnTo>
                  <a:close/>
                </a:path>
              </a:pathLst>
            </a:custGeom>
          </p:spPr>
        </p:pic>
        <p:pic>
          <p:nvPicPr>
            <p:cNvPr id="1667" name="그림 1666">
              <a:extLst>
                <a:ext uri="{FF2B5EF4-FFF2-40B4-BE49-F238E27FC236}">
                  <a16:creationId xmlns:a16="http://schemas.microsoft.com/office/drawing/2014/main" id="{0A50CB46-0D8C-BFB9-3D6C-752F02D19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1"/>
            <a:stretch>
              <a:fillRect/>
            </a:stretch>
          </p:blipFill>
          <p:spPr>
            <a:xfrm>
              <a:off x="6893304" y="4268611"/>
              <a:ext cx="246945" cy="28222"/>
            </a:xfrm>
            <a:custGeom>
              <a:avLst/>
              <a:gdLst>
                <a:gd name="connsiteX0" fmla="*/ 977 w 246945"/>
                <a:gd name="connsiteY0" fmla="*/ 605 h 28222"/>
                <a:gd name="connsiteX1" fmla="*/ 247922 w 246945"/>
                <a:gd name="connsiteY1" fmla="*/ 605 h 28222"/>
                <a:gd name="connsiteX2" fmla="*/ 247922 w 246945"/>
                <a:gd name="connsiteY2" fmla="*/ 28827 h 28222"/>
                <a:gd name="connsiteX3" fmla="*/ 977 w 246945"/>
                <a:gd name="connsiteY3" fmla="*/ 2882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28222">
                  <a:moveTo>
                    <a:pt x="977" y="605"/>
                  </a:moveTo>
                  <a:lnTo>
                    <a:pt x="247922" y="605"/>
                  </a:lnTo>
                  <a:lnTo>
                    <a:pt x="247922" y="28827"/>
                  </a:lnTo>
                  <a:lnTo>
                    <a:pt x="977" y="28827"/>
                  </a:lnTo>
                  <a:close/>
                </a:path>
              </a:pathLst>
            </a:custGeom>
          </p:spPr>
        </p:pic>
        <p:pic>
          <p:nvPicPr>
            <p:cNvPr id="1668" name="그림 1667">
              <a:extLst>
                <a:ext uri="{FF2B5EF4-FFF2-40B4-BE49-F238E27FC236}">
                  <a16:creationId xmlns:a16="http://schemas.microsoft.com/office/drawing/2014/main" id="{6428DD67-65B3-8704-6FE1-F7C8164EF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2"/>
            <a:stretch>
              <a:fillRect/>
            </a:stretch>
          </p:blipFill>
          <p:spPr>
            <a:xfrm>
              <a:off x="7507140" y="4113388"/>
              <a:ext cx="762002" cy="352777"/>
            </a:xfrm>
            <a:custGeom>
              <a:avLst/>
              <a:gdLst>
                <a:gd name="connsiteX0" fmla="*/ 1064 w 762002"/>
                <a:gd name="connsiteY0" fmla="*/ 583 h 352777"/>
                <a:gd name="connsiteX1" fmla="*/ 763067 w 762002"/>
                <a:gd name="connsiteY1" fmla="*/ 583 h 352777"/>
                <a:gd name="connsiteX2" fmla="*/ 763067 w 762002"/>
                <a:gd name="connsiteY2" fmla="*/ 353361 h 352777"/>
                <a:gd name="connsiteX3" fmla="*/ 1064 w 762002"/>
                <a:gd name="connsiteY3" fmla="*/ 353361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52777">
                  <a:moveTo>
                    <a:pt x="1064" y="583"/>
                  </a:moveTo>
                  <a:lnTo>
                    <a:pt x="763067" y="583"/>
                  </a:lnTo>
                  <a:lnTo>
                    <a:pt x="763067" y="353361"/>
                  </a:lnTo>
                  <a:lnTo>
                    <a:pt x="1064" y="353361"/>
                  </a:lnTo>
                  <a:close/>
                </a:path>
              </a:pathLst>
            </a:custGeom>
          </p:spPr>
        </p:pic>
        <p:pic>
          <p:nvPicPr>
            <p:cNvPr id="1669" name="그림 1668">
              <a:extLst>
                <a:ext uri="{FF2B5EF4-FFF2-40B4-BE49-F238E27FC236}">
                  <a16:creationId xmlns:a16="http://schemas.microsoft.com/office/drawing/2014/main" id="{659F6A5D-66F4-86FD-5A66-92A538F32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3"/>
            <a:stretch>
              <a:fillRect/>
            </a:stretch>
          </p:blipFill>
          <p:spPr>
            <a:xfrm>
              <a:off x="7500085" y="4381500"/>
              <a:ext cx="543279" cy="84666"/>
            </a:xfrm>
            <a:custGeom>
              <a:avLst/>
              <a:gdLst>
                <a:gd name="connsiteX0" fmla="*/ 1063 w 543279"/>
                <a:gd name="connsiteY0" fmla="*/ 621 h 84666"/>
                <a:gd name="connsiteX1" fmla="*/ 544343 w 543279"/>
                <a:gd name="connsiteY1" fmla="*/ 621 h 84666"/>
                <a:gd name="connsiteX2" fmla="*/ 544343 w 543279"/>
                <a:gd name="connsiteY2" fmla="*/ 85288 h 84666"/>
                <a:gd name="connsiteX3" fmla="*/ 1063 w 543279"/>
                <a:gd name="connsiteY3" fmla="*/ 85288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84666">
                  <a:moveTo>
                    <a:pt x="1063" y="621"/>
                  </a:moveTo>
                  <a:lnTo>
                    <a:pt x="544343" y="621"/>
                  </a:lnTo>
                  <a:lnTo>
                    <a:pt x="544343" y="85288"/>
                  </a:lnTo>
                  <a:lnTo>
                    <a:pt x="1063" y="85288"/>
                  </a:lnTo>
                  <a:close/>
                </a:path>
              </a:pathLst>
            </a:custGeom>
          </p:spPr>
        </p:pic>
        <p:pic>
          <p:nvPicPr>
            <p:cNvPr id="1670" name="그림 1669">
              <a:extLst>
                <a:ext uri="{FF2B5EF4-FFF2-40B4-BE49-F238E27FC236}">
                  <a16:creationId xmlns:a16="http://schemas.microsoft.com/office/drawing/2014/main" id="{B85425AB-3560-2C18-396D-A730A7D4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4"/>
            <a:stretch>
              <a:fillRect/>
            </a:stretch>
          </p:blipFill>
          <p:spPr>
            <a:xfrm>
              <a:off x="7507140" y="4318000"/>
              <a:ext cx="21166" cy="148166"/>
            </a:xfrm>
            <a:custGeom>
              <a:avLst/>
              <a:gdLst>
                <a:gd name="connsiteX0" fmla="*/ 1064 w 21166"/>
                <a:gd name="connsiteY0" fmla="*/ 612 h 148166"/>
                <a:gd name="connsiteX1" fmla="*/ 22231 w 21166"/>
                <a:gd name="connsiteY1" fmla="*/ 612 h 148166"/>
                <a:gd name="connsiteX2" fmla="*/ 22231 w 21166"/>
                <a:gd name="connsiteY2" fmla="*/ 148779 h 148166"/>
                <a:gd name="connsiteX3" fmla="*/ 1064 w 21166"/>
                <a:gd name="connsiteY3" fmla="*/ 148779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48166">
                  <a:moveTo>
                    <a:pt x="1064" y="612"/>
                  </a:moveTo>
                  <a:lnTo>
                    <a:pt x="22231" y="612"/>
                  </a:lnTo>
                  <a:lnTo>
                    <a:pt x="22231" y="148779"/>
                  </a:lnTo>
                  <a:lnTo>
                    <a:pt x="1064" y="148779"/>
                  </a:lnTo>
                  <a:close/>
                </a:path>
              </a:pathLst>
            </a:custGeom>
          </p:spPr>
        </p:pic>
        <p:pic>
          <p:nvPicPr>
            <p:cNvPr id="1671" name="그림 1670">
              <a:extLst>
                <a:ext uri="{FF2B5EF4-FFF2-40B4-BE49-F238E27FC236}">
                  <a16:creationId xmlns:a16="http://schemas.microsoft.com/office/drawing/2014/main" id="{F0A828B0-4F03-99E7-9C86-9A6DDF15A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5"/>
            <a:stretch>
              <a:fillRect/>
            </a:stretch>
          </p:blipFill>
          <p:spPr>
            <a:xfrm>
              <a:off x="7203750" y="4310944"/>
              <a:ext cx="317501" cy="155222"/>
            </a:xfrm>
            <a:custGeom>
              <a:avLst/>
              <a:gdLst>
                <a:gd name="connsiteX0" fmla="*/ 1021 w 317501"/>
                <a:gd name="connsiteY0" fmla="*/ 611 h 155222"/>
                <a:gd name="connsiteX1" fmla="*/ 318522 w 317501"/>
                <a:gd name="connsiteY1" fmla="*/ 611 h 155222"/>
                <a:gd name="connsiteX2" fmla="*/ 318522 w 317501"/>
                <a:gd name="connsiteY2" fmla="*/ 155833 h 155222"/>
                <a:gd name="connsiteX3" fmla="*/ 1021 w 317501"/>
                <a:gd name="connsiteY3" fmla="*/ 155833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155222">
                  <a:moveTo>
                    <a:pt x="1021" y="611"/>
                  </a:moveTo>
                  <a:lnTo>
                    <a:pt x="318522" y="611"/>
                  </a:lnTo>
                  <a:lnTo>
                    <a:pt x="318522" y="155833"/>
                  </a:lnTo>
                  <a:lnTo>
                    <a:pt x="1021" y="155833"/>
                  </a:lnTo>
                  <a:close/>
                </a:path>
              </a:pathLst>
            </a:custGeom>
          </p:spPr>
        </p:pic>
        <p:pic>
          <p:nvPicPr>
            <p:cNvPr id="1672" name="그림 1671">
              <a:extLst>
                <a:ext uri="{FF2B5EF4-FFF2-40B4-BE49-F238E27FC236}">
                  <a16:creationId xmlns:a16="http://schemas.microsoft.com/office/drawing/2014/main" id="{8F0690F7-768A-C030-15D8-D359BB150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6"/>
            <a:stretch>
              <a:fillRect/>
            </a:stretch>
          </p:blipFill>
          <p:spPr>
            <a:xfrm>
              <a:off x="7881086" y="4169833"/>
              <a:ext cx="677335" cy="70555"/>
            </a:xfrm>
            <a:custGeom>
              <a:avLst/>
              <a:gdLst>
                <a:gd name="connsiteX0" fmla="*/ 1117 w 677335"/>
                <a:gd name="connsiteY0" fmla="*/ 591 h 70555"/>
                <a:gd name="connsiteX1" fmla="*/ 678453 w 677335"/>
                <a:gd name="connsiteY1" fmla="*/ 591 h 70555"/>
                <a:gd name="connsiteX2" fmla="*/ 678453 w 677335"/>
                <a:gd name="connsiteY2" fmla="*/ 71147 h 70555"/>
                <a:gd name="connsiteX3" fmla="*/ 1117 w 677335"/>
                <a:gd name="connsiteY3" fmla="*/ 71147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70555">
                  <a:moveTo>
                    <a:pt x="1117" y="591"/>
                  </a:moveTo>
                  <a:lnTo>
                    <a:pt x="678453" y="591"/>
                  </a:lnTo>
                  <a:lnTo>
                    <a:pt x="678453" y="71147"/>
                  </a:lnTo>
                  <a:lnTo>
                    <a:pt x="1117" y="71147"/>
                  </a:lnTo>
                  <a:close/>
                </a:path>
              </a:pathLst>
            </a:custGeom>
          </p:spPr>
        </p:pic>
        <p:pic>
          <p:nvPicPr>
            <p:cNvPr id="1673" name="그림 1672">
              <a:extLst>
                <a:ext uri="{FF2B5EF4-FFF2-40B4-BE49-F238E27FC236}">
                  <a16:creationId xmlns:a16="http://schemas.microsoft.com/office/drawing/2014/main" id="{85AFB58D-2F58-CDDF-16B5-7828EADDA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7"/>
            <a:stretch>
              <a:fillRect/>
            </a:stretch>
          </p:blipFill>
          <p:spPr>
            <a:xfrm>
              <a:off x="8628978" y="5087055"/>
              <a:ext cx="373945" cy="49388"/>
            </a:xfrm>
            <a:custGeom>
              <a:avLst/>
              <a:gdLst>
                <a:gd name="connsiteX0" fmla="*/ 1223 w 373945"/>
                <a:gd name="connsiteY0" fmla="*/ 721 h 49388"/>
                <a:gd name="connsiteX1" fmla="*/ 375169 w 373945"/>
                <a:gd name="connsiteY1" fmla="*/ 721 h 49388"/>
                <a:gd name="connsiteX2" fmla="*/ 375169 w 373945"/>
                <a:gd name="connsiteY2" fmla="*/ 50110 h 49388"/>
                <a:gd name="connsiteX3" fmla="*/ 1223 w 373945"/>
                <a:gd name="connsiteY3" fmla="*/ 5011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945" h="49388">
                  <a:moveTo>
                    <a:pt x="1223" y="721"/>
                  </a:moveTo>
                  <a:lnTo>
                    <a:pt x="375169" y="721"/>
                  </a:lnTo>
                  <a:lnTo>
                    <a:pt x="375169" y="50110"/>
                  </a:lnTo>
                  <a:lnTo>
                    <a:pt x="1223" y="50110"/>
                  </a:lnTo>
                  <a:close/>
                </a:path>
              </a:pathLst>
            </a:custGeom>
          </p:spPr>
        </p:pic>
        <p:pic>
          <p:nvPicPr>
            <p:cNvPr id="1674" name="그림 1673">
              <a:extLst>
                <a:ext uri="{FF2B5EF4-FFF2-40B4-BE49-F238E27FC236}">
                  <a16:creationId xmlns:a16="http://schemas.microsoft.com/office/drawing/2014/main" id="{F4019128-3EF6-FBD3-C0B5-20C5DA533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8"/>
            <a:stretch>
              <a:fillRect/>
            </a:stretch>
          </p:blipFill>
          <p:spPr>
            <a:xfrm>
              <a:off x="9793149" y="4734277"/>
              <a:ext cx="204611" cy="261055"/>
            </a:xfrm>
            <a:custGeom>
              <a:avLst/>
              <a:gdLst>
                <a:gd name="connsiteX0" fmla="*/ 1388 w 204611"/>
                <a:gd name="connsiteY0" fmla="*/ 671 h 261055"/>
                <a:gd name="connsiteX1" fmla="*/ 206000 w 204611"/>
                <a:gd name="connsiteY1" fmla="*/ 671 h 261055"/>
                <a:gd name="connsiteX2" fmla="*/ 206000 w 204611"/>
                <a:gd name="connsiteY2" fmla="*/ 261727 h 261055"/>
                <a:gd name="connsiteX3" fmla="*/ 1388 w 204611"/>
                <a:gd name="connsiteY3" fmla="*/ 261727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261055">
                  <a:moveTo>
                    <a:pt x="1388" y="671"/>
                  </a:moveTo>
                  <a:lnTo>
                    <a:pt x="206000" y="671"/>
                  </a:lnTo>
                  <a:lnTo>
                    <a:pt x="206000" y="261727"/>
                  </a:lnTo>
                  <a:lnTo>
                    <a:pt x="1388" y="261727"/>
                  </a:lnTo>
                  <a:close/>
                </a:path>
              </a:pathLst>
            </a:custGeom>
          </p:spPr>
        </p:pic>
        <p:pic>
          <p:nvPicPr>
            <p:cNvPr id="1675" name="그림 1674">
              <a:extLst>
                <a:ext uri="{FF2B5EF4-FFF2-40B4-BE49-F238E27FC236}">
                  <a16:creationId xmlns:a16="http://schemas.microsoft.com/office/drawing/2014/main" id="{28F53BB7-DCC1-F718-89A1-FD8969C13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9"/>
            <a:stretch>
              <a:fillRect/>
            </a:stretch>
          </p:blipFill>
          <p:spPr>
            <a:xfrm>
              <a:off x="9821371" y="2398888"/>
              <a:ext cx="769058" cy="740833"/>
            </a:xfrm>
            <a:custGeom>
              <a:avLst/>
              <a:gdLst>
                <a:gd name="connsiteX0" fmla="*/ 1392 w 769058"/>
                <a:gd name="connsiteY0" fmla="*/ 340 h 740833"/>
                <a:gd name="connsiteX1" fmla="*/ 770451 w 769058"/>
                <a:gd name="connsiteY1" fmla="*/ 340 h 740833"/>
                <a:gd name="connsiteX2" fmla="*/ 770451 w 769058"/>
                <a:gd name="connsiteY2" fmla="*/ 741173 h 740833"/>
                <a:gd name="connsiteX3" fmla="*/ 1392 w 769058"/>
                <a:gd name="connsiteY3" fmla="*/ 741173 h 74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740833">
                  <a:moveTo>
                    <a:pt x="1392" y="340"/>
                  </a:moveTo>
                  <a:lnTo>
                    <a:pt x="770451" y="340"/>
                  </a:lnTo>
                  <a:lnTo>
                    <a:pt x="770451" y="741173"/>
                  </a:lnTo>
                  <a:lnTo>
                    <a:pt x="1392" y="741173"/>
                  </a:lnTo>
                  <a:close/>
                </a:path>
              </a:pathLst>
            </a:custGeom>
          </p:spPr>
        </p:pic>
        <p:pic>
          <p:nvPicPr>
            <p:cNvPr id="1676" name="그림 1675">
              <a:extLst>
                <a:ext uri="{FF2B5EF4-FFF2-40B4-BE49-F238E27FC236}">
                  <a16:creationId xmlns:a16="http://schemas.microsoft.com/office/drawing/2014/main" id="{00C773B5-C08B-A4C7-0692-88BAA0682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0"/>
            <a:stretch>
              <a:fillRect/>
            </a:stretch>
          </p:blipFill>
          <p:spPr>
            <a:xfrm>
              <a:off x="9821371" y="2970388"/>
              <a:ext cx="381001" cy="176388"/>
            </a:xfrm>
            <a:custGeom>
              <a:avLst/>
              <a:gdLst>
                <a:gd name="connsiteX0" fmla="*/ 1392 w 381001"/>
                <a:gd name="connsiteY0" fmla="*/ 421 h 176388"/>
                <a:gd name="connsiteX1" fmla="*/ 382394 w 381001"/>
                <a:gd name="connsiteY1" fmla="*/ 421 h 176388"/>
                <a:gd name="connsiteX2" fmla="*/ 382394 w 381001"/>
                <a:gd name="connsiteY2" fmla="*/ 176810 h 176388"/>
                <a:gd name="connsiteX3" fmla="*/ 1392 w 381001"/>
                <a:gd name="connsiteY3" fmla="*/ 176810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76388">
                  <a:moveTo>
                    <a:pt x="1392" y="421"/>
                  </a:moveTo>
                  <a:lnTo>
                    <a:pt x="382394" y="421"/>
                  </a:lnTo>
                  <a:lnTo>
                    <a:pt x="382394" y="176810"/>
                  </a:lnTo>
                  <a:lnTo>
                    <a:pt x="1392" y="176810"/>
                  </a:lnTo>
                  <a:close/>
                </a:path>
              </a:pathLst>
            </a:custGeom>
          </p:spPr>
        </p:pic>
        <p:pic>
          <p:nvPicPr>
            <p:cNvPr id="1677" name="그림 1676">
              <a:extLst>
                <a:ext uri="{FF2B5EF4-FFF2-40B4-BE49-F238E27FC236}">
                  <a16:creationId xmlns:a16="http://schemas.microsoft.com/office/drawing/2014/main" id="{18498CC2-F2F4-8280-4493-A442E4E9F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1"/>
            <a:stretch>
              <a:fillRect/>
            </a:stretch>
          </p:blipFill>
          <p:spPr>
            <a:xfrm>
              <a:off x="9821371" y="3033888"/>
              <a:ext cx="599724" cy="105833"/>
            </a:xfrm>
            <a:custGeom>
              <a:avLst/>
              <a:gdLst>
                <a:gd name="connsiteX0" fmla="*/ 1392 w 599724"/>
                <a:gd name="connsiteY0" fmla="*/ 430 h 105833"/>
                <a:gd name="connsiteX1" fmla="*/ 601117 w 599724"/>
                <a:gd name="connsiteY1" fmla="*/ 430 h 105833"/>
                <a:gd name="connsiteX2" fmla="*/ 601117 w 599724"/>
                <a:gd name="connsiteY2" fmla="*/ 106263 h 105833"/>
                <a:gd name="connsiteX3" fmla="*/ 1392 w 599724"/>
                <a:gd name="connsiteY3" fmla="*/ 106263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05833">
                  <a:moveTo>
                    <a:pt x="1392" y="430"/>
                  </a:moveTo>
                  <a:lnTo>
                    <a:pt x="601117" y="430"/>
                  </a:lnTo>
                  <a:lnTo>
                    <a:pt x="601117" y="106263"/>
                  </a:lnTo>
                  <a:lnTo>
                    <a:pt x="1392" y="106263"/>
                  </a:lnTo>
                  <a:close/>
                </a:path>
              </a:pathLst>
            </a:custGeom>
          </p:spPr>
        </p:pic>
        <p:pic>
          <p:nvPicPr>
            <p:cNvPr id="1678" name="그림 1677">
              <a:extLst>
                <a:ext uri="{FF2B5EF4-FFF2-40B4-BE49-F238E27FC236}">
                  <a16:creationId xmlns:a16="http://schemas.microsoft.com/office/drawing/2014/main" id="{1430CFEB-29C1-C32C-8CB0-7B6F6913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2"/>
            <a:stretch>
              <a:fillRect/>
            </a:stretch>
          </p:blipFill>
          <p:spPr>
            <a:xfrm>
              <a:off x="10399929" y="2398888"/>
              <a:ext cx="190500" cy="649111"/>
            </a:xfrm>
            <a:custGeom>
              <a:avLst/>
              <a:gdLst>
                <a:gd name="connsiteX0" fmla="*/ 1474 w 190500"/>
                <a:gd name="connsiteY0" fmla="*/ 340 h 649111"/>
                <a:gd name="connsiteX1" fmla="*/ 191975 w 190500"/>
                <a:gd name="connsiteY1" fmla="*/ 340 h 649111"/>
                <a:gd name="connsiteX2" fmla="*/ 191975 w 190500"/>
                <a:gd name="connsiteY2" fmla="*/ 649451 h 649111"/>
                <a:gd name="connsiteX3" fmla="*/ 1474 w 190500"/>
                <a:gd name="connsiteY3" fmla="*/ 649451 h 64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649111">
                  <a:moveTo>
                    <a:pt x="1474" y="340"/>
                  </a:moveTo>
                  <a:lnTo>
                    <a:pt x="191975" y="340"/>
                  </a:lnTo>
                  <a:lnTo>
                    <a:pt x="191975" y="649451"/>
                  </a:lnTo>
                  <a:lnTo>
                    <a:pt x="1474" y="649451"/>
                  </a:lnTo>
                  <a:close/>
                </a:path>
              </a:pathLst>
            </a:custGeom>
          </p:spPr>
        </p:pic>
        <p:pic>
          <p:nvPicPr>
            <p:cNvPr id="1679" name="그림 1678">
              <a:extLst>
                <a:ext uri="{FF2B5EF4-FFF2-40B4-BE49-F238E27FC236}">
                  <a16:creationId xmlns:a16="http://schemas.microsoft.com/office/drawing/2014/main" id="{E75521CD-1E31-BECB-C1B6-480FC019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3"/>
            <a:stretch>
              <a:fillRect/>
            </a:stretch>
          </p:blipFill>
          <p:spPr>
            <a:xfrm>
              <a:off x="10399929" y="2801055"/>
              <a:ext cx="119944" cy="246944"/>
            </a:xfrm>
            <a:custGeom>
              <a:avLst/>
              <a:gdLst>
                <a:gd name="connsiteX0" fmla="*/ 1474 w 119944"/>
                <a:gd name="connsiteY0" fmla="*/ 397 h 246944"/>
                <a:gd name="connsiteX1" fmla="*/ 121419 w 119944"/>
                <a:gd name="connsiteY1" fmla="*/ 397 h 246944"/>
                <a:gd name="connsiteX2" fmla="*/ 121419 w 119944"/>
                <a:gd name="connsiteY2" fmla="*/ 247341 h 246944"/>
                <a:gd name="connsiteX3" fmla="*/ 1474 w 119944"/>
                <a:gd name="connsiteY3" fmla="*/ 24734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246944">
                  <a:moveTo>
                    <a:pt x="1474" y="397"/>
                  </a:moveTo>
                  <a:lnTo>
                    <a:pt x="121419" y="397"/>
                  </a:lnTo>
                  <a:lnTo>
                    <a:pt x="121419" y="247341"/>
                  </a:lnTo>
                  <a:lnTo>
                    <a:pt x="1474" y="247341"/>
                  </a:lnTo>
                  <a:close/>
                </a:path>
              </a:pathLst>
            </a:custGeom>
          </p:spPr>
        </p:pic>
        <p:pic>
          <p:nvPicPr>
            <p:cNvPr id="1680" name="그림 1679">
              <a:extLst>
                <a:ext uri="{FF2B5EF4-FFF2-40B4-BE49-F238E27FC236}">
                  <a16:creationId xmlns:a16="http://schemas.microsoft.com/office/drawing/2014/main" id="{086C8039-7CF7-5830-8A46-CCB946A3E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4"/>
            <a:stretch>
              <a:fillRect/>
            </a:stretch>
          </p:blipFill>
          <p:spPr>
            <a:xfrm>
              <a:off x="10498707" y="1686277"/>
              <a:ext cx="254000" cy="1128888"/>
            </a:xfrm>
            <a:custGeom>
              <a:avLst/>
              <a:gdLst>
                <a:gd name="connsiteX0" fmla="*/ 1488 w 254000"/>
                <a:gd name="connsiteY0" fmla="*/ 239 h 1128888"/>
                <a:gd name="connsiteX1" fmla="*/ 255489 w 254000"/>
                <a:gd name="connsiteY1" fmla="*/ 239 h 1128888"/>
                <a:gd name="connsiteX2" fmla="*/ 255489 w 254000"/>
                <a:gd name="connsiteY2" fmla="*/ 1129128 h 1128888"/>
                <a:gd name="connsiteX3" fmla="*/ 1488 w 254000"/>
                <a:gd name="connsiteY3" fmla="*/ 1129128 h 112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1128888">
                  <a:moveTo>
                    <a:pt x="1488" y="239"/>
                  </a:moveTo>
                  <a:lnTo>
                    <a:pt x="255489" y="239"/>
                  </a:lnTo>
                  <a:lnTo>
                    <a:pt x="255489" y="1129128"/>
                  </a:lnTo>
                  <a:lnTo>
                    <a:pt x="1488" y="1129128"/>
                  </a:lnTo>
                  <a:close/>
                </a:path>
              </a:pathLst>
            </a:custGeom>
          </p:spPr>
        </p:pic>
        <p:pic>
          <p:nvPicPr>
            <p:cNvPr id="1681" name="그림 1680">
              <a:extLst>
                <a:ext uri="{FF2B5EF4-FFF2-40B4-BE49-F238E27FC236}">
                  <a16:creationId xmlns:a16="http://schemas.microsoft.com/office/drawing/2014/main" id="{0C615619-7F3F-3BB2-7778-2CB7DFAB0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5"/>
            <a:stretch>
              <a:fillRect/>
            </a:stretch>
          </p:blipFill>
          <p:spPr>
            <a:xfrm>
              <a:off x="10738597" y="1481666"/>
              <a:ext cx="889003" cy="225777"/>
            </a:xfrm>
            <a:custGeom>
              <a:avLst/>
              <a:gdLst>
                <a:gd name="connsiteX0" fmla="*/ 1522 w 889003"/>
                <a:gd name="connsiteY0" fmla="*/ 210 h 225777"/>
                <a:gd name="connsiteX1" fmla="*/ 890526 w 889003"/>
                <a:gd name="connsiteY1" fmla="*/ 210 h 225777"/>
                <a:gd name="connsiteX2" fmla="*/ 890526 w 889003"/>
                <a:gd name="connsiteY2" fmla="*/ 225988 h 225777"/>
                <a:gd name="connsiteX3" fmla="*/ 1522 w 889003"/>
                <a:gd name="connsiteY3" fmla="*/ 225988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003" h="225777">
                  <a:moveTo>
                    <a:pt x="1522" y="210"/>
                  </a:moveTo>
                  <a:lnTo>
                    <a:pt x="890526" y="210"/>
                  </a:lnTo>
                  <a:lnTo>
                    <a:pt x="890526" y="225988"/>
                  </a:lnTo>
                  <a:lnTo>
                    <a:pt x="1522" y="225988"/>
                  </a:lnTo>
                  <a:close/>
                </a:path>
              </a:pathLst>
            </a:custGeom>
          </p:spPr>
        </p:pic>
        <p:pic>
          <p:nvPicPr>
            <p:cNvPr id="1682" name="그림 1681">
              <a:extLst>
                <a:ext uri="{FF2B5EF4-FFF2-40B4-BE49-F238E27FC236}">
                  <a16:creationId xmlns:a16="http://schemas.microsoft.com/office/drawing/2014/main" id="{ACB7CE5A-9EC2-AE6E-AE5F-BA8237D1C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6"/>
            <a:stretch>
              <a:fillRect/>
            </a:stretch>
          </p:blipFill>
          <p:spPr>
            <a:xfrm>
              <a:off x="11606434" y="1411111"/>
              <a:ext cx="599724" cy="84666"/>
            </a:xfrm>
            <a:custGeom>
              <a:avLst/>
              <a:gdLst>
                <a:gd name="connsiteX0" fmla="*/ 1645 w 599724"/>
                <a:gd name="connsiteY0" fmla="*/ 200 h 84666"/>
                <a:gd name="connsiteX1" fmla="*/ 601370 w 599724"/>
                <a:gd name="connsiteY1" fmla="*/ 200 h 84666"/>
                <a:gd name="connsiteX2" fmla="*/ 601370 w 599724"/>
                <a:gd name="connsiteY2" fmla="*/ 84867 h 84666"/>
                <a:gd name="connsiteX3" fmla="*/ 1645 w 599724"/>
                <a:gd name="connsiteY3" fmla="*/ 8486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84666">
                  <a:moveTo>
                    <a:pt x="1645" y="200"/>
                  </a:moveTo>
                  <a:lnTo>
                    <a:pt x="601370" y="200"/>
                  </a:lnTo>
                  <a:lnTo>
                    <a:pt x="601370" y="84867"/>
                  </a:lnTo>
                  <a:lnTo>
                    <a:pt x="1645" y="84867"/>
                  </a:lnTo>
                  <a:close/>
                </a:path>
              </a:pathLst>
            </a:custGeom>
          </p:spPr>
        </p:pic>
        <p:pic>
          <p:nvPicPr>
            <p:cNvPr id="1683" name="그림 1682">
              <a:extLst>
                <a:ext uri="{FF2B5EF4-FFF2-40B4-BE49-F238E27FC236}">
                  <a16:creationId xmlns:a16="http://schemas.microsoft.com/office/drawing/2014/main" id="{A74434A6-A1EC-800A-BAE9-7FC32E6D2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7"/>
            <a:stretch>
              <a:fillRect/>
            </a:stretch>
          </p:blipFill>
          <p:spPr>
            <a:xfrm>
              <a:off x="6053690" y="5312833"/>
              <a:ext cx="444501" cy="289277"/>
            </a:xfrm>
            <a:custGeom>
              <a:avLst/>
              <a:gdLst>
                <a:gd name="connsiteX0" fmla="*/ 858 w 444501"/>
                <a:gd name="connsiteY0" fmla="*/ 753 h 289277"/>
                <a:gd name="connsiteX1" fmla="*/ 445360 w 444501"/>
                <a:gd name="connsiteY1" fmla="*/ 753 h 289277"/>
                <a:gd name="connsiteX2" fmla="*/ 445360 w 444501"/>
                <a:gd name="connsiteY2" fmla="*/ 290031 h 289277"/>
                <a:gd name="connsiteX3" fmla="*/ 858 w 444501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89277">
                  <a:moveTo>
                    <a:pt x="858" y="753"/>
                  </a:moveTo>
                  <a:lnTo>
                    <a:pt x="445360" y="753"/>
                  </a:lnTo>
                  <a:lnTo>
                    <a:pt x="445360" y="290031"/>
                  </a:lnTo>
                  <a:lnTo>
                    <a:pt x="858" y="290031"/>
                  </a:lnTo>
                  <a:close/>
                </a:path>
              </a:pathLst>
            </a:custGeom>
          </p:spPr>
        </p:pic>
        <p:pic>
          <p:nvPicPr>
            <p:cNvPr id="1684" name="그림 1683">
              <a:extLst>
                <a:ext uri="{FF2B5EF4-FFF2-40B4-BE49-F238E27FC236}">
                  <a16:creationId xmlns:a16="http://schemas.microsoft.com/office/drawing/2014/main" id="{59F17522-8F15-C957-80F1-B1E440A9D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8"/>
            <a:stretch>
              <a:fillRect/>
            </a:stretch>
          </p:blipFill>
          <p:spPr>
            <a:xfrm>
              <a:off x="6053690" y="5588000"/>
              <a:ext cx="261056" cy="14111"/>
            </a:xfrm>
            <a:custGeom>
              <a:avLst/>
              <a:gdLst>
                <a:gd name="connsiteX0" fmla="*/ 858 w 261056"/>
                <a:gd name="connsiteY0" fmla="*/ 792 h 14111"/>
                <a:gd name="connsiteX1" fmla="*/ 261915 w 261056"/>
                <a:gd name="connsiteY1" fmla="*/ 792 h 14111"/>
                <a:gd name="connsiteX2" fmla="*/ 261915 w 261056"/>
                <a:gd name="connsiteY2" fmla="*/ 14903 h 14111"/>
                <a:gd name="connsiteX3" fmla="*/ 858 w 261056"/>
                <a:gd name="connsiteY3" fmla="*/ 14903 h 14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14111">
                  <a:moveTo>
                    <a:pt x="858" y="792"/>
                  </a:moveTo>
                  <a:lnTo>
                    <a:pt x="261915" y="792"/>
                  </a:lnTo>
                  <a:lnTo>
                    <a:pt x="261915" y="14903"/>
                  </a:lnTo>
                  <a:lnTo>
                    <a:pt x="858" y="14903"/>
                  </a:lnTo>
                  <a:close/>
                </a:path>
              </a:pathLst>
            </a:custGeom>
          </p:spPr>
        </p:pic>
        <p:pic>
          <p:nvPicPr>
            <p:cNvPr id="1685" name="그림 1684">
              <a:extLst>
                <a:ext uri="{FF2B5EF4-FFF2-40B4-BE49-F238E27FC236}">
                  <a16:creationId xmlns:a16="http://schemas.microsoft.com/office/drawing/2014/main" id="{C4D222A1-8397-B0BA-92A0-9934765E5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9"/>
            <a:stretch>
              <a:fillRect/>
            </a:stretch>
          </p:blipFill>
          <p:spPr>
            <a:xfrm>
              <a:off x="6300635" y="5453944"/>
              <a:ext cx="592668" cy="148166"/>
            </a:xfrm>
            <a:custGeom>
              <a:avLst/>
              <a:gdLst>
                <a:gd name="connsiteX0" fmla="*/ 893 w 592668"/>
                <a:gd name="connsiteY0" fmla="*/ 773 h 148166"/>
                <a:gd name="connsiteX1" fmla="*/ 593562 w 592668"/>
                <a:gd name="connsiteY1" fmla="*/ 773 h 148166"/>
                <a:gd name="connsiteX2" fmla="*/ 593562 w 592668"/>
                <a:gd name="connsiteY2" fmla="*/ 148940 h 148166"/>
                <a:gd name="connsiteX3" fmla="*/ 893 w 592668"/>
                <a:gd name="connsiteY3" fmla="*/ 148940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8" h="148166">
                  <a:moveTo>
                    <a:pt x="893" y="773"/>
                  </a:moveTo>
                  <a:lnTo>
                    <a:pt x="593562" y="773"/>
                  </a:lnTo>
                  <a:lnTo>
                    <a:pt x="593562" y="148940"/>
                  </a:lnTo>
                  <a:lnTo>
                    <a:pt x="893" y="148940"/>
                  </a:lnTo>
                  <a:close/>
                </a:path>
              </a:pathLst>
            </a:custGeom>
          </p:spPr>
        </p:pic>
        <p:pic>
          <p:nvPicPr>
            <p:cNvPr id="1686" name="그림 1685">
              <a:extLst>
                <a:ext uri="{FF2B5EF4-FFF2-40B4-BE49-F238E27FC236}">
                  <a16:creationId xmlns:a16="http://schemas.microsoft.com/office/drawing/2014/main" id="{A651AF44-5B45-29FE-15D1-23E6DD378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0"/>
            <a:stretch>
              <a:fillRect/>
            </a:stretch>
          </p:blipFill>
          <p:spPr>
            <a:xfrm>
              <a:off x="6300635" y="5312833"/>
              <a:ext cx="197556" cy="289277"/>
            </a:xfrm>
            <a:custGeom>
              <a:avLst/>
              <a:gdLst>
                <a:gd name="connsiteX0" fmla="*/ 893 w 197556"/>
                <a:gd name="connsiteY0" fmla="*/ 753 h 289277"/>
                <a:gd name="connsiteX1" fmla="*/ 198449 w 197556"/>
                <a:gd name="connsiteY1" fmla="*/ 753 h 289277"/>
                <a:gd name="connsiteX2" fmla="*/ 198449 w 197556"/>
                <a:gd name="connsiteY2" fmla="*/ 290031 h 289277"/>
                <a:gd name="connsiteX3" fmla="*/ 893 w 197556"/>
                <a:gd name="connsiteY3" fmla="*/ 290031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289277">
                  <a:moveTo>
                    <a:pt x="893" y="753"/>
                  </a:moveTo>
                  <a:lnTo>
                    <a:pt x="198449" y="753"/>
                  </a:lnTo>
                  <a:lnTo>
                    <a:pt x="198449" y="290031"/>
                  </a:lnTo>
                  <a:lnTo>
                    <a:pt x="893" y="290031"/>
                  </a:lnTo>
                  <a:close/>
                </a:path>
              </a:pathLst>
            </a:custGeom>
          </p:spPr>
        </p:pic>
        <p:pic>
          <p:nvPicPr>
            <p:cNvPr id="1687" name="그림 1686">
              <a:extLst>
                <a:ext uri="{FF2B5EF4-FFF2-40B4-BE49-F238E27FC236}">
                  <a16:creationId xmlns:a16="http://schemas.microsoft.com/office/drawing/2014/main" id="{5E5222A1-28B9-B2DC-1DDD-B7A40217C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1"/>
            <a:stretch>
              <a:fillRect/>
            </a:stretch>
          </p:blipFill>
          <p:spPr>
            <a:xfrm>
              <a:off x="6709859" y="5277555"/>
              <a:ext cx="663224" cy="204611"/>
            </a:xfrm>
            <a:custGeom>
              <a:avLst/>
              <a:gdLst>
                <a:gd name="connsiteX0" fmla="*/ 951 w 663224"/>
                <a:gd name="connsiteY0" fmla="*/ 748 h 204611"/>
                <a:gd name="connsiteX1" fmla="*/ 664176 w 663224"/>
                <a:gd name="connsiteY1" fmla="*/ 748 h 204611"/>
                <a:gd name="connsiteX2" fmla="*/ 664176 w 663224"/>
                <a:gd name="connsiteY2" fmla="*/ 205359 h 204611"/>
                <a:gd name="connsiteX3" fmla="*/ 951 w 663224"/>
                <a:gd name="connsiteY3" fmla="*/ 20535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224" h="204611">
                  <a:moveTo>
                    <a:pt x="951" y="748"/>
                  </a:moveTo>
                  <a:lnTo>
                    <a:pt x="664176" y="748"/>
                  </a:lnTo>
                  <a:lnTo>
                    <a:pt x="664176" y="205359"/>
                  </a:lnTo>
                  <a:lnTo>
                    <a:pt x="951" y="205359"/>
                  </a:lnTo>
                  <a:close/>
                </a:path>
              </a:pathLst>
            </a:custGeom>
          </p:spPr>
        </p:pic>
        <p:pic>
          <p:nvPicPr>
            <p:cNvPr id="1688" name="그림 1687">
              <a:extLst>
                <a:ext uri="{FF2B5EF4-FFF2-40B4-BE49-F238E27FC236}">
                  <a16:creationId xmlns:a16="http://schemas.microsoft.com/office/drawing/2014/main" id="{7E05CA5B-017E-BCA7-F1B8-66738D57E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2"/>
            <a:stretch>
              <a:fillRect/>
            </a:stretch>
          </p:blipFill>
          <p:spPr>
            <a:xfrm>
              <a:off x="6709859" y="5468055"/>
              <a:ext cx="423334" cy="28222"/>
            </a:xfrm>
            <a:custGeom>
              <a:avLst/>
              <a:gdLst>
                <a:gd name="connsiteX0" fmla="*/ 951 w 423334"/>
                <a:gd name="connsiteY0" fmla="*/ 775 h 28222"/>
                <a:gd name="connsiteX1" fmla="*/ 424286 w 423334"/>
                <a:gd name="connsiteY1" fmla="*/ 775 h 28222"/>
                <a:gd name="connsiteX2" fmla="*/ 424286 w 423334"/>
                <a:gd name="connsiteY2" fmla="*/ 28997 h 28222"/>
                <a:gd name="connsiteX3" fmla="*/ 951 w 423334"/>
                <a:gd name="connsiteY3" fmla="*/ 28997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28222">
                  <a:moveTo>
                    <a:pt x="951" y="775"/>
                  </a:moveTo>
                  <a:lnTo>
                    <a:pt x="424286" y="775"/>
                  </a:lnTo>
                  <a:lnTo>
                    <a:pt x="424286" y="28997"/>
                  </a:lnTo>
                  <a:lnTo>
                    <a:pt x="951" y="28997"/>
                  </a:lnTo>
                  <a:close/>
                </a:path>
              </a:pathLst>
            </a:custGeom>
          </p:spPr>
        </p:pic>
        <p:pic>
          <p:nvPicPr>
            <p:cNvPr id="1689" name="그림 1688">
              <a:extLst>
                <a:ext uri="{FF2B5EF4-FFF2-40B4-BE49-F238E27FC236}">
                  <a16:creationId xmlns:a16="http://schemas.microsoft.com/office/drawing/2014/main" id="{AA9C418F-A0DB-27B9-EFD3-DD6C0C4BF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3"/>
            <a:stretch>
              <a:fillRect/>
            </a:stretch>
          </p:blipFill>
          <p:spPr>
            <a:xfrm>
              <a:off x="6709859" y="5192888"/>
              <a:ext cx="70555" cy="289277"/>
            </a:xfrm>
            <a:custGeom>
              <a:avLst/>
              <a:gdLst>
                <a:gd name="connsiteX0" fmla="*/ 951 w 70555"/>
                <a:gd name="connsiteY0" fmla="*/ 736 h 289277"/>
                <a:gd name="connsiteX1" fmla="*/ 71507 w 70555"/>
                <a:gd name="connsiteY1" fmla="*/ 736 h 289277"/>
                <a:gd name="connsiteX2" fmla="*/ 71507 w 70555"/>
                <a:gd name="connsiteY2" fmla="*/ 290014 h 289277"/>
                <a:gd name="connsiteX3" fmla="*/ 951 w 70555"/>
                <a:gd name="connsiteY3" fmla="*/ 290014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289277">
                  <a:moveTo>
                    <a:pt x="951" y="736"/>
                  </a:moveTo>
                  <a:lnTo>
                    <a:pt x="71507" y="736"/>
                  </a:lnTo>
                  <a:lnTo>
                    <a:pt x="71507" y="290014"/>
                  </a:lnTo>
                  <a:lnTo>
                    <a:pt x="951" y="290014"/>
                  </a:lnTo>
                  <a:close/>
                </a:path>
              </a:pathLst>
            </a:custGeom>
          </p:spPr>
        </p:pic>
        <p:pic>
          <p:nvPicPr>
            <p:cNvPr id="1690" name="그림 1689">
              <a:extLst>
                <a:ext uri="{FF2B5EF4-FFF2-40B4-BE49-F238E27FC236}">
                  <a16:creationId xmlns:a16="http://schemas.microsoft.com/office/drawing/2014/main" id="{76696274-3E1D-F0A7-A938-C70083E3D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4"/>
            <a:stretch>
              <a:fillRect/>
            </a:stretch>
          </p:blipFill>
          <p:spPr>
            <a:xfrm>
              <a:off x="6766304" y="5192888"/>
              <a:ext cx="606780" cy="98777"/>
            </a:xfrm>
            <a:custGeom>
              <a:avLst/>
              <a:gdLst>
                <a:gd name="connsiteX0" fmla="*/ 959 w 606780"/>
                <a:gd name="connsiteY0" fmla="*/ 736 h 98777"/>
                <a:gd name="connsiteX1" fmla="*/ 607739 w 606780"/>
                <a:gd name="connsiteY1" fmla="*/ 736 h 98777"/>
                <a:gd name="connsiteX2" fmla="*/ 607739 w 606780"/>
                <a:gd name="connsiteY2" fmla="*/ 99514 h 98777"/>
                <a:gd name="connsiteX3" fmla="*/ 959 w 606780"/>
                <a:gd name="connsiteY3" fmla="*/ 99514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98777">
                  <a:moveTo>
                    <a:pt x="959" y="736"/>
                  </a:moveTo>
                  <a:lnTo>
                    <a:pt x="607739" y="736"/>
                  </a:lnTo>
                  <a:lnTo>
                    <a:pt x="607739" y="99514"/>
                  </a:lnTo>
                  <a:lnTo>
                    <a:pt x="959" y="99514"/>
                  </a:lnTo>
                  <a:close/>
                </a:path>
              </a:pathLst>
            </a:custGeom>
          </p:spPr>
        </p:pic>
        <p:pic>
          <p:nvPicPr>
            <p:cNvPr id="1691" name="그림 1690">
              <a:extLst>
                <a:ext uri="{FF2B5EF4-FFF2-40B4-BE49-F238E27FC236}">
                  <a16:creationId xmlns:a16="http://schemas.microsoft.com/office/drawing/2014/main" id="{1A460BCB-6A2B-246F-8875-A25D5AAFF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5"/>
            <a:stretch>
              <a:fillRect/>
            </a:stretch>
          </p:blipFill>
          <p:spPr>
            <a:xfrm>
              <a:off x="6596970" y="4889500"/>
              <a:ext cx="183445" cy="317500"/>
            </a:xfrm>
            <a:custGeom>
              <a:avLst/>
              <a:gdLst>
                <a:gd name="connsiteX0" fmla="*/ 935 w 183445"/>
                <a:gd name="connsiteY0" fmla="*/ 693 h 317500"/>
                <a:gd name="connsiteX1" fmla="*/ 184380 w 183445"/>
                <a:gd name="connsiteY1" fmla="*/ 693 h 317500"/>
                <a:gd name="connsiteX2" fmla="*/ 184380 w 183445"/>
                <a:gd name="connsiteY2" fmla="*/ 318193 h 317500"/>
                <a:gd name="connsiteX3" fmla="*/ 935 w 183445"/>
                <a:gd name="connsiteY3" fmla="*/ 318193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317500">
                  <a:moveTo>
                    <a:pt x="935" y="693"/>
                  </a:moveTo>
                  <a:lnTo>
                    <a:pt x="184380" y="693"/>
                  </a:lnTo>
                  <a:lnTo>
                    <a:pt x="184380" y="318193"/>
                  </a:lnTo>
                  <a:lnTo>
                    <a:pt x="935" y="318193"/>
                  </a:lnTo>
                  <a:close/>
                </a:path>
              </a:pathLst>
            </a:custGeom>
          </p:spPr>
        </p:pic>
        <p:pic>
          <p:nvPicPr>
            <p:cNvPr id="1692" name="그림 1691">
              <a:extLst>
                <a:ext uri="{FF2B5EF4-FFF2-40B4-BE49-F238E27FC236}">
                  <a16:creationId xmlns:a16="http://schemas.microsoft.com/office/drawing/2014/main" id="{DCAAF677-CD66-0DCD-1D44-5395C3D53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6"/>
            <a:stretch>
              <a:fillRect/>
            </a:stretch>
          </p:blipFill>
          <p:spPr>
            <a:xfrm>
              <a:off x="7112027" y="4268611"/>
              <a:ext cx="28222" cy="268111"/>
            </a:xfrm>
            <a:custGeom>
              <a:avLst/>
              <a:gdLst>
                <a:gd name="connsiteX0" fmla="*/ 1008 w 28222"/>
                <a:gd name="connsiteY0" fmla="*/ 605 h 268111"/>
                <a:gd name="connsiteX1" fmla="*/ 29230 w 28222"/>
                <a:gd name="connsiteY1" fmla="*/ 605 h 268111"/>
                <a:gd name="connsiteX2" fmla="*/ 29230 w 28222"/>
                <a:gd name="connsiteY2" fmla="*/ 268716 h 268111"/>
                <a:gd name="connsiteX3" fmla="*/ 1008 w 28222"/>
                <a:gd name="connsiteY3" fmla="*/ 268716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" h="268111">
                  <a:moveTo>
                    <a:pt x="1008" y="605"/>
                  </a:moveTo>
                  <a:lnTo>
                    <a:pt x="29230" y="605"/>
                  </a:lnTo>
                  <a:lnTo>
                    <a:pt x="29230" y="268716"/>
                  </a:lnTo>
                  <a:lnTo>
                    <a:pt x="1008" y="268716"/>
                  </a:lnTo>
                  <a:close/>
                </a:path>
              </a:pathLst>
            </a:custGeom>
          </p:spPr>
        </p:pic>
        <p:pic>
          <p:nvPicPr>
            <p:cNvPr id="1693" name="그림 1692">
              <a:extLst>
                <a:ext uri="{FF2B5EF4-FFF2-40B4-BE49-F238E27FC236}">
                  <a16:creationId xmlns:a16="http://schemas.microsoft.com/office/drawing/2014/main" id="{576BD4C9-F585-8559-AE35-8EF0ED256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7"/>
            <a:stretch>
              <a:fillRect/>
            </a:stretch>
          </p:blipFill>
          <p:spPr>
            <a:xfrm>
              <a:off x="7514196" y="4282722"/>
              <a:ext cx="578557" cy="56444"/>
            </a:xfrm>
            <a:custGeom>
              <a:avLst/>
              <a:gdLst>
                <a:gd name="connsiteX0" fmla="*/ 1065 w 578557"/>
                <a:gd name="connsiteY0" fmla="*/ 607 h 56444"/>
                <a:gd name="connsiteX1" fmla="*/ 579623 w 578557"/>
                <a:gd name="connsiteY1" fmla="*/ 607 h 56444"/>
                <a:gd name="connsiteX2" fmla="*/ 579623 w 578557"/>
                <a:gd name="connsiteY2" fmla="*/ 57051 h 56444"/>
                <a:gd name="connsiteX3" fmla="*/ 1065 w 578557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56444">
                  <a:moveTo>
                    <a:pt x="1065" y="607"/>
                  </a:moveTo>
                  <a:lnTo>
                    <a:pt x="579623" y="607"/>
                  </a:lnTo>
                  <a:lnTo>
                    <a:pt x="579623" y="57051"/>
                  </a:lnTo>
                  <a:lnTo>
                    <a:pt x="1065" y="57051"/>
                  </a:lnTo>
                  <a:close/>
                </a:path>
              </a:pathLst>
            </a:custGeom>
          </p:spPr>
        </p:pic>
        <p:pic>
          <p:nvPicPr>
            <p:cNvPr id="1694" name="그림 1693">
              <a:extLst>
                <a:ext uri="{FF2B5EF4-FFF2-40B4-BE49-F238E27FC236}">
                  <a16:creationId xmlns:a16="http://schemas.microsoft.com/office/drawing/2014/main" id="{C9A2A55E-30E5-6C9B-C791-B2E3013A9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8"/>
            <a:stretch>
              <a:fillRect/>
            </a:stretch>
          </p:blipFill>
          <p:spPr>
            <a:xfrm>
              <a:off x="7514196" y="4318000"/>
              <a:ext cx="529168" cy="77611"/>
            </a:xfrm>
            <a:custGeom>
              <a:avLst/>
              <a:gdLst>
                <a:gd name="connsiteX0" fmla="*/ 1065 w 529168"/>
                <a:gd name="connsiteY0" fmla="*/ 612 h 77611"/>
                <a:gd name="connsiteX1" fmla="*/ 530234 w 529168"/>
                <a:gd name="connsiteY1" fmla="*/ 612 h 77611"/>
                <a:gd name="connsiteX2" fmla="*/ 530234 w 529168"/>
                <a:gd name="connsiteY2" fmla="*/ 78223 h 77611"/>
                <a:gd name="connsiteX3" fmla="*/ 1065 w 529168"/>
                <a:gd name="connsiteY3" fmla="*/ 78223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77611">
                  <a:moveTo>
                    <a:pt x="1065" y="612"/>
                  </a:moveTo>
                  <a:lnTo>
                    <a:pt x="530234" y="612"/>
                  </a:lnTo>
                  <a:lnTo>
                    <a:pt x="530234" y="78223"/>
                  </a:lnTo>
                  <a:lnTo>
                    <a:pt x="1065" y="78223"/>
                  </a:lnTo>
                  <a:close/>
                </a:path>
              </a:pathLst>
            </a:custGeom>
          </p:spPr>
        </p:pic>
        <p:pic>
          <p:nvPicPr>
            <p:cNvPr id="1695" name="그림 1694">
              <a:extLst>
                <a:ext uri="{FF2B5EF4-FFF2-40B4-BE49-F238E27FC236}">
                  <a16:creationId xmlns:a16="http://schemas.microsoft.com/office/drawing/2014/main" id="{1A326DC9-2AC2-BE02-5A60-36CD110D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9"/>
            <a:stretch>
              <a:fillRect/>
            </a:stretch>
          </p:blipFill>
          <p:spPr>
            <a:xfrm>
              <a:off x="8029253" y="3873500"/>
              <a:ext cx="529168" cy="522111"/>
            </a:xfrm>
            <a:custGeom>
              <a:avLst/>
              <a:gdLst>
                <a:gd name="connsiteX0" fmla="*/ 1138 w 529168"/>
                <a:gd name="connsiteY0" fmla="*/ 549 h 522111"/>
                <a:gd name="connsiteX1" fmla="*/ 530307 w 529168"/>
                <a:gd name="connsiteY1" fmla="*/ 549 h 522111"/>
                <a:gd name="connsiteX2" fmla="*/ 530307 w 529168"/>
                <a:gd name="connsiteY2" fmla="*/ 522660 h 522111"/>
                <a:gd name="connsiteX3" fmla="*/ 1138 w 529168"/>
                <a:gd name="connsiteY3" fmla="*/ 522660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522111">
                  <a:moveTo>
                    <a:pt x="1138" y="549"/>
                  </a:moveTo>
                  <a:lnTo>
                    <a:pt x="530307" y="549"/>
                  </a:lnTo>
                  <a:lnTo>
                    <a:pt x="530307" y="522660"/>
                  </a:lnTo>
                  <a:lnTo>
                    <a:pt x="1138" y="522660"/>
                  </a:lnTo>
                  <a:close/>
                </a:path>
              </a:pathLst>
            </a:custGeom>
          </p:spPr>
        </p:pic>
        <p:pic>
          <p:nvPicPr>
            <p:cNvPr id="1696" name="그림 1695">
              <a:extLst>
                <a:ext uri="{FF2B5EF4-FFF2-40B4-BE49-F238E27FC236}">
                  <a16:creationId xmlns:a16="http://schemas.microsoft.com/office/drawing/2014/main" id="{DAAF3B1C-00A8-9313-D031-48594D05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0"/>
            <a:stretch>
              <a:fillRect/>
            </a:stretch>
          </p:blipFill>
          <p:spPr>
            <a:xfrm>
              <a:off x="8029253" y="4282722"/>
              <a:ext cx="56444" cy="112888"/>
            </a:xfrm>
            <a:custGeom>
              <a:avLst/>
              <a:gdLst>
                <a:gd name="connsiteX0" fmla="*/ 1138 w 56444"/>
                <a:gd name="connsiteY0" fmla="*/ 607 h 112888"/>
                <a:gd name="connsiteX1" fmla="*/ 57583 w 56444"/>
                <a:gd name="connsiteY1" fmla="*/ 607 h 112888"/>
                <a:gd name="connsiteX2" fmla="*/ 57583 w 56444"/>
                <a:gd name="connsiteY2" fmla="*/ 113496 h 112888"/>
                <a:gd name="connsiteX3" fmla="*/ 1138 w 56444"/>
                <a:gd name="connsiteY3" fmla="*/ 11349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44" h="112888">
                  <a:moveTo>
                    <a:pt x="1138" y="607"/>
                  </a:moveTo>
                  <a:lnTo>
                    <a:pt x="57583" y="607"/>
                  </a:lnTo>
                  <a:lnTo>
                    <a:pt x="57583" y="113496"/>
                  </a:lnTo>
                  <a:lnTo>
                    <a:pt x="1138" y="113496"/>
                  </a:lnTo>
                  <a:close/>
                </a:path>
              </a:pathLst>
            </a:custGeom>
          </p:spPr>
        </p:pic>
        <p:pic>
          <p:nvPicPr>
            <p:cNvPr id="1697" name="그림 1696">
              <a:extLst>
                <a:ext uri="{FF2B5EF4-FFF2-40B4-BE49-F238E27FC236}">
                  <a16:creationId xmlns:a16="http://schemas.microsoft.com/office/drawing/2014/main" id="{43889ADA-E16A-731F-7151-69EF55849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1"/>
            <a:stretch>
              <a:fillRect/>
            </a:stretch>
          </p:blipFill>
          <p:spPr>
            <a:xfrm>
              <a:off x="8029253" y="4113388"/>
              <a:ext cx="239889" cy="282222"/>
            </a:xfrm>
            <a:custGeom>
              <a:avLst/>
              <a:gdLst>
                <a:gd name="connsiteX0" fmla="*/ 1138 w 239889"/>
                <a:gd name="connsiteY0" fmla="*/ 583 h 282222"/>
                <a:gd name="connsiteX1" fmla="*/ 241028 w 239889"/>
                <a:gd name="connsiteY1" fmla="*/ 583 h 282222"/>
                <a:gd name="connsiteX2" fmla="*/ 241028 w 239889"/>
                <a:gd name="connsiteY2" fmla="*/ 282805 h 282222"/>
                <a:gd name="connsiteX3" fmla="*/ 1138 w 239889"/>
                <a:gd name="connsiteY3" fmla="*/ 282805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282222">
                  <a:moveTo>
                    <a:pt x="1138" y="583"/>
                  </a:moveTo>
                  <a:lnTo>
                    <a:pt x="241028" y="583"/>
                  </a:lnTo>
                  <a:lnTo>
                    <a:pt x="241028" y="282805"/>
                  </a:lnTo>
                  <a:lnTo>
                    <a:pt x="1138" y="282805"/>
                  </a:lnTo>
                  <a:close/>
                </a:path>
              </a:pathLst>
            </a:custGeom>
          </p:spPr>
        </p:pic>
        <p:pic>
          <p:nvPicPr>
            <p:cNvPr id="1698" name="그림 1697">
              <a:extLst>
                <a:ext uri="{FF2B5EF4-FFF2-40B4-BE49-F238E27FC236}">
                  <a16:creationId xmlns:a16="http://schemas.microsoft.com/office/drawing/2014/main" id="{ECA15ECF-FF74-AF46-3B31-5BEF38943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2"/>
            <a:stretch>
              <a:fillRect/>
            </a:stretch>
          </p:blipFill>
          <p:spPr>
            <a:xfrm>
              <a:off x="8255032" y="3690055"/>
              <a:ext cx="635002" cy="437444"/>
            </a:xfrm>
            <a:custGeom>
              <a:avLst/>
              <a:gdLst>
                <a:gd name="connsiteX0" fmla="*/ 1170 w 635002"/>
                <a:gd name="connsiteY0" fmla="*/ 523 h 437444"/>
                <a:gd name="connsiteX1" fmla="*/ 636173 w 635002"/>
                <a:gd name="connsiteY1" fmla="*/ 523 h 437444"/>
                <a:gd name="connsiteX2" fmla="*/ 636173 w 635002"/>
                <a:gd name="connsiteY2" fmla="*/ 437967 h 437444"/>
                <a:gd name="connsiteX3" fmla="*/ 1170 w 635002"/>
                <a:gd name="connsiteY3" fmla="*/ 437967 h 437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437444">
                  <a:moveTo>
                    <a:pt x="1170" y="523"/>
                  </a:moveTo>
                  <a:lnTo>
                    <a:pt x="636173" y="523"/>
                  </a:lnTo>
                  <a:lnTo>
                    <a:pt x="636173" y="437967"/>
                  </a:lnTo>
                  <a:lnTo>
                    <a:pt x="1170" y="437967"/>
                  </a:lnTo>
                  <a:close/>
                </a:path>
              </a:pathLst>
            </a:custGeom>
          </p:spPr>
        </p:pic>
        <p:pic>
          <p:nvPicPr>
            <p:cNvPr id="1699" name="그림 1698">
              <a:extLst>
                <a:ext uri="{FF2B5EF4-FFF2-40B4-BE49-F238E27FC236}">
                  <a16:creationId xmlns:a16="http://schemas.microsoft.com/office/drawing/2014/main" id="{2A64E0B9-5D9F-5D98-B31A-DC60E0EBA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3"/>
            <a:stretch>
              <a:fillRect/>
            </a:stretch>
          </p:blipFill>
          <p:spPr>
            <a:xfrm>
              <a:off x="8255032" y="3873500"/>
              <a:ext cx="303390" cy="254000"/>
            </a:xfrm>
            <a:custGeom>
              <a:avLst/>
              <a:gdLst>
                <a:gd name="connsiteX0" fmla="*/ 1170 w 303390"/>
                <a:gd name="connsiteY0" fmla="*/ 549 h 254000"/>
                <a:gd name="connsiteX1" fmla="*/ 304560 w 303390"/>
                <a:gd name="connsiteY1" fmla="*/ 549 h 254000"/>
                <a:gd name="connsiteX2" fmla="*/ 304560 w 303390"/>
                <a:gd name="connsiteY2" fmla="*/ 254549 h 254000"/>
                <a:gd name="connsiteX3" fmla="*/ 1170 w 303390"/>
                <a:gd name="connsiteY3" fmla="*/ 254549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54000">
                  <a:moveTo>
                    <a:pt x="1170" y="549"/>
                  </a:moveTo>
                  <a:lnTo>
                    <a:pt x="304560" y="549"/>
                  </a:lnTo>
                  <a:lnTo>
                    <a:pt x="304560" y="254549"/>
                  </a:lnTo>
                  <a:lnTo>
                    <a:pt x="1170" y="254549"/>
                  </a:lnTo>
                  <a:close/>
                </a:path>
              </a:pathLst>
            </a:custGeom>
          </p:spPr>
        </p:pic>
        <p:pic>
          <p:nvPicPr>
            <p:cNvPr id="1700" name="그림 1699">
              <a:extLst>
                <a:ext uri="{FF2B5EF4-FFF2-40B4-BE49-F238E27FC236}">
                  <a16:creationId xmlns:a16="http://schemas.microsoft.com/office/drawing/2014/main" id="{8B2BD610-0657-5455-C75A-F1153DF90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4"/>
            <a:stretch>
              <a:fillRect/>
            </a:stretch>
          </p:blipFill>
          <p:spPr>
            <a:xfrm>
              <a:off x="8544311" y="3774722"/>
              <a:ext cx="670280" cy="465666"/>
            </a:xfrm>
            <a:custGeom>
              <a:avLst/>
              <a:gdLst>
                <a:gd name="connsiteX0" fmla="*/ 1211 w 670280"/>
                <a:gd name="connsiteY0" fmla="*/ 535 h 465666"/>
                <a:gd name="connsiteX1" fmla="*/ 671491 w 670280"/>
                <a:gd name="connsiteY1" fmla="*/ 535 h 465666"/>
                <a:gd name="connsiteX2" fmla="*/ 671491 w 670280"/>
                <a:gd name="connsiteY2" fmla="*/ 466202 h 465666"/>
                <a:gd name="connsiteX3" fmla="*/ 1211 w 670280"/>
                <a:gd name="connsiteY3" fmla="*/ 466202 h 46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280" h="465666">
                  <a:moveTo>
                    <a:pt x="1211" y="535"/>
                  </a:moveTo>
                  <a:lnTo>
                    <a:pt x="671491" y="535"/>
                  </a:lnTo>
                  <a:lnTo>
                    <a:pt x="671491" y="466202"/>
                  </a:lnTo>
                  <a:lnTo>
                    <a:pt x="1211" y="466202"/>
                  </a:lnTo>
                  <a:close/>
                </a:path>
              </a:pathLst>
            </a:custGeom>
          </p:spPr>
        </p:pic>
        <p:pic>
          <p:nvPicPr>
            <p:cNvPr id="1701" name="그림 1700">
              <a:extLst>
                <a:ext uri="{FF2B5EF4-FFF2-40B4-BE49-F238E27FC236}">
                  <a16:creationId xmlns:a16="http://schemas.microsoft.com/office/drawing/2014/main" id="{8511C99E-CBE4-4607-216B-D3EC1EC5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/>
            <a:stretch>
              <a:fillRect/>
            </a:stretch>
          </p:blipFill>
          <p:spPr>
            <a:xfrm>
              <a:off x="8544311" y="4226277"/>
              <a:ext cx="719669" cy="91722"/>
            </a:xfrm>
            <a:custGeom>
              <a:avLst/>
              <a:gdLst>
                <a:gd name="connsiteX0" fmla="*/ 1211 w 719669"/>
                <a:gd name="connsiteY0" fmla="*/ 599 h 91722"/>
                <a:gd name="connsiteX1" fmla="*/ 720881 w 719669"/>
                <a:gd name="connsiteY1" fmla="*/ 599 h 91722"/>
                <a:gd name="connsiteX2" fmla="*/ 720881 w 719669"/>
                <a:gd name="connsiteY2" fmla="*/ 92321 h 91722"/>
                <a:gd name="connsiteX3" fmla="*/ 1211 w 719669"/>
                <a:gd name="connsiteY3" fmla="*/ 92321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9669" h="91722">
                  <a:moveTo>
                    <a:pt x="1211" y="599"/>
                  </a:moveTo>
                  <a:lnTo>
                    <a:pt x="720881" y="599"/>
                  </a:lnTo>
                  <a:lnTo>
                    <a:pt x="720881" y="92321"/>
                  </a:lnTo>
                  <a:lnTo>
                    <a:pt x="1211" y="92321"/>
                  </a:lnTo>
                  <a:close/>
                </a:path>
              </a:pathLst>
            </a:custGeom>
          </p:spPr>
        </p:pic>
        <p:pic>
          <p:nvPicPr>
            <p:cNvPr id="1702" name="그림 1701">
              <a:extLst>
                <a:ext uri="{FF2B5EF4-FFF2-40B4-BE49-F238E27FC236}">
                  <a16:creationId xmlns:a16="http://schemas.microsoft.com/office/drawing/2014/main" id="{58475338-0D11-6AA2-4EEE-31138799B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6"/>
            <a:stretch>
              <a:fillRect/>
            </a:stretch>
          </p:blipFill>
          <p:spPr>
            <a:xfrm>
              <a:off x="9249869" y="3986388"/>
              <a:ext cx="381001" cy="331611"/>
            </a:xfrm>
            <a:custGeom>
              <a:avLst/>
              <a:gdLst>
                <a:gd name="connsiteX0" fmla="*/ 1311 w 381001"/>
                <a:gd name="connsiteY0" fmla="*/ 565 h 331611"/>
                <a:gd name="connsiteX1" fmla="*/ 382313 w 381001"/>
                <a:gd name="connsiteY1" fmla="*/ 565 h 331611"/>
                <a:gd name="connsiteX2" fmla="*/ 382313 w 381001"/>
                <a:gd name="connsiteY2" fmla="*/ 332176 h 331611"/>
                <a:gd name="connsiteX3" fmla="*/ 1311 w 381001"/>
                <a:gd name="connsiteY3" fmla="*/ 332176 h 331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31611">
                  <a:moveTo>
                    <a:pt x="1311" y="565"/>
                  </a:moveTo>
                  <a:lnTo>
                    <a:pt x="382313" y="565"/>
                  </a:lnTo>
                  <a:lnTo>
                    <a:pt x="382313" y="332176"/>
                  </a:lnTo>
                  <a:lnTo>
                    <a:pt x="1311" y="332176"/>
                  </a:lnTo>
                  <a:close/>
                </a:path>
              </a:pathLst>
            </a:custGeom>
          </p:spPr>
        </p:pic>
        <p:pic>
          <p:nvPicPr>
            <p:cNvPr id="1703" name="그림 1702">
              <a:extLst>
                <a:ext uri="{FF2B5EF4-FFF2-40B4-BE49-F238E27FC236}">
                  <a16:creationId xmlns:a16="http://schemas.microsoft.com/office/drawing/2014/main" id="{EA052C44-2908-3FBA-64EC-821EDB20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/>
            <a:stretch>
              <a:fillRect/>
            </a:stretch>
          </p:blipFill>
          <p:spPr>
            <a:xfrm>
              <a:off x="9193425" y="3774722"/>
              <a:ext cx="70555" cy="543277"/>
            </a:xfrm>
            <a:custGeom>
              <a:avLst/>
              <a:gdLst>
                <a:gd name="connsiteX0" fmla="*/ 1303 w 70555"/>
                <a:gd name="connsiteY0" fmla="*/ 535 h 543277"/>
                <a:gd name="connsiteX1" fmla="*/ 71859 w 70555"/>
                <a:gd name="connsiteY1" fmla="*/ 535 h 543277"/>
                <a:gd name="connsiteX2" fmla="*/ 71859 w 70555"/>
                <a:gd name="connsiteY2" fmla="*/ 543813 h 543277"/>
                <a:gd name="connsiteX3" fmla="*/ 1303 w 70555"/>
                <a:gd name="connsiteY3" fmla="*/ 543813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543277">
                  <a:moveTo>
                    <a:pt x="1303" y="535"/>
                  </a:moveTo>
                  <a:lnTo>
                    <a:pt x="71859" y="535"/>
                  </a:lnTo>
                  <a:lnTo>
                    <a:pt x="71859" y="543813"/>
                  </a:lnTo>
                  <a:lnTo>
                    <a:pt x="1303" y="543813"/>
                  </a:lnTo>
                  <a:close/>
                </a:path>
              </a:pathLst>
            </a:custGeom>
          </p:spPr>
        </p:pic>
        <p:pic>
          <p:nvPicPr>
            <p:cNvPr id="1704" name="그림 1703">
              <a:extLst>
                <a:ext uri="{FF2B5EF4-FFF2-40B4-BE49-F238E27FC236}">
                  <a16:creationId xmlns:a16="http://schemas.microsoft.com/office/drawing/2014/main" id="{A15E528E-4E71-556F-6C34-C1754D5A1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58"/>
            <a:stretch>
              <a:fillRect/>
            </a:stretch>
          </p:blipFill>
          <p:spPr>
            <a:xfrm>
              <a:off x="9249869" y="3972277"/>
              <a:ext cx="381001" cy="345722"/>
            </a:xfrm>
            <a:custGeom>
              <a:avLst/>
              <a:gdLst>
                <a:gd name="connsiteX0" fmla="*/ 1311 w 381001"/>
                <a:gd name="connsiteY0" fmla="*/ 563 h 345722"/>
                <a:gd name="connsiteX1" fmla="*/ 382313 w 381001"/>
                <a:gd name="connsiteY1" fmla="*/ 563 h 345722"/>
                <a:gd name="connsiteX2" fmla="*/ 382313 w 381001"/>
                <a:gd name="connsiteY2" fmla="*/ 346285 h 345722"/>
                <a:gd name="connsiteX3" fmla="*/ 1311 w 381001"/>
                <a:gd name="connsiteY3" fmla="*/ 346285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345722">
                  <a:moveTo>
                    <a:pt x="1311" y="563"/>
                  </a:moveTo>
                  <a:lnTo>
                    <a:pt x="382313" y="563"/>
                  </a:lnTo>
                  <a:lnTo>
                    <a:pt x="382313" y="346285"/>
                  </a:lnTo>
                  <a:lnTo>
                    <a:pt x="1311" y="346285"/>
                  </a:lnTo>
                  <a:close/>
                </a:path>
              </a:pathLst>
            </a:custGeom>
          </p:spPr>
        </p:pic>
        <p:pic>
          <p:nvPicPr>
            <p:cNvPr id="1705" name="그림 1704">
              <a:extLst>
                <a:ext uri="{FF2B5EF4-FFF2-40B4-BE49-F238E27FC236}">
                  <a16:creationId xmlns:a16="http://schemas.microsoft.com/office/drawing/2014/main" id="{76A82996-7621-366B-80D7-7B7702777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/>
            <a:stretch>
              <a:fillRect/>
            </a:stretch>
          </p:blipFill>
          <p:spPr>
            <a:xfrm>
              <a:off x="9616760" y="3640666"/>
              <a:ext cx="296334" cy="345722"/>
            </a:xfrm>
            <a:custGeom>
              <a:avLst/>
              <a:gdLst>
                <a:gd name="connsiteX0" fmla="*/ 1363 w 296334"/>
                <a:gd name="connsiteY0" fmla="*/ 516 h 345722"/>
                <a:gd name="connsiteX1" fmla="*/ 297698 w 296334"/>
                <a:gd name="connsiteY1" fmla="*/ 516 h 345722"/>
                <a:gd name="connsiteX2" fmla="*/ 297698 w 296334"/>
                <a:gd name="connsiteY2" fmla="*/ 346238 h 345722"/>
                <a:gd name="connsiteX3" fmla="*/ 1363 w 296334"/>
                <a:gd name="connsiteY3" fmla="*/ 346238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345722">
                  <a:moveTo>
                    <a:pt x="1363" y="516"/>
                  </a:moveTo>
                  <a:lnTo>
                    <a:pt x="297698" y="516"/>
                  </a:lnTo>
                  <a:lnTo>
                    <a:pt x="297698" y="346238"/>
                  </a:lnTo>
                  <a:lnTo>
                    <a:pt x="1363" y="346238"/>
                  </a:lnTo>
                  <a:close/>
                </a:path>
              </a:pathLst>
            </a:custGeom>
          </p:spPr>
        </p:pic>
        <p:pic>
          <p:nvPicPr>
            <p:cNvPr id="1706" name="그림 1705">
              <a:extLst>
                <a:ext uri="{FF2B5EF4-FFF2-40B4-BE49-F238E27FC236}">
                  <a16:creationId xmlns:a16="http://schemas.microsoft.com/office/drawing/2014/main" id="{04ECF591-44C7-267C-3C11-CF5A388E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0"/>
            <a:stretch>
              <a:fillRect/>
            </a:stretch>
          </p:blipFill>
          <p:spPr>
            <a:xfrm>
              <a:off x="9842538" y="2737555"/>
              <a:ext cx="70555" cy="924277"/>
            </a:xfrm>
            <a:custGeom>
              <a:avLst/>
              <a:gdLst>
                <a:gd name="connsiteX0" fmla="*/ 1395 w 70555"/>
                <a:gd name="connsiteY0" fmla="*/ 388 h 924277"/>
                <a:gd name="connsiteX1" fmla="*/ 71951 w 70555"/>
                <a:gd name="connsiteY1" fmla="*/ 388 h 924277"/>
                <a:gd name="connsiteX2" fmla="*/ 71951 w 70555"/>
                <a:gd name="connsiteY2" fmla="*/ 924666 h 924277"/>
                <a:gd name="connsiteX3" fmla="*/ 1395 w 70555"/>
                <a:gd name="connsiteY3" fmla="*/ 924666 h 924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924277">
                  <a:moveTo>
                    <a:pt x="1395" y="388"/>
                  </a:moveTo>
                  <a:lnTo>
                    <a:pt x="71951" y="388"/>
                  </a:lnTo>
                  <a:lnTo>
                    <a:pt x="71951" y="924666"/>
                  </a:lnTo>
                  <a:lnTo>
                    <a:pt x="1395" y="924666"/>
                  </a:lnTo>
                  <a:close/>
                </a:path>
              </a:pathLst>
            </a:custGeom>
          </p:spPr>
        </p:pic>
        <p:pic>
          <p:nvPicPr>
            <p:cNvPr id="1707" name="그림 1706">
              <a:extLst>
                <a:ext uri="{FF2B5EF4-FFF2-40B4-BE49-F238E27FC236}">
                  <a16:creationId xmlns:a16="http://schemas.microsoft.com/office/drawing/2014/main" id="{012417EB-D354-7029-97F2-3B1F25F95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/>
            <a:stretch>
              <a:fillRect/>
            </a:stretch>
          </p:blipFill>
          <p:spPr>
            <a:xfrm>
              <a:off x="10188262" y="2970388"/>
              <a:ext cx="211667" cy="268111"/>
            </a:xfrm>
            <a:custGeom>
              <a:avLst/>
              <a:gdLst>
                <a:gd name="connsiteX0" fmla="*/ 1444 w 211667"/>
                <a:gd name="connsiteY0" fmla="*/ 421 h 268111"/>
                <a:gd name="connsiteX1" fmla="*/ 213112 w 211667"/>
                <a:gd name="connsiteY1" fmla="*/ 421 h 268111"/>
                <a:gd name="connsiteX2" fmla="*/ 213112 w 211667"/>
                <a:gd name="connsiteY2" fmla="*/ 268532 h 268111"/>
                <a:gd name="connsiteX3" fmla="*/ 1444 w 211667"/>
                <a:gd name="connsiteY3" fmla="*/ 268532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7" h="268111">
                  <a:moveTo>
                    <a:pt x="1444" y="421"/>
                  </a:moveTo>
                  <a:lnTo>
                    <a:pt x="213112" y="421"/>
                  </a:lnTo>
                  <a:lnTo>
                    <a:pt x="213112" y="268532"/>
                  </a:lnTo>
                  <a:lnTo>
                    <a:pt x="1444" y="268532"/>
                  </a:lnTo>
                  <a:close/>
                </a:path>
              </a:pathLst>
            </a:custGeom>
          </p:spPr>
        </p:pic>
        <p:pic>
          <p:nvPicPr>
            <p:cNvPr id="1708" name="그림 1707">
              <a:extLst>
                <a:ext uri="{FF2B5EF4-FFF2-40B4-BE49-F238E27FC236}">
                  <a16:creationId xmlns:a16="http://schemas.microsoft.com/office/drawing/2014/main" id="{92BB58B3-42BA-359C-1487-DDB7C2627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2"/>
            <a:stretch>
              <a:fillRect/>
            </a:stretch>
          </p:blipFill>
          <p:spPr>
            <a:xfrm>
              <a:off x="10188262" y="2398888"/>
              <a:ext cx="402168" cy="592666"/>
            </a:xfrm>
            <a:custGeom>
              <a:avLst/>
              <a:gdLst>
                <a:gd name="connsiteX0" fmla="*/ 1444 w 402168"/>
                <a:gd name="connsiteY0" fmla="*/ 340 h 592666"/>
                <a:gd name="connsiteX1" fmla="*/ 403612 w 402168"/>
                <a:gd name="connsiteY1" fmla="*/ 340 h 592666"/>
                <a:gd name="connsiteX2" fmla="*/ 403612 w 402168"/>
                <a:gd name="connsiteY2" fmla="*/ 593007 h 592666"/>
                <a:gd name="connsiteX3" fmla="*/ 1444 w 402168"/>
                <a:gd name="connsiteY3" fmla="*/ 593007 h 59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2168" h="592666">
                  <a:moveTo>
                    <a:pt x="1444" y="340"/>
                  </a:moveTo>
                  <a:lnTo>
                    <a:pt x="403612" y="340"/>
                  </a:lnTo>
                  <a:lnTo>
                    <a:pt x="403612" y="593007"/>
                  </a:lnTo>
                  <a:lnTo>
                    <a:pt x="1444" y="593007"/>
                  </a:lnTo>
                  <a:close/>
                </a:path>
              </a:pathLst>
            </a:custGeom>
          </p:spPr>
        </p:pic>
        <p:pic>
          <p:nvPicPr>
            <p:cNvPr id="1709" name="그림 1708">
              <a:extLst>
                <a:ext uri="{FF2B5EF4-FFF2-40B4-BE49-F238E27FC236}">
                  <a16:creationId xmlns:a16="http://schemas.microsoft.com/office/drawing/2014/main" id="{2EE13FE6-7D8D-37F2-FA44-EED1A3B18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/>
            <a:stretch>
              <a:fillRect/>
            </a:stretch>
          </p:blipFill>
          <p:spPr>
            <a:xfrm>
              <a:off x="11161932" y="973666"/>
              <a:ext cx="1044226" cy="261055"/>
            </a:xfrm>
            <a:custGeom>
              <a:avLst/>
              <a:gdLst>
                <a:gd name="connsiteX0" fmla="*/ 1582 w 1044226"/>
                <a:gd name="connsiteY0" fmla="*/ 138 h 261055"/>
                <a:gd name="connsiteX1" fmla="*/ 1045808 w 1044226"/>
                <a:gd name="connsiteY1" fmla="*/ 138 h 261055"/>
                <a:gd name="connsiteX2" fmla="*/ 1045808 w 1044226"/>
                <a:gd name="connsiteY2" fmla="*/ 261194 h 261055"/>
                <a:gd name="connsiteX3" fmla="*/ 1582 w 1044226"/>
                <a:gd name="connsiteY3" fmla="*/ 261194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4226" h="261055">
                  <a:moveTo>
                    <a:pt x="1582" y="138"/>
                  </a:moveTo>
                  <a:lnTo>
                    <a:pt x="1045808" y="138"/>
                  </a:lnTo>
                  <a:lnTo>
                    <a:pt x="1045808" y="261194"/>
                  </a:lnTo>
                  <a:lnTo>
                    <a:pt x="1582" y="261194"/>
                  </a:lnTo>
                  <a:close/>
                </a:path>
              </a:pathLst>
            </a:custGeom>
          </p:spPr>
        </p:pic>
        <p:pic>
          <p:nvPicPr>
            <p:cNvPr id="1710" name="그림 1709">
              <a:extLst>
                <a:ext uri="{FF2B5EF4-FFF2-40B4-BE49-F238E27FC236}">
                  <a16:creationId xmlns:a16="http://schemas.microsoft.com/office/drawing/2014/main" id="{83CCB783-42B0-376C-984C-D3304889A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4"/>
            <a:stretch>
              <a:fillRect/>
            </a:stretch>
          </p:blipFill>
          <p:spPr>
            <a:xfrm>
              <a:off x="11161932" y="973666"/>
              <a:ext cx="754947" cy="239888"/>
            </a:xfrm>
            <a:custGeom>
              <a:avLst/>
              <a:gdLst>
                <a:gd name="connsiteX0" fmla="*/ 1582 w 754947"/>
                <a:gd name="connsiteY0" fmla="*/ 138 h 239888"/>
                <a:gd name="connsiteX1" fmla="*/ 756529 w 754947"/>
                <a:gd name="connsiteY1" fmla="*/ 138 h 239888"/>
                <a:gd name="connsiteX2" fmla="*/ 756529 w 754947"/>
                <a:gd name="connsiteY2" fmla="*/ 240027 h 239888"/>
                <a:gd name="connsiteX3" fmla="*/ 1582 w 754947"/>
                <a:gd name="connsiteY3" fmla="*/ 240027 h 239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4947" h="239888">
                  <a:moveTo>
                    <a:pt x="1582" y="138"/>
                  </a:moveTo>
                  <a:lnTo>
                    <a:pt x="756529" y="138"/>
                  </a:lnTo>
                  <a:lnTo>
                    <a:pt x="756529" y="240027"/>
                  </a:lnTo>
                  <a:lnTo>
                    <a:pt x="1582" y="240027"/>
                  </a:lnTo>
                  <a:close/>
                </a:path>
              </a:pathLst>
            </a:custGeom>
          </p:spPr>
        </p:pic>
        <p:pic>
          <p:nvPicPr>
            <p:cNvPr id="1711" name="그림 1710">
              <a:extLst>
                <a:ext uri="{FF2B5EF4-FFF2-40B4-BE49-F238E27FC236}">
                  <a16:creationId xmlns:a16="http://schemas.microsoft.com/office/drawing/2014/main" id="{DB1BD2E9-BA49-E040-157A-5790D78D4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/>
            <a:stretch>
              <a:fillRect/>
            </a:stretch>
          </p:blipFill>
          <p:spPr>
            <a:xfrm>
              <a:off x="11895713" y="1192388"/>
              <a:ext cx="310445" cy="49388"/>
            </a:xfrm>
            <a:custGeom>
              <a:avLst/>
              <a:gdLst>
                <a:gd name="connsiteX0" fmla="*/ 1686 w 310445"/>
                <a:gd name="connsiteY0" fmla="*/ 169 h 49388"/>
                <a:gd name="connsiteX1" fmla="*/ 312132 w 310445"/>
                <a:gd name="connsiteY1" fmla="*/ 169 h 49388"/>
                <a:gd name="connsiteX2" fmla="*/ 312132 w 310445"/>
                <a:gd name="connsiteY2" fmla="*/ 49558 h 49388"/>
                <a:gd name="connsiteX3" fmla="*/ 1686 w 310445"/>
                <a:gd name="connsiteY3" fmla="*/ 49558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9388">
                  <a:moveTo>
                    <a:pt x="1686" y="169"/>
                  </a:moveTo>
                  <a:lnTo>
                    <a:pt x="312132" y="169"/>
                  </a:lnTo>
                  <a:lnTo>
                    <a:pt x="312132" y="49558"/>
                  </a:lnTo>
                  <a:lnTo>
                    <a:pt x="1686" y="49558"/>
                  </a:lnTo>
                  <a:close/>
                </a:path>
              </a:pathLst>
            </a:custGeom>
          </p:spPr>
        </p:pic>
        <p:pic>
          <p:nvPicPr>
            <p:cNvPr id="1712" name="그림 1711">
              <a:extLst>
                <a:ext uri="{FF2B5EF4-FFF2-40B4-BE49-F238E27FC236}">
                  <a16:creationId xmlns:a16="http://schemas.microsoft.com/office/drawing/2014/main" id="{AE32C8A3-7F67-4654-3ADA-010E4C19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6"/>
            <a:stretch>
              <a:fillRect/>
            </a:stretch>
          </p:blipFill>
          <p:spPr>
            <a:xfrm>
              <a:off x="11902769" y="1023055"/>
              <a:ext cx="303390" cy="190500"/>
            </a:xfrm>
            <a:custGeom>
              <a:avLst/>
              <a:gdLst>
                <a:gd name="connsiteX0" fmla="*/ 1687 w 303390"/>
                <a:gd name="connsiteY0" fmla="*/ 145 h 190500"/>
                <a:gd name="connsiteX1" fmla="*/ 305077 w 303390"/>
                <a:gd name="connsiteY1" fmla="*/ 145 h 190500"/>
                <a:gd name="connsiteX2" fmla="*/ 305077 w 303390"/>
                <a:gd name="connsiteY2" fmla="*/ 190645 h 190500"/>
                <a:gd name="connsiteX3" fmla="*/ 1687 w 303390"/>
                <a:gd name="connsiteY3" fmla="*/ 19064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190500">
                  <a:moveTo>
                    <a:pt x="1687" y="145"/>
                  </a:moveTo>
                  <a:lnTo>
                    <a:pt x="305077" y="145"/>
                  </a:lnTo>
                  <a:lnTo>
                    <a:pt x="305077" y="190645"/>
                  </a:lnTo>
                  <a:lnTo>
                    <a:pt x="1687" y="190645"/>
                  </a:lnTo>
                  <a:close/>
                </a:path>
              </a:pathLst>
            </a:custGeom>
          </p:spPr>
        </p:pic>
        <p:pic>
          <p:nvPicPr>
            <p:cNvPr id="1713" name="그림 1712">
              <a:extLst>
                <a:ext uri="{FF2B5EF4-FFF2-40B4-BE49-F238E27FC236}">
                  <a16:creationId xmlns:a16="http://schemas.microsoft.com/office/drawing/2014/main" id="{A3CF9E98-335E-C67E-C544-31E21CF1B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/>
            <a:stretch>
              <a:fillRect/>
            </a:stretch>
          </p:blipFill>
          <p:spPr>
            <a:xfrm>
              <a:off x="6491136" y="5164666"/>
              <a:ext cx="635002" cy="162277"/>
            </a:xfrm>
            <a:custGeom>
              <a:avLst/>
              <a:gdLst>
                <a:gd name="connsiteX0" fmla="*/ 920 w 635002"/>
                <a:gd name="connsiteY0" fmla="*/ 732 h 162277"/>
                <a:gd name="connsiteX1" fmla="*/ 635923 w 635002"/>
                <a:gd name="connsiteY1" fmla="*/ 732 h 162277"/>
                <a:gd name="connsiteX2" fmla="*/ 635923 w 635002"/>
                <a:gd name="connsiteY2" fmla="*/ 163010 h 162277"/>
                <a:gd name="connsiteX3" fmla="*/ 920 w 635002"/>
                <a:gd name="connsiteY3" fmla="*/ 163010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002" h="162277">
                  <a:moveTo>
                    <a:pt x="920" y="732"/>
                  </a:moveTo>
                  <a:lnTo>
                    <a:pt x="635923" y="732"/>
                  </a:lnTo>
                  <a:lnTo>
                    <a:pt x="635923" y="163010"/>
                  </a:lnTo>
                  <a:lnTo>
                    <a:pt x="920" y="163010"/>
                  </a:lnTo>
                  <a:close/>
                </a:path>
              </a:pathLst>
            </a:custGeom>
          </p:spPr>
        </p:pic>
        <p:pic>
          <p:nvPicPr>
            <p:cNvPr id="1714" name="그림 1713">
              <a:extLst>
                <a:ext uri="{FF2B5EF4-FFF2-40B4-BE49-F238E27FC236}">
                  <a16:creationId xmlns:a16="http://schemas.microsoft.com/office/drawing/2014/main" id="{7FB8FA59-9FFA-4AF0-D530-AAA373D8D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8"/>
            <a:stretch>
              <a:fillRect/>
            </a:stretch>
          </p:blipFill>
          <p:spPr>
            <a:xfrm>
              <a:off x="6484081" y="5312833"/>
              <a:ext cx="409223" cy="155222"/>
            </a:xfrm>
            <a:custGeom>
              <a:avLst/>
              <a:gdLst>
                <a:gd name="connsiteX0" fmla="*/ 919 w 409223"/>
                <a:gd name="connsiteY0" fmla="*/ 753 h 155222"/>
                <a:gd name="connsiteX1" fmla="*/ 410143 w 409223"/>
                <a:gd name="connsiteY1" fmla="*/ 753 h 155222"/>
                <a:gd name="connsiteX2" fmla="*/ 410143 w 409223"/>
                <a:gd name="connsiteY2" fmla="*/ 155975 h 155222"/>
                <a:gd name="connsiteX3" fmla="*/ 919 w 409223"/>
                <a:gd name="connsiteY3" fmla="*/ 15597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919" y="753"/>
                  </a:moveTo>
                  <a:lnTo>
                    <a:pt x="410143" y="753"/>
                  </a:lnTo>
                  <a:lnTo>
                    <a:pt x="410143" y="155975"/>
                  </a:lnTo>
                  <a:lnTo>
                    <a:pt x="919" y="155975"/>
                  </a:lnTo>
                  <a:close/>
                </a:path>
              </a:pathLst>
            </a:custGeom>
          </p:spPr>
        </p:pic>
        <p:pic>
          <p:nvPicPr>
            <p:cNvPr id="1715" name="그림 1714">
              <a:extLst>
                <a:ext uri="{FF2B5EF4-FFF2-40B4-BE49-F238E27FC236}">
                  <a16:creationId xmlns:a16="http://schemas.microsoft.com/office/drawing/2014/main" id="{15720B21-F494-035D-AAA6-3BADF8AF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/>
            <a:stretch>
              <a:fillRect/>
            </a:stretch>
          </p:blipFill>
          <p:spPr>
            <a:xfrm>
              <a:off x="6886249" y="5291666"/>
              <a:ext cx="606780" cy="169333"/>
            </a:xfrm>
            <a:custGeom>
              <a:avLst/>
              <a:gdLst>
                <a:gd name="connsiteX0" fmla="*/ 976 w 606780"/>
                <a:gd name="connsiteY0" fmla="*/ 750 h 169333"/>
                <a:gd name="connsiteX1" fmla="*/ 607756 w 606780"/>
                <a:gd name="connsiteY1" fmla="*/ 750 h 169333"/>
                <a:gd name="connsiteX2" fmla="*/ 607756 w 606780"/>
                <a:gd name="connsiteY2" fmla="*/ 170083 h 169333"/>
                <a:gd name="connsiteX3" fmla="*/ 976 w 606780"/>
                <a:gd name="connsiteY3" fmla="*/ 17008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169333">
                  <a:moveTo>
                    <a:pt x="976" y="750"/>
                  </a:moveTo>
                  <a:lnTo>
                    <a:pt x="607756" y="750"/>
                  </a:lnTo>
                  <a:lnTo>
                    <a:pt x="607756" y="170083"/>
                  </a:lnTo>
                  <a:lnTo>
                    <a:pt x="976" y="170083"/>
                  </a:lnTo>
                  <a:close/>
                </a:path>
              </a:pathLst>
            </a:custGeom>
          </p:spPr>
        </p:pic>
        <p:pic>
          <p:nvPicPr>
            <p:cNvPr id="1716" name="그림 1715">
              <a:extLst>
                <a:ext uri="{FF2B5EF4-FFF2-40B4-BE49-F238E27FC236}">
                  <a16:creationId xmlns:a16="http://schemas.microsoft.com/office/drawing/2014/main" id="{9C414486-BD01-C595-8BC5-5753AC25C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70"/>
            <a:stretch>
              <a:fillRect/>
            </a:stretch>
          </p:blipFill>
          <p:spPr>
            <a:xfrm>
              <a:off x="6886249" y="5164666"/>
              <a:ext cx="239889" cy="303388"/>
            </a:xfrm>
            <a:custGeom>
              <a:avLst/>
              <a:gdLst>
                <a:gd name="connsiteX0" fmla="*/ 976 w 239889"/>
                <a:gd name="connsiteY0" fmla="*/ 732 h 303388"/>
                <a:gd name="connsiteX1" fmla="*/ 240866 w 239889"/>
                <a:gd name="connsiteY1" fmla="*/ 732 h 303388"/>
                <a:gd name="connsiteX2" fmla="*/ 240866 w 239889"/>
                <a:gd name="connsiteY2" fmla="*/ 304121 h 303388"/>
                <a:gd name="connsiteX3" fmla="*/ 976 w 239889"/>
                <a:gd name="connsiteY3" fmla="*/ 304121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303388">
                  <a:moveTo>
                    <a:pt x="976" y="732"/>
                  </a:moveTo>
                  <a:lnTo>
                    <a:pt x="240866" y="732"/>
                  </a:lnTo>
                  <a:lnTo>
                    <a:pt x="240866" y="304121"/>
                  </a:lnTo>
                  <a:lnTo>
                    <a:pt x="976" y="304121"/>
                  </a:lnTo>
                  <a:close/>
                </a:path>
              </a:pathLst>
            </a:custGeom>
          </p:spPr>
        </p:pic>
        <p:pic>
          <p:nvPicPr>
            <p:cNvPr id="1717" name="그림 1716">
              <a:extLst>
                <a:ext uri="{FF2B5EF4-FFF2-40B4-BE49-F238E27FC236}">
                  <a16:creationId xmlns:a16="http://schemas.microsoft.com/office/drawing/2014/main" id="{ECA14F0F-A944-C606-DB7E-ADAD73145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/>
            <a:stretch>
              <a:fillRect/>
            </a:stretch>
          </p:blipFill>
          <p:spPr>
            <a:xfrm>
              <a:off x="6886249" y="5453944"/>
              <a:ext cx="246945" cy="42333"/>
            </a:xfrm>
            <a:custGeom>
              <a:avLst/>
              <a:gdLst>
                <a:gd name="connsiteX0" fmla="*/ 976 w 246945"/>
                <a:gd name="connsiteY0" fmla="*/ 773 h 42333"/>
                <a:gd name="connsiteX1" fmla="*/ 247921 w 246945"/>
                <a:gd name="connsiteY1" fmla="*/ 773 h 42333"/>
                <a:gd name="connsiteX2" fmla="*/ 247921 w 246945"/>
                <a:gd name="connsiteY2" fmla="*/ 43106 h 42333"/>
                <a:gd name="connsiteX3" fmla="*/ 976 w 246945"/>
                <a:gd name="connsiteY3" fmla="*/ 43106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2333">
                  <a:moveTo>
                    <a:pt x="976" y="773"/>
                  </a:moveTo>
                  <a:lnTo>
                    <a:pt x="247921" y="773"/>
                  </a:lnTo>
                  <a:lnTo>
                    <a:pt x="247921" y="43106"/>
                  </a:lnTo>
                  <a:lnTo>
                    <a:pt x="976" y="43106"/>
                  </a:lnTo>
                  <a:close/>
                </a:path>
              </a:pathLst>
            </a:custGeom>
          </p:spPr>
        </p:pic>
        <p:pic>
          <p:nvPicPr>
            <p:cNvPr id="1718" name="그림 1717">
              <a:extLst>
                <a:ext uri="{FF2B5EF4-FFF2-40B4-BE49-F238E27FC236}">
                  <a16:creationId xmlns:a16="http://schemas.microsoft.com/office/drawing/2014/main" id="{3068F5D2-41E0-1B76-32ED-5B9CAC79B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2"/>
            <a:stretch>
              <a:fillRect/>
            </a:stretch>
          </p:blipFill>
          <p:spPr>
            <a:xfrm>
              <a:off x="7119083" y="5397500"/>
              <a:ext cx="642058" cy="98777"/>
            </a:xfrm>
            <a:custGeom>
              <a:avLst/>
              <a:gdLst>
                <a:gd name="connsiteX0" fmla="*/ 1009 w 642058"/>
                <a:gd name="connsiteY0" fmla="*/ 765 h 98777"/>
                <a:gd name="connsiteX1" fmla="*/ 643067 w 642058"/>
                <a:gd name="connsiteY1" fmla="*/ 765 h 98777"/>
                <a:gd name="connsiteX2" fmla="*/ 643067 w 642058"/>
                <a:gd name="connsiteY2" fmla="*/ 99543 h 98777"/>
                <a:gd name="connsiteX3" fmla="*/ 1009 w 642058"/>
                <a:gd name="connsiteY3" fmla="*/ 9954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058" h="98777">
                  <a:moveTo>
                    <a:pt x="1009" y="765"/>
                  </a:moveTo>
                  <a:lnTo>
                    <a:pt x="643067" y="765"/>
                  </a:lnTo>
                  <a:lnTo>
                    <a:pt x="643067" y="99543"/>
                  </a:lnTo>
                  <a:lnTo>
                    <a:pt x="1009" y="99543"/>
                  </a:lnTo>
                  <a:close/>
                </a:path>
              </a:pathLst>
            </a:custGeom>
          </p:spPr>
        </p:pic>
        <p:pic>
          <p:nvPicPr>
            <p:cNvPr id="1719" name="그림 1718">
              <a:extLst>
                <a:ext uri="{FF2B5EF4-FFF2-40B4-BE49-F238E27FC236}">
                  <a16:creationId xmlns:a16="http://schemas.microsoft.com/office/drawing/2014/main" id="{74E30335-4677-6DD4-CB83-6B93558CD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/>
            <a:stretch>
              <a:fillRect/>
            </a:stretch>
          </p:blipFill>
          <p:spPr>
            <a:xfrm>
              <a:off x="7119083" y="5277555"/>
              <a:ext cx="254000" cy="218722"/>
            </a:xfrm>
            <a:custGeom>
              <a:avLst/>
              <a:gdLst>
                <a:gd name="connsiteX0" fmla="*/ 1009 w 254000"/>
                <a:gd name="connsiteY0" fmla="*/ 748 h 218722"/>
                <a:gd name="connsiteX1" fmla="*/ 255010 w 254000"/>
                <a:gd name="connsiteY1" fmla="*/ 748 h 218722"/>
                <a:gd name="connsiteX2" fmla="*/ 255010 w 254000"/>
                <a:gd name="connsiteY2" fmla="*/ 219470 h 218722"/>
                <a:gd name="connsiteX3" fmla="*/ 1009 w 254000"/>
                <a:gd name="connsiteY3" fmla="*/ 219470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4000" h="218722">
                  <a:moveTo>
                    <a:pt x="1009" y="748"/>
                  </a:moveTo>
                  <a:lnTo>
                    <a:pt x="255010" y="748"/>
                  </a:lnTo>
                  <a:lnTo>
                    <a:pt x="255010" y="219470"/>
                  </a:lnTo>
                  <a:lnTo>
                    <a:pt x="1009" y="219470"/>
                  </a:lnTo>
                  <a:close/>
                </a:path>
              </a:pathLst>
            </a:custGeom>
          </p:spPr>
        </p:pic>
        <p:pic>
          <p:nvPicPr>
            <p:cNvPr id="1720" name="그림 1719">
              <a:extLst>
                <a:ext uri="{FF2B5EF4-FFF2-40B4-BE49-F238E27FC236}">
                  <a16:creationId xmlns:a16="http://schemas.microsoft.com/office/drawing/2014/main" id="{497F67EF-5373-7990-1C76-AF14C367F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4"/>
            <a:stretch>
              <a:fillRect/>
            </a:stretch>
          </p:blipFill>
          <p:spPr>
            <a:xfrm>
              <a:off x="7366028" y="4938888"/>
              <a:ext cx="134056" cy="352777"/>
            </a:xfrm>
            <a:custGeom>
              <a:avLst/>
              <a:gdLst>
                <a:gd name="connsiteX0" fmla="*/ 1044 w 134056"/>
                <a:gd name="connsiteY0" fmla="*/ 700 h 352777"/>
                <a:gd name="connsiteX1" fmla="*/ 135100 w 134056"/>
                <a:gd name="connsiteY1" fmla="*/ 700 h 352777"/>
                <a:gd name="connsiteX2" fmla="*/ 135100 w 134056"/>
                <a:gd name="connsiteY2" fmla="*/ 353478 h 352777"/>
                <a:gd name="connsiteX3" fmla="*/ 1044 w 134056"/>
                <a:gd name="connsiteY3" fmla="*/ 353478 h 35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352777">
                  <a:moveTo>
                    <a:pt x="1044" y="700"/>
                  </a:moveTo>
                  <a:lnTo>
                    <a:pt x="135100" y="700"/>
                  </a:lnTo>
                  <a:lnTo>
                    <a:pt x="135100" y="353478"/>
                  </a:lnTo>
                  <a:lnTo>
                    <a:pt x="1044" y="353478"/>
                  </a:lnTo>
                  <a:close/>
                </a:path>
              </a:pathLst>
            </a:custGeom>
          </p:spPr>
        </p:pic>
        <p:pic>
          <p:nvPicPr>
            <p:cNvPr id="1721" name="그림 1720">
              <a:extLst>
                <a:ext uri="{FF2B5EF4-FFF2-40B4-BE49-F238E27FC236}">
                  <a16:creationId xmlns:a16="http://schemas.microsoft.com/office/drawing/2014/main" id="{8FF8B4F0-EC37-CD81-C659-FB05C375B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/>
            <a:stretch>
              <a:fillRect/>
            </a:stretch>
          </p:blipFill>
          <p:spPr>
            <a:xfrm>
              <a:off x="7485973" y="4755444"/>
              <a:ext cx="395112" cy="197555"/>
            </a:xfrm>
            <a:custGeom>
              <a:avLst/>
              <a:gdLst>
                <a:gd name="connsiteX0" fmla="*/ 1061 w 395112"/>
                <a:gd name="connsiteY0" fmla="*/ 674 h 197555"/>
                <a:gd name="connsiteX1" fmla="*/ 396174 w 395112"/>
                <a:gd name="connsiteY1" fmla="*/ 674 h 197555"/>
                <a:gd name="connsiteX2" fmla="*/ 396174 w 395112"/>
                <a:gd name="connsiteY2" fmla="*/ 198230 h 197555"/>
                <a:gd name="connsiteX3" fmla="*/ 1061 w 395112"/>
                <a:gd name="connsiteY3" fmla="*/ 198230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5112" h="197555">
                  <a:moveTo>
                    <a:pt x="1061" y="674"/>
                  </a:moveTo>
                  <a:lnTo>
                    <a:pt x="396174" y="674"/>
                  </a:lnTo>
                  <a:lnTo>
                    <a:pt x="396174" y="198230"/>
                  </a:lnTo>
                  <a:lnTo>
                    <a:pt x="1061" y="198230"/>
                  </a:lnTo>
                  <a:close/>
                </a:path>
              </a:pathLst>
            </a:custGeom>
          </p:spPr>
        </p:pic>
        <p:pic>
          <p:nvPicPr>
            <p:cNvPr id="1722" name="그림 1721">
              <a:extLst>
                <a:ext uri="{FF2B5EF4-FFF2-40B4-BE49-F238E27FC236}">
                  <a16:creationId xmlns:a16="http://schemas.microsoft.com/office/drawing/2014/main" id="{B34C6B9F-61C5-FAEB-027F-1D0D53225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6"/>
            <a:stretch>
              <a:fillRect/>
            </a:stretch>
          </p:blipFill>
          <p:spPr>
            <a:xfrm>
              <a:off x="7866975" y="4487333"/>
              <a:ext cx="112889" cy="282222"/>
            </a:xfrm>
            <a:custGeom>
              <a:avLst/>
              <a:gdLst>
                <a:gd name="connsiteX0" fmla="*/ 1115 w 112889"/>
                <a:gd name="connsiteY0" fmla="*/ 636 h 282222"/>
                <a:gd name="connsiteX1" fmla="*/ 114004 w 112889"/>
                <a:gd name="connsiteY1" fmla="*/ 636 h 282222"/>
                <a:gd name="connsiteX2" fmla="*/ 114004 w 112889"/>
                <a:gd name="connsiteY2" fmla="*/ 282858 h 282222"/>
                <a:gd name="connsiteX3" fmla="*/ 1115 w 112889"/>
                <a:gd name="connsiteY3" fmla="*/ 282858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282222">
                  <a:moveTo>
                    <a:pt x="1115" y="636"/>
                  </a:moveTo>
                  <a:lnTo>
                    <a:pt x="114004" y="636"/>
                  </a:lnTo>
                  <a:lnTo>
                    <a:pt x="114004" y="282858"/>
                  </a:lnTo>
                  <a:lnTo>
                    <a:pt x="1115" y="282858"/>
                  </a:lnTo>
                  <a:close/>
                </a:path>
              </a:pathLst>
            </a:custGeom>
          </p:spPr>
        </p:pic>
        <p:pic>
          <p:nvPicPr>
            <p:cNvPr id="1723" name="그림 1722">
              <a:extLst>
                <a:ext uri="{FF2B5EF4-FFF2-40B4-BE49-F238E27FC236}">
                  <a16:creationId xmlns:a16="http://schemas.microsoft.com/office/drawing/2014/main" id="{522D163D-EF12-FF69-7DD5-C5044CB8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/>
            <a:stretch>
              <a:fillRect/>
            </a:stretch>
          </p:blipFill>
          <p:spPr>
            <a:xfrm>
              <a:off x="7866975" y="4755444"/>
              <a:ext cx="451557" cy="127000"/>
            </a:xfrm>
            <a:custGeom>
              <a:avLst/>
              <a:gdLst>
                <a:gd name="connsiteX0" fmla="*/ 1115 w 451557"/>
                <a:gd name="connsiteY0" fmla="*/ 674 h 127000"/>
                <a:gd name="connsiteX1" fmla="*/ 452672 w 451557"/>
                <a:gd name="connsiteY1" fmla="*/ 674 h 127000"/>
                <a:gd name="connsiteX2" fmla="*/ 452672 w 451557"/>
                <a:gd name="connsiteY2" fmla="*/ 127674 h 127000"/>
                <a:gd name="connsiteX3" fmla="*/ 1115 w 451557"/>
                <a:gd name="connsiteY3" fmla="*/ 127674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127000">
                  <a:moveTo>
                    <a:pt x="1115" y="674"/>
                  </a:moveTo>
                  <a:lnTo>
                    <a:pt x="452672" y="674"/>
                  </a:lnTo>
                  <a:lnTo>
                    <a:pt x="452672" y="127674"/>
                  </a:lnTo>
                  <a:lnTo>
                    <a:pt x="1115" y="127674"/>
                  </a:lnTo>
                  <a:close/>
                </a:path>
              </a:pathLst>
            </a:custGeom>
          </p:spPr>
        </p:pic>
        <p:pic>
          <p:nvPicPr>
            <p:cNvPr id="1724" name="그림 1723">
              <a:extLst>
                <a:ext uri="{FF2B5EF4-FFF2-40B4-BE49-F238E27FC236}">
                  <a16:creationId xmlns:a16="http://schemas.microsoft.com/office/drawing/2014/main" id="{F78EE81C-AC5D-49D2-65DB-1EC184D94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8"/>
            <a:stretch>
              <a:fillRect/>
            </a:stretch>
          </p:blipFill>
          <p:spPr>
            <a:xfrm>
              <a:off x="7965753" y="4466166"/>
              <a:ext cx="740836" cy="35277"/>
            </a:xfrm>
            <a:custGeom>
              <a:avLst/>
              <a:gdLst>
                <a:gd name="connsiteX0" fmla="*/ 1129 w 740836"/>
                <a:gd name="connsiteY0" fmla="*/ 633 h 35277"/>
                <a:gd name="connsiteX1" fmla="*/ 741965 w 740836"/>
                <a:gd name="connsiteY1" fmla="*/ 633 h 35277"/>
                <a:gd name="connsiteX2" fmla="*/ 741965 w 740836"/>
                <a:gd name="connsiteY2" fmla="*/ 35911 h 35277"/>
                <a:gd name="connsiteX3" fmla="*/ 1129 w 740836"/>
                <a:gd name="connsiteY3" fmla="*/ 3591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35277">
                  <a:moveTo>
                    <a:pt x="1129" y="633"/>
                  </a:moveTo>
                  <a:lnTo>
                    <a:pt x="741965" y="633"/>
                  </a:lnTo>
                  <a:lnTo>
                    <a:pt x="741965" y="35911"/>
                  </a:lnTo>
                  <a:lnTo>
                    <a:pt x="1129" y="35911"/>
                  </a:lnTo>
                  <a:close/>
                </a:path>
              </a:pathLst>
            </a:custGeom>
          </p:spPr>
        </p:pic>
        <p:pic>
          <p:nvPicPr>
            <p:cNvPr id="1725" name="그림 1724">
              <a:extLst>
                <a:ext uri="{FF2B5EF4-FFF2-40B4-BE49-F238E27FC236}">
                  <a16:creationId xmlns:a16="http://schemas.microsoft.com/office/drawing/2014/main" id="{46EF91B3-73CD-6F01-E96A-53D5A77F9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/>
            <a:stretch>
              <a:fillRect/>
            </a:stretch>
          </p:blipFill>
          <p:spPr>
            <a:xfrm>
              <a:off x="8078642" y="4282722"/>
              <a:ext cx="620891" cy="56444"/>
            </a:xfrm>
            <a:custGeom>
              <a:avLst/>
              <a:gdLst>
                <a:gd name="connsiteX0" fmla="*/ 1145 w 620891"/>
                <a:gd name="connsiteY0" fmla="*/ 607 h 56444"/>
                <a:gd name="connsiteX1" fmla="*/ 622036 w 620891"/>
                <a:gd name="connsiteY1" fmla="*/ 607 h 56444"/>
                <a:gd name="connsiteX2" fmla="*/ 622036 w 620891"/>
                <a:gd name="connsiteY2" fmla="*/ 57051 h 56444"/>
                <a:gd name="connsiteX3" fmla="*/ 1145 w 620891"/>
                <a:gd name="connsiteY3" fmla="*/ 57051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891" h="56444">
                  <a:moveTo>
                    <a:pt x="1145" y="607"/>
                  </a:moveTo>
                  <a:lnTo>
                    <a:pt x="622036" y="607"/>
                  </a:lnTo>
                  <a:lnTo>
                    <a:pt x="622036" y="57051"/>
                  </a:lnTo>
                  <a:lnTo>
                    <a:pt x="1145" y="57051"/>
                  </a:lnTo>
                  <a:close/>
                </a:path>
              </a:pathLst>
            </a:custGeom>
          </p:spPr>
        </p:pic>
        <p:pic>
          <p:nvPicPr>
            <p:cNvPr id="1726" name="그림 1725">
              <a:extLst>
                <a:ext uri="{FF2B5EF4-FFF2-40B4-BE49-F238E27FC236}">
                  <a16:creationId xmlns:a16="http://schemas.microsoft.com/office/drawing/2014/main" id="{EAFD1764-22FF-63F7-3EF8-784AA1E56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80"/>
            <a:stretch>
              <a:fillRect/>
            </a:stretch>
          </p:blipFill>
          <p:spPr>
            <a:xfrm>
              <a:off x="8078642" y="3873500"/>
              <a:ext cx="479779" cy="423333"/>
            </a:xfrm>
            <a:custGeom>
              <a:avLst/>
              <a:gdLst>
                <a:gd name="connsiteX0" fmla="*/ 1145 w 479779"/>
                <a:gd name="connsiteY0" fmla="*/ 549 h 423333"/>
                <a:gd name="connsiteX1" fmla="*/ 480925 w 479779"/>
                <a:gd name="connsiteY1" fmla="*/ 549 h 423333"/>
                <a:gd name="connsiteX2" fmla="*/ 480925 w 479779"/>
                <a:gd name="connsiteY2" fmla="*/ 423882 h 423333"/>
                <a:gd name="connsiteX3" fmla="*/ 1145 w 479779"/>
                <a:gd name="connsiteY3" fmla="*/ 423882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779" h="423333">
                  <a:moveTo>
                    <a:pt x="1145" y="549"/>
                  </a:moveTo>
                  <a:lnTo>
                    <a:pt x="480925" y="549"/>
                  </a:lnTo>
                  <a:lnTo>
                    <a:pt x="480925" y="423882"/>
                  </a:lnTo>
                  <a:lnTo>
                    <a:pt x="1145" y="423882"/>
                  </a:lnTo>
                  <a:close/>
                </a:path>
              </a:pathLst>
            </a:custGeom>
          </p:spPr>
        </p:pic>
        <p:pic>
          <p:nvPicPr>
            <p:cNvPr id="1727" name="그림 1726">
              <a:extLst>
                <a:ext uri="{FF2B5EF4-FFF2-40B4-BE49-F238E27FC236}">
                  <a16:creationId xmlns:a16="http://schemas.microsoft.com/office/drawing/2014/main" id="{A5477AD4-9F16-CBA7-9301-7DCC60217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/>
            <a:stretch>
              <a:fillRect/>
            </a:stretch>
          </p:blipFill>
          <p:spPr>
            <a:xfrm>
              <a:off x="8544311" y="3739444"/>
              <a:ext cx="345723" cy="148166"/>
            </a:xfrm>
            <a:custGeom>
              <a:avLst/>
              <a:gdLst>
                <a:gd name="connsiteX0" fmla="*/ 1211 w 345723"/>
                <a:gd name="connsiteY0" fmla="*/ 530 h 148166"/>
                <a:gd name="connsiteX1" fmla="*/ 346935 w 345723"/>
                <a:gd name="connsiteY1" fmla="*/ 530 h 148166"/>
                <a:gd name="connsiteX2" fmla="*/ 346935 w 345723"/>
                <a:gd name="connsiteY2" fmla="*/ 148697 h 148166"/>
                <a:gd name="connsiteX3" fmla="*/ 1211 w 345723"/>
                <a:gd name="connsiteY3" fmla="*/ 148697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48166">
                  <a:moveTo>
                    <a:pt x="1211" y="530"/>
                  </a:moveTo>
                  <a:lnTo>
                    <a:pt x="346935" y="530"/>
                  </a:lnTo>
                  <a:lnTo>
                    <a:pt x="346935" y="148697"/>
                  </a:lnTo>
                  <a:lnTo>
                    <a:pt x="1211" y="148697"/>
                  </a:lnTo>
                  <a:close/>
                </a:path>
              </a:pathLst>
            </a:custGeom>
          </p:spPr>
        </p:pic>
        <p:pic>
          <p:nvPicPr>
            <p:cNvPr id="1728" name="그림 1727">
              <a:extLst>
                <a:ext uri="{FF2B5EF4-FFF2-40B4-BE49-F238E27FC236}">
                  <a16:creationId xmlns:a16="http://schemas.microsoft.com/office/drawing/2014/main" id="{EA99C8EA-BEAF-AB0E-75D6-2980E04B8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2"/>
            <a:stretch>
              <a:fillRect/>
            </a:stretch>
          </p:blipFill>
          <p:spPr>
            <a:xfrm>
              <a:off x="8544311" y="3690055"/>
              <a:ext cx="345723" cy="197555"/>
            </a:xfrm>
            <a:custGeom>
              <a:avLst/>
              <a:gdLst>
                <a:gd name="connsiteX0" fmla="*/ 1211 w 345723"/>
                <a:gd name="connsiteY0" fmla="*/ 523 h 197555"/>
                <a:gd name="connsiteX1" fmla="*/ 346935 w 345723"/>
                <a:gd name="connsiteY1" fmla="*/ 523 h 197555"/>
                <a:gd name="connsiteX2" fmla="*/ 346935 w 345723"/>
                <a:gd name="connsiteY2" fmla="*/ 198079 h 197555"/>
                <a:gd name="connsiteX3" fmla="*/ 1211 w 345723"/>
                <a:gd name="connsiteY3" fmla="*/ 198079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197555">
                  <a:moveTo>
                    <a:pt x="1211" y="523"/>
                  </a:moveTo>
                  <a:lnTo>
                    <a:pt x="346935" y="523"/>
                  </a:lnTo>
                  <a:lnTo>
                    <a:pt x="346935" y="198079"/>
                  </a:lnTo>
                  <a:lnTo>
                    <a:pt x="1211" y="198079"/>
                  </a:lnTo>
                  <a:close/>
                </a:path>
              </a:pathLst>
            </a:custGeom>
          </p:spPr>
        </p:pic>
        <p:pic>
          <p:nvPicPr>
            <p:cNvPr id="1729" name="그림 1728">
              <a:extLst>
                <a:ext uri="{FF2B5EF4-FFF2-40B4-BE49-F238E27FC236}">
                  <a16:creationId xmlns:a16="http://schemas.microsoft.com/office/drawing/2014/main" id="{F2542301-AD64-5407-FA0F-D5A6CDFBF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/>
            <a:stretch>
              <a:fillRect/>
            </a:stretch>
          </p:blipFill>
          <p:spPr>
            <a:xfrm>
              <a:off x="8875923" y="3485444"/>
              <a:ext cx="451557" cy="218722"/>
            </a:xfrm>
            <a:custGeom>
              <a:avLst/>
              <a:gdLst>
                <a:gd name="connsiteX0" fmla="*/ 1258 w 451557"/>
                <a:gd name="connsiteY0" fmla="*/ 494 h 218722"/>
                <a:gd name="connsiteX1" fmla="*/ 452815 w 451557"/>
                <a:gd name="connsiteY1" fmla="*/ 494 h 218722"/>
                <a:gd name="connsiteX2" fmla="*/ 452815 w 451557"/>
                <a:gd name="connsiteY2" fmla="*/ 219216 h 218722"/>
                <a:gd name="connsiteX3" fmla="*/ 1258 w 451557"/>
                <a:gd name="connsiteY3" fmla="*/ 219216 h 21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18722">
                  <a:moveTo>
                    <a:pt x="1258" y="494"/>
                  </a:moveTo>
                  <a:lnTo>
                    <a:pt x="452815" y="494"/>
                  </a:lnTo>
                  <a:lnTo>
                    <a:pt x="452815" y="219216"/>
                  </a:lnTo>
                  <a:lnTo>
                    <a:pt x="1258" y="219216"/>
                  </a:lnTo>
                  <a:close/>
                </a:path>
              </a:pathLst>
            </a:custGeom>
          </p:spPr>
        </p:pic>
        <p:pic>
          <p:nvPicPr>
            <p:cNvPr id="1730" name="그림 1729">
              <a:extLst>
                <a:ext uri="{FF2B5EF4-FFF2-40B4-BE49-F238E27FC236}">
                  <a16:creationId xmlns:a16="http://schemas.microsoft.com/office/drawing/2014/main" id="{C44F0B4C-3B64-539B-66EA-FF569243F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4"/>
            <a:stretch>
              <a:fillRect/>
            </a:stretch>
          </p:blipFill>
          <p:spPr>
            <a:xfrm>
              <a:off x="8875923" y="3690055"/>
              <a:ext cx="331612" cy="98777"/>
            </a:xfrm>
            <a:custGeom>
              <a:avLst/>
              <a:gdLst>
                <a:gd name="connsiteX0" fmla="*/ 1258 w 331612"/>
                <a:gd name="connsiteY0" fmla="*/ 523 h 98777"/>
                <a:gd name="connsiteX1" fmla="*/ 332870 w 331612"/>
                <a:gd name="connsiteY1" fmla="*/ 523 h 98777"/>
                <a:gd name="connsiteX2" fmla="*/ 332870 w 331612"/>
                <a:gd name="connsiteY2" fmla="*/ 99301 h 98777"/>
                <a:gd name="connsiteX3" fmla="*/ 1258 w 331612"/>
                <a:gd name="connsiteY3" fmla="*/ 993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612" h="98777">
                  <a:moveTo>
                    <a:pt x="1258" y="523"/>
                  </a:moveTo>
                  <a:lnTo>
                    <a:pt x="332870" y="523"/>
                  </a:lnTo>
                  <a:lnTo>
                    <a:pt x="332870" y="99301"/>
                  </a:lnTo>
                  <a:lnTo>
                    <a:pt x="1258" y="99301"/>
                  </a:lnTo>
                  <a:close/>
                </a:path>
              </a:pathLst>
            </a:custGeom>
          </p:spPr>
        </p:pic>
        <p:pic>
          <p:nvPicPr>
            <p:cNvPr id="1731" name="그림 1730">
              <a:extLst>
                <a:ext uri="{FF2B5EF4-FFF2-40B4-BE49-F238E27FC236}">
                  <a16:creationId xmlns:a16="http://schemas.microsoft.com/office/drawing/2014/main" id="{78E926D3-EE21-4D19-1AB5-505AA4533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/>
            <a:stretch>
              <a:fillRect/>
            </a:stretch>
          </p:blipFill>
          <p:spPr>
            <a:xfrm>
              <a:off x="8875923" y="3690055"/>
              <a:ext cx="14111" cy="63500"/>
            </a:xfrm>
            <a:custGeom>
              <a:avLst/>
              <a:gdLst>
                <a:gd name="connsiteX0" fmla="*/ 1258 w 14111"/>
                <a:gd name="connsiteY0" fmla="*/ 523 h 63500"/>
                <a:gd name="connsiteX1" fmla="*/ 15369 w 14111"/>
                <a:gd name="connsiteY1" fmla="*/ 523 h 63500"/>
                <a:gd name="connsiteX2" fmla="*/ 15369 w 14111"/>
                <a:gd name="connsiteY2" fmla="*/ 64023 h 63500"/>
                <a:gd name="connsiteX3" fmla="*/ 1258 w 14111"/>
                <a:gd name="connsiteY3" fmla="*/ 64023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1" h="63500">
                  <a:moveTo>
                    <a:pt x="1258" y="523"/>
                  </a:moveTo>
                  <a:lnTo>
                    <a:pt x="15369" y="523"/>
                  </a:lnTo>
                  <a:lnTo>
                    <a:pt x="15369" y="64023"/>
                  </a:lnTo>
                  <a:lnTo>
                    <a:pt x="1258" y="64023"/>
                  </a:lnTo>
                  <a:close/>
                </a:path>
              </a:pathLst>
            </a:custGeom>
          </p:spPr>
        </p:pic>
        <p:pic>
          <p:nvPicPr>
            <p:cNvPr id="1732" name="그림 1731">
              <a:extLst>
                <a:ext uri="{FF2B5EF4-FFF2-40B4-BE49-F238E27FC236}">
                  <a16:creationId xmlns:a16="http://schemas.microsoft.com/office/drawing/2014/main" id="{A0CC956A-AE8E-8172-BEDA-CCB99BF3D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6"/>
            <a:stretch>
              <a:fillRect/>
            </a:stretch>
          </p:blipFill>
          <p:spPr>
            <a:xfrm>
              <a:off x="9193425" y="3774722"/>
              <a:ext cx="437446" cy="225777"/>
            </a:xfrm>
            <a:custGeom>
              <a:avLst/>
              <a:gdLst>
                <a:gd name="connsiteX0" fmla="*/ 1303 w 437446"/>
                <a:gd name="connsiteY0" fmla="*/ 535 h 225777"/>
                <a:gd name="connsiteX1" fmla="*/ 438749 w 437446"/>
                <a:gd name="connsiteY1" fmla="*/ 535 h 225777"/>
                <a:gd name="connsiteX2" fmla="*/ 438749 w 437446"/>
                <a:gd name="connsiteY2" fmla="*/ 226313 h 225777"/>
                <a:gd name="connsiteX3" fmla="*/ 1303 w 437446"/>
                <a:gd name="connsiteY3" fmla="*/ 226313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46" h="225777">
                  <a:moveTo>
                    <a:pt x="1303" y="535"/>
                  </a:moveTo>
                  <a:lnTo>
                    <a:pt x="438749" y="535"/>
                  </a:lnTo>
                  <a:lnTo>
                    <a:pt x="438749" y="226313"/>
                  </a:lnTo>
                  <a:lnTo>
                    <a:pt x="1303" y="226313"/>
                  </a:lnTo>
                  <a:close/>
                </a:path>
              </a:pathLst>
            </a:custGeom>
          </p:spPr>
        </p:pic>
        <p:pic>
          <p:nvPicPr>
            <p:cNvPr id="1733" name="그림 1732">
              <a:extLst>
                <a:ext uri="{FF2B5EF4-FFF2-40B4-BE49-F238E27FC236}">
                  <a16:creationId xmlns:a16="http://schemas.microsoft.com/office/drawing/2014/main" id="{752CD12C-429A-B979-DEC5-221163EA5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/>
            <a:stretch>
              <a:fillRect/>
            </a:stretch>
          </p:blipFill>
          <p:spPr>
            <a:xfrm>
              <a:off x="9200480" y="2829277"/>
              <a:ext cx="317501" cy="959555"/>
            </a:xfrm>
            <a:custGeom>
              <a:avLst/>
              <a:gdLst>
                <a:gd name="connsiteX0" fmla="*/ 1304 w 317501"/>
                <a:gd name="connsiteY0" fmla="*/ 401 h 959555"/>
                <a:gd name="connsiteX1" fmla="*/ 318805 w 317501"/>
                <a:gd name="connsiteY1" fmla="*/ 401 h 959555"/>
                <a:gd name="connsiteX2" fmla="*/ 318805 w 317501"/>
                <a:gd name="connsiteY2" fmla="*/ 959957 h 959555"/>
                <a:gd name="connsiteX3" fmla="*/ 1304 w 317501"/>
                <a:gd name="connsiteY3" fmla="*/ 959957 h 95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1" h="959555">
                  <a:moveTo>
                    <a:pt x="1304" y="401"/>
                  </a:moveTo>
                  <a:lnTo>
                    <a:pt x="318805" y="401"/>
                  </a:lnTo>
                  <a:lnTo>
                    <a:pt x="318805" y="959957"/>
                  </a:lnTo>
                  <a:lnTo>
                    <a:pt x="1304" y="959957"/>
                  </a:lnTo>
                  <a:close/>
                </a:path>
              </a:pathLst>
            </a:custGeom>
          </p:spPr>
        </p:pic>
        <p:pic>
          <p:nvPicPr>
            <p:cNvPr id="1734" name="그림 1733">
              <a:extLst>
                <a:ext uri="{FF2B5EF4-FFF2-40B4-BE49-F238E27FC236}">
                  <a16:creationId xmlns:a16="http://schemas.microsoft.com/office/drawing/2014/main" id="{C44A33EF-35F4-1A3F-4A08-7775CA7DD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8"/>
            <a:stretch>
              <a:fillRect/>
            </a:stretch>
          </p:blipFill>
          <p:spPr>
            <a:xfrm>
              <a:off x="9764927" y="2645833"/>
              <a:ext cx="98778" cy="105833"/>
            </a:xfrm>
            <a:custGeom>
              <a:avLst/>
              <a:gdLst>
                <a:gd name="connsiteX0" fmla="*/ 1384 w 98778"/>
                <a:gd name="connsiteY0" fmla="*/ 375 h 105833"/>
                <a:gd name="connsiteX1" fmla="*/ 100162 w 98778"/>
                <a:gd name="connsiteY1" fmla="*/ 375 h 105833"/>
                <a:gd name="connsiteX2" fmla="*/ 100162 w 98778"/>
                <a:gd name="connsiteY2" fmla="*/ 106208 h 105833"/>
                <a:gd name="connsiteX3" fmla="*/ 1384 w 98778"/>
                <a:gd name="connsiteY3" fmla="*/ 106208 h 105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105833">
                  <a:moveTo>
                    <a:pt x="1384" y="375"/>
                  </a:moveTo>
                  <a:lnTo>
                    <a:pt x="100162" y="375"/>
                  </a:lnTo>
                  <a:lnTo>
                    <a:pt x="100162" y="106208"/>
                  </a:lnTo>
                  <a:lnTo>
                    <a:pt x="1384" y="106208"/>
                  </a:lnTo>
                  <a:close/>
                </a:path>
              </a:pathLst>
            </a:custGeom>
          </p:spPr>
        </p:pic>
        <p:pic>
          <p:nvPicPr>
            <p:cNvPr id="1735" name="그림 1734">
              <a:extLst>
                <a:ext uri="{FF2B5EF4-FFF2-40B4-BE49-F238E27FC236}">
                  <a16:creationId xmlns:a16="http://schemas.microsoft.com/office/drawing/2014/main" id="{E8B73707-BACB-CD11-4582-B1285DD2D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/>
            <a:stretch>
              <a:fillRect/>
            </a:stretch>
          </p:blipFill>
          <p:spPr>
            <a:xfrm>
              <a:off x="9969539" y="740833"/>
              <a:ext cx="846669" cy="585611"/>
            </a:xfrm>
            <a:custGeom>
              <a:avLst/>
              <a:gdLst>
                <a:gd name="connsiteX0" fmla="*/ 1413 w 846669"/>
                <a:gd name="connsiteY0" fmla="*/ 105 h 585611"/>
                <a:gd name="connsiteX1" fmla="*/ 848083 w 846669"/>
                <a:gd name="connsiteY1" fmla="*/ 105 h 585611"/>
                <a:gd name="connsiteX2" fmla="*/ 848083 w 846669"/>
                <a:gd name="connsiteY2" fmla="*/ 585716 h 585611"/>
                <a:gd name="connsiteX3" fmla="*/ 1413 w 846669"/>
                <a:gd name="connsiteY3" fmla="*/ 585716 h 5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669" h="585611">
                  <a:moveTo>
                    <a:pt x="1413" y="105"/>
                  </a:moveTo>
                  <a:lnTo>
                    <a:pt x="848083" y="105"/>
                  </a:lnTo>
                  <a:lnTo>
                    <a:pt x="848083" y="585716"/>
                  </a:lnTo>
                  <a:lnTo>
                    <a:pt x="1413" y="585716"/>
                  </a:lnTo>
                  <a:close/>
                </a:path>
              </a:pathLst>
            </a:custGeom>
          </p:spPr>
        </p:pic>
        <p:pic>
          <p:nvPicPr>
            <p:cNvPr id="1736" name="그림 1735">
              <a:extLst>
                <a:ext uri="{FF2B5EF4-FFF2-40B4-BE49-F238E27FC236}">
                  <a16:creationId xmlns:a16="http://schemas.microsoft.com/office/drawing/2014/main" id="{F2FBF885-C792-7B11-A019-EA4A7164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0"/>
            <a:stretch>
              <a:fillRect/>
            </a:stretch>
          </p:blipFill>
          <p:spPr>
            <a:xfrm>
              <a:off x="9969539" y="1044222"/>
              <a:ext cx="345723" cy="282222"/>
            </a:xfrm>
            <a:custGeom>
              <a:avLst/>
              <a:gdLst>
                <a:gd name="connsiteX0" fmla="*/ 1413 w 345723"/>
                <a:gd name="connsiteY0" fmla="*/ 148 h 282222"/>
                <a:gd name="connsiteX1" fmla="*/ 347137 w 345723"/>
                <a:gd name="connsiteY1" fmla="*/ 148 h 282222"/>
                <a:gd name="connsiteX2" fmla="*/ 347137 w 345723"/>
                <a:gd name="connsiteY2" fmla="*/ 282370 h 282222"/>
                <a:gd name="connsiteX3" fmla="*/ 1413 w 345723"/>
                <a:gd name="connsiteY3" fmla="*/ 282370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82222">
                  <a:moveTo>
                    <a:pt x="1413" y="148"/>
                  </a:moveTo>
                  <a:lnTo>
                    <a:pt x="347137" y="148"/>
                  </a:lnTo>
                  <a:lnTo>
                    <a:pt x="347137" y="282370"/>
                  </a:lnTo>
                  <a:lnTo>
                    <a:pt x="1413" y="282370"/>
                  </a:lnTo>
                  <a:close/>
                </a:path>
              </a:pathLst>
            </a:custGeom>
          </p:spPr>
        </p:pic>
        <p:pic>
          <p:nvPicPr>
            <p:cNvPr id="1737" name="그림 1736">
              <a:extLst>
                <a:ext uri="{FF2B5EF4-FFF2-40B4-BE49-F238E27FC236}">
                  <a16:creationId xmlns:a16="http://schemas.microsoft.com/office/drawing/2014/main" id="{3E100B29-C07D-6CC5-0E33-48DEB0E11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/>
            <a:stretch>
              <a:fillRect/>
            </a:stretch>
          </p:blipFill>
          <p:spPr>
            <a:xfrm>
              <a:off x="10682153" y="726722"/>
              <a:ext cx="430390" cy="359833"/>
            </a:xfrm>
            <a:custGeom>
              <a:avLst/>
              <a:gdLst>
                <a:gd name="connsiteX0" fmla="*/ 1514 w 430390"/>
                <a:gd name="connsiteY0" fmla="*/ 103 h 359833"/>
                <a:gd name="connsiteX1" fmla="*/ 431905 w 430390"/>
                <a:gd name="connsiteY1" fmla="*/ 103 h 359833"/>
                <a:gd name="connsiteX2" fmla="*/ 431905 w 430390"/>
                <a:gd name="connsiteY2" fmla="*/ 359936 h 359833"/>
                <a:gd name="connsiteX3" fmla="*/ 1514 w 430390"/>
                <a:gd name="connsiteY3" fmla="*/ 359936 h 3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90" h="359833">
                  <a:moveTo>
                    <a:pt x="1514" y="103"/>
                  </a:moveTo>
                  <a:lnTo>
                    <a:pt x="431905" y="103"/>
                  </a:lnTo>
                  <a:lnTo>
                    <a:pt x="431905" y="359936"/>
                  </a:lnTo>
                  <a:lnTo>
                    <a:pt x="1514" y="359936"/>
                  </a:lnTo>
                  <a:close/>
                </a:path>
              </a:pathLst>
            </a:custGeom>
          </p:spPr>
        </p:pic>
        <p:pic>
          <p:nvPicPr>
            <p:cNvPr id="1738" name="그림 1737">
              <a:extLst>
                <a:ext uri="{FF2B5EF4-FFF2-40B4-BE49-F238E27FC236}">
                  <a16:creationId xmlns:a16="http://schemas.microsoft.com/office/drawing/2014/main" id="{FD37A2AF-8ABF-71D5-9E4D-7DACEC7DD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2"/>
            <a:stretch>
              <a:fillRect/>
            </a:stretch>
          </p:blipFill>
          <p:spPr>
            <a:xfrm>
              <a:off x="10675097" y="649111"/>
              <a:ext cx="444501" cy="444500"/>
            </a:xfrm>
            <a:custGeom>
              <a:avLst/>
              <a:gdLst>
                <a:gd name="connsiteX0" fmla="*/ 1513 w 444501"/>
                <a:gd name="connsiteY0" fmla="*/ 92 h 444500"/>
                <a:gd name="connsiteX1" fmla="*/ 446015 w 444501"/>
                <a:gd name="connsiteY1" fmla="*/ 92 h 444500"/>
                <a:gd name="connsiteX2" fmla="*/ 446015 w 444501"/>
                <a:gd name="connsiteY2" fmla="*/ 444592 h 444500"/>
                <a:gd name="connsiteX3" fmla="*/ 1513 w 444501"/>
                <a:gd name="connsiteY3" fmla="*/ 444592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444500">
                  <a:moveTo>
                    <a:pt x="1513" y="92"/>
                  </a:moveTo>
                  <a:lnTo>
                    <a:pt x="446015" y="92"/>
                  </a:lnTo>
                  <a:lnTo>
                    <a:pt x="446015" y="444592"/>
                  </a:lnTo>
                  <a:lnTo>
                    <a:pt x="1513" y="444592"/>
                  </a:lnTo>
                  <a:close/>
                </a:path>
              </a:pathLst>
            </a:custGeom>
          </p:spPr>
        </p:pic>
        <p:pic>
          <p:nvPicPr>
            <p:cNvPr id="1739" name="그림 1738">
              <a:extLst>
                <a:ext uri="{FF2B5EF4-FFF2-40B4-BE49-F238E27FC236}">
                  <a16:creationId xmlns:a16="http://schemas.microsoft.com/office/drawing/2014/main" id="{9229094C-85E2-F6B6-B73A-EB5D8F881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/>
            <a:stretch>
              <a:fillRect/>
            </a:stretch>
          </p:blipFill>
          <p:spPr>
            <a:xfrm>
              <a:off x="11098432" y="141111"/>
              <a:ext cx="677335" cy="522111"/>
            </a:xfrm>
            <a:custGeom>
              <a:avLst/>
              <a:gdLst>
                <a:gd name="connsiteX0" fmla="*/ 1573 w 677335"/>
                <a:gd name="connsiteY0" fmla="*/ 20 h 522111"/>
                <a:gd name="connsiteX1" fmla="*/ 678909 w 677335"/>
                <a:gd name="connsiteY1" fmla="*/ 20 h 522111"/>
                <a:gd name="connsiteX2" fmla="*/ 678909 w 677335"/>
                <a:gd name="connsiteY2" fmla="*/ 522131 h 522111"/>
                <a:gd name="connsiteX3" fmla="*/ 1573 w 677335"/>
                <a:gd name="connsiteY3" fmla="*/ 522131 h 5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22111">
                  <a:moveTo>
                    <a:pt x="1573" y="20"/>
                  </a:moveTo>
                  <a:lnTo>
                    <a:pt x="678909" y="20"/>
                  </a:lnTo>
                  <a:lnTo>
                    <a:pt x="678909" y="522131"/>
                  </a:lnTo>
                  <a:lnTo>
                    <a:pt x="1573" y="522131"/>
                  </a:lnTo>
                  <a:close/>
                </a:path>
              </a:pathLst>
            </a:custGeom>
          </p:spPr>
        </p:pic>
        <p:pic>
          <p:nvPicPr>
            <p:cNvPr id="1740" name="그림 1739">
              <a:extLst>
                <a:ext uri="{FF2B5EF4-FFF2-40B4-BE49-F238E27FC236}">
                  <a16:creationId xmlns:a16="http://schemas.microsoft.com/office/drawing/2014/main" id="{28444973-7C06-973E-5352-DDCD2040D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4"/>
            <a:stretch>
              <a:fillRect/>
            </a:stretch>
          </p:blipFill>
          <p:spPr>
            <a:xfrm>
              <a:off x="11091376" y="649111"/>
              <a:ext cx="21166" cy="91722"/>
            </a:xfrm>
            <a:custGeom>
              <a:avLst/>
              <a:gdLst>
                <a:gd name="connsiteX0" fmla="*/ 1572 w 21166"/>
                <a:gd name="connsiteY0" fmla="*/ 92 h 91722"/>
                <a:gd name="connsiteX1" fmla="*/ 22739 w 21166"/>
                <a:gd name="connsiteY1" fmla="*/ 92 h 91722"/>
                <a:gd name="connsiteX2" fmla="*/ 22739 w 21166"/>
                <a:gd name="connsiteY2" fmla="*/ 91814 h 91722"/>
                <a:gd name="connsiteX3" fmla="*/ 1572 w 21166"/>
                <a:gd name="connsiteY3" fmla="*/ 9181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91722">
                  <a:moveTo>
                    <a:pt x="1572" y="92"/>
                  </a:moveTo>
                  <a:lnTo>
                    <a:pt x="22739" y="92"/>
                  </a:lnTo>
                  <a:lnTo>
                    <a:pt x="22739" y="91814"/>
                  </a:lnTo>
                  <a:lnTo>
                    <a:pt x="1572" y="91814"/>
                  </a:lnTo>
                  <a:close/>
                </a:path>
              </a:pathLst>
            </a:custGeom>
          </p:spPr>
        </p:pic>
        <p:pic>
          <p:nvPicPr>
            <p:cNvPr id="1741" name="그림 1740">
              <a:extLst>
                <a:ext uri="{FF2B5EF4-FFF2-40B4-BE49-F238E27FC236}">
                  <a16:creationId xmlns:a16="http://schemas.microsoft.com/office/drawing/2014/main" id="{16CC211C-BC81-9C5B-F6F3-51A79F9C9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/>
            <a:stretch>
              <a:fillRect/>
            </a:stretch>
          </p:blipFill>
          <p:spPr>
            <a:xfrm>
              <a:off x="7112027" y="5023555"/>
              <a:ext cx="409223" cy="155222"/>
            </a:xfrm>
            <a:custGeom>
              <a:avLst/>
              <a:gdLst>
                <a:gd name="connsiteX0" fmla="*/ 1008 w 409223"/>
                <a:gd name="connsiteY0" fmla="*/ 712 h 155222"/>
                <a:gd name="connsiteX1" fmla="*/ 410232 w 409223"/>
                <a:gd name="connsiteY1" fmla="*/ 712 h 155222"/>
                <a:gd name="connsiteX2" fmla="*/ 410232 w 409223"/>
                <a:gd name="connsiteY2" fmla="*/ 155934 h 155222"/>
                <a:gd name="connsiteX3" fmla="*/ 1008 w 409223"/>
                <a:gd name="connsiteY3" fmla="*/ 155934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008" y="712"/>
                  </a:moveTo>
                  <a:lnTo>
                    <a:pt x="410232" y="712"/>
                  </a:lnTo>
                  <a:lnTo>
                    <a:pt x="410232" y="155934"/>
                  </a:lnTo>
                  <a:lnTo>
                    <a:pt x="1008" y="155934"/>
                  </a:lnTo>
                  <a:close/>
                </a:path>
              </a:pathLst>
            </a:custGeom>
          </p:spPr>
        </p:pic>
        <p:pic>
          <p:nvPicPr>
            <p:cNvPr id="1742" name="그림 1741">
              <a:extLst>
                <a:ext uri="{FF2B5EF4-FFF2-40B4-BE49-F238E27FC236}">
                  <a16:creationId xmlns:a16="http://schemas.microsoft.com/office/drawing/2014/main" id="{84DB171C-14DC-CDBF-6780-AF62A761B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6"/>
            <a:stretch>
              <a:fillRect/>
            </a:stretch>
          </p:blipFill>
          <p:spPr>
            <a:xfrm>
              <a:off x="7112027" y="5164666"/>
              <a:ext cx="381001" cy="141111"/>
            </a:xfrm>
            <a:custGeom>
              <a:avLst/>
              <a:gdLst>
                <a:gd name="connsiteX0" fmla="*/ 1008 w 381001"/>
                <a:gd name="connsiteY0" fmla="*/ 732 h 141111"/>
                <a:gd name="connsiteX1" fmla="*/ 382010 w 381001"/>
                <a:gd name="connsiteY1" fmla="*/ 732 h 141111"/>
                <a:gd name="connsiteX2" fmla="*/ 382010 w 381001"/>
                <a:gd name="connsiteY2" fmla="*/ 141843 h 141111"/>
                <a:gd name="connsiteX3" fmla="*/ 1008 w 381001"/>
                <a:gd name="connsiteY3" fmla="*/ 14184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1" h="141111">
                  <a:moveTo>
                    <a:pt x="1008" y="732"/>
                  </a:moveTo>
                  <a:lnTo>
                    <a:pt x="382010" y="732"/>
                  </a:lnTo>
                  <a:lnTo>
                    <a:pt x="382010" y="141843"/>
                  </a:lnTo>
                  <a:lnTo>
                    <a:pt x="1008" y="141843"/>
                  </a:lnTo>
                  <a:close/>
                </a:path>
              </a:pathLst>
            </a:custGeom>
          </p:spPr>
        </p:pic>
        <p:pic>
          <p:nvPicPr>
            <p:cNvPr id="1743" name="그림 1742">
              <a:extLst>
                <a:ext uri="{FF2B5EF4-FFF2-40B4-BE49-F238E27FC236}">
                  <a16:creationId xmlns:a16="http://schemas.microsoft.com/office/drawing/2014/main" id="{ACDB4807-CB1F-12D2-0C36-CC7012B1F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/>
            <a:stretch>
              <a:fillRect/>
            </a:stretch>
          </p:blipFill>
          <p:spPr>
            <a:xfrm>
              <a:off x="7478918" y="5270500"/>
              <a:ext cx="550335" cy="35277"/>
            </a:xfrm>
            <a:custGeom>
              <a:avLst/>
              <a:gdLst>
                <a:gd name="connsiteX0" fmla="*/ 1060 w 550335"/>
                <a:gd name="connsiteY0" fmla="*/ 747 h 35277"/>
                <a:gd name="connsiteX1" fmla="*/ 551396 w 550335"/>
                <a:gd name="connsiteY1" fmla="*/ 747 h 35277"/>
                <a:gd name="connsiteX2" fmla="*/ 551396 w 550335"/>
                <a:gd name="connsiteY2" fmla="*/ 36025 h 35277"/>
                <a:gd name="connsiteX3" fmla="*/ 1060 w 550335"/>
                <a:gd name="connsiteY3" fmla="*/ 36025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335" h="35277">
                  <a:moveTo>
                    <a:pt x="1060" y="747"/>
                  </a:moveTo>
                  <a:lnTo>
                    <a:pt x="551396" y="747"/>
                  </a:lnTo>
                  <a:lnTo>
                    <a:pt x="551396" y="36025"/>
                  </a:lnTo>
                  <a:lnTo>
                    <a:pt x="1060" y="36025"/>
                  </a:lnTo>
                  <a:close/>
                </a:path>
              </a:pathLst>
            </a:custGeom>
          </p:spPr>
        </p:pic>
        <p:pic>
          <p:nvPicPr>
            <p:cNvPr id="1744" name="그림 1743">
              <a:extLst>
                <a:ext uri="{FF2B5EF4-FFF2-40B4-BE49-F238E27FC236}">
                  <a16:creationId xmlns:a16="http://schemas.microsoft.com/office/drawing/2014/main" id="{66F47141-74B1-97E2-F6F8-11F400C80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8"/>
            <a:stretch>
              <a:fillRect/>
            </a:stretch>
          </p:blipFill>
          <p:spPr>
            <a:xfrm>
              <a:off x="7478918" y="5023555"/>
              <a:ext cx="42333" cy="282222"/>
            </a:xfrm>
            <a:custGeom>
              <a:avLst/>
              <a:gdLst>
                <a:gd name="connsiteX0" fmla="*/ 1060 w 42333"/>
                <a:gd name="connsiteY0" fmla="*/ 712 h 282222"/>
                <a:gd name="connsiteX1" fmla="*/ 43394 w 42333"/>
                <a:gd name="connsiteY1" fmla="*/ 712 h 282222"/>
                <a:gd name="connsiteX2" fmla="*/ 43394 w 42333"/>
                <a:gd name="connsiteY2" fmla="*/ 282934 h 282222"/>
                <a:gd name="connsiteX3" fmla="*/ 1060 w 42333"/>
                <a:gd name="connsiteY3" fmla="*/ 282934 h 28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282222">
                  <a:moveTo>
                    <a:pt x="1060" y="712"/>
                  </a:moveTo>
                  <a:lnTo>
                    <a:pt x="43394" y="712"/>
                  </a:lnTo>
                  <a:lnTo>
                    <a:pt x="43394" y="282934"/>
                  </a:lnTo>
                  <a:lnTo>
                    <a:pt x="1060" y="282934"/>
                  </a:lnTo>
                  <a:close/>
                </a:path>
              </a:pathLst>
            </a:custGeom>
          </p:spPr>
        </p:pic>
        <p:pic>
          <p:nvPicPr>
            <p:cNvPr id="1745" name="그림 1744">
              <a:extLst>
                <a:ext uri="{FF2B5EF4-FFF2-40B4-BE49-F238E27FC236}">
                  <a16:creationId xmlns:a16="http://schemas.microsoft.com/office/drawing/2014/main" id="{2FF90BA8-3F8B-B125-2804-FF37EB074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/>
            <a:stretch>
              <a:fillRect/>
            </a:stretch>
          </p:blipFill>
          <p:spPr>
            <a:xfrm>
              <a:off x="7747030" y="5270500"/>
              <a:ext cx="282223" cy="141111"/>
            </a:xfrm>
            <a:custGeom>
              <a:avLst/>
              <a:gdLst>
                <a:gd name="connsiteX0" fmla="*/ 1098 w 282223"/>
                <a:gd name="connsiteY0" fmla="*/ 747 h 141111"/>
                <a:gd name="connsiteX1" fmla="*/ 283321 w 282223"/>
                <a:gd name="connsiteY1" fmla="*/ 747 h 141111"/>
                <a:gd name="connsiteX2" fmla="*/ 283321 w 282223"/>
                <a:gd name="connsiteY2" fmla="*/ 141858 h 141111"/>
                <a:gd name="connsiteX3" fmla="*/ 1098 w 282223"/>
                <a:gd name="connsiteY3" fmla="*/ 141858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223" h="141111">
                  <a:moveTo>
                    <a:pt x="1098" y="747"/>
                  </a:moveTo>
                  <a:lnTo>
                    <a:pt x="283321" y="747"/>
                  </a:lnTo>
                  <a:lnTo>
                    <a:pt x="283321" y="141858"/>
                  </a:lnTo>
                  <a:lnTo>
                    <a:pt x="1098" y="141858"/>
                  </a:lnTo>
                  <a:close/>
                </a:path>
              </a:pathLst>
            </a:custGeom>
          </p:spPr>
        </p:pic>
        <p:pic>
          <p:nvPicPr>
            <p:cNvPr id="1746" name="그림 1745">
              <a:extLst>
                <a:ext uri="{FF2B5EF4-FFF2-40B4-BE49-F238E27FC236}">
                  <a16:creationId xmlns:a16="http://schemas.microsoft.com/office/drawing/2014/main" id="{924178CA-CED2-E14C-EFB3-650173AA7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0"/>
            <a:stretch>
              <a:fillRect/>
            </a:stretch>
          </p:blipFill>
          <p:spPr>
            <a:xfrm>
              <a:off x="8163309" y="5256388"/>
              <a:ext cx="303390" cy="56444"/>
            </a:xfrm>
            <a:custGeom>
              <a:avLst/>
              <a:gdLst>
                <a:gd name="connsiteX0" fmla="*/ 1157 w 303390"/>
                <a:gd name="connsiteY0" fmla="*/ 745 h 56444"/>
                <a:gd name="connsiteX1" fmla="*/ 304547 w 303390"/>
                <a:gd name="connsiteY1" fmla="*/ 745 h 56444"/>
                <a:gd name="connsiteX2" fmla="*/ 304547 w 303390"/>
                <a:gd name="connsiteY2" fmla="*/ 57189 h 56444"/>
                <a:gd name="connsiteX3" fmla="*/ 1157 w 303390"/>
                <a:gd name="connsiteY3" fmla="*/ 57189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56444">
                  <a:moveTo>
                    <a:pt x="1157" y="745"/>
                  </a:moveTo>
                  <a:lnTo>
                    <a:pt x="304547" y="745"/>
                  </a:lnTo>
                  <a:lnTo>
                    <a:pt x="304547" y="57189"/>
                  </a:lnTo>
                  <a:lnTo>
                    <a:pt x="1157" y="57189"/>
                  </a:lnTo>
                  <a:close/>
                </a:path>
              </a:pathLst>
            </a:custGeom>
          </p:spPr>
        </p:pic>
        <p:pic>
          <p:nvPicPr>
            <p:cNvPr id="1747" name="그림 1746">
              <a:extLst>
                <a:ext uri="{FF2B5EF4-FFF2-40B4-BE49-F238E27FC236}">
                  <a16:creationId xmlns:a16="http://schemas.microsoft.com/office/drawing/2014/main" id="{261F7B2F-4ADE-1C36-CBA7-FDF8DEC6B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/>
            <a:stretch>
              <a:fillRect/>
            </a:stretch>
          </p:blipFill>
          <p:spPr>
            <a:xfrm>
              <a:off x="8163309" y="5108222"/>
              <a:ext cx="148167" cy="162277"/>
            </a:xfrm>
            <a:custGeom>
              <a:avLst/>
              <a:gdLst>
                <a:gd name="connsiteX0" fmla="*/ 1157 w 148167"/>
                <a:gd name="connsiteY0" fmla="*/ 724 h 162277"/>
                <a:gd name="connsiteX1" fmla="*/ 149324 w 148167"/>
                <a:gd name="connsiteY1" fmla="*/ 724 h 162277"/>
                <a:gd name="connsiteX2" fmla="*/ 149324 w 148167"/>
                <a:gd name="connsiteY2" fmla="*/ 163002 h 162277"/>
                <a:gd name="connsiteX3" fmla="*/ 1157 w 148167"/>
                <a:gd name="connsiteY3" fmla="*/ 163002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162277">
                  <a:moveTo>
                    <a:pt x="1157" y="724"/>
                  </a:moveTo>
                  <a:lnTo>
                    <a:pt x="149324" y="724"/>
                  </a:lnTo>
                  <a:lnTo>
                    <a:pt x="149324" y="163002"/>
                  </a:lnTo>
                  <a:lnTo>
                    <a:pt x="1157" y="163002"/>
                  </a:lnTo>
                  <a:close/>
                </a:path>
              </a:pathLst>
            </a:custGeom>
          </p:spPr>
        </p:pic>
        <p:pic>
          <p:nvPicPr>
            <p:cNvPr id="1748" name="그림 1747">
              <a:extLst>
                <a:ext uri="{FF2B5EF4-FFF2-40B4-BE49-F238E27FC236}">
                  <a16:creationId xmlns:a16="http://schemas.microsoft.com/office/drawing/2014/main" id="{1A10AB60-4B25-C127-6B35-EE871242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02"/>
            <a:stretch>
              <a:fillRect/>
            </a:stretch>
          </p:blipFill>
          <p:spPr>
            <a:xfrm>
              <a:off x="8297365" y="4868333"/>
              <a:ext cx="21166" cy="254000"/>
            </a:xfrm>
            <a:custGeom>
              <a:avLst/>
              <a:gdLst>
                <a:gd name="connsiteX0" fmla="*/ 1176 w 21166"/>
                <a:gd name="connsiteY0" fmla="*/ 690 h 254000"/>
                <a:gd name="connsiteX1" fmla="*/ 22343 w 21166"/>
                <a:gd name="connsiteY1" fmla="*/ 690 h 254000"/>
                <a:gd name="connsiteX2" fmla="*/ 22343 w 21166"/>
                <a:gd name="connsiteY2" fmla="*/ 254690 h 254000"/>
                <a:gd name="connsiteX3" fmla="*/ 1176 w 21166"/>
                <a:gd name="connsiteY3" fmla="*/ 25469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54000">
                  <a:moveTo>
                    <a:pt x="1176" y="690"/>
                  </a:moveTo>
                  <a:lnTo>
                    <a:pt x="22343" y="690"/>
                  </a:lnTo>
                  <a:lnTo>
                    <a:pt x="22343" y="254690"/>
                  </a:lnTo>
                  <a:lnTo>
                    <a:pt x="1176" y="254690"/>
                  </a:lnTo>
                  <a:close/>
                </a:path>
              </a:pathLst>
            </a:custGeom>
          </p:spPr>
        </p:pic>
        <p:pic>
          <p:nvPicPr>
            <p:cNvPr id="1749" name="그림 1748">
              <a:extLst>
                <a:ext uri="{FF2B5EF4-FFF2-40B4-BE49-F238E27FC236}">
                  <a16:creationId xmlns:a16="http://schemas.microsoft.com/office/drawing/2014/main" id="{A6597A59-FED9-D137-EB76-05C5212E7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/>
            <a:stretch>
              <a:fillRect/>
            </a:stretch>
          </p:blipFill>
          <p:spPr>
            <a:xfrm>
              <a:off x="8311477" y="4699000"/>
              <a:ext cx="733780" cy="183444"/>
            </a:xfrm>
            <a:custGeom>
              <a:avLst/>
              <a:gdLst>
                <a:gd name="connsiteX0" fmla="*/ 1178 w 733780"/>
                <a:gd name="connsiteY0" fmla="*/ 666 h 183444"/>
                <a:gd name="connsiteX1" fmla="*/ 734959 w 733780"/>
                <a:gd name="connsiteY1" fmla="*/ 666 h 183444"/>
                <a:gd name="connsiteX2" fmla="*/ 734959 w 733780"/>
                <a:gd name="connsiteY2" fmla="*/ 184110 h 183444"/>
                <a:gd name="connsiteX3" fmla="*/ 1178 w 733780"/>
                <a:gd name="connsiteY3" fmla="*/ 184110 h 183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3780" h="183444">
                  <a:moveTo>
                    <a:pt x="1178" y="666"/>
                  </a:moveTo>
                  <a:lnTo>
                    <a:pt x="734959" y="666"/>
                  </a:lnTo>
                  <a:lnTo>
                    <a:pt x="734959" y="184110"/>
                  </a:lnTo>
                  <a:lnTo>
                    <a:pt x="1178" y="184110"/>
                  </a:lnTo>
                  <a:close/>
                </a:path>
              </a:pathLst>
            </a:custGeom>
          </p:spPr>
        </p:pic>
        <p:pic>
          <p:nvPicPr>
            <p:cNvPr id="1750" name="그림 1749">
              <a:extLst>
                <a:ext uri="{FF2B5EF4-FFF2-40B4-BE49-F238E27FC236}">
                  <a16:creationId xmlns:a16="http://schemas.microsoft.com/office/drawing/2014/main" id="{3383CAB3-E4E9-C9DB-0DA5-019CB88EA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4"/>
            <a:stretch>
              <a:fillRect/>
            </a:stretch>
          </p:blipFill>
          <p:spPr>
            <a:xfrm>
              <a:off x="8692478" y="4049888"/>
              <a:ext cx="239889" cy="430388"/>
            </a:xfrm>
            <a:custGeom>
              <a:avLst/>
              <a:gdLst>
                <a:gd name="connsiteX0" fmla="*/ 1232 w 239889"/>
                <a:gd name="connsiteY0" fmla="*/ 574 h 430388"/>
                <a:gd name="connsiteX1" fmla="*/ 241122 w 239889"/>
                <a:gd name="connsiteY1" fmla="*/ 574 h 430388"/>
                <a:gd name="connsiteX2" fmla="*/ 241122 w 239889"/>
                <a:gd name="connsiteY2" fmla="*/ 430963 h 430388"/>
                <a:gd name="connsiteX3" fmla="*/ 1232 w 239889"/>
                <a:gd name="connsiteY3" fmla="*/ 430963 h 43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889" h="430388">
                  <a:moveTo>
                    <a:pt x="1232" y="574"/>
                  </a:moveTo>
                  <a:lnTo>
                    <a:pt x="241122" y="574"/>
                  </a:lnTo>
                  <a:lnTo>
                    <a:pt x="241122" y="430963"/>
                  </a:lnTo>
                  <a:lnTo>
                    <a:pt x="1232" y="430963"/>
                  </a:lnTo>
                  <a:close/>
                </a:path>
              </a:pathLst>
            </a:custGeom>
          </p:spPr>
        </p:pic>
        <p:pic>
          <p:nvPicPr>
            <p:cNvPr id="1751" name="그림 1750">
              <a:extLst>
                <a:ext uri="{FF2B5EF4-FFF2-40B4-BE49-F238E27FC236}">
                  <a16:creationId xmlns:a16="http://schemas.microsoft.com/office/drawing/2014/main" id="{D1A090C0-4B30-FD45-D40D-641660565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/>
            <a:stretch>
              <a:fillRect/>
            </a:stretch>
          </p:blipFill>
          <p:spPr>
            <a:xfrm>
              <a:off x="8685423" y="4325055"/>
              <a:ext cx="21166" cy="155222"/>
            </a:xfrm>
            <a:custGeom>
              <a:avLst/>
              <a:gdLst>
                <a:gd name="connsiteX0" fmla="*/ 1231 w 21166"/>
                <a:gd name="connsiteY0" fmla="*/ 613 h 155222"/>
                <a:gd name="connsiteX1" fmla="*/ 22398 w 21166"/>
                <a:gd name="connsiteY1" fmla="*/ 613 h 155222"/>
                <a:gd name="connsiteX2" fmla="*/ 22398 w 21166"/>
                <a:gd name="connsiteY2" fmla="*/ 155835 h 155222"/>
                <a:gd name="connsiteX3" fmla="*/ 1231 w 21166"/>
                <a:gd name="connsiteY3" fmla="*/ 155835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155222">
                  <a:moveTo>
                    <a:pt x="1231" y="613"/>
                  </a:moveTo>
                  <a:lnTo>
                    <a:pt x="22398" y="613"/>
                  </a:lnTo>
                  <a:lnTo>
                    <a:pt x="22398" y="155835"/>
                  </a:lnTo>
                  <a:lnTo>
                    <a:pt x="1231" y="155835"/>
                  </a:lnTo>
                  <a:close/>
                </a:path>
              </a:pathLst>
            </a:custGeom>
          </p:spPr>
        </p:pic>
        <p:pic>
          <p:nvPicPr>
            <p:cNvPr id="1752" name="그림 1751">
              <a:extLst>
                <a:ext uri="{FF2B5EF4-FFF2-40B4-BE49-F238E27FC236}">
                  <a16:creationId xmlns:a16="http://schemas.microsoft.com/office/drawing/2014/main" id="{81807A31-2CFB-1A96-E423-3C2B973A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6"/>
            <a:stretch>
              <a:fillRect/>
            </a:stretch>
          </p:blipFill>
          <p:spPr>
            <a:xfrm>
              <a:off x="8685423" y="4247444"/>
              <a:ext cx="804336" cy="91722"/>
            </a:xfrm>
            <a:custGeom>
              <a:avLst/>
              <a:gdLst>
                <a:gd name="connsiteX0" fmla="*/ 1231 w 804336"/>
                <a:gd name="connsiteY0" fmla="*/ 602 h 91722"/>
                <a:gd name="connsiteX1" fmla="*/ 805568 w 804336"/>
                <a:gd name="connsiteY1" fmla="*/ 602 h 91722"/>
                <a:gd name="connsiteX2" fmla="*/ 805568 w 804336"/>
                <a:gd name="connsiteY2" fmla="*/ 92324 h 91722"/>
                <a:gd name="connsiteX3" fmla="*/ 1231 w 804336"/>
                <a:gd name="connsiteY3" fmla="*/ 92324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36" h="91722">
                  <a:moveTo>
                    <a:pt x="1231" y="602"/>
                  </a:moveTo>
                  <a:lnTo>
                    <a:pt x="805568" y="602"/>
                  </a:lnTo>
                  <a:lnTo>
                    <a:pt x="805568" y="92324"/>
                  </a:lnTo>
                  <a:lnTo>
                    <a:pt x="1231" y="92324"/>
                  </a:lnTo>
                  <a:close/>
                </a:path>
              </a:pathLst>
            </a:custGeom>
          </p:spPr>
        </p:pic>
        <p:pic>
          <p:nvPicPr>
            <p:cNvPr id="1753" name="그림 1752">
              <a:extLst>
                <a:ext uri="{FF2B5EF4-FFF2-40B4-BE49-F238E27FC236}">
                  <a16:creationId xmlns:a16="http://schemas.microsoft.com/office/drawing/2014/main" id="{DEBB7AF9-3502-25BA-3032-9A1AFAA7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07"/>
            <a:stretch>
              <a:fillRect/>
            </a:stretch>
          </p:blipFill>
          <p:spPr>
            <a:xfrm>
              <a:off x="8875923" y="3485444"/>
              <a:ext cx="451557" cy="268111"/>
            </a:xfrm>
            <a:custGeom>
              <a:avLst/>
              <a:gdLst>
                <a:gd name="connsiteX0" fmla="*/ 1258 w 451557"/>
                <a:gd name="connsiteY0" fmla="*/ 494 h 268111"/>
                <a:gd name="connsiteX1" fmla="*/ 452815 w 451557"/>
                <a:gd name="connsiteY1" fmla="*/ 494 h 268111"/>
                <a:gd name="connsiteX2" fmla="*/ 452815 w 451557"/>
                <a:gd name="connsiteY2" fmla="*/ 268605 h 268111"/>
                <a:gd name="connsiteX3" fmla="*/ 1258 w 451557"/>
                <a:gd name="connsiteY3" fmla="*/ 268605 h 268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68111">
                  <a:moveTo>
                    <a:pt x="1258" y="494"/>
                  </a:moveTo>
                  <a:lnTo>
                    <a:pt x="452815" y="494"/>
                  </a:lnTo>
                  <a:lnTo>
                    <a:pt x="452815" y="268605"/>
                  </a:lnTo>
                  <a:lnTo>
                    <a:pt x="1258" y="268605"/>
                  </a:lnTo>
                  <a:close/>
                </a:path>
              </a:pathLst>
            </a:custGeom>
          </p:spPr>
        </p:pic>
        <p:pic>
          <p:nvPicPr>
            <p:cNvPr id="1754" name="그림 1753">
              <a:extLst>
                <a:ext uri="{FF2B5EF4-FFF2-40B4-BE49-F238E27FC236}">
                  <a16:creationId xmlns:a16="http://schemas.microsoft.com/office/drawing/2014/main" id="{79776BE1-1853-AE74-B87B-8768C74D2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/>
            <a:stretch>
              <a:fillRect/>
            </a:stretch>
          </p:blipFill>
          <p:spPr>
            <a:xfrm>
              <a:off x="9313369" y="3379611"/>
              <a:ext cx="529168" cy="119944"/>
            </a:xfrm>
            <a:custGeom>
              <a:avLst/>
              <a:gdLst>
                <a:gd name="connsiteX0" fmla="*/ 1320 w 529168"/>
                <a:gd name="connsiteY0" fmla="*/ 479 h 119944"/>
                <a:gd name="connsiteX1" fmla="*/ 530489 w 529168"/>
                <a:gd name="connsiteY1" fmla="*/ 479 h 119944"/>
                <a:gd name="connsiteX2" fmla="*/ 530489 w 529168"/>
                <a:gd name="connsiteY2" fmla="*/ 120423 h 119944"/>
                <a:gd name="connsiteX3" fmla="*/ 1320 w 529168"/>
                <a:gd name="connsiteY3" fmla="*/ 120423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168" h="119944">
                  <a:moveTo>
                    <a:pt x="1320" y="479"/>
                  </a:moveTo>
                  <a:lnTo>
                    <a:pt x="530489" y="479"/>
                  </a:lnTo>
                  <a:lnTo>
                    <a:pt x="530489" y="120423"/>
                  </a:lnTo>
                  <a:lnTo>
                    <a:pt x="1320" y="120423"/>
                  </a:lnTo>
                  <a:close/>
                </a:path>
              </a:pathLst>
            </a:custGeom>
          </p:spPr>
        </p:pic>
        <p:pic>
          <p:nvPicPr>
            <p:cNvPr id="1755" name="그림 1754">
              <a:extLst>
                <a:ext uri="{FF2B5EF4-FFF2-40B4-BE49-F238E27FC236}">
                  <a16:creationId xmlns:a16="http://schemas.microsoft.com/office/drawing/2014/main" id="{D9E72115-835F-D9CC-36D4-0683A5047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09"/>
            <a:stretch>
              <a:fillRect/>
            </a:stretch>
          </p:blipFill>
          <p:spPr>
            <a:xfrm>
              <a:off x="9313369" y="2829277"/>
              <a:ext cx="204611" cy="670277"/>
            </a:xfrm>
            <a:custGeom>
              <a:avLst/>
              <a:gdLst>
                <a:gd name="connsiteX0" fmla="*/ 1320 w 204611"/>
                <a:gd name="connsiteY0" fmla="*/ 401 h 670277"/>
                <a:gd name="connsiteX1" fmla="*/ 205932 w 204611"/>
                <a:gd name="connsiteY1" fmla="*/ 401 h 670277"/>
                <a:gd name="connsiteX2" fmla="*/ 205932 w 204611"/>
                <a:gd name="connsiteY2" fmla="*/ 670679 h 670277"/>
                <a:gd name="connsiteX3" fmla="*/ 1320 w 204611"/>
                <a:gd name="connsiteY3" fmla="*/ 670679 h 67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670277">
                  <a:moveTo>
                    <a:pt x="1320" y="401"/>
                  </a:moveTo>
                  <a:lnTo>
                    <a:pt x="205932" y="401"/>
                  </a:lnTo>
                  <a:lnTo>
                    <a:pt x="205932" y="670679"/>
                  </a:lnTo>
                  <a:lnTo>
                    <a:pt x="1320" y="670679"/>
                  </a:lnTo>
                  <a:close/>
                </a:path>
              </a:pathLst>
            </a:custGeom>
          </p:spPr>
        </p:pic>
        <p:pic>
          <p:nvPicPr>
            <p:cNvPr id="1756" name="그림 1755">
              <a:extLst>
                <a:ext uri="{FF2B5EF4-FFF2-40B4-BE49-F238E27FC236}">
                  <a16:creationId xmlns:a16="http://schemas.microsoft.com/office/drawing/2014/main" id="{731D04C0-CEEC-75CE-DE55-8D821E08C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/>
            <a:stretch>
              <a:fillRect/>
            </a:stretch>
          </p:blipFill>
          <p:spPr>
            <a:xfrm>
              <a:off x="9503870" y="2610555"/>
              <a:ext cx="472724" cy="232833"/>
            </a:xfrm>
            <a:custGeom>
              <a:avLst/>
              <a:gdLst>
                <a:gd name="connsiteX0" fmla="*/ 1347 w 472724"/>
                <a:gd name="connsiteY0" fmla="*/ 370 h 232833"/>
                <a:gd name="connsiteX1" fmla="*/ 474071 w 472724"/>
                <a:gd name="connsiteY1" fmla="*/ 370 h 232833"/>
                <a:gd name="connsiteX2" fmla="*/ 474071 w 472724"/>
                <a:gd name="connsiteY2" fmla="*/ 233203 h 232833"/>
                <a:gd name="connsiteX3" fmla="*/ 1347 w 472724"/>
                <a:gd name="connsiteY3" fmla="*/ 23320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32833">
                  <a:moveTo>
                    <a:pt x="1347" y="370"/>
                  </a:moveTo>
                  <a:lnTo>
                    <a:pt x="474071" y="370"/>
                  </a:lnTo>
                  <a:lnTo>
                    <a:pt x="474071" y="233203"/>
                  </a:lnTo>
                  <a:lnTo>
                    <a:pt x="1347" y="233203"/>
                  </a:lnTo>
                  <a:close/>
                </a:path>
              </a:pathLst>
            </a:custGeom>
          </p:spPr>
        </p:pic>
        <p:pic>
          <p:nvPicPr>
            <p:cNvPr id="1757" name="그림 1756">
              <a:extLst>
                <a:ext uri="{FF2B5EF4-FFF2-40B4-BE49-F238E27FC236}">
                  <a16:creationId xmlns:a16="http://schemas.microsoft.com/office/drawing/2014/main" id="{88DC145B-4BBC-596B-6888-692325A4D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1"/>
            <a:stretch>
              <a:fillRect/>
            </a:stretch>
          </p:blipFill>
          <p:spPr>
            <a:xfrm>
              <a:off x="10301151" y="663222"/>
              <a:ext cx="1023059" cy="395111"/>
            </a:xfrm>
            <a:custGeom>
              <a:avLst/>
              <a:gdLst>
                <a:gd name="connsiteX0" fmla="*/ 1460 w 1023059"/>
                <a:gd name="connsiteY0" fmla="*/ 94 h 395111"/>
                <a:gd name="connsiteX1" fmla="*/ 1024520 w 1023059"/>
                <a:gd name="connsiteY1" fmla="*/ 94 h 395111"/>
                <a:gd name="connsiteX2" fmla="*/ 1024520 w 1023059"/>
                <a:gd name="connsiteY2" fmla="*/ 395205 h 395111"/>
                <a:gd name="connsiteX3" fmla="*/ 1460 w 1023059"/>
                <a:gd name="connsiteY3" fmla="*/ 395205 h 395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3059" h="395111">
                  <a:moveTo>
                    <a:pt x="1460" y="94"/>
                  </a:moveTo>
                  <a:lnTo>
                    <a:pt x="1024520" y="94"/>
                  </a:lnTo>
                  <a:lnTo>
                    <a:pt x="1024520" y="395205"/>
                  </a:lnTo>
                  <a:lnTo>
                    <a:pt x="1460" y="395205"/>
                  </a:lnTo>
                  <a:close/>
                </a:path>
              </a:pathLst>
            </a:custGeom>
          </p:spPr>
        </p:pic>
        <p:pic>
          <p:nvPicPr>
            <p:cNvPr id="1758" name="그림 1757">
              <a:extLst>
                <a:ext uri="{FF2B5EF4-FFF2-40B4-BE49-F238E27FC236}">
                  <a16:creationId xmlns:a16="http://schemas.microsoft.com/office/drawing/2014/main" id="{202266C9-6C19-011B-8D2F-DC51AB9E9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/>
            <a:stretch>
              <a:fillRect/>
            </a:stretch>
          </p:blipFill>
          <p:spPr>
            <a:xfrm>
              <a:off x="10301151" y="860777"/>
              <a:ext cx="515057" cy="197555"/>
            </a:xfrm>
            <a:custGeom>
              <a:avLst/>
              <a:gdLst>
                <a:gd name="connsiteX0" fmla="*/ 1460 w 515057"/>
                <a:gd name="connsiteY0" fmla="*/ 122 h 197555"/>
                <a:gd name="connsiteX1" fmla="*/ 516518 w 515057"/>
                <a:gd name="connsiteY1" fmla="*/ 122 h 197555"/>
                <a:gd name="connsiteX2" fmla="*/ 516518 w 515057"/>
                <a:gd name="connsiteY2" fmla="*/ 197678 h 197555"/>
                <a:gd name="connsiteX3" fmla="*/ 1460 w 515057"/>
                <a:gd name="connsiteY3" fmla="*/ 197678 h 19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97555">
                  <a:moveTo>
                    <a:pt x="1460" y="122"/>
                  </a:moveTo>
                  <a:lnTo>
                    <a:pt x="516518" y="122"/>
                  </a:lnTo>
                  <a:lnTo>
                    <a:pt x="516518" y="197678"/>
                  </a:lnTo>
                  <a:lnTo>
                    <a:pt x="1460" y="197678"/>
                  </a:lnTo>
                  <a:close/>
                </a:path>
              </a:pathLst>
            </a:custGeom>
          </p:spPr>
        </p:pic>
        <p:pic>
          <p:nvPicPr>
            <p:cNvPr id="1759" name="그림 1758">
              <a:extLst>
                <a:ext uri="{FF2B5EF4-FFF2-40B4-BE49-F238E27FC236}">
                  <a16:creationId xmlns:a16="http://schemas.microsoft.com/office/drawing/2014/main" id="{270AFB54-1E51-F24E-291F-2F5347F47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3"/>
            <a:stretch>
              <a:fillRect/>
            </a:stretch>
          </p:blipFill>
          <p:spPr>
            <a:xfrm>
              <a:off x="10301151" y="740833"/>
              <a:ext cx="515057" cy="317500"/>
            </a:xfrm>
            <a:custGeom>
              <a:avLst/>
              <a:gdLst>
                <a:gd name="connsiteX0" fmla="*/ 1460 w 515057"/>
                <a:gd name="connsiteY0" fmla="*/ 105 h 317500"/>
                <a:gd name="connsiteX1" fmla="*/ 516518 w 515057"/>
                <a:gd name="connsiteY1" fmla="*/ 105 h 317500"/>
                <a:gd name="connsiteX2" fmla="*/ 516518 w 515057"/>
                <a:gd name="connsiteY2" fmla="*/ 317605 h 317500"/>
                <a:gd name="connsiteX3" fmla="*/ 1460 w 515057"/>
                <a:gd name="connsiteY3" fmla="*/ 317605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317500">
                  <a:moveTo>
                    <a:pt x="1460" y="105"/>
                  </a:moveTo>
                  <a:lnTo>
                    <a:pt x="516518" y="105"/>
                  </a:lnTo>
                  <a:lnTo>
                    <a:pt x="516518" y="317605"/>
                  </a:lnTo>
                  <a:lnTo>
                    <a:pt x="1460" y="317605"/>
                  </a:lnTo>
                  <a:close/>
                </a:path>
              </a:pathLst>
            </a:custGeom>
          </p:spPr>
        </p:pic>
        <p:pic>
          <p:nvPicPr>
            <p:cNvPr id="1760" name="그림 1759">
              <a:extLst>
                <a:ext uri="{FF2B5EF4-FFF2-40B4-BE49-F238E27FC236}">
                  <a16:creationId xmlns:a16="http://schemas.microsoft.com/office/drawing/2014/main" id="{146A4064-2316-9739-E5A9-003E0C951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/>
            <a:stretch>
              <a:fillRect/>
            </a:stretch>
          </p:blipFill>
          <p:spPr>
            <a:xfrm>
              <a:off x="10802098" y="663222"/>
              <a:ext cx="522113" cy="98777"/>
            </a:xfrm>
            <a:custGeom>
              <a:avLst/>
              <a:gdLst>
                <a:gd name="connsiteX0" fmla="*/ 1531 w 522113"/>
                <a:gd name="connsiteY0" fmla="*/ 94 h 98777"/>
                <a:gd name="connsiteX1" fmla="*/ 523644 w 522113"/>
                <a:gd name="connsiteY1" fmla="*/ 94 h 98777"/>
                <a:gd name="connsiteX2" fmla="*/ 523644 w 522113"/>
                <a:gd name="connsiteY2" fmla="*/ 98872 h 98777"/>
                <a:gd name="connsiteX3" fmla="*/ 1531 w 522113"/>
                <a:gd name="connsiteY3" fmla="*/ 98872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98777">
                  <a:moveTo>
                    <a:pt x="1531" y="94"/>
                  </a:moveTo>
                  <a:lnTo>
                    <a:pt x="523644" y="94"/>
                  </a:lnTo>
                  <a:lnTo>
                    <a:pt x="523644" y="98872"/>
                  </a:lnTo>
                  <a:lnTo>
                    <a:pt x="1531" y="98872"/>
                  </a:lnTo>
                  <a:close/>
                </a:path>
              </a:pathLst>
            </a:custGeom>
          </p:spPr>
        </p:pic>
        <p:pic>
          <p:nvPicPr>
            <p:cNvPr id="1761" name="그림 1760">
              <a:extLst>
                <a:ext uri="{FF2B5EF4-FFF2-40B4-BE49-F238E27FC236}">
                  <a16:creationId xmlns:a16="http://schemas.microsoft.com/office/drawing/2014/main" id="{7C5AA923-9756-C402-CA51-C8DE40217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5"/>
            <a:stretch>
              <a:fillRect/>
            </a:stretch>
          </p:blipFill>
          <p:spPr>
            <a:xfrm>
              <a:off x="10802098" y="726722"/>
              <a:ext cx="310445" cy="35277"/>
            </a:xfrm>
            <a:custGeom>
              <a:avLst/>
              <a:gdLst>
                <a:gd name="connsiteX0" fmla="*/ 1531 w 310445"/>
                <a:gd name="connsiteY0" fmla="*/ 103 h 35277"/>
                <a:gd name="connsiteX1" fmla="*/ 311977 w 310445"/>
                <a:gd name="connsiteY1" fmla="*/ 103 h 35277"/>
                <a:gd name="connsiteX2" fmla="*/ 311977 w 310445"/>
                <a:gd name="connsiteY2" fmla="*/ 35381 h 35277"/>
                <a:gd name="connsiteX3" fmla="*/ 1531 w 310445"/>
                <a:gd name="connsiteY3" fmla="*/ 35381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35277">
                  <a:moveTo>
                    <a:pt x="1531" y="103"/>
                  </a:moveTo>
                  <a:lnTo>
                    <a:pt x="311977" y="103"/>
                  </a:lnTo>
                  <a:lnTo>
                    <a:pt x="311977" y="35381"/>
                  </a:lnTo>
                  <a:lnTo>
                    <a:pt x="1531" y="35381"/>
                  </a:lnTo>
                  <a:close/>
                </a:path>
              </a:pathLst>
            </a:custGeom>
          </p:spPr>
        </p:pic>
        <p:pic>
          <p:nvPicPr>
            <p:cNvPr id="1762" name="그림 1761">
              <a:extLst>
                <a:ext uri="{FF2B5EF4-FFF2-40B4-BE49-F238E27FC236}">
                  <a16:creationId xmlns:a16="http://schemas.microsoft.com/office/drawing/2014/main" id="{5372E014-213C-4D2D-43A0-3A44D216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6"/>
            <a:stretch>
              <a:fillRect/>
            </a:stretch>
          </p:blipFill>
          <p:spPr>
            <a:xfrm>
              <a:off x="11091376" y="571500"/>
              <a:ext cx="994837" cy="169333"/>
            </a:xfrm>
            <a:custGeom>
              <a:avLst/>
              <a:gdLst>
                <a:gd name="connsiteX0" fmla="*/ 1572 w 994837"/>
                <a:gd name="connsiteY0" fmla="*/ 81 h 169333"/>
                <a:gd name="connsiteX1" fmla="*/ 996409 w 994837"/>
                <a:gd name="connsiteY1" fmla="*/ 81 h 169333"/>
                <a:gd name="connsiteX2" fmla="*/ 996409 w 994837"/>
                <a:gd name="connsiteY2" fmla="*/ 169414 h 169333"/>
                <a:gd name="connsiteX3" fmla="*/ 1572 w 994837"/>
                <a:gd name="connsiteY3" fmla="*/ 169414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4837" h="169333">
                  <a:moveTo>
                    <a:pt x="1572" y="81"/>
                  </a:moveTo>
                  <a:lnTo>
                    <a:pt x="996409" y="81"/>
                  </a:lnTo>
                  <a:lnTo>
                    <a:pt x="996409" y="169414"/>
                  </a:lnTo>
                  <a:lnTo>
                    <a:pt x="1572" y="169414"/>
                  </a:lnTo>
                  <a:close/>
                </a:path>
              </a:pathLst>
            </a:custGeom>
          </p:spPr>
        </p:pic>
        <p:pic>
          <p:nvPicPr>
            <p:cNvPr id="1763" name="그림 1762">
              <a:extLst>
                <a:ext uri="{FF2B5EF4-FFF2-40B4-BE49-F238E27FC236}">
                  <a16:creationId xmlns:a16="http://schemas.microsoft.com/office/drawing/2014/main" id="{E18B0F56-6398-0E51-C7B1-B33B3B43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7"/>
            <a:stretch>
              <a:fillRect/>
            </a:stretch>
          </p:blipFill>
          <p:spPr>
            <a:xfrm>
              <a:off x="11091376" y="141111"/>
              <a:ext cx="684391" cy="599722"/>
            </a:xfrm>
            <a:custGeom>
              <a:avLst/>
              <a:gdLst>
                <a:gd name="connsiteX0" fmla="*/ 1572 w 684391"/>
                <a:gd name="connsiteY0" fmla="*/ 20 h 599722"/>
                <a:gd name="connsiteX1" fmla="*/ 685964 w 684391"/>
                <a:gd name="connsiteY1" fmla="*/ 20 h 599722"/>
                <a:gd name="connsiteX2" fmla="*/ 685964 w 684391"/>
                <a:gd name="connsiteY2" fmla="*/ 599742 h 599722"/>
                <a:gd name="connsiteX3" fmla="*/ 1572 w 684391"/>
                <a:gd name="connsiteY3" fmla="*/ 599742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391" h="599722">
                  <a:moveTo>
                    <a:pt x="1572" y="20"/>
                  </a:moveTo>
                  <a:lnTo>
                    <a:pt x="685964" y="20"/>
                  </a:lnTo>
                  <a:lnTo>
                    <a:pt x="685964" y="599742"/>
                  </a:lnTo>
                  <a:lnTo>
                    <a:pt x="1572" y="599742"/>
                  </a:lnTo>
                  <a:close/>
                </a:path>
              </a:pathLst>
            </a:custGeom>
          </p:spPr>
        </p:pic>
        <p:pic>
          <p:nvPicPr>
            <p:cNvPr id="1764" name="그림 1763">
              <a:extLst>
                <a:ext uri="{FF2B5EF4-FFF2-40B4-BE49-F238E27FC236}">
                  <a16:creationId xmlns:a16="http://schemas.microsoft.com/office/drawing/2014/main" id="{CC3AE4F1-16FF-3C54-A58A-7A4D4768F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18"/>
            <a:stretch>
              <a:fillRect/>
            </a:stretch>
          </p:blipFill>
          <p:spPr>
            <a:xfrm>
              <a:off x="11761657" y="141111"/>
              <a:ext cx="444501" cy="232833"/>
            </a:xfrm>
            <a:custGeom>
              <a:avLst/>
              <a:gdLst>
                <a:gd name="connsiteX0" fmla="*/ 1667 w 444501"/>
                <a:gd name="connsiteY0" fmla="*/ 20 h 232833"/>
                <a:gd name="connsiteX1" fmla="*/ 446169 w 444501"/>
                <a:gd name="connsiteY1" fmla="*/ 20 h 232833"/>
                <a:gd name="connsiteX2" fmla="*/ 446169 w 444501"/>
                <a:gd name="connsiteY2" fmla="*/ 232853 h 232833"/>
                <a:gd name="connsiteX3" fmla="*/ 1667 w 444501"/>
                <a:gd name="connsiteY3" fmla="*/ 23285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1" h="232833">
                  <a:moveTo>
                    <a:pt x="1667" y="20"/>
                  </a:moveTo>
                  <a:lnTo>
                    <a:pt x="446169" y="20"/>
                  </a:lnTo>
                  <a:lnTo>
                    <a:pt x="446169" y="232853"/>
                  </a:lnTo>
                  <a:lnTo>
                    <a:pt x="1667" y="232853"/>
                  </a:lnTo>
                  <a:close/>
                </a:path>
              </a:pathLst>
            </a:custGeom>
          </p:spPr>
        </p:pic>
        <p:pic>
          <p:nvPicPr>
            <p:cNvPr id="1765" name="그림 1764">
              <a:extLst>
                <a:ext uri="{FF2B5EF4-FFF2-40B4-BE49-F238E27FC236}">
                  <a16:creationId xmlns:a16="http://schemas.microsoft.com/office/drawing/2014/main" id="{3C0EACF4-DD77-05F5-1E81-C662BCFB3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9"/>
            <a:stretch>
              <a:fillRect/>
            </a:stretch>
          </p:blipFill>
          <p:spPr>
            <a:xfrm>
              <a:off x="7507140" y="4875388"/>
              <a:ext cx="500946" cy="162277"/>
            </a:xfrm>
            <a:custGeom>
              <a:avLst/>
              <a:gdLst>
                <a:gd name="connsiteX0" fmla="*/ 1064 w 500946"/>
                <a:gd name="connsiteY0" fmla="*/ 691 h 162277"/>
                <a:gd name="connsiteX1" fmla="*/ 502010 w 500946"/>
                <a:gd name="connsiteY1" fmla="*/ 691 h 162277"/>
                <a:gd name="connsiteX2" fmla="*/ 502010 w 500946"/>
                <a:gd name="connsiteY2" fmla="*/ 162969 h 162277"/>
                <a:gd name="connsiteX3" fmla="*/ 1064 w 500946"/>
                <a:gd name="connsiteY3" fmla="*/ 162969 h 16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62277">
                  <a:moveTo>
                    <a:pt x="1064" y="691"/>
                  </a:moveTo>
                  <a:lnTo>
                    <a:pt x="502010" y="691"/>
                  </a:lnTo>
                  <a:lnTo>
                    <a:pt x="502010" y="162969"/>
                  </a:lnTo>
                  <a:lnTo>
                    <a:pt x="1064" y="162969"/>
                  </a:lnTo>
                  <a:close/>
                </a:path>
              </a:pathLst>
            </a:custGeom>
          </p:spPr>
        </p:pic>
        <p:pic>
          <p:nvPicPr>
            <p:cNvPr id="1766" name="그림 1765">
              <a:extLst>
                <a:ext uri="{FF2B5EF4-FFF2-40B4-BE49-F238E27FC236}">
                  <a16:creationId xmlns:a16="http://schemas.microsoft.com/office/drawing/2014/main" id="{7E332EDE-9533-A14F-66D0-13D553CCE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0"/>
            <a:stretch>
              <a:fillRect/>
            </a:stretch>
          </p:blipFill>
          <p:spPr>
            <a:xfrm>
              <a:off x="8015142" y="5270500"/>
              <a:ext cx="543279" cy="63500"/>
            </a:xfrm>
            <a:custGeom>
              <a:avLst/>
              <a:gdLst>
                <a:gd name="connsiteX0" fmla="*/ 1136 w 543279"/>
                <a:gd name="connsiteY0" fmla="*/ 747 h 63500"/>
                <a:gd name="connsiteX1" fmla="*/ 544416 w 543279"/>
                <a:gd name="connsiteY1" fmla="*/ 747 h 63500"/>
                <a:gd name="connsiteX2" fmla="*/ 544416 w 543279"/>
                <a:gd name="connsiteY2" fmla="*/ 64247 h 63500"/>
                <a:gd name="connsiteX3" fmla="*/ 1136 w 543279"/>
                <a:gd name="connsiteY3" fmla="*/ 64247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279" h="63500">
                  <a:moveTo>
                    <a:pt x="1136" y="747"/>
                  </a:moveTo>
                  <a:lnTo>
                    <a:pt x="544416" y="747"/>
                  </a:lnTo>
                  <a:lnTo>
                    <a:pt x="544416" y="64247"/>
                  </a:lnTo>
                  <a:lnTo>
                    <a:pt x="1136" y="64247"/>
                  </a:lnTo>
                  <a:close/>
                </a:path>
              </a:pathLst>
            </a:custGeom>
          </p:spPr>
        </p:pic>
        <p:pic>
          <p:nvPicPr>
            <p:cNvPr id="1767" name="그림 1766">
              <a:extLst>
                <a:ext uri="{FF2B5EF4-FFF2-40B4-BE49-F238E27FC236}">
                  <a16:creationId xmlns:a16="http://schemas.microsoft.com/office/drawing/2014/main" id="{B0B7F2C5-49A3-19B3-FCDC-3741FC2F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1"/>
            <a:stretch>
              <a:fillRect/>
            </a:stretch>
          </p:blipFill>
          <p:spPr>
            <a:xfrm>
              <a:off x="8544311" y="5185833"/>
              <a:ext cx="508001" cy="148166"/>
            </a:xfrm>
            <a:custGeom>
              <a:avLst/>
              <a:gdLst>
                <a:gd name="connsiteX0" fmla="*/ 1211 w 508001"/>
                <a:gd name="connsiteY0" fmla="*/ 735 h 148166"/>
                <a:gd name="connsiteX1" fmla="*/ 509213 w 508001"/>
                <a:gd name="connsiteY1" fmla="*/ 735 h 148166"/>
                <a:gd name="connsiteX2" fmla="*/ 509213 w 508001"/>
                <a:gd name="connsiteY2" fmla="*/ 148902 h 148166"/>
                <a:gd name="connsiteX3" fmla="*/ 1211 w 508001"/>
                <a:gd name="connsiteY3" fmla="*/ 148902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001" h="148166">
                  <a:moveTo>
                    <a:pt x="1211" y="735"/>
                  </a:moveTo>
                  <a:lnTo>
                    <a:pt x="509213" y="735"/>
                  </a:lnTo>
                  <a:lnTo>
                    <a:pt x="509213" y="148902"/>
                  </a:lnTo>
                  <a:lnTo>
                    <a:pt x="1211" y="148902"/>
                  </a:lnTo>
                  <a:close/>
                </a:path>
              </a:pathLst>
            </a:custGeom>
          </p:spPr>
        </p:pic>
        <p:pic>
          <p:nvPicPr>
            <p:cNvPr id="1768" name="그림 1767">
              <a:extLst>
                <a:ext uri="{FF2B5EF4-FFF2-40B4-BE49-F238E27FC236}">
                  <a16:creationId xmlns:a16="http://schemas.microsoft.com/office/drawing/2014/main" id="{EFFD1D20-A2D3-CC2F-39B2-75E5FA25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2"/>
            <a:stretch>
              <a:fillRect/>
            </a:stretch>
          </p:blipFill>
          <p:spPr>
            <a:xfrm>
              <a:off x="8544311" y="5207000"/>
              <a:ext cx="296334" cy="127000"/>
            </a:xfrm>
            <a:custGeom>
              <a:avLst/>
              <a:gdLst>
                <a:gd name="connsiteX0" fmla="*/ 1211 w 296334"/>
                <a:gd name="connsiteY0" fmla="*/ 738 h 127000"/>
                <a:gd name="connsiteX1" fmla="*/ 297546 w 296334"/>
                <a:gd name="connsiteY1" fmla="*/ 738 h 127000"/>
                <a:gd name="connsiteX2" fmla="*/ 297546 w 296334"/>
                <a:gd name="connsiteY2" fmla="*/ 127738 h 127000"/>
                <a:gd name="connsiteX3" fmla="*/ 1211 w 296334"/>
                <a:gd name="connsiteY3" fmla="*/ 127738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127000">
                  <a:moveTo>
                    <a:pt x="1211" y="738"/>
                  </a:moveTo>
                  <a:lnTo>
                    <a:pt x="297546" y="738"/>
                  </a:lnTo>
                  <a:lnTo>
                    <a:pt x="297546" y="127738"/>
                  </a:lnTo>
                  <a:lnTo>
                    <a:pt x="1211" y="127738"/>
                  </a:lnTo>
                  <a:close/>
                </a:path>
              </a:pathLst>
            </a:custGeom>
          </p:spPr>
        </p:pic>
        <p:pic>
          <p:nvPicPr>
            <p:cNvPr id="1769" name="그림 1768">
              <a:extLst>
                <a:ext uri="{FF2B5EF4-FFF2-40B4-BE49-F238E27FC236}">
                  <a16:creationId xmlns:a16="http://schemas.microsoft.com/office/drawing/2014/main" id="{2BD85DD0-0C23-407B-C15C-551BCF5F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3"/>
            <a:stretch>
              <a:fillRect/>
            </a:stretch>
          </p:blipFill>
          <p:spPr>
            <a:xfrm>
              <a:off x="8544311" y="5129388"/>
              <a:ext cx="183445" cy="204611"/>
            </a:xfrm>
            <a:custGeom>
              <a:avLst/>
              <a:gdLst>
                <a:gd name="connsiteX0" fmla="*/ 1211 w 183445"/>
                <a:gd name="connsiteY0" fmla="*/ 727 h 204611"/>
                <a:gd name="connsiteX1" fmla="*/ 184656 w 183445"/>
                <a:gd name="connsiteY1" fmla="*/ 727 h 204611"/>
                <a:gd name="connsiteX2" fmla="*/ 184656 w 183445"/>
                <a:gd name="connsiteY2" fmla="*/ 205338 h 204611"/>
                <a:gd name="connsiteX3" fmla="*/ 1211 w 183445"/>
                <a:gd name="connsiteY3" fmla="*/ 205338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45" h="204611">
                  <a:moveTo>
                    <a:pt x="1211" y="727"/>
                  </a:moveTo>
                  <a:lnTo>
                    <a:pt x="184656" y="727"/>
                  </a:lnTo>
                  <a:lnTo>
                    <a:pt x="184656" y="205338"/>
                  </a:lnTo>
                  <a:lnTo>
                    <a:pt x="1211" y="205338"/>
                  </a:lnTo>
                  <a:close/>
                </a:path>
              </a:pathLst>
            </a:custGeom>
          </p:spPr>
        </p:pic>
        <p:pic>
          <p:nvPicPr>
            <p:cNvPr id="1770" name="그림 1769">
              <a:extLst>
                <a:ext uri="{FF2B5EF4-FFF2-40B4-BE49-F238E27FC236}">
                  <a16:creationId xmlns:a16="http://schemas.microsoft.com/office/drawing/2014/main" id="{23EA41B2-82F0-2904-03BA-FDA4047F6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4"/>
            <a:stretch>
              <a:fillRect/>
            </a:stretch>
          </p:blipFill>
          <p:spPr>
            <a:xfrm>
              <a:off x="8452588" y="5298722"/>
              <a:ext cx="105833" cy="35277"/>
            </a:xfrm>
            <a:custGeom>
              <a:avLst/>
              <a:gdLst>
                <a:gd name="connsiteX0" fmla="*/ 1198 w 105833"/>
                <a:gd name="connsiteY0" fmla="*/ 751 h 35277"/>
                <a:gd name="connsiteX1" fmla="*/ 107032 w 105833"/>
                <a:gd name="connsiteY1" fmla="*/ 751 h 35277"/>
                <a:gd name="connsiteX2" fmla="*/ 107032 w 105833"/>
                <a:gd name="connsiteY2" fmla="*/ 36029 h 35277"/>
                <a:gd name="connsiteX3" fmla="*/ 1198 w 105833"/>
                <a:gd name="connsiteY3" fmla="*/ 36029 h 35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35277">
                  <a:moveTo>
                    <a:pt x="1198" y="751"/>
                  </a:moveTo>
                  <a:lnTo>
                    <a:pt x="107032" y="751"/>
                  </a:lnTo>
                  <a:lnTo>
                    <a:pt x="107032" y="36029"/>
                  </a:lnTo>
                  <a:lnTo>
                    <a:pt x="1198" y="36029"/>
                  </a:lnTo>
                  <a:close/>
                </a:path>
              </a:pathLst>
            </a:custGeom>
          </p:spPr>
        </p:pic>
        <p:pic>
          <p:nvPicPr>
            <p:cNvPr id="1771" name="그림 1770">
              <a:extLst>
                <a:ext uri="{FF2B5EF4-FFF2-40B4-BE49-F238E27FC236}">
                  <a16:creationId xmlns:a16="http://schemas.microsoft.com/office/drawing/2014/main" id="{6DCB1F20-DDF3-DFE6-EE39-1BEC5F629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5"/>
            <a:stretch>
              <a:fillRect/>
            </a:stretch>
          </p:blipFill>
          <p:spPr>
            <a:xfrm>
              <a:off x="8452588" y="5185833"/>
              <a:ext cx="599724" cy="127000"/>
            </a:xfrm>
            <a:custGeom>
              <a:avLst/>
              <a:gdLst>
                <a:gd name="connsiteX0" fmla="*/ 1198 w 599724"/>
                <a:gd name="connsiteY0" fmla="*/ 735 h 127000"/>
                <a:gd name="connsiteX1" fmla="*/ 600923 w 599724"/>
                <a:gd name="connsiteY1" fmla="*/ 735 h 127000"/>
                <a:gd name="connsiteX2" fmla="*/ 600923 w 599724"/>
                <a:gd name="connsiteY2" fmla="*/ 127735 h 127000"/>
                <a:gd name="connsiteX3" fmla="*/ 1198 w 599724"/>
                <a:gd name="connsiteY3" fmla="*/ 127735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724" h="127000">
                  <a:moveTo>
                    <a:pt x="1198" y="735"/>
                  </a:moveTo>
                  <a:lnTo>
                    <a:pt x="600923" y="735"/>
                  </a:lnTo>
                  <a:lnTo>
                    <a:pt x="600923" y="127735"/>
                  </a:lnTo>
                  <a:lnTo>
                    <a:pt x="1198" y="127735"/>
                  </a:lnTo>
                  <a:close/>
                </a:path>
              </a:pathLst>
            </a:custGeom>
          </p:spPr>
        </p:pic>
        <p:pic>
          <p:nvPicPr>
            <p:cNvPr id="1772" name="그림 1771">
              <a:extLst>
                <a:ext uri="{FF2B5EF4-FFF2-40B4-BE49-F238E27FC236}">
                  <a16:creationId xmlns:a16="http://schemas.microsoft.com/office/drawing/2014/main" id="{CC050070-6FA3-AA3B-8C17-31BCA1557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6"/>
            <a:stretch>
              <a:fillRect/>
            </a:stretch>
          </p:blipFill>
          <p:spPr>
            <a:xfrm>
              <a:off x="9122869" y="4776611"/>
              <a:ext cx="486835" cy="338666"/>
            </a:xfrm>
            <a:custGeom>
              <a:avLst/>
              <a:gdLst>
                <a:gd name="connsiteX0" fmla="*/ 1293 w 486835"/>
                <a:gd name="connsiteY0" fmla="*/ 677 h 338666"/>
                <a:gd name="connsiteX1" fmla="*/ 488128 w 486835"/>
                <a:gd name="connsiteY1" fmla="*/ 677 h 338666"/>
                <a:gd name="connsiteX2" fmla="*/ 488128 w 486835"/>
                <a:gd name="connsiteY2" fmla="*/ 339344 h 338666"/>
                <a:gd name="connsiteX3" fmla="*/ 1293 w 486835"/>
                <a:gd name="connsiteY3" fmla="*/ 339344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338666">
                  <a:moveTo>
                    <a:pt x="1293" y="677"/>
                  </a:moveTo>
                  <a:lnTo>
                    <a:pt x="488128" y="677"/>
                  </a:lnTo>
                  <a:lnTo>
                    <a:pt x="488128" y="339344"/>
                  </a:lnTo>
                  <a:lnTo>
                    <a:pt x="1293" y="339344"/>
                  </a:lnTo>
                  <a:close/>
                </a:path>
              </a:pathLst>
            </a:custGeom>
          </p:spPr>
        </p:pic>
        <p:pic>
          <p:nvPicPr>
            <p:cNvPr id="1773" name="그림 1772">
              <a:extLst>
                <a:ext uri="{FF2B5EF4-FFF2-40B4-BE49-F238E27FC236}">
                  <a16:creationId xmlns:a16="http://schemas.microsoft.com/office/drawing/2014/main" id="{50FD58C5-AF26-6833-F0D2-44CA15E53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7"/>
            <a:stretch>
              <a:fillRect/>
            </a:stretch>
          </p:blipFill>
          <p:spPr>
            <a:xfrm>
              <a:off x="9122869" y="4938888"/>
              <a:ext cx="515057" cy="176388"/>
            </a:xfrm>
            <a:custGeom>
              <a:avLst/>
              <a:gdLst>
                <a:gd name="connsiteX0" fmla="*/ 1293 w 515057"/>
                <a:gd name="connsiteY0" fmla="*/ 700 h 176388"/>
                <a:gd name="connsiteX1" fmla="*/ 516351 w 515057"/>
                <a:gd name="connsiteY1" fmla="*/ 700 h 176388"/>
                <a:gd name="connsiteX2" fmla="*/ 516351 w 515057"/>
                <a:gd name="connsiteY2" fmla="*/ 177089 h 176388"/>
                <a:gd name="connsiteX3" fmla="*/ 1293 w 515057"/>
                <a:gd name="connsiteY3" fmla="*/ 177089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5057" h="176388">
                  <a:moveTo>
                    <a:pt x="1293" y="700"/>
                  </a:moveTo>
                  <a:lnTo>
                    <a:pt x="516351" y="700"/>
                  </a:lnTo>
                  <a:lnTo>
                    <a:pt x="516351" y="177089"/>
                  </a:lnTo>
                  <a:lnTo>
                    <a:pt x="1293" y="177089"/>
                  </a:lnTo>
                  <a:close/>
                </a:path>
              </a:pathLst>
            </a:custGeom>
          </p:spPr>
        </p:pic>
        <p:pic>
          <p:nvPicPr>
            <p:cNvPr id="1774" name="그림 1773">
              <a:extLst>
                <a:ext uri="{FF2B5EF4-FFF2-40B4-BE49-F238E27FC236}">
                  <a16:creationId xmlns:a16="http://schemas.microsoft.com/office/drawing/2014/main" id="{F2348A46-3881-46D0-FDB6-A82025F49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28"/>
            <a:stretch>
              <a:fillRect/>
            </a:stretch>
          </p:blipFill>
          <p:spPr>
            <a:xfrm>
              <a:off x="9038202" y="5101166"/>
              <a:ext cx="98778" cy="98777"/>
            </a:xfrm>
            <a:custGeom>
              <a:avLst/>
              <a:gdLst>
                <a:gd name="connsiteX0" fmla="*/ 1281 w 98778"/>
                <a:gd name="connsiteY0" fmla="*/ 723 h 98777"/>
                <a:gd name="connsiteX1" fmla="*/ 100059 w 98778"/>
                <a:gd name="connsiteY1" fmla="*/ 723 h 98777"/>
                <a:gd name="connsiteX2" fmla="*/ 100059 w 98778"/>
                <a:gd name="connsiteY2" fmla="*/ 99501 h 98777"/>
                <a:gd name="connsiteX3" fmla="*/ 1281 w 98778"/>
                <a:gd name="connsiteY3" fmla="*/ 99501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78" h="98777">
                  <a:moveTo>
                    <a:pt x="1281" y="723"/>
                  </a:moveTo>
                  <a:lnTo>
                    <a:pt x="100059" y="723"/>
                  </a:lnTo>
                  <a:lnTo>
                    <a:pt x="100059" y="99501"/>
                  </a:lnTo>
                  <a:lnTo>
                    <a:pt x="1281" y="99501"/>
                  </a:lnTo>
                  <a:close/>
                </a:path>
              </a:pathLst>
            </a:custGeom>
          </p:spPr>
        </p:pic>
        <p:pic>
          <p:nvPicPr>
            <p:cNvPr id="1775" name="그림 1774">
              <a:extLst>
                <a:ext uri="{FF2B5EF4-FFF2-40B4-BE49-F238E27FC236}">
                  <a16:creationId xmlns:a16="http://schemas.microsoft.com/office/drawing/2014/main" id="{EA648F6C-909A-A84A-75AE-61127B1D9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9"/>
            <a:stretch>
              <a:fillRect/>
            </a:stretch>
          </p:blipFill>
          <p:spPr>
            <a:xfrm>
              <a:off x="9031146" y="4699000"/>
              <a:ext cx="105833" cy="416277"/>
            </a:xfrm>
            <a:custGeom>
              <a:avLst/>
              <a:gdLst>
                <a:gd name="connsiteX0" fmla="*/ 1280 w 105833"/>
                <a:gd name="connsiteY0" fmla="*/ 666 h 416277"/>
                <a:gd name="connsiteX1" fmla="*/ 107114 w 105833"/>
                <a:gd name="connsiteY1" fmla="*/ 666 h 416277"/>
                <a:gd name="connsiteX2" fmla="*/ 107114 w 105833"/>
                <a:gd name="connsiteY2" fmla="*/ 416944 h 416277"/>
                <a:gd name="connsiteX3" fmla="*/ 1280 w 105833"/>
                <a:gd name="connsiteY3" fmla="*/ 416944 h 41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33" h="416277">
                  <a:moveTo>
                    <a:pt x="1280" y="666"/>
                  </a:moveTo>
                  <a:lnTo>
                    <a:pt x="107114" y="666"/>
                  </a:lnTo>
                  <a:lnTo>
                    <a:pt x="107114" y="416944"/>
                  </a:lnTo>
                  <a:lnTo>
                    <a:pt x="1280" y="416944"/>
                  </a:lnTo>
                  <a:close/>
                </a:path>
              </a:pathLst>
            </a:custGeom>
          </p:spPr>
        </p:pic>
        <p:pic>
          <p:nvPicPr>
            <p:cNvPr id="1776" name="그림 1775">
              <a:extLst>
                <a:ext uri="{FF2B5EF4-FFF2-40B4-BE49-F238E27FC236}">
                  <a16:creationId xmlns:a16="http://schemas.microsoft.com/office/drawing/2014/main" id="{D4DD632E-2F49-BA18-2C4B-31ED69B26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0"/>
            <a:stretch>
              <a:fillRect/>
            </a:stretch>
          </p:blipFill>
          <p:spPr>
            <a:xfrm>
              <a:off x="9031146" y="4699000"/>
              <a:ext cx="578557" cy="91722"/>
            </a:xfrm>
            <a:custGeom>
              <a:avLst/>
              <a:gdLst>
                <a:gd name="connsiteX0" fmla="*/ 1280 w 578557"/>
                <a:gd name="connsiteY0" fmla="*/ 666 h 91722"/>
                <a:gd name="connsiteX1" fmla="*/ 579838 w 578557"/>
                <a:gd name="connsiteY1" fmla="*/ 666 h 91722"/>
                <a:gd name="connsiteX2" fmla="*/ 579838 w 578557"/>
                <a:gd name="connsiteY2" fmla="*/ 92388 h 91722"/>
                <a:gd name="connsiteX3" fmla="*/ 1280 w 578557"/>
                <a:gd name="connsiteY3" fmla="*/ 92388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91722">
                  <a:moveTo>
                    <a:pt x="1280" y="666"/>
                  </a:moveTo>
                  <a:lnTo>
                    <a:pt x="579838" y="666"/>
                  </a:lnTo>
                  <a:lnTo>
                    <a:pt x="579838" y="92388"/>
                  </a:lnTo>
                  <a:lnTo>
                    <a:pt x="1280" y="92388"/>
                  </a:lnTo>
                  <a:close/>
                </a:path>
              </a:pathLst>
            </a:custGeom>
          </p:spPr>
        </p:pic>
        <p:pic>
          <p:nvPicPr>
            <p:cNvPr id="1777" name="그림 1776">
              <a:extLst>
                <a:ext uri="{FF2B5EF4-FFF2-40B4-BE49-F238E27FC236}">
                  <a16:creationId xmlns:a16="http://schemas.microsoft.com/office/drawing/2014/main" id="{D99E7B10-F4D7-2E62-5829-1442F1AA1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/>
            <a:stretch>
              <a:fillRect/>
            </a:stretch>
          </p:blipFill>
          <p:spPr>
            <a:xfrm>
              <a:off x="8918257" y="4049888"/>
              <a:ext cx="571502" cy="211666"/>
            </a:xfrm>
            <a:custGeom>
              <a:avLst/>
              <a:gdLst>
                <a:gd name="connsiteX0" fmla="*/ 1264 w 571502"/>
                <a:gd name="connsiteY0" fmla="*/ 574 h 211666"/>
                <a:gd name="connsiteX1" fmla="*/ 572766 w 571502"/>
                <a:gd name="connsiteY1" fmla="*/ 574 h 211666"/>
                <a:gd name="connsiteX2" fmla="*/ 572766 w 571502"/>
                <a:gd name="connsiteY2" fmla="*/ 212241 h 211666"/>
                <a:gd name="connsiteX3" fmla="*/ 1264 w 571502"/>
                <a:gd name="connsiteY3" fmla="*/ 21224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11666">
                  <a:moveTo>
                    <a:pt x="1264" y="574"/>
                  </a:moveTo>
                  <a:lnTo>
                    <a:pt x="572766" y="574"/>
                  </a:lnTo>
                  <a:lnTo>
                    <a:pt x="572766" y="212241"/>
                  </a:lnTo>
                  <a:lnTo>
                    <a:pt x="1264" y="212241"/>
                  </a:lnTo>
                  <a:close/>
                </a:path>
              </a:pathLst>
            </a:custGeom>
          </p:spPr>
        </p:pic>
        <p:pic>
          <p:nvPicPr>
            <p:cNvPr id="1778" name="그림 1777">
              <a:extLst>
                <a:ext uri="{FF2B5EF4-FFF2-40B4-BE49-F238E27FC236}">
                  <a16:creationId xmlns:a16="http://schemas.microsoft.com/office/drawing/2014/main" id="{1BB8FDF8-F9B6-D95A-3766-76943881C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2"/>
            <a:stretch>
              <a:fillRect/>
            </a:stretch>
          </p:blipFill>
          <p:spPr>
            <a:xfrm>
              <a:off x="9849594" y="3520722"/>
              <a:ext cx="769058" cy="56444"/>
            </a:xfrm>
            <a:custGeom>
              <a:avLst/>
              <a:gdLst>
                <a:gd name="connsiteX0" fmla="*/ 1396 w 769058"/>
                <a:gd name="connsiteY0" fmla="*/ 499 h 56444"/>
                <a:gd name="connsiteX1" fmla="*/ 770455 w 769058"/>
                <a:gd name="connsiteY1" fmla="*/ 499 h 56444"/>
                <a:gd name="connsiteX2" fmla="*/ 770455 w 769058"/>
                <a:gd name="connsiteY2" fmla="*/ 56943 h 56444"/>
                <a:gd name="connsiteX3" fmla="*/ 1396 w 769058"/>
                <a:gd name="connsiteY3" fmla="*/ 56943 h 5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058" h="56444">
                  <a:moveTo>
                    <a:pt x="1396" y="499"/>
                  </a:moveTo>
                  <a:lnTo>
                    <a:pt x="770455" y="499"/>
                  </a:lnTo>
                  <a:lnTo>
                    <a:pt x="770455" y="56943"/>
                  </a:lnTo>
                  <a:lnTo>
                    <a:pt x="1396" y="56943"/>
                  </a:lnTo>
                  <a:close/>
                </a:path>
              </a:pathLst>
            </a:custGeom>
          </p:spPr>
        </p:pic>
        <p:pic>
          <p:nvPicPr>
            <p:cNvPr id="1779" name="그림 1778">
              <a:extLst>
                <a:ext uri="{FF2B5EF4-FFF2-40B4-BE49-F238E27FC236}">
                  <a16:creationId xmlns:a16="http://schemas.microsoft.com/office/drawing/2014/main" id="{FD71754A-E420-4CA5-8D96-856ABA4D4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/>
            <a:stretch>
              <a:fillRect/>
            </a:stretch>
          </p:blipFill>
          <p:spPr>
            <a:xfrm>
              <a:off x="9821371" y="3379611"/>
              <a:ext cx="42333" cy="155222"/>
            </a:xfrm>
            <a:custGeom>
              <a:avLst/>
              <a:gdLst>
                <a:gd name="connsiteX0" fmla="*/ 1392 w 42333"/>
                <a:gd name="connsiteY0" fmla="*/ 479 h 155222"/>
                <a:gd name="connsiteX1" fmla="*/ 43726 w 42333"/>
                <a:gd name="connsiteY1" fmla="*/ 479 h 155222"/>
                <a:gd name="connsiteX2" fmla="*/ 43726 w 42333"/>
                <a:gd name="connsiteY2" fmla="*/ 155701 h 155222"/>
                <a:gd name="connsiteX3" fmla="*/ 1392 w 42333"/>
                <a:gd name="connsiteY3" fmla="*/ 155701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55222">
                  <a:moveTo>
                    <a:pt x="1392" y="479"/>
                  </a:moveTo>
                  <a:lnTo>
                    <a:pt x="43726" y="479"/>
                  </a:lnTo>
                  <a:lnTo>
                    <a:pt x="43726" y="155701"/>
                  </a:lnTo>
                  <a:lnTo>
                    <a:pt x="1392" y="155701"/>
                  </a:lnTo>
                  <a:close/>
                </a:path>
              </a:pathLst>
            </a:custGeom>
          </p:spPr>
        </p:pic>
        <p:pic>
          <p:nvPicPr>
            <p:cNvPr id="1780" name="그림 1779">
              <a:extLst>
                <a:ext uri="{FF2B5EF4-FFF2-40B4-BE49-F238E27FC236}">
                  <a16:creationId xmlns:a16="http://schemas.microsoft.com/office/drawing/2014/main" id="{EB4DA42E-FE90-96A4-7CE1-00AC5413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4"/>
            <a:stretch>
              <a:fillRect/>
            </a:stretch>
          </p:blipFill>
          <p:spPr>
            <a:xfrm>
              <a:off x="10569263" y="3083277"/>
              <a:ext cx="578557" cy="148166"/>
            </a:xfrm>
            <a:custGeom>
              <a:avLst/>
              <a:gdLst>
                <a:gd name="connsiteX0" fmla="*/ 1498 w 578557"/>
                <a:gd name="connsiteY0" fmla="*/ 437 h 148166"/>
                <a:gd name="connsiteX1" fmla="*/ 580056 w 578557"/>
                <a:gd name="connsiteY1" fmla="*/ 437 h 148166"/>
                <a:gd name="connsiteX2" fmla="*/ 580056 w 578557"/>
                <a:gd name="connsiteY2" fmla="*/ 148604 h 148166"/>
                <a:gd name="connsiteX3" fmla="*/ 1498 w 578557"/>
                <a:gd name="connsiteY3" fmla="*/ 148604 h 14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57" h="148166">
                  <a:moveTo>
                    <a:pt x="1498" y="437"/>
                  </a:moveTo>
                  <a:lnTo>
                    <a:pt x="580056" y="437"/>
                  </a:lnTo>
                  <a:lnTo>
                    <a:pt x="580056" y="148604"/>
                  </a:lnTo>
                  <a:lnTo>
                    <a:pt x="1498" y="148604"/>
                  </a:lnTo>
                  <a:close/>
                </a:path>
              </a:pathLst>
            </a:custGeom>
          </p:spPr>
        </p:pic>
        <p:pic>
          <p:nvPicPr>
            <p:cNvPr id="1781" name="그림 1780">
              <a:extLst>
                <a:ext uri="{FF2B5EF4-FFF2-40B4-BE49-F238E27FC236}">
                  <a16:creationId xmlns:a16="http://schemas.microsoft.com/office/drawing/2014/main" id="{F7A040EF-C511-3798-5A44-1310ECB4F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/>
            <a:stretch>
              <a:fillRect/>
            </a:stretch>
          </p:blipFill>
          <p:spPr>
            <a:xfrm>
              <a:off x="10576319" y="2074333"/>
              <a:ext cx="832558" cy="141111"/>
            </a:xfrm>
            <a:custGeom>
              <a:avLst/>
              <a:gdLst>
                <a:gd name="connsiteX0" fmla="*/ 1499 w 832558"/>
                <a:gd name="connsiteY0" fmla="*/ 294 h 141111"/>
                <a:gd name="connsiteX1" fmla="*/ 834058 w 832558"/>
                <a:gd name="connsiteY1" fmla="*/ 294 h 141111"/>
                <a:gd name="connsiteX2" fmla="*/ 834058 w 832558"/>
                <a:gd name="connsiteY2" fmla="*/ 141405 h 141111"/>
                <a:gd name="connsiteX3" fmla="*/ 1499 w 832558"/>
                <a:gd name="connsiteY3" fmla="*/ 141405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2558" h="141111">
                  <a:moveTo>
                    <a:pt x="1499" y="294"/>
                  </a:moveTo>
                  <a:lnTo>
                    <a:pt x="834058" y="294"/>
                  </a:lnTo>
                  <a:lnTo>
                    <a:pt x="834058" y="141405"/>
                  </a:lnTo>
                  <a:lnTo>
                    <a:pt x="1499" y="141405"/>
                  </a:lnTo>
                  <a:close/>
                </a:path>
              </a:pathLst>
            </a:custGeom>
          </p:spPr>
        </p:pic>
        <p:pic>
          <p:nvPicPr>
            <p:cNvPr id="1782" name="그림 1781">
              <a:extLst>
                <a:ext uri="{FF2B5EF4-FFF2-40B4-BE49-F238E27FC236}">
                  <a16:creationId xmlns:a16="http://schemas.microsoft.com/office/drawing/2014/main" id="{546EDEC7-257B-DCB3-3823-9DB0ECAF3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6"/>
            <a:stretch>
              <a:fillRect/>
            </a:stretch>
          </p:blipFill>
          <p:spPr>
            <a:xfrm>
              <a:off x="10576319" y="1185333"/>
              <a:ext cx="91722" cy="903111"/>
            </a:xfrm>
            <a:custGeom>
              <a:avLst/>
              <a:gdLst>
                <a:gd name="connsiteX0" fmla="*/ 1499 w 91722"/>
                <a:gd name="connsiteY0" fmla="*/ 168 h 903111"/>
                <a:gd name="connsiteX1" fmla="*/ 93222 w 91722"/>
                <a:gd name="connsiteY1" fmla="*/ 168 h 903111"/>
                <a:gd name="connsiteX2" fmla="*/ 93222 w 91722"/>
                <a:gd name="connsiteY2" fmla="*/ 903279 h 903111"/>
                <a:gd name="connsiteX3" fmla="*/ 1499 w 91722"/>
                <a:gd name="connsiteY3" fmla="*/ 903279 h 90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903111">
                  <a:moveTo>
                    <a:pt x="1499" y="168"/>
                  </a:moveTo>
                  <a:lnTo>
                    <a:pt x="93222" y="168"/>
                  </a:lnTo>
                  <a:lnTo>
                    <a:pt x="93222" y="903279"/>
                  </a:lnTo>
                  <a:lnTo>
                    <a:pt x="1499" y="903279"/>
                  </a:lnTo>
                  <a:close/>
                </a:path>
              </a:pathLst>
            </a:custGeom>
          </p:spPr>
        </p:pic>
        <p:pic>
          <p:nvPicPr>
            <p:cNvPr id="1783" name="그림 1782">
              <a:extLst>
                <a:ext uri="{FF2B5EF4-FFF2-40B4-BE49-F238E27FC236}">
                  <a16:creationId xmlns:a16="http://schemas.microsoft.com/office/drawing/2014/main" id="{70C81F9B-9910-7ED2-C9E7-36838D5C2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/>
            <a:stretch>
              <a:fillRect/>
            </a:stretch>
          </p:blipFill>
          <p:spPr>
            <a:xfrm>
              <a:off x="10653930" y="853722"/>
              <a:ext cx="169333" cy="345722"/>
            </a:xfrm>
            <a:custGeom>
              <a:avLst/>
              <a:gdLst>
                <a:gd name="connsiteX0" fmla="*/ 1510 w 169333"/>
                <a:gd name="connsiteY0" fmla="*/ 121 h 345722"/>
                <a:gd name="connsiteX1" fmla="*/ 170844 w 169333"/>
                <a:gd name="connsiteY1" fmla="*/ 121 h 345722"/>
                <a:gd name="connsiteX2" fmla="*/ 170844 w 169333"/>
                <a:gd name="connsiteY2" fmla="*/ 345843 h 345722"/>
                <a:gd name="connsiteX3" fmla="*/ 1510 w 169333"/>
                <a:gd name="connsiteY3" fmla="*/ 345843 h 34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333" h="345722">
                  <a:moveTo>
                    <a:pt x="1510" y="121"/>
                  </a:moveTo>
                  <a:lnTo>
                    <a:pt x="170844" y="121"/>
                  </a:lnTo>
                  <a:lnTo>
                    <a:pt x="170844" y="345843"/>
                  </a:lnTo>
                  <a:lnTo>
                    <a:pt x="1510" y="345843"/>
                  </a:lnTo>
                  <a:close/>
                </a:path>
              </a:pathLst>
            </a:custGeom>
          </p:spPr>
        </p:pic>
        <p:pic>
          <p:nvPicPr>
            <p:cNvPr id="1784" name="그림 1783">
              <a:extLst>
                <a:ext uri="{FF2B5EF4-FFF2-40B4-BE49-F238E27FC236}">
                  <a16:creationId xmlns:a16="http://schemas.microsoft.com/office/drawing/2014/main" id="{5FD13592-57D8-5231-A224-73D40DABE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38"/>
            <a:stretch>
              <a:fillRect/>
            </a:stretch>
          </p:blipFill>
          <p:spPr>
            <a:xfrm>
              <a:off x="10653930" y="1171222"/>
              <a:ext cx="811392" cy="28222"/>
            </a:xfrm>
            <a:custGeom>
              <a:avLst/>
              <a:gdLst>
                <a:gd name="connsiteX0" fmla="*/ 1510 w 811392"/>
                <a:gd name="connsiteY0" fmla="*/ 166 h 28222"/>
                <a:gd name="connsiteX1" fmla="*/ 812902 w 811392"/>
                <a:gd name="connsiteY1" fmla="*/ 166 h 28222"/>
                <a:gd name="connsiteX2" fmla="*/ 812902 w 811392"/>
                <a:gd name="connsiteY2" fmla="*/ 28388 h 28222"/>
                <a:gd name="connsiteX3" fmla="*/ 1510 w 811392"/>
                <a:gd name="connsiteY3" fmla="*/ 28388 h 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1392" h="28222">
                  <a:moveTo>
                    <a:pt x="1510" y="166"/>
                  </a:moveTo>
                  <a:lnTo>
                    <a:pt x="812902" y="166"/>
                  </a:lnTo>
                  <a:lnTo>
                    <a:pt x="812902" y="28388"/>
                  </a:lnTo>
                  <a:lnTo>
                    <a:pt x="1510" y="28388"/>
                  </a:lnTo>
                  <a:close/>
                </a:path>
              </a:pathLst>
            </a:custGeom>
          </p:spPr>
        </p:pic>
        <p:pic>
          <p:nvPicPr>
            <p:cNvPr id="1785" name="그림 1784">
              <a:extLst>
                <a:ext uri="{FF2B5EF4-FFF2-40B4-BE49-F238E27FC236}">
                  <a16:creationId xmlns:a16="http://schemas.microsoft.com/office/drawing/2014/main" id="{533EE2DE-9DB5-6962-2809-6E2C4942D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/>
            <a:stretch>
              <a:fillRect/>
            </a:stretch>
          </p:blipFill>
          <p:spPr>
            <a:xfrm>
              <a:off x="10802098" y="804333"/>
              <a:ext cx="874892" cy="70555"/>
            </a:xfrm>
            <a:custGeom>
              <a:avLst/>
              <a:gdLst>
                <a:gd name="connsiteX0" fmla="*/ 1531 w 874892"/>
                <a:gd name="connsiteY0" fmla="*/ 114 h 70555"/>
                <a:gd name="connsiteX1" fmla="*/ 876423 w 874892"/>
                <a:gd name="connsiteY1" fmla="*/ 114 h 70555"/>
                <a:gd name="connsiteX2" fmla="*/ 876423 w 874892"/>
                <a:gd name="connsiteY2" fmla="*/ 70670 h 70555"/>
                <a:gd name="connsiteX3" fmla="*/ 1531 w 874892"/>
                <a:gd name="connsiteY3" fmla="*/ 70670 h 7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892" h="70555">
                  <a:moveTo>
                    <a:pt x="1531" y="114"/>
                  </a:moveTo>
                  <a:lnTo>
                    <a:pt x="876423" y="114"/>
                  </a:lnTo>
                  <a:lnTo>
                    <a:pt x="876423" y="70670"/>
                  </a:lnTo>
                  <a:lnTo>
                    <a:pt x="1531" y="70670"/>
                  </a:lnTo>
                  <a:close/>
                </a:path>
              </a:pathLst>
            </a:custGeom>
          </p:spPr>
        </p:pic>
        <p:pic>
          <p:nvPicPr>
            <p:cNvPr id="1786" name="그림 1785">
              <a:extLst>
                <a:ext uri="{FF2B5EF4-FFF2-40B4-BE49-F238E27FC236}">
                  <a16:creationId xmlns:a16="http://schemas.microsoft.com/office/drawing/2014/main" id="{FA215D38-678B-6E3E-4890-FDFE954EB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0"/>
            <a:stretch>
              <a:fillRect/>
            </a:stretch>
          </p:blipFill>
          <p:spPr>
            <a:xfrm>
              <a:off x="10802098" y="663222"/>
              <a:ext cx="522113" cy="211666"/>
            </a:xfrm>
            <a:custGeom>
              <a:avLst/>
              <a:gdLst>
                <a:gd name="connsiteX0" fmla="*/ 1531 w 522113"/>
                <a:gd name="connsiteY0" fmla="*/ 94 h 211666"/>
                <a:gd name="connsiteX1" fmla="*/ 523644 w 522113"/>
                <a:gd name="connsiteY1" fmla="*/ 94 h 211666"/>
                <a:gd name="connsiteX2" fmla="*/ 523644 w 522113"/>
                <a:gd name="connsiteY2" fmla="*/ 211761 h 211666"/>
                <a:gd name="connsiteX3" fmla="*/ 1531 w 522113"/>
                <a:gd name="connsiteY3" fmla="*/ 211761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113" h="211666">
                  <a:moveTo>
                    <a:pt x="1531" y="94"/>
                  </a:moveTo>
                  <a:lnTo>
                    <a:pt x="523644" y="94"/>
                  </a:lnTo>
                  <a:lnTo>
                    <a:pt x="523644" y="211761"/>
                  </a:lnTo>
                  <a:lnTo>
                    <a:pt x="1531" y="211761"/>
                  </a:lnTo>
                  <a:close/>
                </a:path>
              </a:pathLst>
            </a:custGeom>
          </p:spPr>
        </p:pic>
        <p:pic>
          <p:nvPicPr>
            <p:cNvPr id="1787" name="그림 1786">
              <a:extLst>
                <a:ext uri="{FF2B5EF4-FFF2-40B4-BE49-F238E27FC236}">
                  <a16:creationId xmlns:a16="http://schemas.microsoft.com/office/drawing/2014/main" id="{609CA655-3D06-36A5-2371-85ED093F2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/>
            <a:stretch>
              <a:fillRect/>
            </a:stretch>
          </p:blipFill>
          <p:spPr>
            <a:xfrm>
              <a:off x="11310100" y="620888"/>
              <a:ext cx="896059" cy="63500"/>
            </a:xfrm>
            <a:custGeom>
              <a:avLst/>
              <a:gdLst>
                <a:gd name="connsiteX0" fmla="*/ 1603 w 896059"/>
                <a:gd name="connsiteY0" fmla="*/ 88 h 63500"/>
                <a:gd name="connsiteX1" fmla="*/ 897662 w 896059"/>
                <a:gd name="connsiteY1" fmla="*/ 88 h 63500"/>
                <a:gd name="connsiteX2" fmla="*/ 897662 w 896059"/>
                <a:gd name="connsiteY2" fmla="*/ 63588 h 63500"/>
                <a:gd name="connsiteX3" fmla="*/ 1603 w 896059"/>
                <a:gd name="connsiteY3" fmla="*/ 6358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059" h="63500">
                  <a:moveTo>
                    <a:pt x="1603" y="88"/>
                  </a:moveTo>
                  <a:lnTo>
                    <a:pt x="897662" y="88"/>
                  </a:lnTo>
                  <a:lnTo>
                    <a:pt x="897662" y="63588"/>
                  </a:lnTo>
                  <a:lnTo>
                    <a:pt x="1603" y="63588"/>
                  </a:lnTo>
                  <a:close/>
                </a:path>
              </a:pathLst>
            </a:custGeom>
          </p:spPr>
        </p:pic>
        <p:pic>
          <p:nvPicPr>
            <p:cNvPr id="1788" name="그림 1787">
              <a:extLst>
                <a:ext uri="{FF2B5EF4-FFF2-40B4-BE49-F238E27FC236}">
                  <a16:creationId xmlns:a16="http://schemas.microsoft.com/office/drawing/2014/main" id="{E3FA5AE1-07AE-334E-B205-0B9F284CB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2"/>
            <a:stretch>
              <a:fillRect/>
            </a:stretch>
          </p:blipFill>
          <p:spPr>
            <a:xfrm>
              <a:off x="12072103" y="571500"/>
              <a:ext cx="134056" cy="49388"/>
            </a:xfrm>
            <a:custGeom>
              <a:avLst/>
              <a:gdLst>
                <a:gd name="connsiteX0" fmla="*/ 1711 w 134056"/>
                <a:gd name="connsiteY0" fmla="*/ 81 h 49388"/>
                <a:gd name="connsiteX1" fmla="*/ 135767 w 134056"/>
                <a:gd name="connsiteY1" fmla="*/ 81 h 49388"/>
                <a:gd name="connsiteX2" fmla="*/ 135767 w 134056"/>
                <a:gd name="connsiteY2" fmla="*/ 49470 h 49388"/>
                <a:gd name="connsiteX3" fmla="*/ 1711 w 134056"/>
                <a:gd name="connsiteY3" fmla="*/ 49470 h 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49388">
                  <a:moveTo>
                    <a:pt x="1711" y="81"/>
                  </a:moveTo>
                  <a:lnTo>
                    <a:pt x="135767" y="81"/>
                  </a:lnTo>
                  <a:lnTo>
                    <a:pt x="135767" y="49470"/>
                  </a:lnTo>
                  <a:lnTo>
                    <a:pt x="1711" y="49470"/>
                  </a:lnTo>
                  <a:close/>
                </a:path>
              </a:pathLst>
            </a:custGeom>
          </p:spPr>
        </p:pic>
        <p:pic>
          <p:nvPicPr>
            <p:cNvPr id="1789" name="그림 1788">
              <a:extLst>
                <a:ext uri="{FF2B5EF4-FFF2-40B4-BE49-F238E27FC236}">
                  <a16:creationId xmlns:a16="http://schemas.microsoft.com/office/drawing/2014/main" id="{8CC2D966-5B54-4380-8674-A00D02B1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/>
            <a:stretch>
              <a:fillRect/>
            </a:stretch>
          </p:blipFill>
          <p:spPr>
            <a:xfrm>
              <a:off x="12072103" y="352777"/>
              <a:ext cx="134056" cy="232833"/>
            </a:xfrm>
            <a:custGeom>
              <a:avLst/>
              <a:gdLst>
                <a:gd name="connsiteX0" fmla="*/ 1711 w 134056"/>
                <a:gd name="connsiteY0" fmla="*/ 50 h 232833"/>
                <a:gd name="connsiteX1" fmla="*/ 135767 w 134056"/>
                <a:gd name="connsiteY1" fmla="*/ 50 h 232833"/>
                <a:gd name="connsiteX2" fmla="*/ 135767 w 134056"/>
                <a:gd name="connsiteY2" fmla="*/ 232883 h 232833"/>
                <a:gd name="connsiteX3" fmla="*/ 1711 w 134056"/>
                <a:gd name="connsiteY3" fmla="*/ 232883 h 2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056" h="232833">
                  <a:moveTo>
                    <a:pt x="1711" y="50"/>
                  </a:moveTo>
                  <a:lnTo>
                    <a:pt x="135767" y="50"/>
                  </a:lnTo>
                  <a:lnTo>
                    <a:pt x="135767" y="232883"/>
                  </a:lnTo>
                  <a:lnTo>
                    <a:pt x="1711" y="232883"/>
                  </a:lnTo>
                  <a:close/>
                </a:path>
              </a:pathLst>
            </a:custGeom>
          </p:spPr>
        </p:pic>
        <p:pic>
          <p:nvPicPr>
            <p:cNvPr id="1790" name="그림 1789">
              <a:extLst>
                <a:ext uri="{FF2B5EF4-FFF2-40B4-BE49-F238E27FC236}">
                  <a16:creationId xmlns:a16="http://schemas.microsoft.com/office/drawing/2014/main" id="{3DF7798D-FC0D-5E64-9C70-D7D1DEE6C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4"/>
            <a:stretch>
              <a:fillRect/>
            </a:stretch>
          </p:blipFill>
          <p:spPr>
            <a:xfrm>
              <a:off x="7993975" y="4776611"/>
              <a:ext cx="500946" cy="112888"/>
            </a:xfrm>
            <a:custGeom>
              <a:avLst/>
              <a:gdLst>
                <a:gd name="connsiteX0" fmla="*/ 1133 w 500946"/>
                <a:gd name="connsiteY0" fmla="*/ 677 h 112888"/>
                <a:gd name="connsiteX1" fmla="*/ 502079 w 500946"/>
                <a:gd name="connsiteY1" fmla="*/ 677 h 112888"/>
                <a:gd name="connsiteX2" fmla="*/ 502079 w 500946"/>
                <a:gd name="connsiteY2" fmla="*/ 113566 h 112888"/>
                <a:gd name="connsiteX3" fmla="*/ 1133 w 500946"/>
                <a:gd name="connsiteY3" fmla="*/ 113566 h 1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112888">
                  <a:moveTo>
                    <a:pt x="1133" y="677"/>
                  </a:moveTo>
                  <a:lnTo>
                    <a:pt x="502079" y="677"/>
                  </a:lnTo>
                  <a:lnTo>
                    <a:pt x="502079" y="113566"/>
                  </a:lnTo>
                  <a:lnTo>
                    <a:pt x="1133" y="113566"/>
                  </a:lnTo>
                  <a:close/>
                </a:path>
              </a:pathLst>
            </a:custGeom>
          </p:spPr>
        </p:pic>
        <p:pic>
          <p:nvPicPr>
            <p:cNvPr id="1791" name="그림 1790">
              <a:extLst>
                <a:ext uri="{FF2B5EF4-FFF2-40B4-BE49-F238E27FC236}">
                  <a16:creationId xmlns:a16="http://schemas.microsoft.com/office/drawing/2014/main" id="{8C8384CA-347B-92A1-3985-85F2BA5C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/>
            <a:stretch>
              <a:fillRect/>
            </a:stretch>
          </p:blipFill>
          <p:spPr>
            <a:xfrm>
              <a:off x="8713645" y="4868333"/>
              <a:ext cx="472724" cy="275166"/>
            </a:xfrm>
            <a:custGeom>
              <a:avLst/>
              <a:gdLst>
                <a:gd name="connsiteX0" fmla="*/ 1235 w 472724"/>
                <a:gd name="connsiteY0" fmla="*/ 690 h 275166"/>
                <a:gd name="connsiteX1" fmla="*/ 473959 w 472724"/>
                <a:gd name="connsiteY1" fmla="*/ 690 h 275166"/>
                <a:gd name="connsiteX2" fmla="*/ 473959 w 472724"/>
                <a:gd name="connsiteY2" fmla="*/ 275857 h 275166"/>
                <a:gd name="connsiteX3" fmla="*/ 1235 w 472724"/>
                <a:gd name="connsiteY3" fmla="*/ 275857 h 275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24" h="275166">
                  <a:moveTo>
                    <a:pt x="1235" y="690"/>
                  </a:moveTo>
                  <a:lnTo>
                    <a:pt x="473959" y="690"/>
                  </a:lnTo>
                  <a:lnTo>
                    <a:pt x="473959" y="275857"/>
                  </a:lnTo>
                  <a:lnTo>
                    <a:pt x="1235" y="275857"/>
                  </a:lnTo>
                  <a:close/>
                </a:path>
              </a:pathLst>
            </a:custGeom>
          </p:spPr>
        </p:pic>
        <p:pic>
          <p:nvPicPr>
            <p:cNvPr id="1792" name="그림 1791">
              <a:extLst>
                <a:ext uri="{FF2B5EF4-FFF2-40B4-BE49-F238E27FC236}">
                  <a16:creationId xmlns:a16="http://schemas.microsoft.com/office/drawing/2014/main" id="{91BD218B-7DB8-E33B-AE45-5304AB561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6"/>
            <a:stretch>
              <a:fillRect/>
            </a:stretch>
          </p:blipFill>
          <p:spPr>
            <a:xfrm>
              <a:off x="8713645" y="5129388"/>
              <a:ext cx="127000" cy="91722"/>
            </a:xfrm>
            <a:custGeom>
              <a:avLst/>
              <a:gdLst>
                <a:gd name="connsiteX0" fmla="*/ 1235 w 127000"/>
                <a:gd name="connsiteY0" fmla="*/ 727 h 91722"/>
                <a:gd name="connsiteX1" fmla="*/ 128236 w 127000"/>
                <a:gd name="connsiteY1" fmla="*/ 727 h 91722"/>
                <a:gd name="connsiteX2" fmla="*/ 128236 w 127000"/>
                <a:gd name="connsiteY2" fmla="*/ 92449 h 91722"/>
                <a:gd name="connsiteX3" fmla="*/ 1235 w 127000"/>
                <a:gd name="connsiteY3" fmla="*/ 92449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91722">
                  <a:moveTo>
                    <a:pt x="1235" y="727"/>
                  </a:moveTo>
                  <a:lnTo>
                    <a:pt x="128236" y="727"/>
                  </a:lnTo>
                  <a:lnTo>
                    <a:pt x="128236" y="92449"/>
                  </a:lnTo>
                  <a:lnTo>
                    <a:pt x="1235" y="92449"/>
                  </a:lnTo>
                  <a:close/>
                </a:path>
              </a:pathLst>
            </a:custGeom>
          </p:spPr>
        </p:pic>
        <p:pic>
          <p:nvPicPr>
            <p:cNvPr id="1793" name="그림 1792">
              <a:extLst>
                <a:ext uri="{FF2B5EF4-FFF2-40B4-BE49-F238E27FC236}">
                  <a16:creationId xmlns:a16="http://schemas.microsoft.com/office/drawing/2014/main" id="{C1860E32-00F6-43C0-3F55-B3500BC5F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/>
            <a:stretch>
              <a:fillRect/>
            </a:stretch>
          </p:blipFill>
          <p:spPr>
            <a:xfrm>
              <a:off x="9623815" y="4875388"/>
              <a:ext cx="451557" cy="77611"/>
            </a:xfrm>
            <a:custGeom>
              <a:avLst/>
              <a:gdLst>
                <a:gd name="connsiteX0" fmla="*/ 1364 w 451557"/>
                <a:gd name="connsiteY0" fmla="*/ 691 h 77611"/>
                <a:gd name="connsiteX1" fmla="*/ 452921 w 451557"/>
                <a:gd name="connsiteY1" fmla="*/ 691 h 77611"/>
                <a:gd name="connsiteX2" fmla="*/ 452921 w 451557"/>
                <a:gd name="connsiteY2" fmla="*/ 78302 h 77611"/>
                <a:gd name="connsiteX3" fmla="*/ 1364 w 451557"/>
                <a:gd name="connsiteY3" fmla="*/ 78302 h 7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77611">
                  <a:moveTo>
                    <a:pt x="1364" y="691"/>
                  </a:moveTo>
                  <a:lnTo>
                    <a:pt x="452921" y="691"/>
                  </a:lnTo>
                  <a:lnTo>
                    <a:pt x="452921" y="78302"/>
                  </a:lnTo>
                  <a:lnTo>
                    <a:pt x="1364" y="78302"/>
                  </a:lnTo>
                  <a:close/>
                </a:path>
              </a:pathLst>
            </a:custGeom>
          </p:spPr>
        </p:pic>
        <p:pic>
          <p:nvPicPr>
            <p:cNvPr id="1794" name="그림 1793">
              <a:extLst>
                <a:ext uri="{FF2B5EF4-FFF2-40B4-BE49-F238E27FC236}">
                  <a16:creationId xmlns:a16="http://schemas.microsoft.com/office/drawing/2014/main" id="{512C76E6-95DF-995B-306A-1AD8818FE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8"/>
            <a:stretch>
              <a:fillRect/>
            </a:stretch>
          </p:blipFill>
          <p:spPr>
            <a:xfrm>
              <a:off x="9595593" y="4776611"/>
              <a:ext cx="42333" cy="176388"/>
            </a:xfrm>
            <a:custGeom>
              <a:avLst/>
              <a:gdLst>
                <a:gd name="connsiteX0" fmla="*/ 1360 w 42333"/>
                <a:gd name="connsiteY0" fmla="*/ 677 h 176388"/>
                <a:gd name="connsiteX1" fmla="*/ 43694 w 42333"/>
                <a:gd name="connsiteY1" fmla="*/ 677 h 176388"/>
                <a:gd name="connsiteX2" fmla="*/ 43694 w 42333"/>
                <a:gd name="connsiteY2" fmla="*/ 177066 h 176388"/>
                <a:gd name="connsiteX3" fmla="*/ 1360 w 42333"/>
                <a:gd name="connsiteY3" fmla="*/ 177066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" h="176388">
                  <a:moveTo>
                    <a:pt x="1360" y="677"/>
                  </a:moveTo>
                  <a:lnTo>
                    <a:pt x="43694" y="677"/>
                  </a:lnTo>
                  <a:lnTo>
                    <a:pt x="43694" y="177066"/>
                  </a:lnTo>
                  <a:lnTo>
                    <a:pt x="1360" y="177066"/>
                  </a:lnTo>
                  <a:close/>
                </a:path>
              </a:pathLst>
            </a:custGeom>
          </p:spPr>
        </p:pic>
        <p:pic>
          <p:nvPicPr>
            <p:cNvPr id="1795" name="그림 1794">
              <a:extLst>
                <a:ext uri="{FF2B5EF4-FFF2-40B4-BE49-F238E27FC236}">
                  <a16:creationId xmlns:a16="http://schemas.microsoft.com/office/drawing/2014/main" id="{06D6190F-F890-9B08-418E-E15BAE11D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/>
            <a:stretch>
              <a:fillRect/>
            </a:stretch>
          </p:blipFill>
          <p:spPr>
            <a:xfrm>
              <a:off x="9602648" y="4409722"/>
              <a:ext cx="275167" cy="381000"/>
            </a:xfrm>
            <a:custGeom>
              <a:avLst/>
              <a:gdLst>
                <a:gd name="connsiteX0" fmla="*/ 1361 w 275167"/>
                <a:gd name="connsiteY0" fmla="*/ 625 h 381000"/>
                <a:gd name="connsiteX1" fmla="*/ 276529 w 275167"/>
                <a:gd name="connsiteY1" fmla="*/ 625 h 381000"/>
                <a:gd name="connsiteX2" fmla="*/ 276529 w 275167"/>
                <a:gd name="connsiteY2" fmla="*/ 381625 h 381000"/>
                <a:gd name="connsiteX3" fmla="*/ 1361 w 275167"/>
                <a:gd name="connsiteY3" fmla="*/ 381625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381000">
                  <a:moveTo>
                    <a:pt x="1361" y="625"/>
                  </a:moveTo>
                  <a:lnTo>
                    <a:pt x="276529" y="625"/>
                  </a:lnTo>
                  <a:lnTo>
                    <a:pt x="276529" y="381625"/>
                  </a:lnTo>
                  <a:lnTo>
                    <a:pt x="1361" y="381625"/>
                  </a:lnTo>
                  <a:close/>
                </a:path>
              </a:pathLst>
            </a:custGeom>
          </p:spPr>
        </p:pic>
        <p:pic>
          <p:nvPicPr>
            <p:cNvPr id="1796" name="그림 1795">
              <a:extLst>
                <a:ext uri="{FF2B5EF4-FFF2-40B4-BE49-F238E27FC236}">
                  <a16:creationId xmlns:a16="http://schemas.microsoft.com/office/drawing/2014/main" id="{44EBD851-85D8-EFE8-5E12-3F9E2DF98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0"/>
            <a:stretch>
              <a:fillRect/>
            </a:stretch>
          </p:blipFill>
          <p:spPr>
            <a:xfrm>
              <a:off x="9863705" y="4360333"/>
              <a:ext cx="606780" cy="63500"/>
            </a:xfrm>
            <a:custGeom>
              <a:avLst/>
              <a:gdLst>
                <a:gd name="connsiteX0" fmla="*/ 1398 w 606780"/>
                <a:gd name="connsiteY0" fmla="*/ 618 h 63500"/>
                <a:gd name="connsiteX1" fmla="*/ 608178 w 606780"/>
                <a:gd name="connsiteY1" fmla="*/ 618 h 63500"/>
                <a:gd name="connsiteX2" fmla="*/ 608178 w 606780"/>
                <a:gd name="connsiteY2" fmla="*/ 64118 h 63500"/>
                <a:gd name="connsiteX3" fmla="*/ 1398 w 606780"/>
                <a:gd name="connsiteY3" fmla="*/ 6411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63500">
                  <a:moveTo>
                    <a:pt x="1398" y="618"/>
                  </a:moveTo>
                  <a:lnTo>
                    <a:pt x="608178" y="618"/>
                  </a:lnTo>
                  <a:lnTo>
                    <a:pt x="608178" y="64118"/>
                  </a:lnTo>
                  <a:lnTo>
                    <a:pt x="1398" y="64118"/>
                  </a:lnTo>
                  <a:close/>
                </a:path>
              </a:pathLst>
            </a:custGeom>
          </p:spPr>
        </p:pic>
        <p:pic>
          <p:nvPicPr>
            <p:cNvPr id="1797" name="그림 1796">
              <a:extLst>
                <a:ext uri="{FF2B5EF4-FFF2-40B4-BE49-F238E27FC236}">
                  <a16:creationId xmlns:a16="http://schemas.microsoft.com/office/drawing/2014/main" id="{8309BA2B-E1B9-492E-5C09-F17184A54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/>
            <a:stretch>
              <a:fillRect/>
            </a:stretch>
          </p:blipFill>
          <p:spPr>
            <a:xfrm>
              <a:off x="9863705" y="4219222"/>
              <a:ext cx="536224" cy="204611"/>
            </a:xfrm>
            <a:custGeom>
              <a:avLst/>
              <a:gdLst>
                <a:gd name="connsiteX0" fmla="*/ 1398 w 536224"/>
                <a:gd name="connsiteY0" fmla="*/ 598 h 204611"/>
                <a:gd name="connsiteX1" fmla="*/ 537622 w 536224"/>
                <a:gd name="connsiteY1" fmla="*/ 598 h 204611"/>
                <a:gd name="connsiteX2" fmla="*/ 537622 w 536224"/>
                <a:gd name="connsiteY2" fmla="*/ 205209 h 204611"/>
                <a:gd name="connsiteX3" fmla="*/ 1398 w 536224"/>
                <a:gd name="connsiteY3" fmla="*/ 205209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224" h="204611">
                  <a:moveTo>
                    <a:pt x="1398" y="598"/>
                  </a:moveTo>
                  <a:lnTo>
                    <a:pt x="537622" y="598"/>
                  </a:lnTo>
                  <a:lnTo>
                    <a:pt x="537622" y="205209"/>
                  </a:lnTo>
                  <a:lnTo>
                    <a:pt x="1398" y="205209"/>
                  </a:lnTo>
                  <a:close/>
                </a:path>
              </a:pathLst>
            </a:custGeom>
          </p:spPr>
        </p:pic>
        <p:pic>
          <p:nvPicPr>
            <p:cNvPr id="1798" name="그림 1797">
              <a:extLst>
                <a:ext uri="{FF2B5EF4-FFF2-40B4-BE49-F238E27FC236}">
                  <a16:creationId xmlns:a16="http://schemas.microsoft.com/office/drawing/2014/main" id="{2D76EC0C-988C-DC60-6CC2-A6008C7F5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2"/>
            <a:stretch>
              <a:fillRect/>
            </a:stretch>
          </p:blipFill>
          <p:spPr>
            <a:xfrm>
              <a:off x="10385818" y="3845277"/>
              <a:ext cx="762002" cy="388055"/>
            </a:xfrm>
            <a:custGeom>
              <a:avLst/>
              <a:gdLst>
                <a:gd name="connsiteX0" fmla="*/ 1472 w 762002"/>
                <a:gd name="connsiteY0" fmla="*/ 545 h 388055"/>
                <a:gd name="connsiteX1" fmla="*/ 763475 w 762002"/>
                <a:gd name="connsiteY1" fmla="*/ 545 h 388055"/>
                <a:gd name="connsiteX2" fmla="*/ 763475 w 762002"/>
                <a:gd name="connsiteY2" fmla="*/ 388601 h 388055"/>
                <a:gd name="connsiteX3" fmla="*/ 1472 w 762002"/>
                <a:gd name="connsiteY3" fmla="*/ 388601 h 3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2" h="388055">
                  <a:moveTo>
                    <a:pt x="1472" y="545"/>
                  </a:moveTo>
                  <a:lnTo>
                    <a:pt x="763475" y="545"/>
                  </a:lnTo>
                  <a:lnTo>
                    <a:pt x="763475" y="388601"/>
                  </a:lnTo>
                  <a:lnTo>
                    <a:pt x="1472" y="388601"/>
                  </a:lnTo>
                  <a:close/>
                </a:path>
              </a:pathLst>
            </a:custGeom>
          </p:spPr>
        </p:pic>
        <p:pic>
          <p:nvPicPr>
            <p:cNvPr id="1799" name="그림 1798">
              <a:extLst>
                <a:ext uri="{FF2B5EF4-FFF2-40B4-BE49-F238E27FC236}">
                  <a16:creationId xmlns:a16="http://schemas.microsoft.com/office/drawing/2014/main" id="{23B31028-268E-16AA-C8F4-97C8C68EC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3"/>
            <a:stretch>
              <a:fillRect/>
            </a:stretch>
          </p:blipFill>
          <p:spPr>
            <a:xfrm>
              <a:off x="10385818" y="3986388"/>
              <a:ext cx="571502" cy="246944"/>
            </a:xfrm>
            <a:custGeom>
              <a:avLst/>
              <a:gdLst>
                <a:gd name="connsiteX0" fmla="*/ 1472 w 571502"/>
                <a:gd name="connsiteY0" fmla="*/ 565 h 246944"/>
                <a:gd name="connsiteX1" fmla="*/ 572974 w 571502"/>
                <a:gd name="connsiteY1" fmla="*/ 565 h 246944"/>
                <a:gd name="connsiteX2" fmla="*/ 572974 w 571502"/>
                <a:gd name="connsiteY2" fmla="*/ 247509 h 246944"/>
                <a:gd name="connsiteX3" fmla="*/ 1472 w 571502"/>
                <a:gd name="connsiteY3" fmla="*/ 247509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2" h="246944">
                  <a:moveTo>
                    <a:pt x="1472" y="565"/>
                  </a:moveTo>
                  <a:lnTo>
                    <a:pt x="572974" y="565"/>
                  </a:lnTo>
                  <a:lnTo>
                    <a:pt x="572974" y="247509"/>
                  </a:lnTo>
                  <a:lnTo>
                    <a:pt x="1472" y="247509"/>
                  </a:lnTo>
                  <a:close/>
                </a:path>
              </a:pathLst>
            </a:custGeom>
          </p:spPr>
        </p:pic>
        <p:pic>
          <p:nvPicPr>
            <p:cNvPr id="1800" name="그림 1799">
              <a:extLst>
                <a:ext uri="{FF2B5EF4-FFF2-40B4-BE49-F238E27FC236}">
                  <a16:creationId xmlns:a16="http://schemas.microsoft.com/office/drawing/2014/main" id="{6F7194E8-A057-3A2C-C293-9C53A7096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/>
            <a:stretch>
              <a:fillRect/>
            </a:stretch>
          </p:blipFill>
          <p:spPr>
            <a:xfrm>
              <a:off x="10604541" y="3358444"/>
              <a:ext cx="148167" cy="225777"/>
            </a:xfrm>
            <a:custGeom>
              <a:avLst/>
              <a:gdLst>
                <a:gd name="connsiteX0" fmla="*/ 1503 w 148167"/>
                <a:gd name="connsiteY0" fmla="*/ 476 h 225777"/>
                <a:gd name="connsiteX1" fmla="*/ 149670 w 148167"/>
                <a:gd name="connsiteY1" fmla="*/ 476 h 225777"/>
                <a:gd name="connsiteX2" fmla="*/ 149670 w 148167"/>
                <a:gd name="connsiteY2" fmla="*/ 226254 h 225777"/>
                <a:gd name="connsiteX3" fmla="*/ 1503 w 148167"/>
                <a:gd name="connsiteY3" fmla="*/ 226254 h 225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225777">
                  <a:moveTo>
                    <a:pt x="1503" y="476"/>
                  </a:moveTo>
                  <a:lnTo>
                    <a:pt x="149670" y="476"/>
                  </a:lnTo>
                  <a:lnTo>
                    <a:pt x="149670" y="226254"/>
                  </a:lnTo>
                  <a:lnTo>
                    <a:pt x="1503" y="226254"/>
                  </a:lnTo>
                  <a:close/>
                </a:path>
              </a:pathLst>
            </a:custGeom>
          </p:spPr>
        </p:pic>
        <p:pic>
          <p:nvPicPr>
            <p:cNvPr id="1801" name="그림 1800">
              <a:extLst>
                <a:ext uri="{FF2B5EF4-FFF2-40B4-BE49-F238E27FC236}">
                  <a16:creationId xmlns:a16="http://schemas.microsoft.com/office/drawing/2014/main" id="{71306F43-7FE9-FE55-15B3-32F56F4DE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5"/>
            <a:stretch>
              <a:fillRect/>
            </a:stretch>
          </p:blipFill>
          <p:spPr>
            <a:xfrm>
              <a:off x="10738597" y="3217333"/>
              <a:ext cx="409223" cy="155222"/>
            </a:xfrm>
            <a:custGeom>
              <a:avLst/>
              <a:gdLst>
                <a:gd name="connsiteX0" fmla="*/ 1522 w 409223"/>
                <a:gd name="connsiteY0" fmla="*/ 456 h 155222"/>
                <a:gd name="connsiteX1" fmla="*/ 410746 w 409223"/>
                <a:gd name="connsiteY1" fmla="*/ 456 h 155222"/>
                <a:gd name="connsiteX2" fmla="*/ 410746 w 409223"/>
                <a:gd name="connsiteY2" fmla="*/ 155678 h 155222"/>
                <a:gd name="connsiteX3" fmla="*/ 1522 w 409223"/>
                <a:gd name="connsiteY3" fmla="*/ 155678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223" h="155222">
                  <a:moveTo>
                    <a:pt x="1522" y="456"/>
                  </a:moveTo>
                  <a:lnTo>
                    <a:pt x="410746" y="456"/>
                  </a:lnTo>
                  <a:lnTo>
                    <a:pt x="410746" y="155678"/>
                  </a:lnTo>
                  <a:lnTo>
                    <a:pt x="1522" y="155678"/>
                  </a:lnTo>
                  <a:close/>
                </a:path>
              </a:pathLst>
            </a:custGeom>
          </p:spPr>
        </p:pic>
        <p:pic>
          <p:nvPicPr>
            <p:cNvPr id="1802" name="그림 1801">
              <a:extLst>
                <a:ext uri="{FF2B5EF4-FFF2-40B4-BE49-F238E27FC236}">
                  <a16:creationId xmlns:a16="http://schemas.microsoft.com/office/drawing/2014/main" id="{5A9506AE-15F9-0F7A-93A8-2DDEB316F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/>
            <a:stretch>
              <a:fillRect/>
            </a:stretch>
          </p:blipFill>
          <p:spPr>
            <a:xfrm>
              <a:off x="11394767" y="1460500"/>
              <a:ext cx="606780" cy="754944"/>
            </a:xfrm>
            <a:custGeom>
              <a:avLst/>
              <a:gdLst>
                <a:gd name="connsiteX0" fmla="*/ 1615 w 606780"/>
                <a:gd name="connsiteY0" fmla="*/ 207 h 754944"/>
                <a:gd name="connsiteX1" fmla="*/ 608395 w 606780"/>
                <a:gd name="connsiteY1" fmla="*/ 207 h 754944"/>
                <a:gd name="connsiteX2" fmla="*/ 608395 w 606780"/>
                <a:gd name="connsiteY2" fmla="*/ 755151 h 754944"/>
                <a:gd name="connsiteX3" fmla="*/ 1615 w 606780"/>
                <a:gd name="connsiteY3" fmla="*/ 755151 h 75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780" h="754944">
                  <a:moveTo>
                    <a:pt x="1615" y="207"/>
                  </a:moveTo>
                  <a:lnTo>
                    <a:pt x="608395" y="207"/>
                  </a:lnTo>
                  <a:lnTo>
                    <a:pt x="608395" y="755151"/>
                  </a:lnTo>
                  <a:lnTo>
                    <a:pt x="1615" y="755151"/>
                  </a:lnTo>
                  <a:close/>
                </a:path>
              </a:pathLst>
            </a:custGeom>
          </p:spPr>
        </p:pic>
        <p:pic>
          <p:nvPicPr>
            <p:cNvPr id="1803" name="그림 1802">
              <a:extLst>
                <a:ext uri="{FF2B5EF4-FFF2-40B4-BE49-F238E27FC236}">
                  <a16:creationId xmlns:a16="http://schemas.microsoft.com/office/drawing/2014/main" id="{6D91E6A5-6B67-8C72-C351-8EAE0D107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7"/>
            <a:stretch>
              <a:fillRect/>
            </a:stretch>
          </p:blipFill>
          <p:spPr>
            <a:xfrm>
              <a:off x="11394767" y="2201333"/>
              <a:ext cx="740836" cy="141111"/>
            </a:xfrm>
            <a:custGeom>
              <a:avLst/>
              <a:gdLst>
                <a:gd name="connsiteX0" fmla="*/ 1615 w 740836"/>
                <a:gd name="connsiteY0" fmla="*/ 312 h 141111"/>
                <a:gd name="connsiteX1" fmla="*/ 742451 w 740836"/>
                <a:gd name="connsiteY1" fmla="*/ 312 h 141111"/>
                <a:gd name="connsiteX2" fmla="*/ 742451 w 740836"/>
                <a:gd name="connsiteY2" fmla="*/ 141423 h 141111"/>
                <a:gd name="connsiteX3" fmla="*/ 1615 w 740836"/>
                <a:gd name="connsiteY3" fmla="*/ 141423 h 141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0836" h="141111">
                  <a:moveTo>
                    <a:pt x="1615" y="312"/>
                  </a:moveTo>
                  <a:lnTo>
                    <a:pt x="742451" y="312"/>
                  </a:lnTo>
                  <a:lnTo>
                    <a:pt x="742451" y="141423"/>
                  </a:lnTo>
                  <a:lnTo>
                    <a:pt x="1615" y="141423"/>
                  </a:lnTo>
                  <a:close/>
                </a:path>
              </a:pathLst>
            </a:custGeom>
          </p:spPr>
        </p:pic>
        <p:pic>
          <p:nvPicPr>
            <p:cNvPr id="1804" name="그림 1803">
              <a:extLst>
                <a:ext uri="{FF2B5EF4-FFF2-40B4-BE49-F238E27FC236}">
                  <a16:creationId xmlns:a16="http://schemas.microsoft.com/office/drawing/2014/main" id="{F3606588-61C7-38D0-6EA9-DD649EC8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8"/>
            <a:stretch>
              <a:fillRect/>
            </a:stretch>
          </p:blipFill>
          <p:spPr>
            <a:xfrm>
              <a:off x="11394767" y="1171222"/>
              <a:ext cx="70555" cy="1044222"/>
            </a:xfrm>
            <a:custGeom>
              <a:avLst/>
              <a:gdLst>
                <a:gd name="connsiteX0" fmla="*/ 1615 w 70555"/>
                <a:gd name="connsiteY0" fmla="*/ 166 h 1044222"/>
                <a:gd name="connsiteX1" fmla="*/ 72171 w 70555"/>
                <a:gd name="connsiteY1" fmla="*/ 166 h 1044222"/>
                <a:gd name="connsiteX2" fmla="*/ 72171 w 70555"/>
                <a:gd name="connsiteY2" fmla="*/ 1044388 h 1044222"/>
                <a:gd name="connsiteX3" fmla="*/ 1615 w 70555"/>
                <a:gd name="connsiteY3" fmla="*/ 1044388 h 104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5" h="1044222">
                  <a:moveTo>
                    <a:pt x="1615" y="166"/>
                  </a:moveTo>
                  <a:lnTo>
                    <a:pt x="72171" y="166"/>
                  </a:lnTo>
                  <a:lnTo>
                    <a:pt x="72171" y="1044388"/>
                  </a:lnTo>
                  <a:lnTo>
                    <a:pt x="1615" y="1044388"/>
                  </a:lnTo>
                  <a:close/>
                </a:path>
              </a:pathLst>
            </a:custGeom>
          </p:spPr>
        </p:pic>
        <p:pic>
          <p:nvPicPr>
            <p:cNvPr id="1805" name="그림 1804">
              <a:extLst>
                <a:ext uri="{FF2B5EF4-FFF2-40B4-BE49-F238E27FC236}">
                  <a16:creationId xmlns:a16="http://schemas.microsoft.com/office/drawing/2014/main" id="{586875DE-BBA2-8D62-0998-18E97D1F6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59"/>
            <a:stretch>
              <a:fillRect/>
            </a:stretch>
          </p:blipFill>
          <p:spPr>
            <a:xfrm>
              <a:off x="11451211" y="804333"/>
              <a:ext cx="225778" cy="381000"/>
            </a:xfrm>
            <a:custGeom>
              <a:avLst/>
              <a:gdLst>
                <a:gd name="connsiteX0" fmla="*/ 1623 w 225778"/>
                <a:gd name="connsiteY0" fmla="*/ 114 h 381000"/>
                <a:gd name="connsiteX1" fmla="*/ 227402 w 225778"/>
                <a:gd name="connsiteY1" fmla="*/ 114 h 381000"/>
                <a:gd name="connsiteX2" fmla="*/ 227402 w 225778"/>
                <a:gd name="connsiteY2" fmla="*/ 381114 h 381000"/>
                <a:gd name="connsiteX3" fmla="*/ 1623 w 225778"/>
                <a:gd name="connsiteY3" fmla="*/ 3811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778" h="381000">
                  <a:moveTo>
                    <a:pt x="1623" y="114"/>
                  </a:moveTo>
                  <a:lnTo>
                    <a:pt x="227402" y="114"/>
                  </a:lnTo>
                  <a:lnTo>
                    <a:pt x="227402" y="381114"/>
                  </a:lnTo>
                  <a:lnTo>
                    <a:pt x="1623" y="381114"/>
                  </a:lnTo>
                  <a:close/>
                </a:path>
              </a:pathLst>
            </a:custGeom>
          </p:spPr>
        </p:pic>
        <p:pic>
          <p:nvPicPr>
            <p:cNvPr id="1806" name="그림 1805">
              <a:extLst>
                <a:ext uri="{FF2B5EF4-FFF2-40B4-BE49-F238E27FC236}">
                  <a16:creationId xmlns:a16="http://schemas.microsoft.com/office/drawing/2014/main" id="{A3CB4279-0835-DC12-D67B-7F958D929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60"/>
            <a:stretch>
              <a:fillRect/>
            </a:stretch>
          </p:blipFill>
          <p:spPr>
            <a:xfrm>
              <a:off x="11451211" y="1171222"/>
              <a:ext cx="557391" cy="303388"/>
            </a:xfrm>
            <a:custGeom>
              <a:avLst/>
              <a:gdLst>
                <a:gd name="connsiteX0" fmla="*/ 1623 w 557391"/>
                <a:gd name="connsiteY0" fmla="*/ 166 h 303388"/>
                <a:gd name="connsiteX1" fmla="*/ 559014 w 557391"/>
                <a:gd name="connsiteY1" fmla="*/ 166 h 303388"/>
                <a:gd name="connsiteX2" fmla="*/ 559014 w 557391"/>
                <a:gd name="connsiteY2" fmla="*/ 303555 h 303388"/>
                <a:gd name="connsiteX3" fmla="*/ 1623 w 557391"/>
                <a:gd name="connsiteY3" fmla="*/ 303555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391" h="303388">
                  <a:moveTo>
                    <a:pt x="1623" y="166"/>
                  </a:moveTo>
                  <a:lnTo>
                    <a:pt x="559014" y="166"/>
                  </a:lnTo>
                  <a:lnTo>
                    <a:pt x="559014" y="303555"/>
                  </a:lnTo>
                  <a:lnTo>
                    <a:pt x="1623" y="303555"/>
                  </a:lnTo>
                  <a:close/>
                </a:path>
              </a:pathLst>
            </a:custGeom>
          </p:spPr>
        </p:pic>
        <p:pic>
          <p:nvPicPr>
            <p:cNvPr id="1807" name="그림 1806">
              <a:extLst>
                <a:ext uri="{FF2B5EF4-FFF2-40B4-BE49-F238E27FC236}">
                  <a16:creationId xmlns:a16="http://schemas.microsoft.com/office/drawing/2014/main" id="{503E4908-C4F9-B7D7-57EC-B239B27FA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61"/>
            <a:stretch>
              <a:fillRect/>
            </a:stretch>
          </p:blipFill>
          <p:spPr>
            <a:xfrm>
              <a:off x="9172258" y="4621388"/>
              <a:ext cx="303390" cy="261055"/>
            </a:xfrm>
            <a:custGeom>
              <a:avLst/>
              <a:gdLst>
                <a:gd name="connsiteX0" fmla="*/ 1300 w 303390"/>
                <a:gd name="connsiteY0" fmla="*/ 655 h 261055"/>
                <a:gd name="connsiteX1" fmla="*/ 304690 w 303390"/>
                <a:gd name="connsiteY1" fmla="*/ 655 h 261055"/>
                <a:gd name="connsiteX2" fmla="*/ 304690 w 303390"/>
                <a:gd name="connsiteY2" fmla="*/ 261711 h 261055"/>
                <a:gd name="connsiteX3" fmla="*/ 1300 w 303390"/>
                <a:gd name="connsiteY3" fmla="*/ 261711 h 261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390" h="261055">
                  <a:moveTo>
                    <a:pt x="1300" y="655"/>
                  </a:moveTo>
                  <a:lnTo>
                    <a:pt x="304690" y="655"/>
                  </a:lnTo>
                  <a:lnTo>
                    <a:pt x="304690" y="261711"/>
                  </a:lnTo>
                  <a:lnTo>
                    <a:pt x="1300" y="261711"/>
                  </a:lnTo>
                  <a:close/>
                </a:path>
              </a:pathLst>
            </a:custGeom>
          </p:spPr>
        </p:pic>
        <p:pic>
          <p:nvPicPr>
            <p:cNvPr id="1808" name="그림 1807">
              <a:extLst>
                <a:ext uri="{FF2B5EF4-FFF2-40B4-BE49-F238E27FC236}">
                  <a16:creationId xmlns:a16="http://schemas.microsoft.com/office/drawing/2014/main" id="{BA129717-94F0-0463-AEAB-A522F3703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2"/>
            <a:stretch>
              <a:fillRect/>
            </a:stretch>
          </p:blipFill>
          <p:spPr>
            <a:xfrm>
              <a:off x="9172258" y="4586111"/>
              <a:ext cx="21166" cy="296333"/>
            </a:xfrm>
            <a:custGeom>
              <a:avLst/>
              <a:gdLst>
                <a:gd name="connsiteX0" fmla="*/ 1300 w 21166"/>
                <a:gd name="connsiteY0" fmla="*/ 650 h 296333"/>
                <a:gd name="connsiteX1" fmla="*/ 22467 w 21166"/>
                <a:gd name="connsiteY1" fmla="*/ 650 h 296333"/>
                <a:gd name="connsiteX2" fmla="*/ 22467 w 21166"/>
                <a:gd name="connsiteY2" fmla="*/ 296983 h 296333"/>
                <a:gd name="connsiteX3" fmla="*/ 1300 w 21166"/>
                <a:gd name="connsiteY3" fmla="*/ 296983 h 29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66" h="296333">
                  <a:moveTo>
                    <a:pt x="1300" y="650"/>
                  </a:moveTo>
                  <a:lnTo>
                    <a:pt x="22467" y="650"/>
                  </a:lnTo>
                  <a:lnTo>
                    <a:pt x="22467" y="296983"/>
                  </a:lnTo>
                  <a:lnTo>
                    <a:pt x="1300" y="296983"/>
                  </a:lnTo>
                  <a:close/>
                </a:path>
              </a:pathLst>
            </a:custGeom>
          </p:spPr>
        </p:pic>
        <p:pic>
          <p:nvPicPr>
            <p:cNvPr id="1809" name="그림 1808">
              <a:extLst>
                <a:ext uri="{FF2B5EF4-FFF2-40B4-BE49-F238E27FC236}">
                  <a16:creationId xmlns:a16="http://schemas.microsoft.com/office/drawing/2014/main" id="{58AEF3EA-ABB3-17B1-7BEE-14B830BF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3"/>
            <a:stretch>
              <a:fillRect/>
            </a:stretch>
          </p:blipFill>
          <p:spPr>
            <a:xfrm>
              <a:off x="9172258" y="4868333"/>
              <a:ext cx="345723" cy="204611"/>
            </a:xfrm>
            <a:custGeom>
              <a:avLst/>
              <a:gdLst>
                <a:gd name="connsiteX0" fmla="*/ 1300 w 345723"/>
                <a:gd name="connsiteY0" fmla="*/ 690 h 204611"/>
                <a:gd name="connsiteX1" fmla="*/ 347024 w 345723"/>
                <a:gd name="connsiteY1" fmla="*/ 690 h 204611"/>
                <a:gd name="connsiteX2" fmla="*/ 347024 w 345723"/>
                <a:gd name="connsiteY2" fmla="*/ 205301 h 204611"/>
                <a:gd name="connsiteX3" fmla="*/ 1300 w 345723"/>
                <a:gd name="connsiteY3" fmla="*/ 205301 h 2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23" h="204611">
                  <a:moveTo>
                    <a:pt x="1300" y="690"/>
                  </a:moveTo>
                  <a:lnTo>
                    <a:pt x="347024" y="690"/>
                  </a:lnTo>
                  <a:lnTo>
                    <a:pt x="347024" y="205301"/>
                  </a:lnTo>
                  <a:lnTo>
                    <a:pt x="1300" y="205301"/>
                  </a:lnTo>
                  <a:close/>
                </a:path>
              </a:pathLst>
            </a:custGeom>
          </p:spPr>
        </p:pic>
        <p:pic>
          <p:nvPicPr>
            <p:cNvPr id="1810" name="그림 1809">
              <a:extLst>
                <a:ext uri="{FF2B5EF4-FFF2-40B4-BE49-F238E27FC236}">
                  <a16:creationId xmlns:a16="http://schemas.microsoft.com/office/drawing/2014/main" id="{EA457F9C-E675-6399-C267-4655B7904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4"/>
            <a:stretch>
              <a:fillRect/>
            </a:stretch>
          </p:blipFill>
          <p:spPr>
            <a:xfrm>
              <a:off x="9510926" y="4579055"/>
              <a:ext cx="416279" cy="493888"/>
            </a:xfrm>
            <a:custGeom>
              <a:avLst/>
              <a:gdLst>
                <a:gd name="connsiteX0" fmla="*/ 1348 w 416279"/>
                <a:gd name="connsiteY0" fmla="*/ 649 h 493888"/>
                <a:gd name="connsiteX1" fmla="*/ 417627 w 416279"/>
                <a:gd name="connsiteY1" fmla="*/ 649 h 493888"/>
                <a:gd name="connsiteX2" fmla="*/ 417627 w 416279"/>
                <a:gd name="connsiteY2" fmla="*/ 494538 h 493888"/>
                <a:gd name="connsiteX3" fmla="*/ 1348 w 416279"/>
                <a:gd name="connsiteY3" fmla="*/ 494538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279" h="493888">
                  <a:moveTo>
                    <a:pt x="1348" y="649"/>
                  </a:moveTo>
                  <a:lnTo>
                    <a:pt x="417627" y="649"/>
                  </a:lnTo>
                  <a:lnTo>
                    <a:pt x="417627" y="494538"/>
                  </a:lnTo>
                  <a:lnTo>
                    <a:pt x="1348" y="494538"/>
                  </a:lnTo>
                  <a:close/>
                </a:path>
              </a:pathLst>
            </a:custGeom>
          </p:spPr>
        </p:pic>
        <p:pic>
          <p:nvPicPr>
            <p:cNvPr id="1811" name="그림 1810">
              <a:extLst>
                <a:ext uri="{FF2B5EF4-FFF2-40B4-BE49-F238E27FC236}">
                  <a16:creationId xmlns:a16="http://schemas.microsoft.com/office/drawing/2014/main" id="{241F0086-F496-FF62-B06C-7BD159A1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5"/>
            <a:stretch>
              <a:fillRect/>
            </a:stretch>
          </p:blipFill>
          <p:spPr>
            <a:xfrm>
              <a:off x="9503870" y="4953000"/>
              <a:ext cx="324556" cy="119944"/>
            </a:xfrm>
            <a:custGeom>
              <a:avLst/>
              <a:gdLst>
                <a:gd name="connsiteX0" fmla="*/ 1347 w 324556"/>
                <a:gd name="connsiteY0" fmla="*/ 702 h 119944"/>
                <a:gd name="connsiteX1" fmla="*/ 325904 w 324556"/>
                <a:gd name="connsiteY1" fmla="*/ 702 h 119944"/>
                <a:gd name="connsiteX2" fmla="*/ 325904 w 324556"/>
                <a:gd name="connsiteY2" fmla="*/ 120646 h 119944"/>
                <a:gd name="connsiteX3" fmla="*/ 1347 w 324556"/>
                <a:gd name="connsiteY3" fmla="*/ 120646 h 11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119944">
                  <a:moveTo>
                    <a:pt x="1347" y="702"/>
                  </a:moveTo>
                  <a:lnTo>
                    <a:pt x="325904" y="702"/>
                  </a:lnTo>
                  <a:lnTo>
                    <a:pt x="325904" y="120646"/>
                  </a:lnTo>
                  <a:lnTo>
                    <a:pt x="1347" y="120646"/>
                  </a:lnTo>
                  <a:close/>
                </a:path>
              </a:pathLst>
            </a:custGeom>
          </p:spPr>
        </p:pic>
        <p:pic>
          <p:nvPicPr>
            <p:cNvPr id="1812" name="그림 1811">
              <a:extLst>
                <a:ext uri="{FF2B5EF4-FFF2-40B4-BE49-F238E27FC236}">
                  <a16:creationId xmlns:a16="http://schemas.microsoft.com/office/drawing/2014/main" id="{9AE73F40-4F60-7983-9386-960FFDC5A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6"/>
            <a:stretch>
              <a:fillRect/>
            </a:stretch>
          </p:blipFill>
          <p:spPr>
            <a:xfrm>
              <a:off x="9814316" y="4586111"/>
              <a:ext cx="366890" cy="381000"/>
            </a:xfrm>
            <a:custGeom>
              <a:avLst/>
              <a:gdLst>
                <a:gd name="connsiteX0" fmla="*/ 1391 w 366890"/>
                <a:gd name="connsiteY0" fmla="*/ 650 h 381000"/>
                <a:gd name="connsiteX1" fmla="*/ 368281 w 366890"/>
                <a:gd name="connsiteY1" fmla="*/ 650 h 381000"/>
                <a:gd name="connsiteX2" fmla="*/ 368281 w 366890"/>
                <a:gd name="connsiteY2" fmla="*/ 381650 h 381000"/>
                <a:gd name="connsiteX3" fmla="*/ 1391 w 366890"/>
                <a:gd name="connsiteY3" fmla="*/ 38165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890" h="381000">
                  <a:moveTo>
                    <a:pt x="1391" y="650"/>
                  </a:moveTo>
                  <a:lnTo>
                    <a:pt x="368281" y="650"/>
                  </a:lnTo>
                  <a:lnTo>
                    <a:pt x="368281" y="381650"/>
                  </a:lnTo>
                  <a:lnTo>
                    <a:pt x="1391" y="381650"/>
                  </a:lnTo>
                  <a:close/>
                </a:path>
              </a:pathLst>
            </a:custGeom>
          </p:spPr>
        </p:pic>
        <p:pic>
          <p:nvPicPr>
            <p:cNvPr id="1813" name="그림 1812">
              <a:extLst>
                <a:ext uri="{FF2B5EF4-FFF2-40B4-BE49-F238E27FC236}">
                  <a16:creationId xmlns:a16="http://schemas.microsoft.com/office/drawing/2014/main" id="{CBC9FA56-7938-11E1-FF83-003707262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67"/>
            <a:stretch>
              <a:fillRect/>
            </a:stretch>
          </p:blipFill>
          <p:spPr>
            <a:xfrm>
              <a:off x="9814316" y="4875388"/>
              <a:ext cx="261056" cy="91722"/>
            </a:xfrm>
            <a:custGeom>
              <a:avLst/>
              <a:gdLst>
                <a:gd name="connsiteX0" fmla="*/ 1391 w 261056"/>
                <a:gd name="connsiteY0" fmla="*/ 691 h 91722"/>
                <a:gd name="connsiteX1" fmla="*/ 262448 w 261056"/>
                <a:gd name="connsiteY1" fmla="*/ 691 h 91722"/>
                <a:gd name="connsiteX2" fmla="*/ 262448 w 261056"/>
                <a:gd name="connsiteY2" fmla="*/ 92413 h 91722"/>
                <a:gd name="connsiteX3" fmla="*/ 1391 w 261056"/>
                <a:gd name="connsiteY3" fmla="*/ 92413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056" h="91722">
                  <a:moveTo>
                    <a:pt x="1391" y="691"/>
                  </a:moveTo>
                  <a:lnTo>
                    <a:pt x="262448" y="691"/>
                  </a:lnTo>
                  <a:lnTo>
                    <a:pt x="262448" y="92413"/>
                  </a:lnTo>
                  <a:lnTo>
                    <a:pt x="1391" y="92413"/>
                  </a:lnTo>
                  <a:close/>
                </a:path>
              </a:pathLst>
            </a:custGeom>
          </p:spPr>
        </p:pic>
        <p:pic>
          <p:nvPicPr>
            <p:cNvPr id="1814" name="그림 1813">
              <a:extLst>
                <a:ext uri="{FF2B5EF4-FFF2-40B4-BE49-F238E27FC236}">
                  <a16:creationId xmlns:a16="http://schemas.microsoft.com/office/drawing/2014/main" id="{3FADB0A6-FAEB-C000-D0E7-6C9724B03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8"/>
            <a:stretch>
              <a:fillRect/>
            </a:stretch>
          </p:blipFill>
          <p:spPr>
            <a:xfrm>
              <a:off x="10061261" y="4353277"/>
              <a:ext cx="296334" cy="536222"/>
            </a:xfrm>
            <a:custGeom>
              <a:avLst/>
              <a:gdLst>
                <a:gd name="connsiteX0" fmla="*/ 1426 w 296334"/>
                <a:gd name="connsiteY0" fmla="*/ 617 h 536222"/>
                <a:gd name="connsiteX1" fmla="*/ 297761 w 296334"/>
                <a:gd name="connsiteY1" fmla="*/ 617 h 536222"/>
                <a:gd name="connsiteX2" fmla="*/ 297761 w 296334"/>
                <a:gd name="connsiteY2" fmla="*/ 536839 h 536222"/>
                <a:gd name="connsiteX3" fmla="*/ 1426 w 296334"/>
                <a:gd name="connsiteY3" fmla="*/ 536839 h 53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334" h="536222">
                  <a:moveTo>
                    <a:pt x="1426" y="617"/>
                  </a:moveTo>
                  <a:lnTo>
                    <a:pt x="297761" y="617"/>
                  </a:lnTo>
                  <a:lnTo>
                    <a:pt x="297761" y="536839"/>
                  </a:lnTo>
                  <a:lnTo>
                    <a:pt x="1426" y="536839"/>
                  </a:lnTo>
                  <a:close/>
                </a:path>
              </a:pathLst>
            </a:custGeom>
          </p:spPr>
        </p:pic>
        <p:pic>
          <p:nvPicPr>
            <p:cNvPr id="1815" name="그림 1814">
              <a:extLst>
                <a:ext uri="{FF2B5EF4-FFF2-40B4-BE49-F238E27FC236}">
                  <a16:creationId xmlns:a16="http://schemas.microsoft.com/office/drawing/2014/main" id="{DD82EB47-0FA6-5AC5-AD0F-BA17F879A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9"/>
            <a:stretch>
              <a:fillRect/>
            </a:stretch>
          </p:blipFill>
          <p:spPr>
            <a:xfrm>
              <a:off x="10061261" y="4586111"/>
              <a:ext cx="119944" cy="303388"/>
            </a:xfrm>
            <a:custGeom>
              <a:avLst/>
              <a:gdLst>
                <a:gd name="connsiteX0" fmla="*/ 1426 w 119944"/>
                <a:gd name="connsiteY0" fmla="*/ 650 h 303388"/>
                <a:gd name="connsiteX1" fmla="*/ 121371 w 119944"/>
                <a:gd name="connsiteY1" fmla="*/ 650 h 303388"/>
                <a:gd name="connsiteX2" fmla="*/ 121371 w 119944"/>
                <a:gd name="connsiteY2" fmla="*/ 304039 h 303388"/>
                <a:gd name="connsiteX3" fmla="*/ 1426 w 119944"/>
                <a:gd name="connsiteY3" fmla="*/ 304039 h 30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944" h="303388">
                  <a:moveTo>
                    <a:pt x="1426" y="650"/>
                  </a:moveTo>
                  <a:lnTo>
                    <a:pt x="121371" y="650"/>
                  </a:lnTo>
                  <a:lnTo>
                    <a:pt x="121371" y="304039"/>
                  </a:lnTo>
                  <a:lnTo>
                    <a:pt x="1426" y="304039"/>
                  </a:lnTo>
                  <a:close/>
                </a:path>
              </a:pathLst>
            </a:custGeom>
          </p:spPr>
        </p:pic>
        <p:pic>
          <p:nvPicPr>
            <p:cNvPr id="1816" name="그림 1815">
              <a:extLst>
                <a:ext uri="{FF2B5EF4-FFF2-40B4-BE49-F238E27FC236}">
                  <a16:creationId xmlns:a16="http://schemas.microsoft.com/office/drawing/2014/main" id="{AE47E1FE-4BDE-5EF3-8668-F644D6E2A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70"/>
            <a:stretch>
              <a:fillRect/>
            </a:stretch>
          </p:blipFill>
          <p:spPr>
            <a:xfrm>
              <a:off x="10061261" y="4437944"/>
              <a:ext cx="310445" cy="451555"/>
            </a:xfrm>
            <a:custGeom>
              <a:avLst/>
              <a:gdLst>
                <a:gd name="connsiteX0" fmla="*/ 1426 w 310445"/>
                <a:gd name="connsiteY0" fmla="*/ 629 h 451555"/>
                <a:gd name="connsiteX1" fmla="*/ 311872 w 310445"/>
                <a:gd name="connsiteY1" fmla="*/ 629 h 451555"/>
                <a:gd name="connsiteX2" fmla="*/ 311872 w 310445"/>
                <a:gd name="connsiteY2" fmla="*/ 452185 h 451555"/>
                <a:gd name="connsiteX3" fmla="*/ 1426 w 310445"/>
                <a:gd name="connsiteY3" fmla="*/ 452185 h 451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451555">
                  <a:moveTo>
                    <a:pt x="1426" y="629"/>
                  </a:moveTo>
                  <a:lnTo>
                    <a:pt x="311872" y="629"/>
                  </a:lnTo>
                  <a:lnTo>
                    <a:pt x="311872" y="452185"/>
                  </a:lnTo>
                  <a:lnTo>
                    <a:pt x="1426" y="452185"/>
                  </a:lnTo>
                  <a:close/>
                </a:path>
              </a:pathLst>
            </a:custGeom>
          </p:spPr>
        </p:pic>
        <p:pic>
          <p:nvPicPr>
            <p:cNvPr id="1817" name="그림 1816">
              <a:extLst>
                <a:ext uri="{FF2B5EF4-FFF2-40B4-BE49-F238E27FC236}">
                  <a16:creationId xmlns:a16="http://schemas.microsoft.com/office/drawing/2014/main" id="{7578A77F-3DD4-E44C-3862-07FD5127A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71"/>
            <a:stretch>
              <a:fillRect/>
            </a:stretch>
          </p:blipFill>
          <p:spPr>
            <a:xfrm>
              <a:off x="10357596" y="4120444"/>
              <a:ext cx="197556" cy="338666"/>
            </a:xfrm>
            <a:custGeom>
              <a:avLst/>
              <a:gdLst>
                <a:gd name="connsiteX0" fmla="*/ 1468 w 197556"/>
                <a:gd name="connsiteY0" fmla="*/ 584 h 338666"/>
                <a:gd name="connsiteX1" fmla="*/ 199024 w 197556"/>
                <a:gd name="connsiteY1" fmla="*/ 584 h 338666"/>
                <a:gd name="connsiteX2" fmla="*/ 199024 w 197556"/>
                <a:gd name="connsiteY2" fmla="*/ 339251 h 338666"/>
                <a:gd name="connsiteX3" fmla="*/ 1468 w 197556"/>
                <a:gd name="connsiteY3" fmla="*/ 339251 h 33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556" h="338666">
                  <a:moveTo>
                    <a:pt x="1468" y="584"/>
                  </a:moveTo>
                  <a:lnTo>
                    <a:pt x="199024" y="584"/>
                  </a:lnTo>
                  <a:lnTo>
                    <a:pt x="199024" y="339251"/>
                  </a:lnTo>
                  <a:lnTo>
                    <a:pt x="1468" y="339251"/>
                  </a:lnTo>
                  <a:close/>
                </a:path>
              </a:pathLst>
            </a:custGeom>
          </p:spPr>
        </p:pic>
        <p:pic>
          <p:nvPicPr>
            <p:cNvPr id="1818" name="그림 1817">
              <a:extLst>
                <a:ext uri="{FF2B5EF4-FFF2-40B4-BE49-F238E27FC236}">
                  <a16:creationId xmlns:a16="http://schemas.microsoft.com/office/drawing/2014/main" id="{0551FA80-CC6F-8149-BBAF-8830EFB21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2"/>
            <a:stretch>
              <a:fillRect/>
            </a:stretch>
          </p:blipFill>
          <p:spPr>
            <a:xfrm>
              <a:off x="10357596" y="4360333"/>
              <a:ext cx="112889" cy="91722"/>
            </a:xfrm>
            <a:custGeom>
              <a:avLst/>
              <a:gdLst>
                <a:gd name="connsiteX0" fmla="*/ 1468 w 112889"/>
                <a:gd name="connsiteY0" fmla="*/ 618 h 91722"/>
                <a:gd name="connsiteX1" fmla="*/ 114357 w 112889"/>
                <a:gd name="connsiteY1" fmla="*/ 618 h 91722"/>
                <a:gd name="connsiteX2" fmla="*/ 114357 w 112889"/>
                <a:gd name="connsiteY2" fmla="*/ 92340 h 91722"/>
                <a:gd name="connsiteX3" fmla="*/ 1468 w 112889"/>
                <a:gd name="connsiteY3" fmla="*/ 92340 h 9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1722">
                  <a:moveTo>
                    <a:pt x="1468" y="618"/>
                  </a:moveTo>
                  <a:lnTo>
                    <a:pt x="114357" y="618"/>
                  </a:lnTo>
                  <a:lnTo>
                    <a:pt x="114357" y="92340"/>
                  </a:lnTo>
                  <a:lnTo>
                    <a:pt x="1468" y="92340"/>
                  </a:lnTo>
                  <a:close/>
                </a:path>
              </a:pathLst>
            </a:custGeom>
          </p:spPr>
        </p:pic>
        <p:pic>
          <p:nvPicPr>
            <p:cNvPr id="1819" name="그림 1818">
              <a:extLst>
                <a:ext uri="{FF2B5EF4-FFF2-40B4-BE49-F238E27FC236}">
                  <a16:creationId xmlns:a16="http://schemas.microsoft.com/office/drawing/2014/main" id="{D5234BD6-6A68-2081-3871-37229E533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3"/>
            <a:stretch>
              <a:fillRect/>
            </a:stretch>
          </p:blipFill>
          <p:spPr>
            <a:xfrm>
              <a:off x="10456374" y="3640666"/>
              <a:ext cx="324556" cy="733777"/>
            </a:xfrm>
            <a:custGeom>
              <a:avLst/>
              <a:gdLst>
                <a:gd name="connsiteX0" fmla="*/ 1482 w 324556"/>
                <a:gd name="connsiteY0" fmla="*/ 516 h 733777"/>
                <a:gd name="connsiteX1" fmla="*/ 326039 w 324556"/>
                <a:gd name="connsiteY1" fmla="*/ 516 h 733777"/>
                <a:gd name="connsiteX2" fmla="*/ 326039 w 324556"/>
                <a:gd name="connsiteY2" fmla="*/ 734294 h 733777"/>
                <a:gd name="connsiteX3" fmla="*/ 1482 w 324556"/>
                <a:gd name="connsiteY3" fmla="*/ 734294 h 73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556" h="733777">
                  <a:moveTo>
                    <a:pt x="1482" y="516"/>
                  </a:moveTo>
                  <a:lnTo>
                    <a:pt x="326039" y="516"/>
                  </a:lnTo>
                  <a:lnTo>
                    <a:pt x="326039" y="734294"/>
                  </a:lnTo>
                  <a:lnTo>
                    <a:pt x="1482" y="734294"/>
                  </a:lnTo>
                  <a:close/>
                </a:path>
              </a:pathLst>
            </a:custGeom>
          </p:spPr>
        </p:pic>
        <p:pic>
          <p:nvPicPr>
            <p:cNvPr id="1820" name="그림 1819">
              <a:extLst>
                <a:ext uri="{FF2B5EF4-FFF2-40B4-BE49-F238E27FC236}">
                  <a16:creationId xmlns:a16="http://schemas.microsoft.com/office/drawing/2014/main" id="{8AAB8EAC-E8EB-D454-DB3A-9091B20FA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4"/>
            <a:stretch>
              <a:fillRect/>
            </a:stretch>
          </p:blipFill>
          <p:spPr>
            <a:xfrm>
              <a:off x="10456374" y="4120444"/>
              <a:ext cx="91722" cy="254000"/>
            </a:xfrm>
            <a:custGeom>
              <a:avLst/>
              <a:gdLst>
                <a:gd name="connsiteX0" fmla="*/ 1482 w 91722"/>
                <a:gd name="connsiteY0" fmla="*/ 584 h 254000"/>
                <a:gd name="connsiteX1" fmla="*/ 93205 w 91722"/>
                <a:gd name="connsiteY1" fmla="*/ 584 h 254000"/>
                <a:gd name="connsiteX2" fmla="*/ 93205 w 91722"/>
                <a:gd name="connsiteY2" fmla="*/ 254584 h 254000"/>
                <a:gd name="connsiteX3" fmla="*/ 1482 w 91722"/>
                <a:gd name="connsiteY3" fmla="*/ 254584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254000">
                  <a:moveTo>
                    <a:pt x="1482" y="584"/>
                  </a:moveTo>
                  <a:lnTo>
                    <a:pt x="93205" y="584"/>
                  </a:lnTo>
                  <a:lnTo>
                    <a:pt x="93205" y="254584"/>
                  </a:lnTo>
                  <a:lnTo>
                    <a:pt x="1482" y="254584"/>
                  </a:lnTo>
                  <a:close/>
                </a:path>
              </a:pathLst>
            </a:custGeom>
          </p:spPr>
        </p:pic>
        <p:pic>
          <p:nvPicPr>
            <p:cNvPr id="1821" name="그림 1820">
              <a:extLst>
                <a:ext uri="{FF2B5EF4-FFF2-40B4-BE49-F238E27FC236}">
                  <a16:creationId xmlns:a16="http://schemas.microsoft.com/office/drawing/2014/main" id="{B7DDE139-AC5E-E9D0-48CE-8D20E546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5"/>
            <a:stretch>
              <a:fillRect/>
            </a:stretch>
          </p:blipFill>
          <p:spPr>
            <a:xfrm>
              <a:off x="10943209" y="3436055"/>
              <a:ext cx="677335" cy="564444"/>
            </a:xfrm>
            <a:custGeom>
              <a:avLst/>
              <a:gdLst>
                <a:gd name="connsiteX0" fmla="*/ 1551 w 677335"/>
                <a:gd name="connsiteY0" fmla="*/ 487 h 564444"/>
                <a:gd name="connsiteX1" fmla="*/ 678887 w 677335"/>
                <a:gd name="connsiteY1" fmla="*/ 487 h 564444"/>
                <a:gd name="connsiteX2" fmla="*/ 678887 w 677335"/>
                <a:gd name="connsiteY2" fmla="*/ 564931 h 564444"/>
                <a:gd name="connsiteX3" fmla="*/ 1551 w 677335"/>
                <a:gd name="connsiteY3" fmla="*/ 564931 h 564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7335" h="564444">
                  <a:moveTo>
                    <a:pt x="1551" y="487"/>
                  </a:moveTo>
                  <a:lnTo>
                    <a:pt x="678887" y="487"/>
                  </a:lnTo>
                  <a:lnTo>
                    <a:pt x="678887" y="564931"/>
                  </a:lnTo>
                  <a:lnTo>
                    <a:pt x="1551" y="564931"/>
                  </a:lnTo>
                  <a:close/>
                </a:path>
              </a:pathLst>
            </a:custGeom>
          </p:spPr>
        </p:pic>
        <p:pic>
          <p:nvPicPr>
            <p:cNvPr id="1822" name="그림 1821">
              <a:extLst>
                <a:ext uri="{FF2B5EF4-FFF2-40B4-BE49-F238E27FC236}">
                  <a16:creationId xmlns:a16="http://schemas.microsoft.com/office/drawing/2014/main" id="{951D4379-F1C1-5BE7-5B0C-187A79ACD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6"/>
            <a:stretch>
              <a:fillRect/>
            </a:stretch>
          </p:blipFill>
          <p:spPr>
            <a:xfrm>
              <a:off x="10943209" y="3400777"/>
              <a:ext cx="275167" cy="599722"/>
            </a:xfrm>
            <a:custGeom>
              <a:avLst/>
              <a:gdLst>
                <a:gd name="connsiteX0" fmla="*/ 1551 w 275167"/>
                <a:gd name="connsiteY0" fmla="*/ 482 h 599722"/>
                <a:gd name="connsiteX1" fmla="*/ 276719 w 275167"/>
                <a:gd name="connsiteY1" fmla="*/ 482 h 599722"/>
                <a:gd name="connsiteX2" fmla="*/ 276719 w 275167"/>
                <a:gd name="connsiteY2" fmla="*/ 600204 h 599722"/>
                <a:gd name="connsiteX3" fmla="*/ 1551 w 275167"/>
                <a:gd name="connsiteY3" fmla="*/ 600204 h 59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167" h="599722">
                  <a:moveTo>
                    <a:pt x="1551" y="482"/>
                  </a:moveTo>
                  <a:lnTo>
                    <a:pt x="276719" y="482"/>
                  </a:lnTo>
                  <a:lnTo>
                    <a:pt x="276719" y="600204"/>
                  </a:lnTo>
                  <a:lnTo>
                    <a:pt x="1551" y="600204"/>
                  </a:lnTo>
                  <a:close/>
                </a:path>
              </a:pathLst>
            </a:custGeom>
          </p:spPr>
        </p:pic>
        <p:pic>
          <p:nvPicPr>
            <p:cNvPr id="1823" name="그림 1822">
              <a:extLst>
                <a:ext uri="{FF2B5EF4-FFF2-40B4-BE49-F238E27FC236}">
                  <a16:creationId xmlns:a16="http://schemas.microsoft.com/office/drawing/2014/main" id="{2679E187-5C48-7B21-0B9F-52764C1F3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77"/>
            <a:stretch>
              <a:fillRect/>
            </a:stretch>
          </p:blipFill>
          <p:spPr>
            <a:xfrm>
              <a:off x="10943209" y="3845277"/>
              <a:ext cx="204611" cy="155222"/>
            </a:xfrm>
            <a:custGeom>
              <a:avLst/>
              <a:gdLst>
                <a:gd name="connsiteX0" fmla="*/ 1551 w 204611"/>
                <a:gd name="connsiteY0" fmla="*/ 545 h 155222"/>
                <a:gd name="connsiteX1" fmla="*/ 206163 w 204611"/>
                <a:gd name="connsiteY1" fmla="*/ 545 h 155222"/>
                <a:gd name="connsiteX2" fmla="*/ 206163 w 204611"/>
                <a:gd name="connsiteY2" fmla="*/ 155767 h 155222"/>
                <a:gd name="connsiteX3" fmla="*/ 1551 w 204611"/>
                <a:gd name="connsiteY3" fmla="*/ 155767 h 15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611" h="155222">
                  <a:moveTo>
                    <a:pt x="1551" y="545"/>
                  </a:moveTo>
                  <a:lnTo>
                    <a:pt x="206163" y="545"/>
                  </a:lnTo>
                  <a:lnTo>
                    <a:pt x="206163" y="155767"/>
                  </a:lnTo>
                  <a:lnTo>
                    <a:pt x="1551" y="155767"/>
                  </a:lnTo>
                  <a:close/>
                </a:path>
              </a:pathLst>
            </a:custGeom>
          </p:spPr>
        </p:pic>
        <p:pic>
          <p:nvPicPr>
            <p:cNvPr id="1824" name="그림 1823">
              <a:extLst>
                <a:ext uri="{FF2B5EF4-FFF2-40B4-BE49-F238E27FC236}">
                  <a16:creationId xmlns:a16="http://schemas.microsoft.com/office/drawing/2014/main" id="{F0CCA70C-B542-F8AE-2498-4546298BD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78"/>
            <a:stretch>
              <a:fillRect/>
            </a:stretch>
          </p:blipFill>
          <p:spPr>
            <a:xfrm>
              <a:off x="11133710" y="3436055"/>
              <a:ext cx="486835" cy="423333"/>
            </a:xfrm>
            <a:custGeom>
              <a:avLst/>
              <a:gdLst>
                <a:gd name="connsiteX0" fmla="*/ 1578 w 486835"/>
                <a:gd name="connsiteY0" fmla="*/ 487 h 423333"/>
                <a:gd name="connsiteX1" fmla="*/ 488413 w 486835"/>
                <a:gd name="connsiteY1" fmla="*/ 487 h 423333"/>
                <a:gd name="connsiteX2" fmla="*/ 488413 w 486835"/>
                <a:gd name="connsiteY2" fmla="*/ 423820 h 423333"/>
                <a:gd name="connsiteX3" fmla="*/ 1578 w 486835"/>
                <a:gd name="connsiteY3" fmla="*/ 423820 h 42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6835" h="423333">
                  <a:moveTo>
                    <a:pt x="1578" y="487"/>
                  </a:moveTo>
                  <a:lnTo>
                    <a:pt x="488413" y="487"/>
                  </a:lnTo>
                  <a:lnTo>
                    <a:pt x="488413" y="423820"/>
                  </a:lnTo>
                  <a:lnTo>
                    <a:pt x="1578" y="423820"/>
                  </a:lnTo>
                  <a:close/>
                </a:path>
              </a:pathLst>
            </a:custGeom>
          </p:spPr>
        </p:pic>
        <p:pic>
          <p:nvPicPr>
            <p:cNvPr id="1825" name="그림 1824">
              <a:extLst>
                <a:ext uri="{FF2B5EF4-FFF2-40B4-BE49-F238E27FC236}">
                  <a16:creationId xmlns:a16="http://schemas.microsoft.com/office/drawing/2014/main" id="{12A0FC61-E0B4-1C57-1060-A453326BF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9"/>
            <a:stretch>
              <a:fillRect/>
            </a:stretch>
          </p:blipFill>
          <p:spPr>
            <a:xfrm>
              <a:off x="11705212" y="3245555"/>
              <a:ext cx="500946" cy="289277"/>
            </a:xfrm>
            <a:custGeom>
              <a:avLst/>
              <a:gdLst>
                <a:gd name="connsiteX0" fmla="*/ 1659 w 500946"/>
                <a:gd name="connsiteY0" fmla="*/ 460 h 289277"/>
                <a:gd name="connsiteX1" fmla="*/ 502605 w 500946"/>
                <a:gd name="connsiteY1" fmla="*/ 460 h 289277"/>
                <a:gd name="connsiteX2" fmla="*/ 502605 w 500946"/>
                <a:gd name="connsiteY2" fmla="*/ 289738 h 289277"/>
                <a:gd name="connsiteX3" fmla="*/ 1659 w 500946"/>
                <a:gd name="connsiteY3" fmla="*/ 289738 h 28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946" h="289277">
                  <a:moveTo>
                    <a:pt x="1659" y="460"/>
                  </a:moveTo>
                  <a:lnTo>
                    <a:pt x="502605" y="460"/>
                  </a:lnTo>
                  <a:lnTo>
                    <a:pt x="502605" y="289738"/>
                  </a:lnTo>
                  <a:lnTo>
                    <a:pt x="1659" y="289738"/>
                  </a:lnTo>
                  <a:close/>
                </a:path>
              </a:pathLst>
            </a:custGeom>
          </p:spPr>
        </p:pic>
        <p:pic>
          <p:nvPicPr>
            <p:cNvPr id="1826" name="그림 1825">
              <a:extLst>
                <a:ext uri="{FF2B5EF4-FFF2-40B4-BE49-F238E27FC236}">
                  <a16:creationId xmlns:a16="http://schemas.microsoft.com/office/drawing/2014/main" id="{8F0425FA-2302-BE1D-6161-610F023AB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80"/>
            <a:stretch>
              <a:fillRect/>
            </a:stretch>
          </p:blipFill>
          <p:spPr>
            <a:xfrm>
              <a:off x="11698157" y="3344333"/>
              <a:ext cx="218723" cy="190500"/>
            </a:xfrm>
            <a:custGeom>
              <a:avLst/>
              <a:gdLst>
                <a:gd name="connsiteX0" fmla="*/ 1658 w 218723"/>
                <a:gd name="connsiteY0" fmla="*/ 474 h 190500"/>
                <a:gd name="connsiteX1" fmla="*/ 220381 w 218723"/>
                <a:gd name="connsiteY1" fmla="*/ 474 h 190500"/>
                <a:gd name="connsiteX2" fmla="*/ 220381 w 218723"/>
                <a:gd name="connsiteY2" fmla="*/ 190974 h 190500"/>
                <a:gd name="connsiteX3" fmla="*/ 1658 w 218723"/>
                <a:gd name="connsiteY3" fmla="*/ 190974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190500">
                  <a:moveTo>
                    <a:pt x="1658" y="474"/>
                  </a:moveTo>
                  <a:lnTo>
                    <a:pt x="220381" y="474"/>
                  </a:lnTo>
                  <a:lnTo>
                    <a:pt x="220381" y="190974"/>
                  </a:lnTo>
                  <a:lnTo>
                    <a:pt x="1658" y="190974"/>
                  </a:lnTo>
                  <a:close/>
                </a:path>
              </a:pathLst>
            </a:custGeom>
          </p:spPr>
        </p:pic>
        <p:pic>
          <p:nvPicPr>
            <p:cNvPr id="1827" name="그림 1826">
              <a:extLst>
                <a:ext uri="{FF2B5EF4-FFF2-40B4-BE49-F238E27FC236}">
                  <a16:creationId xmlns:a16="http://schemas.microsoft.com/office/drawing/2014/main" id="{643C5FB9-A3DD-F717-61B5-940872D76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1"/>
            <a:stretch>
              <a:fillRect/>
            </a:stretch>
          </p:blipFill>
          <p:spPr>
            <a:xfrm>
              <a:off x="11606434" y="3436055"/>
              <a:ext cx="112889" cy="98777"/>
            </a:xfrm>
            <a:custGeom>
              <a:avLst/>
              <a:gdLst>
                <a:gd name="connsiteX0" fmla="*/ 1645 w 112889"/>
                <a:gd name="connsiteY0" fmla="*/ 487 h 98777"/>
                <a:gd name="connsiteX1" fmla="*/ 114534 w 112889"/>
                <a:gd name="connsiteY1" fmla="*/ 487 h 98777"/>
                <a:gd name="connsiteX2" fmla="*/ 114534 w 112889"/>
                <a:gd name="connsiteY2" fmla="*/ 99265 h 98777"/>
                <a:gd name="connsiteX3" fmla="*/ 1645 w 112889"/>
                <a:gd name="connsiteY3" fmla="*/ 99265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889" h="98777">
                  <a:moveTo>
                    <a:pt x="1645" y="487"/>
                  </a:moveTo>
                  <a:lnTo>
                    <a:pt x="114534" y="487"/>
                  </a:lnTo>
                  <a:lnTo>
                    <a:pt x="114534" y="99265"/>
                  </a:lnTo>
                  <a:lnTo>
                    <a:pt x="1645" y="99265"/>
                  </a:lnTo>
                  <a:close/>
                </a:path>
              </a:pathLst>
            </a:custGeom>
          </p:spPr>
        </p:pic>
        <p:pic>
          <p:nvPicPr>
            <p:cNvPr id="1828" name="그림 1827">
              <a:extLst>
                <a:ext uri="{FF2B5EF4-FFF2-40B4-BE49-F238E27FC236}">
                  <a16:creationId xmlns:a16="http://schemas.microsoft.com/office/drawing/2014/main" id="{63E61BF6-4508-332A-0AF1-BDE04ADCF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82"/>
            <a:stretch>
              <a:fillRect/>
            </a:stretch>
          </p:blipFill>
          <p:spPr>
            <a:xfrm>
              <a:off x="11705212" y="3358444"/>
              <a:ext cx="423334" cy="176388"/>
            </a:xfrm>
            <a:custGeom>
              <a:avLst/>
              <a:gdLst>
                <a:gd name="connsiteX0" fmla="*/ 1659 w 423334"/>
                <a:gd name="connsiteY0" fmla="*/ 476 h 176388"/>
                <a:gd name="connsiteX1" fmla="*/ 424994 w 423334"/>
                <a:gd name="connsiteY1" fmla="*/ 476 h 176388"/>
                <a:gd name="connsiteX2" fmla="*/ 424994 w 423334"/>
                <a:gd name="connsiteY2" fmla="*/ 176865 h 176388"/>
                <a:gd name="connsiteX3" fmla="*/ 1659 w 423334"/>
                <a:gd name="connsiteY3" fmla="*/ 176865 h 17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334" h="176388">
                  <a:moveTo>
                    <a:pt x="1659" y="476"/>
                  </a:moveTo>
                  <a:lnTo>
                    <a:pt x="424994" y="476"/>
                  </a:lnTo>
                  <a:lnTo>
                    <a:pt x="424994" y="176865"/>
                  </a:lnTo>
                  <a:lnTo>
                    <a:pt x="1659" y="176865"/>
                  </a:lnTo>
                  <a:close/>
                </a:path>
              </a:pathLst>
            </a:custGeom>
          </p:spPr>
        </p:pic>
        <p:pic>
          <p:nvPicPr>
            <p:cNvPr id="1829" name="그림 1828">
              <a:extLst>
                <a:ext uri="{FF2B5EF4-FFF2-40B4-BE49-F238E27FC236}">
                  <a16:creationId xmlns:a16="http://schemas.microsoft.com/office/drawing/2014/main" id="{BDE2FEAE-D5B0-8BD3-516E-9E3519932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83"/>
            <a:stretch>
              <a:fillRect/>
            </a:stretch>
          </p:blipFill>
          <p:spPr>
            <a:xfrm>
              <a:off x="12114436" y="3245555"/>
              <a:ext cx="91722" cy="127000"/>
            </a:xfrm>
            <a:custGeom>
              <a:avLst/>
              <a:gdLst>
                <a:gd name="connsiteX0" fmla="*/ 1717 w 91722"/>
                <a:gd name="connsiteY0" fmla="*/ 460 h 127000"/>
                <a:gd name="connsiteX1" fmla="*/ 93440 w 91722"/>
                <a:gd name="connsiteY1" fmla="*/ 460 h 127000"/>
                <a:gd name="connsiteX2" fmla="*/ 93440 w 91722"/>
                <a:gd name="connsiteY2" fmla="*/ 127460 h 127000"/>
                <a:gd name="connsiteX3" fmla="*/ 1717 w 91722"/>
                <a:gd name="connsiteY3" fmla="*/ 12746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22" h="127000">
                  <a:moveTo>
                    <a:pt x="1717" y="460"/>
                  </a:moveTo>
                  <a:lnTo>
                    <a:pt x="93440" y="460"/>
                  </a:lnTo>
                  <a:lnTo>
                    <a:pt x="93440" y="127460"/>
                  </a:lnTo>
                  <a:lnTo>
                    <a:pt x="1717" y="127460"/>
                  </a:lnTo>
                  <a:close/>
                </a:path>
              </a:pathLst>
            </a:custGeom>
          </p:spPr>
        </p:pic>
        <p:pic>
          <p:nvPicPr>
            <p:cNvPr id="1830" name="그림 1829">
              <a:extLst>
                <a:ext uri="{FF2B5EF4-FFF2-40B4-BE49-F238E27FC236}">
                  <a16:creationId xmlns:a16="http://schemas.microsoft.com/office/drawing/2014/main" id="{EFFD381C-8ACC-EDEB-D9C7-003C2E6B8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84"/>
            <a:stretch>
              <a:fillRect/>
            </a:stretch>
          </p:blipFill>
          <p:spPr>
            <a:xfrm>
              <a:off x="11987436" y="1460500"/>
              <a:ext cx="148167" cy="881944"/>
            </a:xfrm>
            <a:custGeom>
              <a:avLst/>
              <a:gdLst>
                <a:gd name="connsiteX0" fmla="*/ 1699 w 148167"/>
                <a:gd name="connsiteY0" fmla="*/ 207 h 881944"/>
                <a:gd name="connsiteX1" fmla="*/ 149866 w 148167"/>
                <a:gd name="connsiteY1" fmla="*/ 207 h 881944"/>
                <a:gd name="connsiteX2" fmla="*/ 149866 w 148167"/>
                <a:gd name="connsiteY2" fmla="*/ 882151 h 881944"/>
                <a:gd name="connsiteX3" fmla="*/ 1699 w 148167"/>
                <a:gd name="connsiteY3" fmla="*/ 882151 h 88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167" h="881944">
                  <a:moveTo>
                    <a:pt x="1699" y="207"/>
                  </a:moveTo>
                  <a:lnTo>
                    <a:pt x="149866" y="207"/>
                  </a:lnTo>
                  <a:lnTo>
                    <a:pt x="149866" y="882151"/>
                  </a:lnTo>
                  <a:lnTo>
                    <a:pt x="1699" y="882151"/>
                  </a:lnTo>
                  <a:close/>
                </a:path>
              </a:pathLst>
            </a:custGeom>
          </p:spPr>
        </p:pic>
        <p:pic>
          <p:nvPicPr>
            <p:cNvPr id="1831" name="그림 1830">
              <a:extLst>
                <a:ext uri="{FF2B5EF4-FFF2-40B4-BE49-F238E27FC236}">
                  <a16:creationId xmlns:a16="http://schemas.microsoft.com/office/drawing/2014/main" id="{97641E2E-5A32-C0BC-F244-263FE9059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5"/>
            <a:stretch>
              <a:fillRect/>
            </a:stretch>
          </p:blipFill>
          <p:spPr>
            <a:xfrm>
              <a:off x="11987436" y="931333"/>
              <a:ext cx="218723" cy="543277"/>
            </a:xfrm>
            <a:custGeom>
              <a:avLst/>
              <a:gdLst>
                <a:gd name="connsiteX0" fmla="*/ 1699 w 218723"/>
                <a:gd name="connsiteY0" fmla="*/ 132 h 543277"/>
                <a:gd name="connsiteX1" fmla="*/ 220422 w 218723"/>
                <a:gd name="connsiteY1" fmla="*/ 132 h 543277"/>
                <a:gd name="connsiteX2" fmla="*/ 220422 w 218723"/>
                <a:gd name="connsiteY2" fmla="*/ 543410 h 543277"/>
                <a:gd name="connsiteX3" fmla="*/ 1699 w 218723"/>
                <a:gd name="connsiteY3" fmla="*/ 543410 h 5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723" h="543277">
                  <a:moveTo>
                    <a:pt x="1699" y="132"/>
                  </a:moveTo>
                  <a:lnTo>
                    <a:pt x="220422" y="132"/>
                  </a:lnTo>
                  <a:lnTo>
                    <a:pt x="220422" y="543410"/>
                  </a:lnTo>
                  <a:lnTo>
                    <a:pt x="1699" y="543410"/>
                  </a:lnTo>
                  <a:close/>
                </a:path>
              </a:pathLst>
            </a:custGeom>
          </p:spPr>
        </p:pic>
        <p:pic>
          <p:nvPicPr>
            <p:cNvPr id="1832" name="그림 1831">
              <a:extLst>
                <a:ext uri="{FF2B5EF4-FFF2-40B4-BE49-F238E27FC236}">
                  <a16:creationId xmlns:a16="http://schemas.microsoft.com/office/drawing/2014/main" id="{67A34103-49CA-FBDD-8E1A-D47B7722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86"/>
            <a:stretch>
              <a:fillRect/>
            </a:stretch>
          </p:blipFill>
          <p:spPr>
            <a:xfrm>
              <a:off x="9179313" y="4593166"/>
              <a:ext cx="289278" cy="42333"/>
            </a:xfrm>
            <a:custGeom>
              <a:avLst/>
              <a:gdLst>
                <a:gd name="connsiteX0" fmla="*/ 1301 w 289278"/>
                <a:gd name="connsiteY0" fmla="*/ 651 h 42333"/>
                <a:gd name="connsiteX1" fmla="*/ 290580 w 289278"/>
                <a:gd name="connsiteY1" fmla="*/ 651 h 42333"/>
                <a:gd name="connsiteX2" fmla="*/ 290580 w 289278"/>
                <a:gd name="connsiteY2" fmla="*/ 42984 h 42333"/>
                <a:gd name="connsiteX3" fmla="*/ 1301 w 289278"/>
                <a:gd name="connsiteY3" fmla="*/ 42984 h 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278" h="42333">
                  <a:moveTo>
                    <a:pt x="1301" y="651"/>
                  </a:moveTo>
                  <a:lnTo>
                    <a:pt x="290580" y="651"/>
                  </a:lnTo>
                  <a:lnTo>
                    <a:pt x="290580" y="42984"/>
                  </a:lnTo>
                  <a:lnTo>
                    <a:pt x="1301" y="42984"/>
                  </a:lnTo>
                  <a:close/>
                </a:path>
              </a:pathLst>
            </a:custGeom>
          </p:spPr>
        </p:pic>
        <p:pic>
          <p:nvPicPr>
            <p:cNvPr id="1833" name="그림 1832">
              <a:extLst>
                <a:ext uri="{FF2B5EF4-FFF2-40B4-BE49-F238E27FC236}">
                  <a16:creationId xmlns:a16="http://schemas.microsoft.com/office/drawing/2014/main" id="{EBCB3C98-D847-EC35-CB25-C1150A1A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7"/>
            <a:stretch>
              <a:fillRect/>
            </a:stretch>
          </p:blipFill>
          <p:spPr>
            <a:xfrm>
              <a:off x="9461537" y="4572000"/>
              <a:ext cx="465668" cy="63500"/>
            </a:xfrm>
            <a:custGeom>
              <a:avLst/>
              <a:gdLst>
                <a:gd name="connsiteX0" fmla="*/ 1341 w 465668"/>
                <a:gd name="connsiteY0" fmla="*/ 648 h 63500"/>
                <a:gd name="connsiteX1" fmla="*/ 467010 w 465668"/>
                <a:gd name="connsiteY1" fmla="*/ 648 h 63500"/>
                <a:gd name="connsiteX2" fmla="*/ 467010 w 465668"/>
                <a:gd name="connsiteY2" fmla="*/ 64148 h 63500"/>
                <a:gd name="connsiteX3" fmla="*/ 1341 w 465668"/>
                <a:gd name="connsiteY3" fmla="*/ 64148 h 6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668" h="63500">
                  <a:moveTo>
                    <a:pt x="1341" y="648"/>
                  </a:moveTo>
                  <a:lnTo>
                    <a:pt x="467010" y="648"/>
                  </a:lnTo>
                  <a:lnTo>
                    <a:pt x="467010" y="64148"/>
                  </a:lnTo>
                  <a:lnTo>
                    <a:pt x="1341" y="64148"/>
                  </a:lnTo>
                  <a:close/>
                </a:path>
              </a:pathLst>
            </a:custGeom>
          </p:spPr>
        </p:pic>
        <p:pic>
          <p:nvPicPr>
            <p:cNvPr id="1834" name="그림 1833">
              <a:extLst>
                <a:ext uri="{FF2B5EF4-FFF2-40B4-BE49-F238E27FC236}">
                  <a16:creationId xmlns:a16="http://schemas.microsoft.com/office/drawing/2014/main" id="{1C3D2792-F846-9AAE-94DC-6EEB12867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88"/>
            <a:stretch>
              <a:fillRect/>
            </a:stretch>
          </p:blipFill>
          <p:spPr>
            <a:xfrm>
              <a:off x="10167095" y="4353277"/>
              <a:ext cx="190500" cy="246944"/>
            </a:xfrm>
            <a:custGeom>
              <a:avLst/>
              <a:gdLst>
                <a:gd name="connsiteX0" fmla="*/ 1441 w 190500"/>
                <a:gd name="connsiteY0" fmla="*/ 617 h 246944"/>
                <a:gd name="connsiteX1" fmla="*/ 191942 w 190500"/>
                <a:gd name="connsiteY1" fmla="*/ 617 h 246944"/>
                <a:gd name="connsiteX2" fmla="*/ 191942 w 190500"/>
                <a:gd name="connsiteY2" fmla="*/ 247561 h 246944"/>
                <a:gd name="connsiteX3" fmla="*/ 1441 w 190500"/>
                <a:gd name="connsiteY3" fmla="*/ 247561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246944">
                  <a:moveTo>
                    <a:pt x="1441" y="617"/>
                  </a:moveTo>
                  <a:lnTo>
                    <a:pt x="191942" y="617"/>
                  </a:lnTo>
                  <a:lnTo>
                    <a:pt x="191942" y="247561"/>
                  </a:lnTo>
                  <a:lnTo>
                    <a:pt x="1441" y="247561"/>
                  </a:lnTo>
                  <a:close/>
                </a:path>
              </a:pathLst>
            </a:custGeom>
          </p:spPr>
        </p:pic>
        <p:pic>
          <p:nvPicPr>
            <p:cNvPr id="1835" name="그림 1834">
              <a:extLst>
                <a:ext uri="{FF2B5EF4-FFF2-40B4-BE49-F238E27FC236}">
                  <a16:creationId xmlns:a16="http://schemas.microsoft.com/office/drawing/2014/main" id="{BAEA0F63-8C34-BEA5-C4D0-D116CED20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9"/>
            <a:stretch>
              <a:fillRect/>
            </a:stretch>
          </p:blipFill>
          <p:spPr>
            <a:xfrm>
              <a:off x="10533985" y="3640666"/>
              <a:ext cx="246945" cy="493888"/>
            </a:xfrm>
            <a:custGeom>
              <a:avLst/>
              <a:gdLst>
                <a:gd name="connsiteX0" fmla="*/ 1493 w 246945"/>
                <a:gd name="connsiteY0" fmla="*/ 516 h 493888"/>
                <a:gd name="connsiteX1" fmla="*/ 248438 w 246945"/>
                <a:gd name="connsiteY1" fmla="*/ 516 h 493888"/>
                <a:gd name="connsiteX2" fmla="*/ 248438 w 246945"/>
                <a:gd name="connsiteY2" fmla="*/ 494405 h 493888"/>
                <a:gd name="connsiteX3" fmla="*/ 1493 w 246945"/>
                <a:gd name="connsiteY3" fmla="*/ 494405 h 49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945" h="493888">
                  <a:moveTo>
                    <a:pt x="1493" y="516"/>
                  </a:moveTo>
                  <a:lnTo>
                    <a:pt x="248438" y="516"/>
                  </a:lnTo>
                  <a:lnTo>
                    <a:pt x="248438" y="494405"/>
                  </a:lnTo>
                  <a:lnTo>
                    <a:pt x="1493" y="494405"/>
                  </a:lnTo>
                  <a:close/>
                </a:path>
              </a:pathLst>
            </a:custGeom>
          </p:spPr>
        </p:pic>
        <p:pic>
          <p:nvPicPr>
            <p:cNvPr id="1836" name="그림 1835">
              <a:extLst>
                <a:ext uri="{FF2B5EF4-FFF2-40B4-BE49-F238E27FC236}">
                  <a16:creationId xmlns:a16="http://schemas.microsoft.com/office/drawing/2014/main" id="{D248F3CA-7F1F-B3EA-D9BC-0638E6DC3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90"/>
            <a:stretch>
              <a:fillRect/>
            </a:stretch>
          </p:blipFill>
          <p:spPr>
            <a:xfrm>
              <a:off x="10766820" y="3400777"/>
              <a:ext cx="451557" cy="246944"/>
            </a:xfrm>
            <a:custGeom>
              <a:avLst/>
              <a:gdLst>
                <a:gd name="connsiteX0" fmla="*/ 1526 w 451557"/>
                <a:gd name="connsiteY0" fmla="*/ 482 h 246944"/>
                <a:gd name="connsiteX1" fmla="*/ 453083 w 451557"/>
                <a:gd name="connsiteY1" fmla="*/ 482 h 246944"/>
                <a:gd name="connsiteX2" fmla="*/ 453083 w 451557"/>
                <a:gd name="connsiteY2" fmla="*/ 247426 h 246944"/>
                <a:gd name="connsiteX3" fmla="*/ 1526 w 451557"/>
                <a:gd name="connsiteY3" fmla="*/ 247426 h 24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557" h="246944">
                  <a:moveTo>
                    <a:pt x="1526" y="482"/>
                  </a:moveTo>
                  <a:lnTo>
                    <a:pt x="453083" y="482"/>
                  </a:lnTo>
                  <a:lnTo>
                    <a:pt x="453083" y="247426"/>
                  </a:lnTo>
                  <a:lnTo>
                    <a:pt x="1526" y="247426"/>
                  </a:lnTo>
                  <a:close/>
                </a:path>
              </a:pathLst>
            </a:custGeom>
          </p:spPr>
        </p:pic>
        <p:pic>
          <p:nvPicPr>
            <p:cNvPr id="1837" name="그림 1836">
              <a:extLst>
                <a:ext uri="{FF2B5EF4-FFF2-40B4-BE49-F238E27FC236}">
                  <a16:creationId xmlns:a16="http://schemas.microsoft.com/office/drawing/2014/main" id="{B376A024-8F0B-A36F-860F-9280584E0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91"/>
            <a:stretch>
              <a:fillRect/>
            </a:stretch>
          </p:blipFill>
          <p:spPr>
            <a:xfrm>
              <a:off x="11606434" y="3351388"/>
              <a:ext cx="310445" cy="98777"/>
            </a:xfrm>
            <a:custGeom>
              <a:avLst/>
              <a:gdLst>
                <a:gd name="connsiteX0" fmla="*/ 1645 w 310445"/>
                <a:gd name="connsiteY0" fmla="*/ 475 h 98777"/>
                <a:gd name="connsiteX1" fmla="*/ 312091 w 310445"/>
                <a:gd name="connsiteY1" fmla="*/ 475 h 98777"/>
                <a:gd name="connsiteX2" fmla="*/ 312091 w 310445"/>
                <a:gd name="connsiteY2" fmla="*/ 99253 h 98777"/>
                <a:gd name="connsiteX3" fmla="*/ 1645 w 310445"/>
                <a:gd name="connsiteY3" fmla="*/ 99253 h 9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445" h="98777">
                  <a:moveTo>
                    <a:pt x="1645" y="475"/>
                  </a:moveTo>
                  <a:lnTo>
                    <a:pt x="312091" y="475"/>
                  </a:lnTo>
                  <a:lnTo>
                    <a:pt x="312091" y="99253"/>
                  </a:lnTo>
                  <a:lnTo>
                    <a:pt x="1645" y="99253"/>
                  </a:lnTo>
                  <a:close/>
                </a:path>
              </a:pathLst>
            </a:custGeom>
          </p:spPr>
        </p:pic>
        <p:sp>
          <p:nvSpPr>
            <p:cNvPr id="1863" name="자유형: 도형 1862">
              <a:extLst>
                <a:ext uri="{FF2B5EF4-FFF2-40B4-BE49-F238E27FC236}">
                  <a16:creationId xmlns:a16="http://schemas.microsoft.com/office/drawing/2014/main" id="{20B42169-B063-8352-CA5D-6B34EF926F6D}"/>
                </a:ext>
              </a:extLst>
            </p:cNvPr>
            <p:cNvSpPr/>
            <p:nvPr/>
          </p:nvSpPr>
          <p:spPr>
            <a:xfrm>
              <a:off x="8902067" y="6785365"/>
              <a:ext cx="82841" cy="84222"/>
            </a:xfrm>
            <a:custGeom>
              <a:avLst/>
              <a:gdLst>
                <a:gd name="connsiteX0" fmla="*/ 21954 w 82841"/>
                <a:gd name="connsiteY0" fmla="*/ 4878 h 84222"/>
                <a:gd name="connsiteX1" fmla="*/ 77904 w 82841"/>
                <a:gd name="connsiteY1" fmla="*/ 22309 h 84222"/>
                <a:gd name="connsiteX2" fmla="*/ 60759 w 82841"/>
                <a:gd name="connsiteY2" fmla="*/ 79192 h 84222"/>
                <a:gd name="connsiteX3" fmla="*/ 4808 w 82841"/>
                <a:gd name="connsiteY3" fmla="*/ 61762 h 84222"/>
                <a:gd name="connsiteX4" fmla="*/ 21954 w 82841"/>
                <a:gd name="connsiteY4" fmla="*/ 4878 h 8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841" h="84222">
                  <a:moveTo>
                    <a:pt x="21954" y="4878"/>
                  </a:moveTo>
                  <a:cubicBezTo>
                    <a:pt x="42203" y="-6097"/>
                    <a:pt x="67391" y="1794"/>
                    <a:pt x="77904" y="22309"/>
                  </a:cubicBezTo>
                  <a:cubicBezTo>
                    <a:pt x="88699" y="42896"/>
                    <a:pt x="80938" y="68504"/>
                    <a:pt x="60759" y="79192"/>
                  </a:cubicBezTo>
                  <a:cubicBezTo>
                    <a:pt x="40510" y="90167"/>
                    <a:pt x="15321" y="82277"/>
                    <a:pt x="4808" y="61762"/>
                  </a:cubicBezTo>
                  <a:cubicBezTo>
                    <a:pt x="-5986" y="41175"/>
                    <a:pt x="1775" y="15566"/>
                    <a:pt x="21954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6" name="자유형: 도형 1865">
              <a:extLst>
                <a:ext uri="{FF2B5EF4-FFF2-40B4-BE49-F238E27FC236}">
                  <a16:creationId xmlns:a16="http://schemas.microsoft.com/office/drawing/2014/main" id="{C1A79CAA-AE76-C3D7-A08D-8D11208C9837}"/>
                </a:ext>
              </a:extLst>
            </p:cNvPr>
            <p:cNvSpPr/>
            <p:nvPr/>
          </p:nvSpPr>
          <p:spPr>
            <a:xfrm>
              <a:off x="10337702" y="6382159"/>
              <a:ext cx="92907" cy="94471"/>
            </a:xfrm>
            <a:custGeom>
              <a:avLst/>
              <a:gdLst>
                <a:gd name="connsiteX0" fmla="*/ 24670 w 92907"/>
                <a:gd name="connsiteY0" fmla="*/ 5368 h 94471"/>
                <a:gd name="connsiteX1" fmla="*/ 87465 w 92907"/>
                <a:gd name="connsiteY1" fmla="*/ 25065 h 94471"/>
                <a:gd name="connsiteX2" fmla="*/ 68132 w 92907"/>
                <a:gd name="connsiteY2" fmla="*/ 88949 h 94471"/>
                <a:gd name="connsiteX3" fmla="*/ 5267 w 92907"/>
                <a:gd name="connsiteY3" fmla="*/ 69252 h 94471"/>
                <a:gd name="connsiteX4" fmla="*/ 24670 w 92907"/>
                <a:gd name="connsiteY4" fmla="*/ 5368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68"/>
                  </a:moveTo>
                  <a:cubicBezTo>
                    <a:pt x="47389" y="-6734"/>
                    <a:pt x="75611" y="1989"/>
                    <a:pt x="87465" y="25065"/>
                  </a:cubicBezTo>
                  <a:cubicBezTo>
                    <a:pt x="99388" y="48141"/>
                    <a:pt x="90851" y="76848"/>
                    <a:pt x="68132" y="88949"/>
                  </a:cubicBezTo>
                  <a:cubicBezTo>
                    <a:pt x="45413" y="101050"/>
                    <a:pt x="17190" y="92328"/>
                    <a:pt x="5267" y="69252"/>
                  </a:cubicBezTo>
                  <a:cubicBezTo>
                    <a:pt x="-6587" y="46176"/>
                    <a:pt x="1951" y="17469"/>
                    <a:pt x="24670" y="53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7" name="자유형: 도형 1866">
              <a:extLst>
                <a:ext uri="{FF2B5EF4-FFF2-40B4-BE49-F238E27FC236}">
                  <a16:creationId xmlns:a16="http://schemas.microsoft.com/office/drawing/2014/main" id="{24B4EFA4-AA7E-139F-3052-6A16B163B1B4}"/>
                </a:ext>
              </a:extLst>
            </p:cNvPr>
            <p:cNvSpPr/>
            <p:nvPr/>
          </p:nvSpPr>
          <p:spPr>
            <a:xfrm>
              <a:off x="10452061" y="5943478"/>
              <a:ext cx="101139" cy="102799"/>
            </a:xfrm>
            <a:custGeom>
              <a:avLst/>
              <a:gdLst>
                <a:gd name="connsiteX0" fmla="*/ 26869 w 101139"/>
                <a:gd name="connsiteY0" fmla="*/ 5867 h 102799"/>
                <a:gd name="connsiteX1" fmla="*/ 95237 w 101139"/>
                <a:gd name="connsiteY1" fmla="*/ 27258 h 102799"/>
                <a:gd name="connsiteX2" fmla="*/ 74141 w 101139"/>
                <a:gd name="connsiteY2" fmla="*/ 96773 h 102799"/>
                <a:gd name="connsiteX3" fmla="*/ 5773 w 101139"/>
                <a:gd name="connsiteY3" fmla="*/ 75382 h 102799"/>
                <a:gd name="connsiteX4" fmla="*/ 26869 w 101139"/>
                <a:gd name="connsiteY4" fmla="*/ 5867 h 10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9" h="102799">
                  <a:moveTo>
                    <a:pt x="26869" y="5867"/>
                  </a:moveTo>
                  <a:cubicBezTo>
                    <a:pt x="51493" y="-7353"/>
                    <a:pt x="82184" y="2209"/>
                    <a:pt x="95237" y="27258"/>
                  </a:cubicBezTo>
                  <a:cubicBezTo>
                    <a:pt x="108220" y="52307"/>
                    <a:pt x="98835" y="83546"/>
                    <a:pt x="74141" y="96773"/>
                  </a:cubicBezTo>
                  <a:cubicBezTo>
                    <a:pt x="49517" y="110000"/>
                    <a:pt x="18825" y="100431"/>
                    <a:pt x="5773" y="75382"/>
                  </a:cubicBezTo>
                  <a:cubicBezTo>
                    <a:pt x="-7210" y="50334"/>
                    <a:pt x="2174" y="19095"/>
                    <a:pt x="26869" y="5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68" name="자유형: 도형 1867">
              <a:extLst>
                <a:ext uri="{FF2B5EF4-FFF2-40B4-BE49-F238E27FC236}">
                  <a16:creationId xmlns:a16="http://schemas.microsoft.com/office/drawing/2014/main" id="{BB56415A-9760-FA03-F49F-55BEBD973572}"/>
                </a:ext>
              </a:extLst>
            </p:cNvPr>
            <p:cNvSpPr/>
            <p:nvPr/>
          </p:nvSpPr>
          <p:spPr>
            <a:xfrm>
              <a:off x="11595833" y="5977243"/>
              <a:ext cx="104189" cy="105904"/>
            </a:xfrm>
            <a:custGeom>
              <a:avLst/>
              <a:gdLst>
                <a:gd name="connsiteX0" fmla="*/ 27653 w 104189"/>
                <a:gd name="connsiteY0" fmla="*/ 6161 h 105904"/>
                <a:gd name="connsiteX1" fmla="*/ 97997 w 104189"/>
                <a:gd name="connsiteY1" fmla="*/ 28111 h 105904"/>
                <a:gd name="connsiteX2" fmla="*/ 76407 w 104189"/>
                <a:gd name="connsiteY2" fmla="*/ 99592 h 105904"/>
                <a:gd name="connsiteX3" fmla="*/ 6063 w 104189"/>
                <a:gd name="connsiteY3" fmla="*/ 77642 h 105904"/>
                <a:gd name="connsiteX4" fmla="*/ 27653 w 104189"/>
                <a:gd name="connsiteY4" fmla="*/ 6161 h 1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89" h="105904">
                  <a:moveTo>
                    <a:pt x="27653" y="6161"/>
                  </a:moveTo>
                  <a:cubicBezTo>
                    <a:pt x="53123" y="-7633"/>
                    <a:pt x="84732" y="2216"/>
                    <a:pt x="97997" y="28111"/>
                  </a:cubicBezTo>
                  <a:cubicBezTo>
                    <a:pt x="111544" y="53999"/>
                    <a:pt x="101878" y="86085"/>
                    <a:pt x="76407" y="99592"/>
                  </a:cubicBezTo>
                  <a:cubicBezTo>
                    <a:pt x="50936" y="113379"/>
                    <a:pt x="19397" y="103529"/>
                    <a:pt x="6063" y="77642"/>
                  </a:cubicBezTo>
                  <a:cubicBezTo>
                    <a:pt x="-7484" y="51746"/>
                    <a:pt x="2182" y="19668"/>
                    <a:pt x="27653" y="61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5" name="자유형: 도형 1874">
              <a:extLst>
                <a:ext uri="{FF2B5EF4-FFF2-40B4-BE49-F238E27FC236}">
                  <a16:creationId xmlns:a16="http://schemas.microsoft.com/office/drawing/2014/main" id="{28901AD2-06FE-E8B3-5195-6E57BB762A91}"/>
                </a:ext>
              </a:extLst>
            </p:cNvPr>
            <p:cNvSpPr/>
            <p:nvPr/>
          </p:nvSpPr>
          <p:spPr>
            <a:xfrm>
              <a:off x="5052571" y="6811212"/>
              <a:ext cx="54388" cy="55443"/>
            </a:xfrm>
            <a:custGeom>
              <a:avLst/>
              <a:gdLst>
                <a:gd name="connsiteX0" fmla="*/ 14395 w 54388"/>
                <a:gd name="connsiteY0" fmla="*/ 3206 h 55443"/>
                <a:gd name="connsiteX1" fmla="*/ 51210 w 54388"/>
                <a:gd name="connsiteY1" fmla="*/ 14754 h 55443"/>
                <a:gd name="connsiteX2" fmla="*/ 39865 w 54388"/>
                <a:gd name="connsiteY2" fmla="*/ 52199 h 55443"/>
                <a:gd name="connsiteX3" fmla="*/ 3049 w 54388"/>
                <a:gd name="connsiteY3" fmla="*/ 40649 h 55443"/>
                <a:gd name="connsiteX4" fmla="*/ 14395 w 54388"/>
                <a:gd name="connsiteY4" fmla="*/ 3206 h 55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8" h="55443">
                  <a:moveTo>
                    <a:pt x="14395" y="3206"/>
                  </a:moveTo>
                  <a:cubicBezTo>
                    <a:pt x="27687" y="-4111"/>
                    <a:pt x="44289" y="1269"/>
                    <a:pt x="51210" y="14754"/>
                  </a:cubicBezTo>
                  <a:cubicBezTo>
                    <a:pt x="58132" y="28312"/>
                    <a:pt x="53151" y="45168"/>
                    <a:pt x="39865" y="52199"/>
                  </a:cubicBezTo>
                  <a:cubicBezTo>
                    <a:pt x="26579" y="59228"/>
                    <a:pt x="9971" y="54207"/>
                    <a:pt x="3049" y="40649"/>
                  </a:cubicBezTo>
                  <a:cubicBezTo>
                    <a:pt x="-3873" y="27164"/>
                    <a:pt x="1108" y="10307"/>
                    <a:pt x="14395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6" name="자유형: 도형 1875">
              <a:extLst>
                <a:ext uri="{FF2B5EF4-FFF2-40B4-BE49-F238E27FC236}">
                  <a16:creationId xmlns:a16="http://schemas.microsoft.com/office/drawing/2014/main" id="{CA443DFB-01B7-29D3-6E5A-0909D461A5E8}"/>
                </a:ext>
              </a:extLst>
            </p:cNvPr>
            <p:cNvSpPr/>
            <p:nvPr/>
          </p:nvSpPr>
          <p:spPr>
            <a:xfrm>
              <a:off x="5159137" y="6161265"/>
              <a:ext cx="57725" cy="58684"/>
            </a:xfrm>
            <a:custGeom>
              <a:avLst/>
              <a:gdLst>
                <a:gd name="connsiteX0" fmla="*/ 15236 w 57725"/>
                <a:gd name="connsiteY0" fmla="*/ 3377 h 58684"/>
                <a:gd name="connsiteX1" fmla="*/ 54267 w 57725"/>
                <a:gd name="connsiteY1" fmla="*/ 15478 h 58684"/>
                <a:gd name="connsiteX2" fmla="*/ 42365 w 57725"/>
                <a:gd name="connsiteY2" fmla="*/ 55153 h 58684"/>
                <a:gd name="connsiteX3" fmla="*/ 3333 w 57725"/>
                <a:gd name="connsiteY3" fmla="*/ 43051 h 58684"/>
                <a:gd name="connsiteX4" fmla="*/ 15236 w 57725"/>
                <a:gd name="connsiteY4" fmla="*/ 3377 h 5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5" h="58684">
                  <a:moveTo>
                    <a:pt x="15236" y="3377"/>
                  </a:moveTo>
                  <a:cubicBezTo>
                    <a:pt x="29354" y="-4227"/>
                    <a:pt x="46788" y="1124"/>
                    <a:pt x="54267" y="15478"/>
                  </a:cubicBezTo>
                  <a:cubicBezTo>
                    <a:pt x="61739" y="29824"/>
                    <a:pt x="56476" y="47556"/>
                    <a:pt x="42365" y="55153"/>
                  </a:cubicBezTo>
                  <a:cubicBezTo>
                    <a:pt x="28246" y="62756"/>
                    <a:pt x="10805" y="57405"/>
                    <a:pt x="3333" y="43051"/>
                  </a:cubicBezTo>
                  <a:cubicBezTo>
                    <a:pt x="-4146" y="28705"/>
                    <a:pt x="1118" y="10973"/>
                    <a:pt x="15236" y="3377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77" name="자유형: 도형 1876">
              <a:extLst>
                <a:ext uri="{FF2B5EF4-FFF2-40B4-BE49-F238E27FC236}">
                  <a16:creationId xmlns:a16="http://schemas.microsoft.com/office/drawing/2014/main" id="{14B1B856-C6E9-6D9B-939D-CB6BED6705E8}"/>
                </a:ext>
              </a:extLst>
            </p:cNvPr>
            <p:cNvSpPr/>
            <p:nvPr/>
          </p:nvSpPr>
          <p:spPr>
            <a:xfrm>
              <a:off x="5087174" y="6090635"/>
              <a:ext cx="58539" cy="59515"/>
            </a:xfrm>
            <a:custGeom>
              <a:avLst/>
              <a:gdLst>
                <a:gd name="connsiteX0" fmla="*/ 15500 w 58539"/>
                <a:gd name="connsiteY0" fmla="*/ 3365 h 59515"/>
                <a:gd name="connsiteX1" fmla="*/ 55089 w 58539"/>
                <a:gd name="connsiteY1" fmla="*/ 15746 h 59515"/>
                <a:gd name="connsiteX2" fmla="*/ 42903 w 58539"/>
                <a:gd name="connsiteY2" fmla="*/ 55995 h 59515"/>
                <a:gd name="connsiteX3" fmla="*/ 3322 w 58539"/>
                <a:gd name="connsiteY3" fmla="*/ 43607 h 59515"/>
                <a:gd name="connsiteX4" fmla="*/ 15500 w 58539"/>
                <a:gd name="connsiteY4" fmla="*/ 3365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5">
                  <a:moveTo>
                    <a:pt x="15500" y="3365"/>
                  </a:moveTo>
                  <a:cubicBezTo>
                    <a:pt x="29900" y="-4231"/>
                    <a:pt x="47610" y="1113"/>
                    <a:pt x="55089" y="15746"/>
                  </a:cubicBezTo>
                  <a:cubicBezTo>
                    <a:pt x="62560" y="30379"/>
                    <a:pt x="57304" y="48391"/>
                    <a:pt x="42903" y="55995"/>
                  </a:cubicBezTo>
                  <a:cubicBezTo>
                    <a:pt x="28510" y="63591"/>
                    <a:pt x="10794" y="58247"/>
                    <a:pt x="3322" y="43607"/>
                  </a:cubicBezTo>
                  <a:cubicBezTo>
                    <a:pt x="-4150" y="28973"/>
                    <a:pt x="1107" y="10961"/>
                    <a:pt x="15500" y="3365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1" name="자유형: 도형 1880">
              <a:extLst>
                <a:ext uri="{FF2B5EF4-FFF2-40B4-BE49-F238E27FC236}">
                  <a16:creationId xmlns:a16="http://schemas.microsoft.com/office/drawing/2014/main" id="{99047536-257C-D76F-C089-A2914763C66A}"/>
                </a:ext>
              </a:extLst>
            </p:cNvPr>
            <p:cNvSpPr/>
            <p:nvPr/>
          </p:nvSpPr>
          <p:spPr>
            <a:xfrm>
              <a:off x="7918530" y="6787556"/>
              <a:ext cx="70753" cy="71952"/>
            </a:xfrm>
            <a:custGeom>
              <a:avLst/>
              <a:gdLst>
                <a:gd name="connsiteX0" fmla="*/ 18696 w 70753"/>
                <a:gd name="connsiteY0" fmla="*/ 4123 h 71952"/>
                <a:gd name="connsiteX1" fmla="*/ 66603 w 70753"/>
                <a:gd name="connsiteY1" fmla="*/ 19043 h 71952"/>
                <a:gd name="connsiteX2" fmla="*/ 51928 w 70753"/>
                <a:gd name="connsiteY2" fmla="*/ 67677 h 71952"/>
                <a:gd name="connsiteX3" fmla="*/ 4020 w 70753"/>
                <a:gd name="connsiteY3" fmla="*/ 52756 h 71952"/>
                <a:gd name="connsiteX4" fmla="*/ 18696 w 70753"/>
                <a:gd name="connsiteY4" fmla="*/ 4123 h 7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52">
                  <a:moveTo>
                    <a:pt x="18696" y="4123"/>
                  </a:moveTo>
                  <a:cubicBezTo>
                    <a:pt x="35841" y="-5202"/>
                    <a:pt x="57431" y="1540"/>
                    <a:pt x="66603" y="19043"/>
                  </a:cubicBezTo>
                  <a:cubicBezTo>
                    <a:pt x="75705" y="36473"/>
                    <a:pt x="69073" y="58424"/>
                    <a:pt x="51928" y="67677"/>
                  </a:cubicBezTo>
                  <a:cubicBezTo>
                    <a:pt x="34713" y="77002"/>
                    <a:pt x="13122" y="70259"/>
                    <a:pt x="4020" y="52756"/>
                  </a:cubicBezTo>
                  <a:cubicBezTo>
                    <a:pt x="-5081" y="35326"/>
                    <a:pt x="1551" y="13376"/>
                    <a:pt x="18696" y="412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3" name="자유형: 도형 1882">
              <a:extLst>
                <a:ext uri="{FF2B5EF4-FFF2-40B4-BE49-F238E27FC236}">
                  <a16:creationId xmlns:a16="http://schemas.microsoft.com/office/drawing/2014/main" id="{BD150C02-669E-78E1-E056-136B45538C7F}"/>
                </a:ext>
              </a:extLst>
            </p:cNvPr>
            <p:cNvSpPr/>
            <p:nvPr/>
          </p:nvSpPr>
          <p:spPr>
            <a:xfrm>
              <a:off x="8760742" y="6519240"/>
              <a:ext cx="77081" cy="78366"/>
            </a:xfrm>
            <a:custGeom>
              <a:avLst/>
              <a:gdLst>
                <a:gd name="connsiteX0" fmla="*/ 20473 w 77081"/>
                <a:gd name="connsiteY0" fmla="*/ 4520 h 78366"/>
                <a:gd name="connsiteX1" fmla="*/ 72543 w 77081"/>
                <a:gd name="connsiteY1" fmla="*/ 20803 h 78366"/>
                <a:gd name="connsiteX2" fmla="*/ 56456 w 77081"/>
                <a:gd name="connsiteY2" fmla="*/ 73741 h 78366"/>
                <a:gd name="connsiteX3" fmla="*/ 4457 w 77081"/>
                <a:gd name="connsiteY3" fmla="*/ 57386 h 78366"/>
                <a:gd name="connsiteX4" fmla="*/ 20473 w 77081"/>
                <a:gd name="connsiteY4" fmla="*/ 4520 h 7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81" h="78366">
                  <a:moveTo>
                    <a:pt x="20473" y="4520"/>
                  </a:moveTo>
                  <a:cubicBezTo>
                    <a:pt x="39311" y="-5666"/>
                    <a:pt x="62524" y="1650"/>
                    <a:pt x="72543" y="20803"/>
                  </a:cubicBezTo>
                  <a:cubicBezTo>
                    <a:pt x="82491" y="39955"/>
                    <a:pt x="75295" y="63627"/>
                    <a:pt x="56456" y="73741"/>
                  </a:cubicBezTo>
                  <a:cubicBezTo>
                    <a:pt x="37617" y="83855"/>
                    <a:pt x="14405" y="76538"/>
                    <a:pt x="4457" y="57386"/>
                  </a:cubicBezTo>
                  <a:cubicBezTo>
                    <a:pt x="-5563" y="38234"/>
                    <a:pt x="1634" y="14634"/>
                    <a:pt x="20473" y="452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4" name="자유형: 도형 1883">
              <a:extLst>
                <a:ext uri="{FF2B5EF4-FFF2-40B4-BE49-F238E27FC236}">
                  <a16:creationId xmlns:a16="http://schemas.microsoft.com/office/drawing/2014/main" id="{D979CBDF-BCC6-572D-245C-F2BE10CFE778}"/>
                </a:ext>
              </a:extLst>
            </p:cNvPr>
            <p:cNvSpPr/>
            <p:nvPr/>
          </p:nvSpPr>
          <p:spPr>
            <a:xfrm>
              <a:off x="8970725" y="5967833"/>
              <a:ext cx="79792" cy="81100"/>
            </a:xfrm>
            <a:custGeom>
              <a:avLst/>
              <a:gdLst>
                <a:gd name="connsiteX0" fmla="*/ 21170 w 79792"/>
                <a:gd name="connsiteY0" fmla="*/ 4588 h 81100"/>
                <a:gd name="connsiteX1" fmla="*/ 75145 w 79792"/>
                <a:gd name="connsiteY1" fmla="*/ 21474 h 81100"/>
                <a:gd name="connsiteX2" fmla="*/ 58494 w 79792"/>
                <a:gd name="connsiteY2" fmla="*/ 76356 h 81100"/>
                <a:gd name="connsiteX3" fmla="*/ 4518 w 79792"/>
                <a:gd name="connsiteY3" fmla="*/ 59470 h 81100"/>
                <a:gd name="connsiteX4" fmla="*/ 21170 w 79792"/>
                <a:gd name="connsiteY4" fmla="*/ 4588 h 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0">
                  <a:moveTo>
                    <a:pt x="21170" y="4588"/>
                  </a:moveTo>
                  <a:cubicBezTo>
                    <a:pt x="40502" y="-5820"/>
                    <a:pt x="64914" y="1777"/>
                    <a:pt x="75145" y="21474"/>
                  </a:cubicBezTo>
                  <a:cubicBezTo>
                    <a:pt x="85375" y="41179"/>
                    <a:pt x="77897" y="65940"/>
                    <a:pt x="58494" y="76356"/>
                  </a:cubicBezTo>
                  <a:cubicBezTo>
                    <a:pt x="39161" y="86764"/>
                    <a:pt x="14749" y="79168"/>
                    <a:pt x="4518" y="59470"/>
                  </a:cubicBezTo>
                  <a:cubicBezTo>
                    <a:pt x="-5713" y="39773"/>
                    <a:pt x="1767" y="15004"/>
                    <a:pt x="21170" y="45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5" name="자유형: 도형 1884">
              <a:extLst>
                <a:ext uri="{FF2B5EF4-FFF2-40B4-BE49-F238E27FC236}">
                  <a16:creationId xmlns:a16="http://schemas.microsoft.com/office/drawing/2014/main" id="{345B7B1A-8472-7AE8-75A2-9615488C8948}"/>
                </a:ext>
              </a:extLst>
            </p:cNvPr>
            <p:cNvSpPr/>
            <p:nvPr/>
          </p:nvSpPr>
          <p:spPr>
            <a:xfrm>
              <a:off x="9346074" y="5789124"/>
              <a:ext cx="82717" cy="84206"/>
            </a:xfrm>
            <a:custGeom>
              <a:avLst/>
              <a:gdLst>
                <a:gd name="connsiteX0" fmla="*/ 21953 w 82717"/>
                <a:gd name="connsiteY0" fmla="*/ 4878 h 84206"/>
                <a:gd name="connsiteX1" fmla="*/ 77904 w 82717"/>
                <a:gd name="connsiteY1" fmla="*/ 22324 h 84206"/>
                <a:gd name="connsiteX2" fmla="*/ 60759 w 82717"/>
                <a:gd name="connsiteY2" fmla="*/ 79171 h 84206"/>
                <a:gd name="connsiteX3" fmla="*/ 4809 w 82717"/>
                <a:gd name="connsiteY3" fmla="*/ 61726 h 84206"/>
                <a:gd name="connsiteX4" fmla="*/ 21953 w 82717"/>
                <a:gd name="connsiteY4" fmla="*/ 4878 h 8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17" h="84206">
                  <a:moveTo>
                    <a:pt x="21953" y="4878"/>
                  </a:moveTo>
                  <a:cubicBezTo>
                    <a:pt x="42203" y="-6097"/>
                    <a:pt x="67392" y="1779"/>
                    <a:pt x="77904" y="22324"/>
                  </a:cubicBezTo>
                  <a:cubicBezTo>
                    <a:pt x="88417" y="42868"/>
                    <a:pt x="80939" y="68475"/>
                    <a:pt x="60759" y="79171"/>
                  </a:cubicBezTo>
                  <a:cubicBezTo>
                    <a:pt x="40509" y="90146"/>
                    <a:pt x="15321" y="82270"/>
                    <a:pt x="4809" y="61726"/>
                  </a:cubicBezTo>
                  <a:cubicBezTo>
                    <a:pt x="-5987" y="41182"/>
                    <a:pt x="1774" y="15573"/>
                    <a:pt x="21953" y="487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6" name="자유형: 도형 1885">
              <a:extLst>
                <a:ext uri="{FF2B5EF4-FFF2-40B4-BE49-F238E27FC236}">
                  <a16:creationId xmlns:a16="http://schemas.microsoft.com/office/drawing/2014/main" id="{2FB7BB1E-344C-2157-37D7-FA2C5872C10A}"/>
                </a:ext>
              </a:extLst>
            </p:cNvPr>
            <p:cNvSpPr/>
            <p:nvPr/>
          </p:nvSpPr>
          <p:spPr>
            <a:xfrm>
              <a:off x="10173216" y="6487512"/>
              <a:ext cx="84839" cy="86379"/>
            </a:xfrm>
            <a:custGeom>
              <a:avLst/>
              <a:gdLst>
                <a:gd name="connsiteX0" fmla="*/ 22502 w 84839"/>
                <a:gd name="connsiteY0" fmla="*/ 4987 h 86379"/>
                <a:gd name="connsiteX1" fmla="*/ 79793 w 84839"/>
                <a:gd name="connsiteY1" fmla="*/ 22999 h 86379"/>
                <a:gd name="connsiteX2" fmla="*/ 62084 w 84839"/>
                <a:gd name="connsiteY2" fmla="*/ 81224 h 86379"/>
                <a:gd name="connsiteX3" fmla="*/ 4793 w 84839"/>
                <a:gd name="connsiteY3" fmla="*/ 63219 h 86379"/>
                <a:gd name="connsiteX4" fmla="*/ 22502 w 84839"/>
                <a:gd name="connsiteY4" fmla="*/ 4987 h 8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839" h="86379">
                  <a:moveTo>
                    <a:pt x="22502" y="4987"/>
                  </a:moveTo>
                  <a:cubicBezTo>
                    <a:pt x="43245" y="-6267"/>
                    <a:pt x="68998" y="1888"/>
                    <a:pt x="79793" y="22999"/>
                  </a:cubicBezTo>
                  <a:cubicBezTo>
                    <a:pt x="90870" y="44138"/>
                    <a:pt x="82828" y="70249"/>
                    <a:pt x="62084" y="81224"/>
                  </a:cubicBezTo>
                  <a:cubicBezTo>
                    <a:pt x="41341" y="92486"/>
                    <a:pt x="15588" y="84380"/>
                    <a:pt x="4793" y="63219"/>
                  </a:cubicBezTo>
                  <a:cubicBezTo>
                    <a:pt x="-6003" y="42130"/>
                    <a:pt x="1758" y="15962"/>
                    <a:pt x="22502" y="49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7" name="자유형: 도형 1886">
              <a:extLst>
                <a:ext uri="{FF2B5EF4-FFF2-40B4-BE49-F238E27FC236}">
                  <a16:creationId xmlns:a16="http://schemas.microsoft.com/office/drawing/2014/main" id="{DBD1F899-4A5A-4996-9914-2E926373FE78}"/>
                </a:ext>
              </a:extLst>
            </p:cNvPr>
            <p:cNvSpPr/>
            <p:nvPr/>
          </p:nvSpPr>
          <p:spPr>
            <a:xfrm>
              <a:off x="10638974" y="6285729"/>
              <a:ext cx="89123" cy="90614"/>
            </a:xfrm>
            <a:custGeom>
              <a:avLst/>
              <a:gdLst>
                <a:gd name="connsiteX0" fmla="*/ 23753 w 89123"/>
                <a:gd name="connsiteY0" fmla="*/ 5268 h 90614"/>
                <a:gd name="connsiteX1" fmla="*/ 83796 w 89123"/>
                <a:gd name="connsiteY1" fmla="*/ 24126 h 90614"/>
                <a:gd name="connsiteX2" fmla="*/ 65240 w 89123"/>
                <a:gd name="connsiteY2" fmla="*/ 85191 h 90614"/>
                <a:gd name="connsiteX3" fmla="*/ 5197 w 89123"/>
                <a:gd name="connsiteY3" fmla="*/ 66340 h 90614"/>
                <a:gd name="connsiteX4" fmla="*/ 23753 w 89123"/>
                <a:gd name="connsiteY4" fmla="*/ 5268 h 90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23" h="90614">
                  <a:moveTo>
                    <a:pt x="23753" y="5268"/>
                  </a:moveTo>
                  <a:cubicBezTo>
                    <a:pt x="45344" y="-6554"/>
                    <a:pt x="72437" y="1889"/>
                    <a:pt x="83796" y="24126"/>
                  </a:cubicBezTo>
                  <a:cubicBezTo>
                    <a:pt x="95438" y="46076"/>
                    <a:pt x="87113" y="73657"/>
                    <a:pt x="65240" y="85191"/>
                  </a:cubicBezTo>
                  <a:cubicBezTo>
                    <a:pt x="43651" y="97013"/>
                    <a:pt x="16557" y="88570"/>
                    <a:pt x="5197" y="66340"/>
                  </a:cubicBezTo>
                  <a:cubicBezTo>
                    <a:pt x="-6444" y="44390"/>
                    <a:pt x="1881" y="16809"/>
                    <a:pt x="23753" y="52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8" name="자유형: 도형 1887">
              <a:extLst>
                <a:ext uri="{FF2B5EF4-FFF2-40B4-BE49-F238E27FC236}">
                  <a16:creationId xmlns:a16="http://schemas.microsoft.com/office/drawing/2014/main" id="{1694FD8B-88C4-2FEC-D5C7-8E72341171FC}"/>
                </a:ext>
              </a:extLst>
            </p:cNvPr>
            <p:cNvSpPr/>
            <p:nvPr/>
          </p:nvSpPr>
          <p:spPr>
            <a:xfrm>
              <a:off x="10571759" y="5349216"/>
              <a:ext cx="94256" cy="95830"/>
            </a:xfrm>
            <a:custGeom>
              <a:avLst/>
              <a:gdLst>
                <a:gd name="connsiteX0" fmla="*/ 25069 w 94256"/>
                <a:gd name="connsiteY0" fmla="*/ 5479 h 95830"/>
                <a:gd name="connsiteX1" fmla="*/ 88710 w 94256"/>
                <a:gd name="connsiteY1" fmla="*/ 25463 h 95830"/>
                <a:gd name="connsiteX2" fmla="*/ 69096 w 94256"/>
                <a:gd name="connsiteY2" fmla="*/ 90187 h 95830"/>
                <a:gd name="connsiteX3" fmla="*/ 5383 w 94256"/>
                <a:gd name="connsiteY3" fmla="*/ 70210 h 95830"/>
                <a:gd name="connsiteX4" fmla="*/ 25069 w 94256"/>
                <a:gd name="connsiteY4" fmla="*/ 5479 h 9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56" h="95830">
                  <a:moveTo>
                    <a:pt x="25069" y="5479"/>
                  </a:moveTo>
                  <a:cubicBezTo>
                    <a:pt x="48070" y="-6902"/>
                    <a:pt x="76575" y="2108"/>
                    <a:pt x="88710" y="25463"/>
                  </a:cubicBezTo>
                  <a:cubicBezTo>
                    <a:pt x="100916" y="48820"/>
                    <a:pt x="92026" y="77806"/>
                    <a:pt x="69096" y="90187"/>
                  </a:cubicBezTo>
                  <a:cubicBezTo>
                    <a:pt x="46094" y="102575"/>
                    <a:pt x="17590" y="93566"/>
                    <a:pt x="5383" y="70210"/>
                  </a:cubicBezTo>
                  <a:cubicBezTo>
                    <a:pt x="-6752" y="46854"/>
                    <a:pt x="2067" y="17867"/>
                    <a:pt x="25069" y="5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89" name="자유형: 도형 1888">
              <a:extLst>
                <a:ext uri="{FF2B5EF4-FFF2-40B4-BE49-F238E27FC236}">
                  <a16:creationId xmlns:a16="http://schemas.microsoft.com/office/drawing/2014/main" id="{D019A95C-BD6F-A397-CDC3-C7F7DE6DF9B9}"/>
                </a:ext>
              </a:extLst>
            </p:cNvPr>
            <p:cNvSpPr/>
            <p:nvPr/>
          </p:nvSpPr>
          <p:spPr>
            <a:xfrm>
              <a:off x="11397360" y="4419555"/>
              <a:ext cx="100028" cy="101689"/>
            </a:xfrm>
            <a:custGeom>
              <a:avLst/>
              <a:gdLst>
                <a:gd name="connsiteX0" fmla="*/ 26594 w 100028"/>
                <a:gd name="connsiteY0" fmla="*/ 5875 h 101689"/>
                <a:gd name="connsiteX1" fmla="*/ 94116 w 100028"/>
                <a:gd name="connsiteY1" fmla="*/ 26986 h 101689"/>
                <a:gd name="connsiteX2" fmla="*/ 73373 w 100028"/>
                <a:gd name="connsiteY2" fmla="*/ 95655 h 101689"/>
                <a:gd name="connsiteX3" fmla="*/ 5780 w 100028"/>
                <a:gd name="connsiteY3" fmla="*/ 74544 h 101689"/>
                <a:gd name="connsiteX4" fmla="*/ 26594 w 100028"/>
                <a:gd name="connsiteY4" fmla="*/ 5875 h 1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8" h="101689">
                  <a:moveTo>
                    <a:pt x="26594" y="5875"/>
                  </a:moveTo>
                  <a:cubicBezTo>
                    <a:pt x="50936" y="-7353"/>
                    <a:pt x="81416" y="2217"/>
                    <a:pt x="94116" y="26986"/>
                  </a:cubicBezTo>
                  <a:cubicBezTo>
                    <a:pt x="107098" y="51747"/>
                    <a:pt x="97715" y="82707"/>
                    <a:pt x="73373" y="95655"/>
                  </a:cubicBezTo>
                  <a:cubicBezTo>
                    <a:pt x="48961" y="108874"/>
                    <a:pt x="18551" y="99312"/>
                    <a:pt x="5780" y="74544"/>
                  </a:cubicBezTo>
                  <a:cubicBezTo>
                    <a:pt x="-7202" y="49782"/>
                    <a:pt x="2182" y="18823"/>
                    <a:pt x="26594" y="5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2" name="자유형: 도형 1891">
              <a:extLst>
                <a:ext uri="{FF2B5EF4-FFF2-40B4-BE49-F238E27FC236}">
                  <a16:creationId xmlns:a16="http://schemas.microsoft.com/office/drawing/2014/main" id="{13631638-8E2B-33AE-95A3-4EBD3F7F273C}"/>
                </a:ext>
              </a:extLst>
            </p:cNvPr>
            <p:cNvSpPr/>
            <p:nvPr/>
          </p:nvSpPr>
          <p:spPr>
            <a:xfrm>
              <a:off x="4785992" y="6749655"/>
              <a:ext cx="49425" cy="50300"/>
            </a:xfrm>
            <a:custGeom>
              <a:avLst/>
              <a:gdLst>
                <a:gd name="connsiteX0" fmla="*/ 13024 w 49425"/>
                <a:gd name="connsiteY0" fmla="*/ 2858 h 50300"/>
                <a:gd name="connsiteX1" fmla="*/ 46517 w 49425"/>
                <a:gd name="connsiteY1" fmla="*/ 13259 h 50300"/>
                <a:gd name="connsiteX2" fmla="*/ 36272 w 49425"/>
                <a:gd name="connsiteY2" fmla="*/ 47332 h 50300"/>
                <a:gd name="connsiteX3" fmla="*/ 2779 w 49425"/>
                <a:gd name="connsiteY3" fmla="*/ 36930 h 50300"/>
                <a:gd name="connsiteX4" fmla="*/ 13024 w 49425"/>
                <a:gd name="connsiteY4" fmla="*/ 2858 h 5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0">
                  <a:moveTo>
                    <a:pt x="13024" y="2858"/>
                  </a:moveTo>
                  <a:cubicBezTo>
                    <a:pt x="25202" y="-3598"/>
                    <a:pt x="40153" y="921"/>
                    <a:pt x="46517" y="13259"/>
                  </a:cubicBezTo>
                  <a:cubicBezTo>
                    <a:pt x="52881" y="25669"/>
                    <a:pt x="48174" y="40876"/>
                    <a:pt x="36272" y="47332"/>
                  </a:cubicBezTo>
                  <a:cubicBezTo>
                    <a:pt x="24094" y="53787"/>
                    <a:pt x="9150" y="49053"/>
                    <a:pt x="2779" y="36930"/>
                  </a:cubicBezTo>
                  <a:cubicBezTo>
                    <a:pt x="-3585" y="24521"/>
                    <a:pt x="1121" y="9386"/>
                    <a:pt x="13024" y="285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3" name="자유형: 도형 1892">
              <a:extLst>
                <a:ext uri="{FF2B5EF4-FFF2-40B4-BE49-F238E27FC236}">
                  <a16:creationId xmlns:a16="http://schemas.microsoft.com/office/drawing/2014/main" id="{6E90D2C8-200E-48A1-36E6-7A415830D8EC}"/>
                </a:ext>
              </a:extLst>
            </p:cNvPr>
            <p:cNvSpPr/>
            <p:nvPr/>
          </p:nvSpPr>
          <p:spPr>
            <a:xfrm>
              <a:off x="5089218" y="6624040"/>
              <a:ext cx="51685" cy="52544"/>
            </a:xfrm>
            <a:custGeom>
              <a:avLst/>
              <a:gdLst>
                <a:gd name="connsiteX0" fmla="*/ 13738 w 51685"/>
                <a:gd name="connsiteY0" fmla="*/ 3013 h 52544"/>
                <a:gd name="connsiteX1" fmla="*/ 48614 w 51685"/>
                <a:gd name="connsiteY1" fmla="*/ 13988 h 52544"/>
                <a:gd name="connsiteX2" fmla="*/ 37819 w 51685"/>
                <a:gd name="connsiteY2" fmla="*/ 49424 h 52544"/>
                <a:gd name="connsiteX3" fmla="*/ 2943 w 51685"/>
                <a:gd name="connsiteY3" fmla="*/ 38449 h 52544"/>
                <a:gd name="connsiteX4" fmla="*/ 13738 w 51685"/>
                <a:gd name="connsiteY4" fmla="*/ 3013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5" h="52544">
                  <a:moveTo>
                    <a:pt x="13738" y="3013"/>
                  </a:moveTo>
                  <a:cubicBezTo>
                    <a:pt x="26191" y="-3801"/>
                    <a:pt x="41967" y="1005"/>
                    <a:pt x="48614" y="13988"/>
                  </a:cubicBezTo>
                  <a:cubicBezTo>
                    <a:pt x="55260" y="26900"/>
                    <a:pt x="50554" y="42681"/>
                    <a:pt x="37819" y="49424"/>
                  </a:cubicBezTo>
                  <a:cubicBezTo>
                    <a:pt x="25083" y="56167"/>
                    <a:pt x="9582" y="51360"/>
                    <a:pt x="2943" y="38449"/>
                  </a:cubicBezTo>
                  <a:cubicBezTo>
                    <a:pt x="-3703" y="25753"/>
                    <a:pt x="1003" y="9756"/>
                    <a:pt x="13738" y="3013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4" name="자유형: 도형 1893">
              <a:extLst>
                <a:ext uri="{FF2B5EF4-FFF2-40B4-BE49-F238E27FC236}">
                  <a16:creationId xmlns:a16="http://schemas.microsoft.com/office/drawing/2014/main" id="{BAB2977C-B65E-2297-AD0E-D484E2284DD3}"/>
                </a:ext>
              </a:extLst>
            </p:cNvPr>
            <p:cNvSpPr/>
            <p:nvPr/>
          </p:nvSpPr>
          <p:spPr>
            <a:xfrm>
              <a:off x="5121050" y="6629107"/>
              <a:ext cx="51683" cy="52544"/>
            </a:xfrm>
            <a:custGeom>
              <a:avLst/>
              <a:gdLst>
                <a:gd name="connsiteX0" fmla="*/ 13734 w 51683"/>
                <a:gd name="connsiteY0" fmla="*/ 2968 h 52544"/>
                <a:gd name="connsiteX1" fmla="*/ 48616 w 51683"/>
                <a:gd name="connsiteY1" fmla="*/ 13943 h 52544"/>
                <a:gd name="connsiteX2" fmla="*/ 37821 w 51683"/>
                <a:gd name="connsiteY2" fmla="*/ 49378 h 52544"/>
                <a:gd name="connsiteX3" fmla="*/ 2938 w 51683"/>
                <a:gd name="connsiteY3" fmla="*/ 38403 h 52544"/>
                <a:gd name="connsiteX4" fmla="*/ 13734 w 51683"/>
                <a:gd name="connsiteY4" fmla="*/ 2968 h 52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4">
                  <a:moveTo>
                    <a:pt x="13734" y="2968"/>
                  </a:moveTo>
                  <a:cubicBezTo>
                    <a:pt x="26194" y="-3775"/>
                    <a:pt x="41970" y="1031"/>
                    <a:pt x="48616" y="13943"/>
                  </a:cubicBezTo>
                  <a:cubicBezTo>
                    <a:pt x="55255" y="26639"/>
                    <a:pt x="50549" y="42636"/>
                    <a:pt x="37821" y="49378"/>
                  </a:cubicBezTo>
                  <a:cubicBezTo>
                    <a:pt x="25086" y="56193"/>
                    <a:pt x="9585" y="51387"/>
                    <a:pt x="2938" y="38403"/>
                  </a:cubicBezTo>
                  <a:cubicBezTo>
                    <a:pt x="-3701" y="25778"/>
                    <a:pt x="1005" y="9711"/>
                    <a:pt x="13734" y="296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5" name="자유형: 도형 1894">
              <a:extLst>
                <a:ext uri="{FF2B5EF4-FFF2-40B4-BE49-F238E27FC236}">
                  <a16:creationId xmlns:a16="http://schemas.microsoft.com/office/drawing/2014/main" id="{6A707022-1760-C79D-F700-0B75C5CEC87E}"/>
                </a:ext>
              </a:extLst>
            </p:cNvPr>
            <p:cNvSpPr/>
            <p:nvPr/>
          </p:nvSpPr>
          <p:spPr>
            <a:xfrm>
              <a:off x="5305292" y="6112574"/>
              <a:ext cx="53574" cy="54471"/>
            </a:xfrm>
            <a:custGeom>
              <a:avLst/>
              <a:gdLst>
                <a:gd name="connsiteX0" fmla="*/ 14129 w 53574"/>
                <a:gd name="connsiteY0" fmla="*/ 3096 h 54471"/>
                <a:gd name="connsiteX1" fmla="*/ 50388 w 53574"/>
                <a:gd name="connsiteY1" fmla="*/ 14350 h 54471"/>
                <a:gd name="connsiteX2" fmla="*/ 39318 w 53574"/>
                <a:gd name="connsiteY2" fmla="*/ 51220 h 54471"/>
                <a:gd name="connsiteX3" fmla="*/ 3052 w 53574"/>
                <a:gd name="connsiteY3" fmla="*/ 39965 h 54471"/>
                <a:gd name="connsiteX4" fmla="*/ 14129 w 53574"/>
                <a:gd name="connsiteY4" fmla="*/ 3096 h 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4" h="54471">
                  <a:moveTo>
                    <a:pt x="14129" y="3096"/>
                  </a:moveTo>
                  <a:cubicBezTo>
                    <a:pt x="27140" y="-3941"/>
                    <a:pt x="43466" y="1123"/>
                    <a:pt x="50388" y="14350"/>
                  </a:cubicBezTo>
                  <a:cubicBezTo>
                    <a:pt x="57310" y="27577"/>
                    <a:pt x="52328" y="44183"/>
                    <a:pt x="39318" y="51220"/>
                  </a:cubicBezTo>
                  <a:cubicBezTo>
                    <a:pt x="26307" y="58257"/>
                    <a:pt x="9973" y="53193"/>
                    <a:pt x="3052" y="39965"/>
                  </a:cubicBezTo>
                  <a:cubicBezTo>
                    <a:pt x="-3863" y="26738"/>
                    <a:pt x="1119" y="10132"/>
                    <a:pt x="14129" y="3096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6" name="자유형: 도형 1895">
              <a:extLst>
                <a:ext uri="{FF2B5EF4-FFF2-40B4-BE49-F238E27FC236}">
                  <a16:creationId xmlns:a16="http://schemas.microsoft.com/office/drawing/2014/main" id="{4F370445-9538-3809-17E4-F8B6D7B12C6D}"/>
                </a:ext>
              </a:extLst>
            </p:cNvPr>
            <p:cNvSpPr/>
            <p:nvPr/>
          </p:nvSpPr>
          <p:spPr>
            <a:xfrm>
              <a:off x="5318193" y="5560313"/>
              <a:ext cx="55727" cy="56656"/>
            </a:xfrm>
            <a:custGeom>
              <a:avLst/>
              <a:gdLst>
                <a:gd name="connsiteX0" fmla="*/ 14789 w 55727"/>
                <a:gd name="connsiteY0" fmla="*/ 3200 h 56656"/>
                <a:gd name="connsiteX1" fmla="*/ 52437 w 55727"/>
                <a:gd name="connsiteY1" fmla="*/ 15022 h 56656"/>
                <a:gd name="connsiteX2" fmla="*/ 40810 w 55727"/>
                <a:gd name="connsiteY2" fmla="*/ 53298 h 56656"/>
                <a:gd name="connsiteX3" fmla="*/ 3161 w 55727"/>
                <a:gd name="connsiteY3" fmla="*/ 41477 h 56656"/>
                <a:gd name="connsiteX4" fmla="*/ 14789 w 55727"/>
                <a:gd name="connsiteY4" fmla="*/ 3200 h 56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6">
                  <a:moveTo>
                    <a:pt x="14789" y="3200"/>
                  </a:moveTo>
                  <a:cubicBezTo>
                    <a:pt x="28357" y="-4116"/>
                    <a:pt x="45241" y="1235"/>
                    <a:pt x="52437" y="15022"/>
                  </a:cubicBezTo>
                  <a:cubicBezTo>
                    <a:pt x="59634" y="28809"/>
                    <a:pt x="54371" y="45974"/>
                    <a:pt x="40810" y="53298"/>
                  </a:cubicBezTo>
                  <a:cubicBezTo>
                    <a:pt x="27249" y="60615"/>
                    <a:pt x="10358" y="55263"/>
                    <a:pt x="3161" y="41477"/>
                  </a:cubicBezTo>
                  <a:cubicBezTo>
                    <a:pt x="-4036" y="27683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7" name="자유형: 도형 1896">
              <a:extLst>
                <a:ext uri="{FF2B5EF4-FFF2-40B4-BE49-F238E27FC236}">
                  <a16:creationId xmlns:a16="http://schemas.microsoft.com/office/drawing/2014/main" id="{3CB274FB-BF8A-FAFB-0EBB-17A2B6C7FC2B}"/>
                </a:ext>
              </a:extLst>
            </p:cNvPr>
            <p:cNvSpPr/>
            <p:nvPr/>
          </p:nvSpPr>
          <p:spPr>
            <a:xfrm>
              <a:off x="5274569" y="5296728"/>
              <a:ext cx="57723" cy="58685"/>
            </a:xfrm>
            <a:custGeom>
              <a:avLst/>
              <a:gdLst>
                <a:gd name="connsiteX0" fmla="*/ 15232 w 57723"/>
                <a:gd name="connsiteY0" fmla="*/ 3372 h 58685"/>
                <a:gd name="connsiteX1" fmla="*/ 54264 w 57723"/>
                <a:gd name="connsiteY1" fmla="*/ 15473 h 58685"/>
                <a:gd name="connsiteX2" fmla="*/ 42361 w 57723"/>
                <a:gd name="connsiteY2" fmla="*/ 55155 h 58685"/>
                <a:gd name="connsiteX3" fmla="*/ 3330 w 57723"/>
                <a:gd name="connsiteY3" fmla="*/ 43053 h 58685"/>
                <a:gd name="connsiteX4" fmla="*/ 15232 w 57723"/>
                <a:gd name="connsiteY4" fmla="*/ 3372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5">
                  <a:moveTo>
                    <a:pt x="15232" y="3372"/>
                  </a:moveTo>
                  <a:cubicBezTo>
                    <a:pt x="29351" y="-4225"/>
                    <a:pt x="46785" y="1119"/>
                    <a:pt x="54264" y="15473"/>
                  </a:cubicBezTo>
                  <a:cubicBezTo>
                    <a:pt x="61736" y="29826"/>
                    <a:pt x="56479" y="47558"/>
                    <a:pt x="42361" y="55155"/>
                  </a:cubicBezTo>
                  <a:cubicBezTo>
                    <a:pt x="28243" y="62751"/>
                    <a:pt x="10802" y="57407"/>
                    <a:pt x="3330" y="43053"/>
                  </a:cubicBezTo>
                  <a:cubicBezTo>
                    <a:pt x="-4142" y="28700"/>
                    <a:pt x="1114" y="10968"/>
                    <a:pt x="15232" y="3372"/>
                  </a:cubicBezTo>
                  <a:close/>
                </a:path>
              </a:pathLst>
            </a:custGeom>
            <a:solidFill>
              <a:srgbClr val="00FFDD">
                <a:alpha val="9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898" name="자유형: 도형 1897">
              <a:extLst>
                <a:ext uri="{FF2B5EF4-FFF2-40B4-BE49-F238E27FC236}">
                  <a16:creationId xmlns:a16="http://schemas.microsoft.com/office/drawing/2014/main" id="{07E82C15-7617-F56C-6F7A-52304FD6D042}"/>
                </a:ext>
              </a:extLst>
            </p:cNvPr>
            <p:cNvSpPr/>
            <p:nvPr/>
          </p:nvSpPr>
          <p:spPr>
            <a:xfrm>
              <a:off x="5491204" y="5019698"/>
              <a:ext cx="59874" cy="60872"/>
            </a:xfrm>
            <a:custGeom>
              <a:avLst/>
              <a:gdLst>
                <a:gd name="connsiteX0" fmla="*/ 15896 w 59874"/>
                <a:gd name="connsiteY0" fmla="*/ 3482 h 60872"/>
                <a:gd name="connsiteX1" fmla="*/ 56310 w 59874"/>
                <a:gd name="connsiteY1" fmla="*/ 16142 h 60872"/>
                <a:gd name="connsiteX2" fmla="*/ 43850 w 59874"/>
                <a:gd name="connsiteY2" fmla="*/ 57230 h 60872"/>
                <a:gd name="connsiteX3" fmla="*/ 3436 w 59874"/>
                <a:gd name="connsiteY3" fmla="*/ 44569 h 60872"/>
                <a:gd name="connsiteX4" fmla="*/ 15896 w 59874"/>
                <a:gd name="connsiteY4" fmla="*/ 3482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4" h="60872">
                  <a:moveTo>
                    <a:pt x="15896" y="3482"/>
                  </a:moveTo>
                  <a:cubicBezTo>
                    <a:pt x="30564" y="-4402"/>
                    <a:pt x="48556" y="1229"/>
                    <a:pt x="56310" y="16142"/>
                  </a:cubicBezTo>
                  <a:cubicBezTo>
                    <a:pt x="64057" y="31062"/>
                    <a:pt x="58525" y="49354"/>
                    <a:pt x="43850" y="57230"/>
                  </a:cubicBezTo>
                  <a:cubicBezTo>
                    <a:pt x="29181" y="65113"/>
                    <a:pt x="11190" y="59482"/>
                    <a:pt x="3436" y="44569"/>
                  </a:cubicBezTo>
                  <a:cubicBezTo>
                    <a:pt x="-4312" y="29656"/>
                    <a:pt x="1220" y="11357"/>
                    <a:pt x="15896" y="3482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0" name="자유형: 도형 1899">
              <a:extLst>
                <a:ext uri="{FF2B5EF4-FFF2-40B4-BE49-F238E27FC236}">
                  <a16:creationId xmlns:a16="http://schemas.microsoft.com/office/drawing/2014/main" id="{57A745D2-B6C2-0412-50B4-CFF65BACAA2A}"/>
                </a:ext>
              </a:extLst>
            </p:cNvPr>
            <p:cNvSpPr/>
            <p:nvPr/>
          </p:nvSpPr>
          <p:spPr>
            <a:xfrm>
              <a:off x="7497585" y="6752204"/>
              <a:ext cx="63644" cy="64715"/>
            </a:xfrm>
            <a:custGeom>
              <a:avLst/>
              <a:gdLst>
                <a:gd name="connsiteX0" fmla="*/ 16941 w 63644"/>
                <a:gd name="connsiteY0" fmla="*/ 3679 h 64715"/>
                <a:gd name="connsiteX1" fmla="*/ 59839 w 63644"/>
                <a:gd name="connsiteY1" fmla="*/ 17237 h 64715"/>
                <a:gd name="connsiteX2" fmla="*/ 46574 w 63644"/>
                <a:gd name="connsiteY2" fmla="*/ 60850 h 64715"/>
                <a:gd name="connsiteX3" fmla="*/ 3677 w 63644"/>
                <a:gd name="connsiteY3" fmla="*/ 47365 h 64715"/>
                <a:gd name="connsiteX4" fmla="*/ 16941 w 63644"/>
                <a:gd name="connsiteY4" fmla="*/ 3679 h 6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44" h="64715">
                  <a:moveTo>
                    <a:pt x="16941" y="3679"/>
                  </a:moveTo>
                  <a:cubicBezTo>
                    <a:pt x="32463" y="-4713"/>
                    <a:pt x="51795" y="1456"/>
                    <a:pt x="59839" y="17237"/>
                  </a:cubicBezTo>
                  <a:cubicBezTo>
                    <a:pt x="68165" y="32946"/>
                    <a:pt x="62097" y="52673"/>
                    <a:pt x="46574" y="60850"/>
                  </a:cubicBezTo>
                  <a:cubicBezTo>
                    <a:pt x="31052" y="69314"/>
                    <a:pt x="11720" y="63073"/>
                    <a:pt x="3677" y="47365"/>
                  </a:cubicBezTo>
                  <a:cubicBezTo>
                    <a:pt x="-4649" y="31583"/>
                    <a:pt x="1419" y="11857"/>
                    <a:pt x="16941" y="36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1" name="자유형: 도형 1900">
              <a:extLst>
                <a:ext uri="{FF2B5EF4-FFF2-40B4-BE49-F238E27FC236}">
                  <a16:creationId xmlns:a16="http://schemas.microsoft.com/office/drawing/2014/main" id="{FCB2BC85-0DC3-A867-9674-84FF7EE28594}"/>
                </a:ext>
              </a:extLst>
            </p:cNvPr>
            <p:cNvSpPr/>
            <p:nvPr/>
          </p:nvSpPr>
          <p:spPr>
            <a:xfrm>
              <a:off x="7801909" y="6650711"/>
              <a:ext cx="65509" cy="66748"/>
            </a:xfrm>
            <a:custGeom>
              <a:avLst/>
              <a:gdLst>
                <a:gd name="connsiteX0" fmla="*/ 17418 w 65509"/>
                <a:gd name="connsiteY0" fmla="*/ 3888 h 66748"/>
                <a:gd name="connsiteX1" fmla="*/ 61657 w 65509"/>
                <a:gd name="connsiteY1" fmla="*/ 17660 h 66748"/>
                <a:gd name="connsiteX2" fmla="*/ 48110 w 65509"/>
                <a:gd name="connsiteY2" fmla="*/ 62708 h 66748"/>
                <a:gd name="connsiteX3" fmla="*/ 3801 w 65509"/>
                <a:gd name="connsiteY3" fmla="*/ 48935 h 66748"/>
                <a:gd name="connsiteX4" fmla="*/ 17418 w 65509"/>
                <a:gd name="connsiteY4" fmla="*/ 3888 h 6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748">
                  <a:moveTo>
                    <a:pt x="17418" y="3888"/>
                  </a:moveTo>
                  <a:cubicBezTo>
                    <a:pt x="33434" y="-4864"/>
                    <a:pt x="53402" y="1377"/>
                    <a:pt x="61657" y="17660"/>
                  </a:cubicBezTo>
                  <a:cubicBezTo>
                    <a:pt x="69983" y="34015"/>
                    <a:pt x="64196" y="54243"/>
                    <a:pt x="48110" y="62708"/>
                  </a:cubicBezTo>
                  <a:cubicBezTo>
                    <a:pt x="32094" y="71459"/>
                    <a:pt x="12126" y="65218"/>
                    <a:pt x="3801" y="48935"/>
                  </a:cubicBezTo>
                  <a:cubicBezTo>
                    <a:pt x="-4736" y="32580"/>
                    <a:pt x="1332" y="12352"/>
                    <a:pt x="17418" y="38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2" name="자유형: 도형 1901">
              <a:extLst>
                <a:ext uri="{FF2B5EF4-FFF2-40B4-BE49-F238E27FC236}">
                  <a16:creationId xmlns:a16="http://schemas.microsoft.com/office/drawing/2014/main" id="{CDC061F1-BB46-F591-50DC-5271ED5EC089}"/>
                </a:ext>
              </a:extLst>
            </p:cNvPr>
            <p:cNvSpPr/>
            <p:nvPr/>
          </p:nvSpPr>
          <p:spPr>
            <a:xfrm>
              <a:off x="7894824" y="6314037"/>
              <a:ext cx="68871" cy="70025"/>
            </a:xfrm>
            <a:custGeom>
              <a:avLst/>
              <a:gdLst>
                <a:gd name="connsiteX0" fmla="*/ 18342 w 68871"/>
                <a:gd name="connsiteY0" fmla="*/ 3982 h 70025"/>
                <a:gd name="connsiteX1" fmla="*/ 64838 w 68871"/>
                <a:gd name="connsiteY1" fmla="*/ 18615 h 70025"/>
                <a:gd name="connsiteX2" fmla="*/ 50446 w 68871"/>
                <a:gd name="connsiteY2" fmla="*/ 65893 h 70025"/>
                <a:gd name="connsiteX3" fmla="*/ 3949 w 68871"/>
                <a:gd name="connsiteY3" fmla="*/ 51260 h 70025"/>
                <a:gd name="connsiteX4" fmla="*/ 18342 w 68871"/>
                <a:gd name="connsiteY4" fmla="*/ 3982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1" h="70025">
                  <a:moveTo>
                    <a:pt x="18342" y="3982"/>
                  </a:moveTo>
                  <a:cubicBezTo>
                    <a:pt x="35205" y="-5028"/>
                    <a:pt x="55948" y="1443"/>
                    <a:pt x="64838" y="18615"/>
                  </a:cubicBezTo>
                  <a:cubicBezTo>
                    <a:pt x="73658" y="35780"/>
                    <a:pt x="67308" y="56884"/>
                    <a:pt x="50446" y="65893"/>
                  </a:cubicBezTo>
                  <a:cubicBezTo>
                    <a:pt x="33512" y="74896"/>
                    <a:pt x="12768" y="68426"/>
                    <a:pt x="3949" y="51260"/>
                  </a:cubicBezTo>
                  <a:cubicBezTo>
                    <a:pt x="-4941" y="34087"/>
                    <a:pt x="1409" y="12984"/>
                    <a:pt x="18342" y="398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3" name="자유형: 도형 1902">
              <a:extLst>
                <a:ext uri="{FF2B5EF4-FFF2-40B4-BE49-F238E27FC236}">
                  <a16:creationId xmlns:a16="http://schemas.microsoft.com/office/drawing/2014/main" id="{A52EDBF2-0B11-E465-8A81-404717FF125E}"/>
                </a:ext>
              </a:extLst>
            </p:cNvPr>
            <p:cNvSpPr/>
            <p:nvPr/>
          </p:nvSpPr>
          <p:spPr>
            <a:xfrm>
              <a:off x="8505061" y="6071051"/>
              <a:ext cx="70784" cy="71945"/>
            </a:xfrm>
            <a:custGeom>
              <a:avLst/>
              <a:gdLst>
                <a:gd name="connsiteX0" fmla="*/ 18696 w 70784"/>
                <a:gd name="connsiteY0" fmla="*/ 4097 h 71945"/>
                <a:gd name="connsiteX1" fmla="*/ 66603 w 70784"/>
                <a:gd name="connsiteY1" fmla="*/ 19010 h 71945"/>
                <a:gd name="connsiteX2" fmla="*/ 51928 w 70784"/>
                <a:gd name="connsiteY2" fmla="*/ 67695 h 71945"/>
                <a:gd name="connsiteX3" fmla="*/ 4020 w 70784"/>
                <a:gd name="connsiteY3" fmla="*/ 52782 h 71945"/>
                <a:gd name="connsiteX4" fmla="*/ 18696 w 70784"/>
                <a:gd name="connsiteY4" fmla="*/ 4097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84" h="71945">
                  <a:moveTo>
                    <a:pt x="18696" y="4097"/>
                  </a:moveTo>
                  <a:cubicBezTo>
                    <a:pt x="35912" y="-5192"/>
                    <a:pt x="57502" y="1558"/>
                    <a:pt x="66603" y="19010"/>
                  </a:cubicBezTo>
                  <a:cubicBezTo>
                    <a:pt x="75776" y="36455"/>
                    <a:pt x="69073" y="58405"/>
                    <a:pt x="51928" y="67695"/>
                  </a:cubicBezTo>
                  <a:cubicBezTo>
                    <a:pt x="34782" y="76984"/>
                    <a:pt x="13193" y="70226"/>
                    <a:pt x="4020" y="52782"/>
                  </a:cubicBezTo>
                  <a:cubicBezTo>
                    <a:pt x="-5081" y="35329"/>
                    <a:pt x="1551" y="13379"/>
                    <a:pt x="18696" y="4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4" name="자유형: 도형 1903">
              <a:extLst>
                <a:ext uri="{FF2B5EF4-FFF2-40B4-BE49-F238E27FC236}">
                  <a16:creationId xmlns:a16="http://schemas.microsoft.com/office/drawing/2014/main" id="{0582D2B6-FC98-97EE-06C6-35AF44BABF75}"/>
                </a:ext>
              </a:extLst>
            </p:cNvPr>
            <p:cNvSpPr/>
            <p:nvPr/>
          </p:nvSpPr>
          <p:spPr>
            <a:xfrm>
              <a:off x="9279145" y="6580848"/>
              <a:ext cx="73016" cy="74202"/>
            </a:xfrm>
            <a:custGeom>
              <a:avLst/>
              <a:gdLst>
                <a:gd name="connsiteX0" fmla="*/ 19455 w 73016"/>
                <a:gd name="connsiteY0" fmla="*/ 4243 h 74202"/>
                <a:gd name="connsiteX1" fmla="*/ 68703 w 73016"/>
                <a:gd name="connsiteY1" fmla="*/ 19737 h 74202"/>
                <a:gd name="connsiteX2" fmla="*/ 53464 w 73016"/>
                <a:gd name="connsiteY2" fmla="*/ 69806 h 74202"/>
                <a:gd name="connsiteX3" fmla="*/ 4215 w 73016"/>
                <a:gd name="connsiteY3" fmla="*/ 54312 h 74202"/>
                <a:gd name="connsiteX4" fmla="*/ 19455 w 73016"/>
                <a:gd name="connsiteY4" fmla="*/ 4243 h 74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16" h="74202">
                  <a:moveTo>
                    <a:pt x="19455" y="4243"/>
                  </a:moveTo>
                  <a:cubicBezTo>
                    <a:pt x="37165" y="-5297"/>
                    <a:pt x="59320" y="1445"/>
                    <a:pt x="68703" y="19737"/>
                  </a:cubicBezTo>
                  <a:cubicBezTo>
                    <a:pt x="78088" y="38029"/>
                    <a:pt x="71455" y="60265"/>
                    <a:pt x="53464" y="69806"/>
                  </a:cubicBezTo>
                  <a:cubicBezTo>
                    <a:pt x="35754" y="79346"/>
                    <a:pt x="13600" y="72603"/>
                    <a:pt x="4215" y="54312"/>
                  </a:cubicBezTo>
                  <a:cubicBezTo>
                    <a:pt x="-5239" y="36307"/>
                    <a:pt x="1464" y="13783"/>
                    <a:pt x="19455" y="424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5" name="자유형: 도형 1904">
              <a:extLst>
                <a:ext uri="{FF2B5EF4-FFF2-40B4-BE49-F238E27FC236}">
                  <a16:creationId xmlns:a16="http://schemas.microsoft.com/office/drawing/2014/main" id="{35B1354A-4A21-07C9-FEA3-D412A274951C}"/>
                </a:ext>
              </a:extLst>
            </p:cNvPr>
            <p:cNvSpPr/>
            <p:nvPr/>
          </p:nvSpPr>
          <p:spPr>
            <a:xfrm>
              <a:off x="8921703" y="5978192"/>
              <a:ext cx="75719" cy="76989"/>
            </a:xfrm>
            <a:custGeom>
              <a:avLst/>
              <a:gdLst>
                <a:gd name="connsiteX0" fmla="*/ 20097 w 75719"/>
                <a:gd name="connsiteY0" fmla="*/ 4365 h 76989"/>
                <a:gd name="connsiteX1" fmla="*/ 71250 w 75719"/>
                <a:gd name="connsiteY1" fmla="*/ 20404 h 76989"/>
                <a:gd name="connsiteX2" fmla="*/ 55516 w 75719"/>
                <a:gd name="connsiteY2" fmla="*/ 72467 h 76989"/>
                <a:gd name="connsiteX3" fmla="*/ 4293 w 75719"/>
                <a:gd name="connsiteY3" fmla="*/ 56428 h 76989"/>
                <a:gd name="connsiteX4" fmla="*/ 20097 w 75719"/>
                <a:gd name="connsiteY4" fmla="*/ 436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89">
                  <a:moveTo>
                    <a:pt x="20097" y="4365"/>
                  </a:moveTo>
                  <a:cubicBezTo>
                    <a:pt x="38583" y="-5484"/>
                    <a:pt x="61584" y="1553"/>
                    <a:pt x="71250" y="20404"/>
                  </a:cubicBezTo>
                  <a:cubicBezTo>
                    <a:pt x="80987" y="39263"/>
                    <a:pt x="74072" y="62618"/>
                    <a:pt x="55516" y="72467"/>
                  </a:cubicBezTo>
                  <a:cubicBezTo>
                    <a:pt x="36960" y="82316"/>
                    <a:pt x="13959" y="75286"/>
                    <a:pt x="4293" y="56428"/>
                  </a:cubicBezTo>
                  <a:cubicBezTo>
                    <a:pt x="-5373" y="37570"/>
                    <a:pt x="1541" y="14214"/>
                    <a:pt x="20097" y="43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6" name="자유형: 도형 1905">
              <a:extLst>
                <a:ext uri="{FF2B5EF4-FFF2-40B4-BE49-F238E27FC236}">
                  <a16:creationId xmlns:a16="http://schemas.microsoft.com/office/drawing/2014/main" id="{114F36B9-A7CD-5F10-A9D8-0485C42C22CF}"/>
                </a:ext>
              </a:extLst>
            </p:cNvPr>
            <p:cNvSpPr/>
            <p:nvPr/>
          </p:nvSpPr>
          <p:spPr>
            <a:xfrm>
              <a:off x="9340956" y="5179958"/>
              <a:ext cx="80929" cy="82287"/>
            </a:xfrm>
            <a:custGeom>
              <a:avLst/>
              <a:gdLst>
                <a:gd name="connsiteX0" fmla="*/ 21569 w 80929"/>
                <a:gd name="connsiteY0" fmla="*/ 4761 h 82287"/>
                <a:gd name="connsiteX1" fmla="*/ 76108 w 80929"/>
                <a:gd name="connsiteY1" fmla="*/ 21926 h 82287"/>
                <a:gd name="connsiteX2" fmla="*/ 59245 w 80929"/>
                <a:gd name="connsiteY2" fmla="*/ 77368 h 82287"/>
                <a:gd name="connsiteX3" fmla="*/ 4706 w 80929"/>
                <a:gd name="connsiteY3" fmla="*/ 60196 h 82287"/>
                <a:gd name="connsiteX4" fmla="*/ 21569 w 80929"/>
                <a:gd name="connsiteY4" fmla="*/ 4761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29" h="82287">
                  <a:moveTo>
                    <a:pt x="21569" y="4761"/>
                  </a:moveTo>
                  <a:cubicBezTo>
                    <a:pt x="41253" y="-5934"/>
                    <a:pt x="65877" y="1662"/>
                    <a:pt x="76108" y="21926"/>
                  </a:cubicBezTo>
                  <a:cubicBezTo>
                    <a:pt x="86621" y="41904"/>
                    <a:pt x="79142" y="66953"/>
                    <a:pt x="59245" y="77368"/>
                  </a:cubicBezTo>
                  <a:cubicBezTo>
                    <a:pt x="39560" y="88063"/>
                    <a:pt x="14936" y="80460"/>
                    <a:pt x="4706" y="60196"/>
                  </a:cubicBezTo>
                  <a:cubicBezTo>
                    <a:pt x="-5807" y="40218"/>
                    <a:pt x="1601" y="15169"/>
                    <a:pt x="21569" y="476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7" name="자유형: 도형 1906">
              <a:extLst>
                <a:ext uri="{FF2B5EF4-FFF2-40B4-BE49-F238E27FC236}">
                  <a16:creationId xmlns:a16="http://schemas.microsoft.com/office/drawing/2014/main" id="{283C8432-E0B8-DE45-212C-F2954142BD7A}"/>
                </a:ext>
              </a:extLst>
            </p:cNvPr>
            <p:cNvSpPr/>
            <p:nvPr/>
          </p:nvSpPr>
          <p:spPr>
            <a:xfrm>
              <a:off x="9629554" y="4994661"/>
              <a:ext cx="82799" cy="84210"/>
            </a:xfrm>
            <a:custGeom>
              <a:avLst/>
              <a:gdLst>
                <a:gd name="connsiteX0" fmla="*/ 21967 w 82799"/>
                <a:gd name="connsiteY0" fmla="*/ 4875 h 84210"/>
                <a:gd name="connsiteX1" fmla="*/ 77848 w 82799"/>
                <a:gd name="connsiteY1" fmla="*/ 22327 h 84210"/>
                <a:gd name="connsiteX2" fmla="*/ 60702 w 82799"/>
                <a:gd name="connsiteY2" fmla="*/ 79174 h 84210"/>
                <a:gd name="connsiteX3" fmla="*/ 4822 w 82799"/>
                <a:gd name="connsiteY3" fmla="*/ 61722 h 84210"/>
                <a:gd name="connsiteX4" fmla="*/ 21967 w 82799"/>
                <a:gd name="connsiteY4" fmla="*/ 4875 h 8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9" h="84210">
                  <a:moveTo>
                    <a:pt x="21967" y="4875"/>
                  </a:moveTo>
                  <a:cubicBezTo>
                    <a:pt x="42146" y="-6100"/>
                    <a:pt x="67335" y="1783"/>
                    <a:pt x="77848" y="22327"/>
                  </a:cubicBezTo>
                  <a:cubicBezTo>
                    <a:pt x="88642" y="42871"/>
                    <a:pt x="80952" y="68479"/>
                    <a:pt x="60702" y="79174"/>
                  </a:cubicBezTo>
                  <a:cubicBezTo>
                    <a:pt x="40524" y="90150"/>
                    <a:pt x="15335" y="82266"/>
                    <a:pt x="4822" y="61722"/>
                  </a:cubicBezTo>
                  <a:cubicBezTo>
                    <a:pt x="-5972" y="41178"/>
                    <a:pt x="1718" y="15570"/>
                    <a:pt x="21967" y="48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8" name="자유형: 도형 1907">
              <a:extLst>
                <a:ext uri="{FF2B5EF4-FFF2-40B4-BE49-F238E27FC236}">
                  <a16:creationId xmlns:a16="http://schemas.microsoft.com/office/drawing/2014/main" id="{9D021B3E-C4BD-1F43-C0C4-5B96FD6123BC}"/>
                </a:ext>
              </a:extLst>
            </p:cNvPr>
            <p:cNvSpPr/>
            <p:nvPr/>
          </p:nvSpPr>
          <p:spPr>
            <a:xfrm>
              <a:off x="10074533" y="4358701"/>
              <a:ext cx="86641" cy="88314"/>
            </a:xfrm>
            <a:custGeom>
              <a:avLst/>
              <a:gdLst>
                <a:gd name="connsiteX0" fmla="*/ 22901 w 86641"/>
                <a:gd name="connsiteY0" fmla="*/ 5097 h 88314"/>
                <a:gd name="connsiteX1" fmla="*/ 81604 w 86641"/>
                <a:gd name="connsiteY1" fmla="*/ 23388 h 88314"/>
                <a:gd name="connsiteX2" fmla="*/ 63611 w 86641"/>
                <a:gd name="connsiteY2" fmla="*/ 83054 h 88314"/>
                <a:gd name="connsiteX3" fmla="*/ 4909 w 86641"/>
                <a:gd name="connsiteY3" fmla="*/ 64763 h 88314"/>
                <a:gd name="connsiteX4" fmla="*/ 22901 w 86641"/>
                <a:gd name="connsiteY4" fmla="*/ 5097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41" h="88314">
                  <a:moveTo>
                    <a:pt x="22901" y="5097"/>
                  </a:moveTo>
                  <a:cubicBezTo>
                    <a:pt x="44209" y="-6438"/>
                    <a:pt x="70526" y="2005"/>
                    <a:pt x="81604" y="23388"/>
                  </a:cubicBezTo>
                  <a:cubicBezTo>
                    <a:pt x="92680" y="44778"/>
                    <a:pt x="84637" y="71793"/>
                    <a:pt x="63611" y="83054"/>
                  </a:cubicBezTo>
                  <a:cubicBezTo>
                    <a:pt x="42303" y="94589"/>
                    <a:pt x="15986" y="86146"/>
                    <a:pt x="4909" y="64763"/>
                  </a:cubicBezTo>
                  <a:cubicBezTo>
                    <a:pt x="-6168" y="43373"/>
                    <a:pt x="1875" y="16358"/>
                    <a:pt x="22901" y="509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09" name="자유형: 도형 1908">
              <a:extLst>
                <a:ext uri="{FF2B5EF4-FFF2-40B4-BE49-F238E27FC236}">
                  <a16:creationId xmlns:a16="http://schemas.microsoft.com/office/drawing/2014/main" id="{61C33A1E-0448-EB29-C61C-922569664ABD}"/>
                </a:ext>
              </a:extLst>
            </p:cNvPr>
            <p:cNvSpPr/>
            <p:nvPr/>
          </p:nvSpPr>
          <p:spPr>
            <a:xfrm>
              <a:off x="10512758" y="4178432"/>
              <a:ext cx="90769" cy="92290"/>
            </a:xfrm>
            <a:custGeom>
              <a:avLst/>
              <a:gdLst>
                <a:gd name="connsiteX0" fmla="*/ 24027 w 90769"/>
                <a:gd name="connsiteY0" fmla="*/ 5255 h 92290"/>
                <a:gd name="connsiteX1" fmla="*/ 85482 w 90769"/>
                <a:gd name="connsiteY1" fmla="*/ 24393 h 92290"/>
                <a:gd name="connsiteX2" fmla="*/ 66643 w 90769"/>
                <a:gd name="connsiteY2" fmla="*/ 86871 h 92290"/>
                <a:gd name="connsiteX3" fmla="*/ 5190 w 90769"/>
                <a:gd name="connsiteY3" fmla="*/ 67733 h 92290"/>
                <a:gd name="connsiteX4" fmla="*/ 24027 w 90769"/>
                <a:gd name="connsiteY4" fmla="*/ 5255 h 9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769" h="92290">
                  <a:moveTo>
                    <a:pt x="24027" y="5255"/>
                  </a:moveTo>
                  <a:cubicBezTo>
                    <a:pt x="46111" y="-6567"/>
                    <a:pt x="73840" y="1876"/>
                    <a:pt x="85482" y="24393"/>
                  </a:cubicBezTo>
                  <a:cubicBezTo>
                    <a:pt x="97052" y="46909"/>
                    <a:pt x="88798" y="75050"/>
                    <a:pt x="66643" y="86871"/>
                  </a:cubicBezTo>
                  <a:cubicBezTo>
                    <a:pt x="44489" y="98693"/>
                    <a:pt x="16831" y="90250"/>
                    <a:pt x="5190" y="67733"/>
                  </a:cubicBezTo>
                  <a:cubicBezTo>
                    <a:pt x="-6452" y="45217"/>
                    <a:pt x="1873" y="17076"/>
                    <a:pt x="24027" y="52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0" name="자유형: 도형 1909">
              <a:extLst>
                <a:ext uri="{FF2B5EF4-FFF2-40B4-BE49-F238E27FC236}">
                  <a16:creationId xmlns:a16="http://schemas.microsoft.com/office/drawing/2014/main" id="{5629C047-6551-37D8-5BCC-D58CD795AB5C}"/>
                </a:ext>
              </a:extLst>
            </p:cNvPr>
            <p:cNvSpPr/>
            <p:nvPr/>
          </p:nvSpPr>
          <p:spPr>
            <a:xfrm>
              <a:off x="11481202" y="3941367"/>
              <a:ext cx="97090" cy="98692"/>
            </a:xfrm>
            <a:custGeom>
              <a:avLst/>
              <a:gdLst>
                <a:gd name="connsiteX0" fmla="*/ 25797 w 97090"/>
                <a:gd name="connsiteY0" fmla="*/ 5640 h 98692"/>
                <a:gd name="connsiteX1" fmla="*/ 91414 w 97090"/>
                <a:gd name="connsiteY1" fmla="*/ 26184 h 98692"/>
                <a:gd name="connsiteX2" fmla="*/ 71164 w 97090"/>
                <a:gd name="connsiteY2" fmla="*/ 92887 h 98692"/>
                <a:gd name="connsiteX3" fmla="*/ 5547 w 97090"/>
                <a:gd name="connsiteY3" fmla="*/ 72343 h 98692"/>
                <a:gd name="connsiteX4" fmla="*/ 25797 w 97090"/>
                <a:gd name="connsiteY4" fmla="*/ 5640 h 98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90" h="98692">
                  <a:moveTo>
                    <a:pt x="25797" y="5640"/>
                  </a:moveTo>
                  <a:cubicBezTo>
                    <a:pt x="49574" y="-7021"/>
                    <a:pt x="78925" y="1981"/>
                    <a:pt x="91414" y="26184"/>
                  </a:cubicBezTo>
                  <a:cubicBezTo>
                    <a:pt x="103832" y="50386"/>
                    <a:pt x="95012" y="80219"/>
                    <a:pt x="71164" y="92887"/>
                  </a:cubicBezTo>
                  <a:cubicBezTo>
                    <a:pt x="47387" y="105548"/>
                    <a:pt x="18036" y="96545"/>
                    <a:pt x="5547" y="72343"/>
                  </a:cubicBezTo>
                  <a:cubicBezTo>
                    <a:pt x="-6871" y="48134"/>
                    <a:pt x="1949" y="18307"/>
                    <a:pt x="25797" y="564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4" name="자유형: 도형 1913">
              <a:extLst>
                <a:ext uri="{FF2B5EF4-FFF2-40B4-BE49-F238E27FC236}">
                  <a16:creationId xmlns:a16="http://schemas.microsoft.com/office/drawing/2014/main" id="{5B00C9E3-C076-228F-34C5-DC8D917154A1}"/>
                </a:ext>
              </a:extLst>
            </p:cNvPr>
            <p:cNvSpPr/>
            <p:nvPr/>
          </p:nvSpPr>
          <p:spPr>
            <a:xfrm>
              <a:off x="5310381" y="6164465"/>
              <a:ext cx="50594" cy="51313"/>
            </a:xfrm>
            <a:custGeom>
              <a:avLst/>
              <a:gdLst>
                <a:gd name="connsiteX0" fmla="*/ 13464 w 50594"/>
                <a:gd name="connsiteY0" fmla="*/ 2988 h 51313"/>
                <a:gd name="connsiteX1" fmla="*/ 47514 w 50594"/>
                <a:gd name="connsiteY1" fmla="*/ 13683 h 51313"/>
                <a:gd name="connsiteX2" fmla="*/ 36994 w 50594"/>
                <a:gd name="connsiteY2" fmla="*/ 48294 h 51313"/>
                <a:gd name="connsiteX3" fmla="*/ 2951 w 50594"/>
                <a:gd name="connsiteY3" fmla="*/ 37606 h 51313"/>
                <a:gd name="connsiteX4" fmla="*/ 13464 w 50594"/>
                <a:gd name="connsiteY4" fmla="*/ 2988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313">
                  <a:moveTo>
                    <a:pt x="13464" y="2988"/>
                  </a:moveTo>
                  <a:cubicBezTo>
                    <a:pt x="25924" y="-3769"/>
                    <a:pt x="41150" y="1015"/>
                    <a:pt x="47514" y="13683"/>
                  </a:cubicBezTo>
                  <a:cubicBezTo>
                    <a:pt x="54161" y="26344"/>
                    <a:pt x="49455" y="41824"/>
                    <a:pt x="36994" y="48294"/>
                  </a:cubicBezTo>
                  <a:cubicBezTo>
                    <a:pt x="24541" y="54771"/>
                    <a:pt x="9315" y="50267"/>
                    <a:pt x="2951" y="37606"/>
                  </a:cubicBezTo>
                  <a:cubicBezTo>
                    <a:pt x="-3695" y="24938"/>
                    <a:pt x="1011" y="9458"/>
                    <a:pt x="13464" y="2988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5" name="자유형: 도형 1914">
              <a:extLst>
                <a:ext uri="{FF2B5EF4-FFF2-40B4-BE49-F238E27FC236}">
                  <a16:creationId xmlns:a16="http://schemas.microsoft.com/office/drawing/2014/main" id="{3B9A9767-874A-087C-B2BA-EF5A580094B6}"/>
                </a:ext>
              </a:extLst>
            </p:cNvPr>
            <p:cNvSpPr/>
            <p:nvPr/>
          </p:nvSpPr>
          <p:spPr>
            <a:xfrm>
              <a:off x="5322007" y="6312778"/>
              <a:ext cx="50596" cy="51437"/>
            </a:xfrm>
            <a:custGeom>
              <a:avLst/>
              <a:gdLst>
                <a:gd name="connsiteX0" fmla="*/ 13466 w 50596"/>
                <a:gd name="connsiteY0" fmla="*/ 2988 h 51437"/>
                <a:gd name="connsiteX1" fmla="*/ 47516 w 50596"/>
                <a:gd name="connsiteY1" fmla="*/ 13684 h 51437"/>
                <a:gd name="connsiteX2" fmla="*/ 36997 w 50596"/>
                <a:gd name="connsiteY2" fmla="*/ 48294 h 51437"/>
                <a:gd name="connsiteX3" fmla="*/ 2947 w 50596"/>
                <a:gd name="connsiteY3" fmla="*/ 37599 h 51437"/>
                <a:gd name="connsiteX4" fmla="*/ 13466 w 50596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66" y="2988"/>
                  </a:moveTo>
                  <a:cubicBezTo>
                    <a:pt x="25926" y="-3769"/>
                    <a:pt x="41152" y="1016"/>
                    <a:pt x="47516" y="13684"/>
                  </a:cubicBezTo>
                  <a:cubicBezTo>
                    <a:pt x="54163" y="26344"/>
                    <a:pt x="49457" y="41824"/>
                    <a:pt x="36997" y="48294"/>
                  </a:cubicBezTo>
                  <a:cubicBezTo>
                    <a:pt x="24544" y="55051"/>
                    <a:pt x="9317" y="50267"/>
                    <a:pt x="2947" y="37599"/>
                  </a:cubicBezTo>
                  <a:cubicBezTo>
                    <a:pt x="-3693" y="24938"/>
                    <a:pt x="1013" y="9459"/>
                    <a:pt x="13466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6" name="자유형: 도형 1915">
              <a:extLst>
                <a:ext uri="{FF2B5EF4-FFF2-40B4-BE49-F238E27FC236}">
                  <a16:creationId xmlns:a16="http://schemas.microsoft.com/office/drawing/2014/main" id="{4DA63571-F00F-6855-2A84-6F665AAD8F4E}"/>
                </a:ext>
              </a:extLst>
            </p:cNvPr>
            <p:cNvSpPr/>
            <p:nvPr/>
          </p:nvSpPr>
          <p:spPr>
            <a:xfrm>
              <a:off x="5681316" y="5864912"/>
              <a:ext cx="52360" cy="53361"/>
            </a:xfrm>
            <a:custGeom>
              <a:avLst/>
              <a:gdLst>
                <a:gd name="connsiteX0" fmla="*/ 13738 w 52360"/>
                <a:gd name="connsiteY0" fmla="*/ 3103 h 53361"/>
                <a:gd name="connsiteX1" fmla="*/ 49171 w 52360"/>
                <a:gd name="connsiteY1" fmla="*/ 14078 h 53361"/>
                <a:gd name="connsiteX2" fmla="*/ 38376 w 52360"/>
                <a:gd name="connsiteY2" fmla="*/ 50102 h 53361"/>
                <a:gd name="connsiteX3" fmla="*/ 2943 w 52360"/>
                <a:gd name="connsiteY3" fmla="*/ 39127 h 53361"/>
                <a:gd name="connsiteX4" fmla="*/ 13738 w 52360"/>
                <a:gd name="connsiteY4" fmla="*/ 3103 h 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60" h="53361">
                  <a:moveTo>
                    <a:pt x="13738" y="3103"/>
                  </a:moveTo>
                  <a:cubicBezTo>
                    <a:pt x="26466" y="-3934"/>
                    <a:pt x="42525" y="1130"/>
                    <a:pt x="49171" y="14078"/>
                  </a:cubicBezTo>
                  <a:cubicBezTo>
                    <a:pt x="56086" y="27026"/>
                    <a:pt x="51104" y="43345"/>
                    <a:pt x="38376" y="50102"/>
                  </a:cubicBezTo>
                  <a:cubicBezTo>
                    <a:pt x="25641" y="57139"/>
                    <a:pt x="9582" y="52075"/>
                    <a:pt x="2943" y="39127"/>
                  </a:cubicBezTo>
                  <a:cubicBezTo>
                    <a:pt x="-3703" y="26179"/>
                    <a:pt x="1003" y="9860"/>
                    <a:pt x="13738" y="3103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7" name="자유형: 도형 1916">
              <a:extLst>
                <a:ext uri="{FF2B5EF4-FFF2-40B4-BE49-F238E27FC236}">
                  <a16:creationId xmlns:a16="http://schemas.microsoft.com/office/drawing/2014/main" id="{B02A8C25-F450-1FFF-62DE-AB88B46003ED}"/>
                </a:ext>
              </a:extLst>
            </p:cNvPr>
            <p:cNvSpPr/>
            <p:nvPr/>
          </p:nvSpPr>
          <p:spPr>
            <a:xfrm>
              <a:off x="5576567" y="5620366"/>
              <a:ext cx="53571" cy="54466"/>
            </a:xfrm>
            <a:custGeom>
              <a:avLst/>
              <a:gdLst>
                <a:gd name="connsiteX0" fmla="*/ 14127 w 53571"/>
                <a:gd name="connsiteY0" fmla="*/ 3094 h 54466"/>
                <a:gd name="connsiteX1" fmla="*/ 50386 w 53571"/>
                <a:gd name="connsiteY1" fmla="*/ 14349 h 54466"/>
                <a:gd name="connsiteX2" fmla="*/ 39315 w 53571"/>
                <a:gd name="connsiteY2" fmla="*/ 51219 h 54466"/>
                <a:gd name="connsiteX3" fmla="*/ 3057 w 53571"/>
                <a:gd name="connsiteY3" fmla="*/ 39957 h 54466"/>
                <a:gd name="connsiteX4" fmla="*/ 14127 w 53571"/>
                <a:gd name="connsiteY4" fmla="*/ 3094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1" h="54466">
                  <a:moveTo>
                    <a:pt x="14127" y="3094"/>
                  </a:moveTo>
                  <a:cubicBezTo>
                    <a:pt x="27138" y="-3942"/>
                    <a:pt x="43471" y="1122"/>
                    <a:pt x="50386" y="14349"/>
                  </a:cubicBezTo>
                  <a:cubicBezTo>
                    <a:pt x="57307" y="27576"/>
                    <a:pt x="52326" y="44182"/>
                    <a:pt x="39315" y="51219"/>
                  </a:cubicBezTo>
                  <a:cubicBezTo>
                    <a:pt x="26305" y="58249"/>
                    <a:pt x="9971" y="53185"/>
                    <a:pt x="3057" y="39957"/>
                  </a:cubicBezTo>
                  <a:cubicBezTo>
                    <a:pt x="-3865" y="26730"/>
                    <a:pt x="1116" y="10131"/>
                    <a:pt x="14127" y="3094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8" name="자유형: 도형 1917">
              <a:extLst>
                <a:ext uri="{FF2B5EF4-FFF2-40B4-BE49-F238E27FC236}">
                  <a16:creationId xmlns:a16="http://schemas.microsoft.com/office/drawing/2014/main" id="{E07E8E2F-6249-6242-1F78-F8E25DA2D720}"/>
                </a:ext>
              </a:extLst>
            </p:cNvPr>
            <p:cNvSpPr/>
            <p:nvPr/>
          </p:nvSpPr>
          <p:spPr>
            <a:xfrm>
              <a:off x="5470995" y="5077952"/>
              <a:ext cx="56279" cy="57217"/>
            </a:xfrm>
            <a:custGeom>
              <a:avLst/>
              <a:gdLst>
                <a:gd name="connsiteX0" fmla="*/ 14790 w 56279"/>
                <a:gd name="connsiteY0" fmla="*/ 3201 h 57217"/>
                <a:gd name="connsiteX1" fmla="*/ 52989 w 56279"/>
                <a:gd name="connsiteY1" fmla="*/ 15022 h 57217"/>
                <a:gd name="connsiteX2" fmla="*/ 41361 w 56279"/>
                <a:gd name="connsiteY2" fmla="*/ 53858 h 57217"/>
                <a:gd name="connsiteX3" fmla="*/ 3163 w 56279"/>
                <a:gd name="connsiteY3" fmla="*/ 42036 h 57217"/>
                <a:gd name="connsiteX4" fmla="*/ 14790 w 56279"/>
                <a:gd name="connsiteY4" fmla="*/ 3201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79" h="57217">
                  <a:moveTo>
                    <a:pt x="14790" y="3201"/>
                  </a:moveTo>
                  <a:cubicBezTo>
                    <a:pt x="28626" y="-4116"/>
                    <a:pt x="45792" y="1228"/>
                    <a:pt x="52989" y="15022"/>
                  </a:cubicBezTo>
                  <a:cubicBezTo>
                    <a:pt x="60186" y="29089"/>
                    <a:pt x="54922" y="46541"/>
                    <a:pt x="41361" y="53858"/>
                  </a:cubicBezTo>
                  <a:cubicBezTo>
                    <a:pt x="27801" y="61175"/>
                    <a:pt x="10359" y="55823"/>
                    <a:pt x="3163" y="42036"/>
                  </a:cubicBezTo>
                  <a:cubicBezTo>
                    <a:pt x="-4034" y="27963"/>
                    <a:pt x="1222" y="10518"/>
                    <a:pt x="14790" y="3201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19" name="자유형: 도형 1918">
              <a:extLst>
                <a:ext uri="{FF2B5EF4-FFF2-40B4-BE49-F238E27FC236}">
                  <a16:creationId xmlns:a16="http://schemas.microsoft.com/office/drawing/2014/main" id="{88BDEFD4-C4A8-EDDC-274D-B25BD9BE01DF}"/>
                </a:ext>
              </a:extLst>
            </p:cNvPr>
            <p:cNvSpPr/>
            <p:nvPr/>
          </p:nvSpPr>
          <p:spPr>
            <a:xfrm>
              <a:off x="5587094" y="4451337"/>
              <a:ext cx="58539" cy="59514"/>
            </a:xfrm>
            <a:custGeom>
              <a:avLst/>
              <a:gdLst>
                <a:gd name="connsiteX0" fmla="*/ 15503 w 58539"/>
                <a:gd name="connsiteY0" fmla="*/ 3360 h 59514"/>
                <a:gd name="connsiteX1" fmla="*/ 55085 w 58539"/>
                <a:gd name="connsiteY1" fmla="*/ 15748 h 59514"/>
                <a:gd name="connsiteX2" fmla="*/ 42907 w 58539"/>
                <a:gd name="connsiteY2" fmla="*/ 55989 h 59514"/>
                <a:gd name="connsiteX3" fmla="*/ 3325 w 58539"/>
                <a:gd name="connsiteY3" fmla="*/ 43608 h 59514"/>
                <a:gd name="connsiteX4" fmla="*/ 15503 w 58539"/>
                <a:gd name="connsiteY4" fmla="*/ 3360 h 5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4">
                  <a:moveTo>
                    <a:pt x="15503" y="3360"/>
                  </a:moveTo>
                  <a:cubicBezTo>
                    <a:pt x="29897" y="-4236"/>
                    <a:pt x="47613" y="1115"/>
                    <a:pt x="55085" y="15748"/>
                  </a:cubicBezTo>
                  <a:cubicBezTo>
                    <a:pt x="62564" y="30381"/>
                    <a:pt x="57300" y="48393"/>
                    <a:pt x="42907" y="55989"/>
                  </a:cubicBezTo>
                  <a:cubicBezTo>
                    <a:pt x="28513" y="63586"/>
                    <a:pt x="10797" y="58242"/>
                    <a:pt x="3325" y="43608"/>
                  </a:cubicBezTo>
                  <a:cubicBezTo>
                    <a:pt x="-4154" y="28975"/>
                    <a:pt x="1110" y="10963"/>
                    <a:pt x="15503" y="3360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0" name="자유형: 도형 1919">
              <a:extLst>
                <a:ext uri="{FF2B5EF4-FFF2-40B4-BE49-F238E27FC236}">
                  <a16:creationId xmlns:a16="http://schemas.microsoft.com/office/drawing/2014/main" id="{DF7663DA-8BD7-16A9-3E6D-0E1678361120}"/>
                </a:ext>
              </a:extLst>
            </p:cNvPr>
            <p:cNvSpPr/>
            <p:nvPr/>
          </p:nvSpPr>
          <p:spPr>
            <a:xfrm>
              <a:off x="5789883" y="4378050"/>
              <a:ext cx="59873" cy="60872"/>
            </a:xfrm>
            <a:custGeom>
              <a:avLst/>
              <a:gdLst>
                <a:gd name="connsiteX0" fmla="*/ 15894 w 59873"/>
                <a:gd name="connsiteY0" fmla="*/ 3480 h 60872"/>
                <a:gd name="connsiteX1" fmla="*/ 56309 w 59873"/>
                <a:gd name="connsiteY1" fmla="*/ 16141 h 60872"/>
                <a:gd name="connsiteX2" fmla="*/ 43855 w 59873"/>
                <a:gd name="connsiteY2" fmla="*/ 57229 h 60872"/>
                <a:gd name="connsiteX3" fmla="*/ 3434 w 59873"/>
                <a:gd name="connsiteY3" fmla="*/ 44568 h 60872"/>
                <a:gd name="connsiteX4" fmla="*/ 15894 w 59873"/>
                <a:gd name="connsiteY4" fmla="*/ 3480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3" h="60872">
                  <a:moveTo>
                    <a:pt x="15894" y="3480"/>
                  </a:moveTo>
                  <a:cubicBezTo>
                    <a:pt x="30563" y="-4403"/>
                    <a:pt x="48555" y="1228"/>
                    <a:pt x="56309" y="16141"/>
                  </a:cubicBezTo>
                  <a:cubicBezTo>
                    <a:pt x="64056" y="31061"/>
                    <a:pt x="58524" y="49353"/>
                    <a:pt x="43855" y="57229"/>
                  </a:cubicBezTo>
                  <a:cubicBezTo>
                    <a:pt x="29180" y="65112"/>
                    <a:pt x="11188" y="59481"/>
                    <a:pt x="3434" y="44568"/>
                  </a:cubicBezTo>
                  <a:cubicBezTo>
                    <a:pt x="-4313" y="29655"/>
                    <a:pt x="1226" y="11356"/>
                    <a:pt x="15894" y="3480"/>
                  </a:cubicBezTo>
                  <a:close/>
                </a:path>
              </a:pathLst>
            </a:custGeom>
            <a:solidFill>
              <a:srgbClr val="00FFDD">
                <a:alpha val="9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1" name="자유형: 도형 1920">
              <a:extLst>
                <a:ext uri="{FF2B5EF4-FFF2-40B4-BE49-F238E27FC236}">
                  <a16:creationId xmlns:a16="http://schemas.microsoft.com/office/drawing/2014/main" id="{0B3757AF-F847-8D47-34C3-D3E616DB6986}"/>
                </a:ext>
              </a:extLst>
            </p:cNvPr>
            <p:cNvSpPr/>
            <p:nvPr/>
          </p:nvSpPr>
          <p:spPr>
            <a:xfrm>
              <a:off x="6329665" y="5113413"/>
              <a:ext cx="60695" cy="61434"/>
            </a:xfrm>
            <a:custGeom>
              <a:avLst/>
              <a:gdLst>
                <a:gd name="connsiteX0" fmla="*/ 16167 w 60695"/>
                <a:gd name="connsiteY0" fmla="*/ 3477 h 61434"/>
                <a:gd name="connsiteX1" fmla="*/ 57139 w 60695"/>
                <a:gd name="connsiteY1" fmla="*/ 16145 h 61434"/>
                <a:gd name="connsiteX2" fmla="*/ 44404 w 60695"/>
                <a:gd name="connsiteY2" fmla="*/ 57792 h 61434"/>
                <a:gd name="connsiteX3" fmla="*/ 3439 w 60695"/>
                <a:gd name="connsiteY3" fmla="*/ 45131 h 61434"/>
                <a:gd name="connsiteX4" fmla="*/ 15892 w 60695"/>
                <a:gd name="connsiteY4" fmla="*/ 3477 h 6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695" h="61434">
                  <a:moveTo>
                    <a:pt x="16167" y="3477"/>
                  </a:moveTo>
                  <a:cubicBezTo>
                    <a:pt x="30843" y="-4399"/>
                    <a:pt x="49385" y="1232"/>
                    <a:pt x="57139" y="16145"/>
                  </a:cubicBezTo>
                  <a:cubicBezTo>
                    <a:pt x="64886" y="31058"/>
                    <a:pt x="59354" y="49916"/>
                    <a:pt x="44404" y="57792"/>
                  </a:cubicBezTo>
                  <a:cubicBezTo>
                    <a:pt x="29735" y="65676"/>
                    <a:pt x="11186" y="60044"/>
                    <a:pt x="3439" y="45131"/>
                  </a:cubicBezTo>
                  <a:cubicBezTo>
                    <a:pt x="-4315" y="30219"/>
                    <a:pt x="1224" y="11360"/>
                    <a:pt x="15892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2" name="자유형: 도형 1921">
              <a:extLst>
                <a:ext uri="{FF2B5EF4-FFF2-40B4-BE49-F238E27FC236}">
                  <a16:creationId xmlns:a16="http://schemas.microsoft.com/office/drawing/2014/main" id="{326A9134-F33D-E835-51D9-8D6C2E6AA513}"/>
                </a:ext>
              </a:extLst>
            </p:cNvPr>
            <p:cNvSpPr/>
            <p:nvPr/>
          </p:nvSpPr>
          <p:spPr>
            <a:xfrm>
              <a:off x="6849685" y="5003260"/>
              <a:ext cx="61757" cy="62791"/>
            </a:xfrm>
            <a:custGeom>
              <a:avLst/>
              <a:gdLst>
                <a:gd name="connsiteX0" fmla="*/ 16291 w 61757"/>
                <a:gd name="connsiteY0" fmla="*/ 3593 h 62791"/>
                <a:gd name="connsiteX1" fmla="*/ 58061 w 61757"/>
                <a:gd name="connsiteY1" fmla="*/ 16540 h 62791"/>
                <a:gd name="connsiteX2" fmla="*/ 45360 w 61757"/>
                <a:gd name="connsiteY2" fmla="*/ 59034 h 62791"/>
                <a:gd name="connsiteX3" fmla="*/ 3521 w 61757"/>
                <a:gd name="connsiteY3" fmla="*/ 46093 h 62791"/>
                <a:gd name="connsiteX4" fmla="*/ 16291 w 61757"/>
                <a:gd name="connsiteY4" fmla="*/ 3593 h 6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1">
                  <a:moveTo>
                    <a:pt x="16291" y="3593"/>
                  </a:moveTo>
                  <a:cubicBezTo>
                    <a:pt x="31249" y="-4564"/>
                    <a:pt x="50017" y="1347"/>
                    <a:pt x="58061" y="16540"/>
                  </a:cubicBezTo>
                  <a:cubicBezTo>
                    <a:pt x="66104" y="31740"/>
                    <a:pt x="60318" y="50878"/>
                    <a:pt x="45360" y="59034"/>
                  </a:cubicBezTo>
                  <a:cubicBezTo>
                    <a:pt x="30402" y="67197"/>
                    <a:pt x="11565" y="61286"/>
                    <a:pt x="3521" y="46093"/>
                  </a:cubicBezTo>
                  <a:cubicBezTo>
                    <a:pt x="-4452" y="30893"/>
                    <a:pt x="1333" y="11756"/>
                    <a:pt x="16291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3" name="자유형: 도형 1922">
              <a:extLst>
                <a:ext uri="{FF2B5EF4-FFF2-40B4-BE49-F238E27FC236}">
                  <a16:creationId xmlns:a16="http://schemas.microsoft.com/office/drawing/2014/main" id="{E5136A97-3452-EBFC-02A2-EA5667717C68}"/>
                </a:ext>
              </a:extLst>
            </p:cNvPr>
            <p:cNvSpPr/>
            <p:nvPr/>
          </p:nvSpPr>
          <p:spPr>
            <a:xfrm>
              <a:off x="7103411" y="4729894"/>
              <a:ext cx="64731" cy="65813"/>
            </a:xfrm>
            <a:custGeom>
              <a:avLst/>
              <a:gdLst>
                <a:gd name="connsiteX0" fmla="*/ 17202 w 64731"/>
                <a:gd name="connsiteY0" fmla="*/ 3696 h 65813"/>
                <a:gd name="connsiteX1" fmla="*/ 60946 w 64731"/>
                <a:gd name="connsiteY1" fmla="*/ 17490 h 65813"/>
                <a:gd name="connsiteX2" fmla="*/ 47399 w 64731"/>
                <a:gd name="connsiteY2" fmla="*/ 61957 h 65813"/>
                <a:gd name="connsiteX3" fmla="*/ 3655 w 64731"/>
                <a:gd name="connsiteY3" fmla="*/ 48163 h 65813"/>
                <a:gd name="connsiteX4" fmla="*/ 17202 w 64731"/>
                <a:gd name="connsiteY4" fmla="*/ 3696 h 6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31" h="65813">
                  <a:moveTo>
                    <a:pt x="17202" y="3696"/>
                  </a:moveTo>
                  <a:cubicBezTo>
                    <a:pt x="33007" y="-4747"/>
                    <a:pt x="52621" y="1444"/>
                    <a:pt x="60946" y="17490"/>
                  </a:cubicBezTo>
                  <a:cubicBezTo>
                    <a:pt x="69272" y="33529"/>
                    <a:pt x="63134" y="53514"/>
                    <a:pt x="47399" y="61957"/>
                  </a:cubicBezTo>
                  <a:cubicBezTo>
                    <a:pt x="31595" y="70399"/>
                    <a:pt x="11981" y="64202"/>
                    <a:pt x="3655" y="48163"/>
                  </a:cubicBezTo>
                  <a:cubicBezTo>
                    <a:pt x="-4671" y="32123"/>
                    <a:pt x="1468" y="12139"/>
                    <a:pt x="17202" y="369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4" name="자유형: 도형 1923">
              <a:extLst>
                <a:ext uri="{FF2B5EF4-FFF2-40B4-BE49-F238E27FC236}">
                  <a16:creationId xmlns:a16="http://schemas.microsoft.com/office/drawing/2014/main" id="{56B68C27-3020-FF88-9192-3C5CC7C125E1}"/>
                </a:ext>
              </a:extLst>
            </p:cNvPr>
            <p:cNvSpPr/>
            <p:nvPr/>
          </p:nvSpPr>
          <p:spPr>
            <a:xfrm>
              <a:off x="7785013" y="5724836"/>
              <a:ext cx="65654" cy="66730"/>
            </a:xfrm>
            <a:custGeom>
              <a:avLst/>
              <a:gdLst>
                <a:gd name="connsiteX0" fmla="*/ 17381 w 65654"/>
                <a:gd name="connsiteY0" fmla="*/ 3877 h 66730"/>
                <a:gd name="connsiteX1" fmla="*/ 61690 w 65654"/>
                <a:gd name="connsiteY1" fmla="*/ 17663 h 66730"/>
                <a:gd name="connsiteX2" fmla="*/ 48144 w 65654"/>
                <a:gd name="connsiteY2" fmla="*/ 62696 h 66730"/>
                <a:gd name="connsiteX3" fmla="*/ 3834 w 65654"/>
                <a:gd name="connsiteY3" fmla="*/ 48903 h 66730"/>
                <a:gd name="connsiteX4" fmla="*/ 17381 w 65654"/>
                <a:gd name="connsiteY4" fmla="*/ 3877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54" h="66730">
                  <a:moveTo>
                    <a:pt x="17381" y="3877"/>
                  </a:moveTo>
                  <a:cubicBezTo>
                    <a:pt x="33468" y="-4846"/>
                    <a:pt x="53365" y="1344"/>
                    <a:pt x="61690" y="17663"/>
                  </a:cubicBezTo>
                  <a:cubicBezTo>
                    <a:pt x="70298" y="33990"/>
                    <a:pt x="64160" y="54254"/>
                    <a:pt x="48144" y="62696"/>
                  </a:cubicBezTo>
                  <a:cubicBezTo>
                    <a:pt x="32057" y="71419"/>
                    <a:pt x="12160" y="65229"/>
                    <a:pt x="3834" y="48903"/>
                  </a:cubicBezTo>
                  <a:cubicBezTo>
                    <a:pt x="-4773" y="32583"/>
                    <a:pt x="1365" y="12319"/>
                    <a:pt x="17381" y="38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5" name="자유형: 도형 1924">
              <a:extLst>
                <a:ext uri="{FF2B5EF4-FFF2-40B4-BE49-F238E27FC236}">
                  <a16:creationId xmlns:a16="http://schemas.microsoft.com/office/drawing/2014/main" id="{885060E9-533D-2AEC-BC77-6790AFE33BD5}"/>
                </a:ext>
              </a:extLst>
            </p:cNvPr>
            <p:cNvSpPr/>
            <p:nvPr/>
          </p:nvSpPr>
          <p:spPr>
            <a:xfrm>
              <a:off x="8224052" y="5678971"/>
              <a:ext cx="66733" cy="67838"/>
            </a:xfrm>
            <a:custGeom>
              <a:avLst/>
              <a:gdLst>
                <a:gd name="connsiteX0" fmla="*/ 17692 w 66733"/>
                <a:gd name="connsiteY0" fmla="*/ 3868 h 67838"/>
                <a:gd name="connsiteX1" fmla="*/ 62778 w 66733"/>
                <a:gd name="connsiteY1" fmla="*/ 17935 h 67838"/>
                <a:gd name="connsiteX2" fmla="*/ 48949 w 66733"/>
                <a:gd name="connsiteY2" fmla="*/ 63808 h 67838"/>
                <a:gd name="connsiteX3" fmla="*/ 3793 w 66733"/>
                <a:gd name="connsiteY3" fmla="*/ 49741 h 67838"/>
                <a:gd name="connsiteX4" fmla="*/ 17692 w 66733"/>
                <a:gd name="connsiteY4" fmla="*/ 3868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38">
                  <a:moveTo>
                    <a:pt x="17692" y="3868"/>
                  </a:moveTo>
                  <a:cubicBezTo>
                    <a:pt x="33991" y="-4854"/>
                    <a:pt x="54170" y="1336"/>
                    <a:pt x="62778" y="17935"/>
                  </a:cubicBezTo>
                  <a:cubicBezTo>
                    <a:pt x="71386" y="34541"/>
                    <a:pt x="65248" y="55085"/>
                    <a:pt x="48949" y="63808"/>
                  </a:cubicBezTo>
                  <a:cubicBezTo>
                    <a:pt x="32580" y="72537"/>
                    <a:pt x="12401" y="66347"/>
                    <a:pt x="3793" y="49741"/>
                  </a:cubicBezTo>
                  <a:cubicBezTo>
                    <a:pt x="-4744" y="33135"/>
                    <a:pt x="1324" y="12591"/>
                    <a:pt x="17692" y="38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6" name="자유형: 도형 1925">
              <a:extLst>
                <a:ext uri="{FF2B5EF4-FFF2-40B4-BE49-F238E27FC236}">
                  <a16:creationId xmlns:a16="http://schemas.microsoft.com/office/drawing/2014/main" id="{6CC4EF67-630F-F980-A0DB-D866EA27D4EE}"/>
                </a:ext>
              </a:extLst>
            </p:cNvPr>
            <p:cNvSpPr/>
            <p:nvPr/>
          </p:nvSpPr>
          <p:spPr>
            <a:xfrm>
              <a:off x="8754310" y="5855034"/>
              <a:ext cx="68897" cy="70024"/>
            </a:xfrm>
            <a:custGeom>
              <a:avLst/>
              <a:gdLst>
                <a:gd name="connsiteX0" fmla="*/ 18297 w 68897"/>
                <a:gd name="connsiteY0" fmla="*/ 3979 h 70024"/>
                <a:gd name="connsiteX1" fmla="*/ 64864 w 68897"/>
                <a:gd name="connsiteY1" fmla="*/ 18612 h 70024"/>
                <a:gd name="connsiteX2" fmla="*/ 50470 w 68897"/>
                <a:gd name="connsiteY2" fmla="*/ 65891 h 70024"/>
                <a:gd name="connsiteX3" fmla="*/ 3904 w 68897"/>
                <a:gd name="connsiteY3" fmla="*/ 51258 h 70024"/>
                <a:gd name="connsiteX4" fmla="*/ 18297 w 68897"/>
                <a:gd name="connsiteY4" fmla="*/ 3979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97" h="70024">
                  <a:moveTo>
                    <a:pt x="18297" y="3979"/>
                  </a:moveTo>
                  <a:cubicBezTo>
                    <a:pt x="35230" y="-5030"/>
                    <a:pt x="55974" y="1447"/>
                    <a:pt x="64864" y="18612"/>
                  </a:cubicBezTo>
                  <a:cubicBezTo>
                    <a:pt x="73684" y="35778"/>
                    <a:pt x="67333" y="56881"/>
                    <a:pt x="50470" y="65891"/>
                  </a:cubicBezTo>
                  <a:cubicBezTo>
                    <a:pt x="33537" y="74893"/>
                    <a:pt x="12794" y="68423"/>
                    <a:pt x="3904" y="51258"/>
                  </a:cubicBezTo>
                  <a:cubicBezTo>
                    <a:pt x="-4916" y="34092"/>
                    <a:pt x="1434" y="12982"/>
                    <a:pt x="18297" y="39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7" name="자유형: 도형 1926">
              <a:extLst>
                <a:ext uri="{FF2B5EF4-FFF2-40B4-BE49-F238E27FC236}">
                  <a16:creationId xmlns:a16="http://schemas.microsoft.com/office/drawing/2014/main" id="{0305713A-243F-7890-9D37-8F9245A2CCE5}"/>
                </a:ext>
              </a:extLst>
            </p:cNvPr>
            <p:cNvSpPr/>
            <p:nvPr/>
          </p:nvSpPr>
          <p:spPr>
            <a:xfrm>
              <a:off x="9164713" y="5586437"/>
              <a:ext cx="70772" cy="71948"/>
            </a:xfrm>
            <a:custGeom>
              <a:avLst/>
              <a:gdLst>
                <a:gd name="connsiteX0" fmla="*/ 18741 w 70772"/>
                <a:gd name="connsiteY0" fmla="*/ 4091 h 71948"/>
                <a:gd name="connsiteX1" fmla="*/ 66578 w 70772"/>
                <a:gd name="connsiteY1" fmla="*/ 19011 h 71948"/>
                <a:gd name="connsiteX2" fmla="*/ 51902 w 70772"/>
                <a:gd name="connsiteY2" fmla="*/ 67696 h 71948"/>
                <a:gd name="connsiteX3" fmla="*/ 4065 w 70772"/>
                <a:gd name="connsiteY3" fmla="*/ 52783 h 71948"/>
                <a:gd name="connsiteX4" fmla="*/ 18741 w 70772"/>
                <a:gd name="connsiteY4" fmla="*/ 4091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2" h="71948">
                  <a:moveTo>
                    <a:pt x="18741" y="4091"/>
                  </a:moveTo>
                  <a:cubicBezTo>
                    <a:pt x="35886" y="-5191"/>
                    <a:pt x="57476" y="1559"/>
                    <a:pt x="66578" y="19011"/>
                  </a:cubicBezTo>
                  <a:cubicBezTo>
                    <a:pt x="75750" y="36457"/>
                    <a:pt x="69118" y="58407"/>
                    <a:pt x="51902" y="67696"/>
                  </a:cubicBezTo>
                  <a:cubicBezTo>
                    <a:pt x="34758" y="76985"/>
                    <a:pt x="13167" y="70228"/>
                    <a:pt x="4065" y="52783"/>
                  </a:cubicBezTo>
                  <a:cubicBezTo>
                    <a:pt x="-5107" y="35331"/>
                    <a:pt x="1525" y="13381"/>
                    <a:pt x="18741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8" name="자유형: 도형 1927">
              <a:extLst>
                <a:ext uri="{FF2B5EF4-FFF2-40B4-BE49-F238E27FC236}">
                  <a16:creationId xmlns:a16="http://schemas.microsoft.com/office/drawing/2014/main" id="{06258E52-AC1C-28EB-1A7D-D120BC5A8A4C}"/>
                </a:ext>
              </a:extLst>
            </p:cNvPr>
            <p:cNvSpPr/>
            <p:nvPr/>
          </p:nvSpPr>
          <p:spPr>
            <a:xfrm>
              <a:off x="9314032" y="5880644"/>
              <a:ext cx="73032" cy="74242"/>
            </a:xfrm>
            <a:custGeom>
              <a:avLst/>
              <a:gdLst>
                <a:gd name="connsiteX0" fmla="*/ 19424 w 73032"/>
                <a:gd name="connsiteY0" fmla="*/ 4257 h 74242"/>
                <a:gd name="connsiteX1" fmla="*/ 68672 w 73032"/>
                <a:gd name="connsiteY1" fmla="*/ 19737 h 74242"/>
                <a:gd name="connsiteX2" fmla="*/ 53502 w 73032"/>
                <a:gd name="connsiteY2" fmla="*/ 69827 h 74242"/>
                <a:gd name="connsiteX3" fmla="*/ 4184 w 73032"/>
                <a:gd name="connsiteY3" fmla="*/ 54355 h 74242"/>
                <a:gd name="connsiteX4" fmla="*/ 19424 w 73032"/>
                <a:gd name="connsiteY4" fmla="*/ 4257 h 7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2" h="74242">
                  <a:moveTo>
                    <a:pt x="19424" y="4257"/>
                  </a:moveTo>
                  <a:cubicBezTo>
                    <a:pt x="37134" y="-5312"/>
                    <a:pt x="59288" y="1445"/>
                    <a:pt x="68672" y="19737"/>
                  </a:cubicBezTo>
                  <a:cubicBezTo>
                    <a:pt x="78126" y="37749"/>
                    <a:pt x="71495" y="60258"/>
                    <a:pt x="53502" y="69827"/>
                  </a:cubicBezTo>
                  <a:cubicBezTo>
                    <a:pt x="35722" y="79396"/>
                    <a:pt x="13638" y="72646"/>
                    <a:pt x="4184" y="54355"/>
                  </a:cubicBezTo>
                  <a:cubicBezTo>
                    <a:pt x="-5200" y="36343"/>
                    <a:pt x="1432" y="13826"/>
                    <a:pt x="19424" y="425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29" name="자유형: 도형 1928">
              <a:extLst>
                <a:ext uri="{FF2B5EF4-FFF2-40B4-BE49-F238E27FC236}">
                  <a16:creationId xmlns:a16="http://schemas.microsoft.com/office/drawing/2014/main" id="{473AA301-6E36-4BA7-E9E4-76CAF9DC46DD}"/>
                </a:ext>
              </a:extLst>
            </p:cNvPr>
            <p:cNvSpPr/>
            <p:nvPr/>
          </p:nvSpPr>
          <p:spPr>
            <a:xfrm>
              <a:off x="9343439" y="3942814"/>
              <a:ext cx="77598" cy="78914"/>
            </a:xfrm>
            <a:custGeom>
              <a:avLst/>
              <a:gdLst>
                <a:gd name="connsiteX0" fmla="*/ 20496 w 77598"/>
                <a:gd name="connsiteY0" fmla="*/ 4481 h 78914"/>
                <a:gd name="connsiteX1" fmla="*/ 73060 w 77598"/>
                <a:gd name="connsiteY1" fmla="*/ 20799 h 78914"/>
                <a:gd name="connsiteX2" fmla="*/ 56974 w 77598"/>
                <a:gd name="connsiteY2" fmla="*/ 74268 h 78914"/>
                <a:gd name="connsiteX3" fmla="*/ 4409 w 77598"/>
                <a:gd name="connsiteY3" fmla="*/ 57949 h 78914"/>
                <a:gd name="connsiteX4" fmla="*/ 20496 w 77598"/>
                <a:gd name="connsiteY4" fmla="*/ 4481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98" h="78914">
                  <a:moveTo>
                    <a:pt x="20496" y="4481"/>
                  </a:moveTo>
                  <a:cubicBezTo>
                    <a:pt x="39546" y="-5655"/>
                    <a:pt x="63112" y="1662"/>
                    <a:pt x="73060" y="20799"/>
                  </a:cubicBezTo>
                  <a:cubicBezTo>
                    <a:pt x="83008" y="40217"/>
                    <a:pt x="75812" y="64140"/>
                    <a:pt x="56974" y="74268"/>
                  </a:cubicBezTo>
                  <a:cubicBezTo>
                    <a:pt x="38206" y="84404"/>
                    <a:pt x="14358" y="77087"/>
                    <a:pt x="4409" y="57949"/>
                  </a:cubicBezTo>
                  <a:cubicBezTo>
                    <a:pt x="-5539" y="38811"/>
                    <a:pt x="1657" y="14609"/>
                    <a:pt x="20496" y="44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0" name="자유형: 도형 1929">
              <a:extLst>
                <a:ext uri="{FF2B5EF4-FFF2-40B4-BE49-F238E27FC236}">
                  <a16:creationId xmlns:a16="http://schemas.microsoft.com/office/drawing/2014/main" id="{6CDE0779-A15F-6E0C-D1EF-BE9F8E827CE8}"/>
                </a:ext>
              </a:extLst>
            </p:cNvPr>
            <p:cNvSpPr/>
            <p:nvPr/>
          </p:nvSpPr>
          <p:spPr>
            <a:xfrm>
              <a:off x="9726275" y="4377617"/>
              <a:ext cx="80915" cy="82160"/>
            </a:xfrm>
            <a:custGeom>
              <a:avLst/>
              <a:gdLst>
                <a:gd name="connsiteX0" fmla="*/ 21555 w 80915"/>
                <a:gd name="connsiteY0" fmla="*/ 4759 h 82160"/>
                <a:gd name="connsiteX1" fmla="*/ 76094 w 80915"/>
                <a:gd name="connsiteY1" fmla="*/ 21925 h 82160"/>
                <a:gd name="connsiteX2" fmla="*/ 59231 w 80915"/>
                <a:gd name="connsiteY2" fmla="*/ 77366 h 82160"/>
                <a:gd name="connsiteX3" fmla="*/ 4692 w 80915"/>
                <a:gd name="connsiteY3" fmla="*/ 60193 h 82160"/>
                <a:gd name="connsiteX4" fmla="*/ 21555 w 80915"/>
                <a:gd name="connsiteY4" fmla="*/ 4759 h 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160">
                  <a:moveTo>
                    <a:pt x="21555" y="4759"/>
                  </a:moveTo>
                  <a:cubicBezTo>
                    <a:pt x="41239" y="-5936"/>
                    <a:pt x="65864" y="1661"/>
                    <a:pt x="76094" y="21925"/>
                  </a:cubicBezTo>
                  <a:cubicBezTo>
                    <a:pt x="86607" y="41902"/>
                    <a:pt x="79128" y="66951"/>
                    <a:pt x="59231" y="77366"/>
                  </a:cubicBezTo>
                  <a:cubicBezTo>
                    <a:pt x="39264" y="87774"/>
                    <a:pt x="14922" y="80458"/>
                    <a:pt x="4692" y="60193"/>
                  </a:cubicBezTo>
                  <a:cubicBezTo>
                    <a:pt x="-5821" y="40216"/>
                    <a:pt x="1658" y="15168"/>
                    <a:pt x="21555" y="475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1" name="자유형: 도형 1930">
              <a:extLst>
                <a:ext uri="{FF2B5EF4-FFF2-40B4-BE49-F238E27FC236}">
                  <a16:creationId xmlns:a16="http://schemas.microsoft.com/office/drawing/2014/main" id="{58B290FD-2893-3C21-2A33-F6E066BD68A7}"/>
                </a:ext>
              </a:extLst>
            </p:cNvPr>
            <p:cNvSpPr/>
            <p:nvPr/>
          </p:nvSpPr>
          <p:spPr>
            <a:xfrm>
              <a:off x="10141388" y="3883043"/>
              <a:ext cx="83884" cy="85320"/>
            </a:xfrm>
            <a:custGeom>
              <a:avLst/>
              <a:gdLst>
                <a:gd name="connsiteX0" fmla="*/ 22227 w 83884"/>
                <a:gd name="connsiteY0" fmla="*/ 4864 h 85320"/>
                <a:gd name="connsiteX1" fmla="*/ 78955 w 83884"/>
                <a:gd name="connsiteY1" fmla="*/ 22596 h 85320"/>
                <a:gd name="connsiteX2" fmla="*/ 61528 w 83884"/>
                <a:gd name="connsiteY2" fmla="*/ 80290 h 85320"/>
                <a:gd name="connsiteX3" fmla="*/ 4800 w 83884"/>
                <a:gd name="connsiteY3" fmla="*/ 62558 h 85320"/>
                <a:gd name="connsiteX4" fmla="*/ 22227 w 83884"/>
                <a:gd name="connsiteY4" fmla="*/ 4864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84" h="85320">
                  <a:moveTo>
                    <a:pt x="22227" y="4864"/>
                  </a:moveTo>
                  <a:cubicBezTo>
                    <a:pt x="42689" y="-6111"/>
                    <a:pt x="68159" y="1773"/>
                    <a:pt x="78955" y="22596"/>
                  </a:cubicBezTo>
                  <a:cubicBezTo>
                    <a:pt x="89750" y="43420"/>
                    <a:pt x="81989" y="69315"/>
                    <a:pt x="61528" y="80290"/>
                  </a:cubicBezTo>
                  <a:cubicBezTo>
                    <a:pt x="41066" y="91265"/>
                    <a:pt x="15596" y="83382"/>
                    <a:pt x="4800" y="62558"/>
                  </a:cubicBezTo>
                  <a:cubicBezTo>
                    <a:pt x="-5995" y="41734"/>
                    <a:pt x="1767" y="15839"/>
                    <a:pt x="22227" y="4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2" name="자유형: 도형 1931">
              <a:extLst>
                <a:ext uri="{FF2B5EF4-FFF2-40B4-BE49-F238E27FC236}">
                  <a16:creationId xmlns:a16="http://schemas.microsoft.com/office/drawing/2014/main" id="{472DF5EB-AC76-B503-C3B9-2E0AE303E1B8}"/>
                </a:ext>
              </a:extLst>
            </p:cNvPr>
            <p:cNvSpPr/>
            <p:nvPr/>
          </p:nvSpPr>
          <p:spPr>
            <a:xfrm>
              <a:off x="10198116" y="3030613"/>
              <a:ext cx="88057" cy="89535"/>
            </a:xfrm>
            <a:custGeom>
              <a:avLst/>
              <a:gdLst>
                <a:gd name="connsiteX0" fmla="*/ 23355 w 88057"/>
                <a:gd name="connsiteY0" fmla="*/ 5141 h 89535"/>
                <a:gd name="connsiteX1" fmla="*/ 82833 w 88057"/>
                <a:gd name="connsiteY1" fmla="*/ 23720 h 89535"/>
                <a:gd name="connsiteX2" fmla="*/ 64560 w 88057"/>
                <a:gd name="connsiteY2" fmla="*/ 84226 h 89535"/>
                <a:gd name="connsiteX3" fmla="*/ 5081 w 88057"/>
                <a:gd name="connsiteY3" fmla="*/ 65647 h 89535"/>
                <a:gd name="connsiteX4" fmla="*/ 23355 w 88057"/>
                <a:gd name="connsiteY4" fmla="*/ 5141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7" h="89535">
                  <a:moveTo>
                    <a:pt x="23355" y="5141"/>
                  </a:moveTo>
                  <a:cubicBezTo>
                    <a:pt x="44945" y="-6393"/>
                    <a:pt x="71545" y="1763"/>
                    <a:pt x="82833" y="23720"/>
                  </a:cubicBezTo>
                  <a:cubicBezTo>
                    <a:pt x="94193" y="45670"/>
                    <a:pt x="86220" y="72684"/>
                    <a:pt x="64560" y="84226"/>
                  </a:cubicBezTo>
                  <a:cubicBezTo>
                    <a:pt x="42969" y="95760"/>
                    <a:pt x="16441" y="87597"/>
                    <a:pt x="5081" y="65647"/>
                  </a:cubicBezTo>
                  <a:cubicBezTo>
                    <a:pt x="-6279" y="43697"/>
                    <a:pt x="1765" y="16683"/>
                    <a:pt x="23355" y="51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3" name="자유형: 도형 1932">
              <a:extLst>
                <a:ext uri="{FF2B5EF4-FFF2-40B4-BE49-F238E27FC236}">
                  <a16:creationId xmlns:a16="http://schemas.microsoft.com/office/drawing/2014/main" id="{FE50F1AB-B731-6E52-9D88-10378C38F974}"/>
                </a:ext>
              </a:extLst>
            </p:cNvPr>
            <p:cNvSpPr/>
            <p:nvPr/>
          </p:nvSpPr>
          <p:spPr>
            <a:xfrm>
              <a:off x="11132974" y="2801034"/>
              <a:ext cx="92924" cy="94475"/>
            </a:xfrm>
            <a:custGeom>
              <a:avLst/>
              <a:gdLst>
                <a:gd name="connsiteX0" fmla="*/ 24632 w 92924"/>
                <a:gd name="connsiteY0" fmla="*/ 5358 h 94475"/>
                <a:gd name="connsiteX1" fmla="*/ 87497 w 92924"/>
                <a:gd name="connsiteY1" fmla="*/ 25062 h 94475"/>
                <a:gd name="connsiteX2" fmla="*/ 68095 w 92924"/>
                <a:gd name="connsiteY2" fmla="*/ 88947 h 94475"/>
                <a:gd name="connsiteX3" fmla="*/ 5300 w 92924"/>
                <a:gd name="connsiteY3" fmla="*/ 69242 h 94475"/>
                <a:gd name="connsiteX4" fmla="*/ 24632 w 92924"/>
                <a:gd name="connsiteY4" fmla="*/ 5358 h 9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24" h="94475">
                  <a:moveTo>
                    <a:pt x="24632" y="5358"/>
                  </a:moveTo>
                  <a:cubicBezTo>
                    <a:pt x="47352" y="-6744"/>
                    <a:pt x="75574" y="1986"/>
                    <a:pt x="87497" y="25062"/>
                  </a:cubicBezTo>
                  <a:cubicBezTo>
                    <a:pt x="99421" y="48138"/>
                    <a:pt x="90813" y="76846"/>
                    <a:pt x="68095" y="88947"/>
                  </a:cubicBezTo>
                  <a:cubicBezTo>
                    <a:pt x="45446" y="101048"/>
                    <a:pt x="17224" y="92318"/>
                    <a:pt x="5300" y="69242"/>
                  </a:cubicBezTo>
                  <a:cubicBezTo>
                    <a:pt x="-6624" y="46166"/>
                    <a:pt x="1984" y="17459"/>
                    <a:pt x="24632" y="535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4" name="자유형: 도형 1933">
              <a:extLst>
                <a:ext uri="{FF2B5EF4-FFF2-40B4-BE49-F238E27FC236}">
                  <a16:creationId xmlns:a16="http://schemas.microsoft.com/office/drawing/2014/main" id="{6BFF01FB-7CC8-F6BD-C85A-3C3BA241BDBA}"/>
                </a:ext>
              </a:extLst>
            </p:cNvPr>
            <p:cNvSpPr/>
            <p:nvPr/>
          </p:nvSpPr>
          <p:spPr>
            <a:xfrm>
              <a:off x="12069144" y="3161540"/>
              <a:ext cx="97089" cy="98691"/>
            </a:xfrm>
            <a:custGeom>
              <a:avLst/>
              <a:gdLst>
                <a:gd name="connsiteX0" fmla="*/ 25796 w 97089"/>
                <a:gd name="connsiteY0" fmla="*/ 5641 h 98691"/>
                <a:gd name="connsiteX1" fmla="*/ 91413 w 97089"/>
                <a:gd name="connsiteY1" fmla="*/ 26185 h 98691"/>
                <a:gd name="connsiteX2" fmla="*/ 71164 w 97089"/>
                <a:gd name="connsiteY2" fmla="*/ 92881 h 98691"/>
                <a:gd name="connsiteX3" fmla="*/ 5547 w 97089"/>
                <a:gd name="connsiteY3" fmla="*/ 72337 h 98691"/>
                <a:gd name="connsiteX4" fmla="*/ 25796 w 97089"/>
                <a:gd name="connsiteY4" fmla="*/ 5641 h 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89" h="98691">
                  <a:moveTo>
                    <a:pt x="25796" y="5641"/>
                  </a:moveTo>
                  <a:cubicBezTo>
                    <a:pt x="49574" y="-7027"/>
                    <a:pt x="78925" y="1982"/>
                    <a:pt x="91413" y="26185"/>
                  </a:cubicBezTo>
                  <a:cubicBezTo>
                    <a:pt x="103831" y="50387"/>
                    <a:pt x="95012" y="80221"/>
                    <a:pt x="71164" y="92881"/>
                  </a:cubicBezTo>
                  <a:cubicBezTo>
                    <a:pt x="47387" y="105549"/>
                    <a:pt x="18035" y="96539"/>
                    <a:pt x="5547" y="72337"/>
                  </a:cubicBezTo>
                  <a:cubicBezTo>
                    <a:pt x="-6870" y="48135"/>
                    <a:pt x="1949" y="18302"/>
                    <a:pt x="25796" y="564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7" name="자유형: 도형 1936">
              <a:extLst>
                <a:ext uri="{FF2B5EF4-FFF2-40B4-BE49-F238E27FC236}">
                  <a16:creationId xmlns:a16="http://schemas.microsoft.com/office/drawing/2014/main" id="{D1318064-2BFC-4061-6A75-CCB2A388D5DB}"/>
                </a:ext>
              </a:extLst>
            </p:cNvPr>
            <p:cNvSpPr/>
            <p:nvPr/>
          </p:nvSpPr>
          <p:spPr>
            <a:xfrm>
              <a:off x="5724105" y="5765806"/>
              <a:ext cx="49427" cy="50359"/>
            </a:xfrm>
            <a:custGeom>
              <a:avLst/>
              <a:gdLst>
                <a:gd name="connsiteX0" fmla="*/ 13021 w 49427"/>
                <a:gd name="connsiteY0" fmla="*/ 2868 h 50359"/>
                <a:gd name="connsiteX1" fmla="*/ 46514 w 49427"/>
                <a:gd name="connsiteY1" fmla="*/ 13284 h 50359"/>
                <a:gd name="connsiteX2" fmla="*/ 36277 w 49427"/>
                <a:gd name="connsiteY2" fmla="*/ 47335 h 50359"/>
                <a:gd name="connsiteX3" fmla="*/ 2784 w 49427"/>
                <a:gd name="connsiteY3" fmla="*/ 36919 h 50359"/>
                <a:gd name="connsiteX4" fmla="*/ 13021 w 49427"/>
                <a:gd name="connsiteY4" fmla="*/ 2868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7" h="50359">
                  <a:moveTo>
                    <a:pt x="13021" y="2868"/>
                  </a:moveTo>
                  <a:cubicBezTo>
                    <a:pt x="25199" y="-3602"/>
                    <a:pt x="40150" y="896"/>
                    <a:pt x="46514" y="13284"/>
                  </a:cubicBezTo>
                  <a:cubicBezTo>
                    <a:pt x="52886" y="25665"/>
                    <a:pt x="48179" y="40858"/>
                    <a:pt x="36277" y="47335"/>
                  </a:cubicBezTo>
                  <a:cubicBezTo>
                    <a:pt x="24092" y="53805"/>
                    <a:pt x="9148" y="49300"/>
                    <a:pt x="2784" y="36919"/>
                  </a:cubicBezTo>
                  <a:cubicBezTo>
                    <a:pt x="-3588" y="24538"/>
                    <a:pt x="1119" y="9338"/>
                    <a:pt x="13021" y="2868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8" name="자유형: 도형 1937">
              <a:extLst>
                <a:ext uri="{FF2B5EF4-FFF2-40B4-BE49-F238E27FC236}">
                  <a16:creationId xmlns:a16="http://schemas.microsoft.com/office/drawing/2014/main" id="{E4D4E844-1467-7D53-52DC-F879EC766294}"/>
                </a:ext>
              </a:extLst>
            </p:cNvPr>
            <p:cNvSpPr/>
            <p:nvPr/>
          </p:nvSpPr>
          <p:spPr>
            <a:xfrm>
              <a:off x="5834936" y="5881354"/>
              <a:ext cx="50594" cy="51437"/>
            </a:xfrm>
            <a:custGeom>
              <a:avLst/>
              <a:gdLst>
                <a:gd name="connsiteX0" fmla="*/ 13471 w 50594"/>
                <a:gd name="connsiteY0" fmla="*/ 2988 h 51437"/>
                <a:gd name="connsiteX1" fmla="*/ 47514 w 50594"/>
                <a:gd name="connsiteY1" fmla="*/ 13676 h 51437"/>
                <a:gd name="connsiteX2" fmla="*/ 37001 w 50594"/>
                <a:gd name="connsiteY2" fmla="*/ 48293 h 51437"/>
                <a:gd name="connsiteX3" fmla="*/ 2951 w 50594"/>
                <a:gd name="connsiteY3" fmla="*/ 37598 h 51437"/>
                <a:gd name="connsiteX4" fmla="*/ 13471 w 50594"/>
                <a:gd name="connsiteY4" fmla="*/ 2988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7">
                  <a:moveTo>
                    <a:pt x="13471" y="2988"/>
                  </a:moveTo>
                  <a:cubicBezTo>
                    <a:pt x="25924" y="-3770"/>
                    <a:pt x="41150" y="1015"/>
                    <a:pt x="47514" y="13676"/>
                  </a:cubicBezTo>
                  <a:cubicBezTo>
                    <a:pt x="54160" y="26343"/>
                    <a:pt x="49454" y="41823"/>
                    <a:pt x="37001" y="48293"/>
                  </a:cubicBezTo>
                  <a:cubicBezTo>
                    <a:pt x="24541" y="55051"/>
                    <a:pt x="9315" y="50266"/>
                    <a:pt x="2951" y="37598"/>
                  </a:cubicBezTo>
                  <a:cubicBezTo>
                    <a:pt x="-3696" y="24938"/>
                    <a:pt x="1011" y="9458"/>
                    <a:pt x="13471" y="2988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39" name="자유형: 도형 1938">
              <a:extLst>
                <a:ext uri="{FF2B5EF4-FFF2-40B4-BE49-F238E27FC236}">
                  <a16:creationId xmlns:a16="http://schemas.microsoft.com/office/drawing/2014/main" id="{4DC22EFD-17B0-3FFF-CB98-A21126A57142}"/>
                </a:ext>
              </a:extLst>
            </p:cNvPr>
            <p:cNvSpPr/>
            <p:nvPr/>
          </p:nvSpPr>
          <p:spPr>
            <a:xfrm>
              <a:off x="6172655" y="5593623"/>
              <a:ext cx="52240" cy="53233"/>
            </a:xfrm>
            <a:custGeom>
              <a:avLst/>
              <a:gdLst>
                <a:gd name="connsiteX0" fmla="*/ 13735 w 52240"/>
                <a:gd name="connsiteY0" fmla="*/ 3102 h 53233"/>
                <a:gd name="connsiteX1" fmla="*/ 49168 w 52240"/>
                <a:gd name="connsiteY1" fmla="*/ 14078 h 53233"/>
                <a:gd name="connsiteX2" fmla="*/ 38373 w 52240"/>
                <a:gd name="connsiteY2" fmla="*/ 50101 h 53233"/>
                <a:gd name="connsiteX3" fmla="*/ 2940 w 52240"/>
                <a:gd name="connsiteY3" fmla="*/ 39119 h 53233"/>
                <a:gd name="connsiteX4" fmla="*/ 13735 w 52240"/>
                <a:gd name="connsiteY4" fmla="*/ 3102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40" h="53233">
                  <a:moveTo>
                    <a:pt x="13735" y="3102"/>
                  </a:moveTo>
                  <a:cubicBezTo>
                    <a:pt x="26470" y="-3935"/>
                    <a:pt x="42522" y="1130"/>
                    <a:pt x="49168" y="14078"/>
                  </a:cubicBezTo>
                  <a:cubicBezTo>
                    <a:pt x="55814" y="27018"/>
                    <a:pt x="51108" y="43344"/>
                    <a:pt x="38373" y="50101"/>
                  </a:cubicBezTo>
                  <a:cubicBezTo>
                    <a:pt x="25638" y="56851"/>
                    <a:pt x="9586" y="52066"/>
                    <a:pt x="2940" y="39119"/>
                  </a:cubicBezTo>
                  <a:cubicBezTo>
                    <a:pt x="-3700" y="26178"/>
                    <a:pt x="999" y="9852"/>
                    <a:pt x="13735" y="3102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0" name="자유형: 도형 1939">
              <a:extLst>
                <a:ext uri="{FF2B5EF4-FFF2-40B4-BE49-F238E27FC236}">
                  <a16:creationId xmlns:a16="http://schemas.microsoft.com/office/drawing/2014/main" id="{8E4C48A9-FEE6-75DA-59F0-1E1C5C5A619E}"/>
                </a:ext>
              </a:extLst>
            </p:cNvPr>
            <p:cNvSpPr/>
            <p:nvPr/>
          </p:nvSpPr>
          <p:spPr>
            <a:xfrm>
              <a:off x="6187772" y="5161807"/>
              <a:ext cx="54510" cy="55422"/>
            </a:xfrm>
            <a:custGeom>
              <a:avLst/>
              <a:gdLst>
                <a:gd name="connsiteX0" fmla="*/ 14394 w 54510"/>
                <a:gd name="connsiteY0" fmla="*/ 3207 h 55422"/>
                <a:gd name="connsiteX1" fmla="*/ 51210 w 54510"/>
                <a:gd name="connsiteY1" fmla="*/ 14749 h 55422"/>
                <a:gd name="connsiteX2" fmla="*/ 39865 w 54510"/>
                <a:gd name="connsiteY2" fmla="*/ 52179 h 55422"/>
                <a:gd name="connsiteX3" fmla="*/ 3049 w 54510"/>
                <a:gd name="connsiteY3" fmla="*/ 40637 h 55422"/>
                <a:gd name="connsiteX4" fmla="*/ 14394 w 54510"/>
                <a:gd name="connsiteY4" fmla="*/ 3207 h 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0" h="55422">
                  <a:moveTo>
                    <a:pt x="14394" y="3207"/>
                  </a:moveTo>
                  <a:cubicBezTo>
                    <a:pt x="27687" y="-4109"/>
                    <a:pt x="44296" y="1242"/>
                    <a:pt x="51210" y="14749"/>
                  </a:cubicBezTo>
                  <a:cubicBezTo>
                    <a:pt x="58407" y="28256"/>
                    <a:pt x="53150" y="45142"/>
                    <a:pt x="39865" y="52179"/>
                  </a:cubicBezTo>
                  <a:cubicBezTo>
                    <a:pt x="26579" y="59216"/>
                    <a:pt x="9970" y="54144"/>
                    <a:pt x="3049" y="40637"/>
                  </a:cubicBezTo>
                  <a:cubicBezTo>
                    <a:pt x="-3873" y="27130"/>
                    <a:pt x="1109" y="10244"/>
                    <a:pt x="14394" y="3207"/>
                  </a:cubicBezTo>
                  <a:close/>
                </a:path>
              </a:pathLst>
            </a:custGeom>
            <a:solidFill>
              <a:srgbClr val="00FFDD">
                <a:alpha val="8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1" name="자유형: 도형 1940">
              <a:extLst>
                <a:ext uri="{FF2B5EF4-FFF2-40B4-BE49-F238E27FC236}">
                  <a16:creationId xmlns:a16="http://schemas.microsoft.com/office/drawing/2014/main" id="{0B572EB4-0A0F-299A-D2A1-EAE2C44EEEE3}"/>
                </a:ext>
              </a:extLst>
            </p:cNvPr>
            <p:cNvSpPr/>
            <p:nvPr/>
          </p:nvSpPr>
          <p:spPr>
            <a:xfrm>
              <a:off x="5914722" y="4812286"/>
              <a:ext cx="55727" cy="56657"/>
            </a:xfrm>
            <a:custGeom>
              <a:avLst/>
              <a:gdLst>
                <a:gd name="connsiteX0" fmla="*/ 14789 w 55727"/>
                <a:gd name="connsiteY0" fmla="*/ 3200 h 56657"/>
                <a:gd name="connsiteX1" fmla="*/ 52437 w 55727"/>
                <a:gd name="connsiteY1" fmla="*/ 15021 h 56657"/>
                <a:gd name="connsiteX2" fmla="*/ 40810 w 55727"/>
                <a:gd name="connsiteY2" fmla="*/ 53297 h 56657"/>
                <a:gd name="connsiteX3" fmla="*/ 3161 w 55727"/>
                <a:gd name="connsiteY3" fmla="*/ 41476 h 56657"/>
                <a:gd name="connsiteX4" fmla="*/ 14789 w 55727"/>
                <a:gd name="connsiteY4" fmla="*/ 3200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27" h="56657">
                  <a:moveTo>
                    <a:pt x="14789" y="3200"/>
                  </a:moveTo>
                  <a:cubicBezTo>
                    <a:pt x="28357" y="-4116"/>
                    <a:pt x="45241" y="1228"/>
                    <a:pt x="52437" y="15021"/>
                  </a:cubicBezTo>
                  <a:cubicBezTo>
                    <a:pt x="59634" y="28808"/>
                    <a:pt x="54371" y="45974"/>
                    <a:pt x="40810" y="53297"/>
                  </a:cubicBezTo>
                  <a:cubicBezTo>
                    <a:pt x="27249" y="60614"/>
                    <a:pt x="10358" y="55263"/>
                    <a:pt x="3161" y="41476"/>
                  </a:cubicBezTo>
                  <a:cubicBezTo>
                    <a:pt x="-4036" y="27682"/>
                    <a:pt x="1228" y="10517"/>
                    <a:pt x="14789" y="3200"/>
                  </a:cubicBezTo>
                  <a:close/>
                </a:path>
              </a:pathLst>
            </a:custGeom>
            <a:solidFill>
              <a:srgbClr val="00FFDD">
                <a:alpha val="8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2" name="자유형: 도형 1941">
              <a:extLst>
                <a:ext uri="{FF2B5EF4-FFF2-40B4-BE49-F238E27FC236}">
                  <a16:creationId xmlns:a16="http://schemas.microsoft.com/office/drawing/2014/main" id="{53CA67AE-5B63-0FAA-54BC-F87DAC8EB842}"/>
                </a:ext>
              </a:extLst>
            </p:cNvPr>
            <p:cNvSpPr/>
            <p:nvPr/>
          </p:nvSpPr>
          <p:spPr>
            <a:xfrm>
              <a:off x="6016697" y="4311461"/>
              <a:ext cx="57723" cy="58687"/>
            </a:xfrm>
            <a:custGeom>
              <a:avLst/>
              <a:gdLst>
                <a:gd name="connsiteX0" fmla="*/ 15233 w 57723"/>
                <a:gd name="connsiteY0" fmla="*/ 3372 h 58687"/>
                <a:gd name="connsiteX1" fmla="*/ 54264 w 57723"/>
                <a:gd name="connsiteY1" fmla="*/ 15474 h 58687"/>
                <a:gd name="connsiteX2" fmla="*/ 42361 w 57723"/>
                <a:gd name="connsiteY2" fmla="*/ 55155 h 58687"/>
                <a:gd name="connsiteX3" fmla="*/ 3330 w 57723"/>
                <a:gd name="connsiteY3" fmla="*/ 43054 h 58687"/>
                <a:gd name="connsiteX4" fmla="*/ 15233 w 57723"/>
                <a:gd name="connsiteY4" fmla="*/ 3372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3" h="58687">
                  <a:moveTo>
                    <a:pt x="15233" y="3372"/>
                  </a:moveTo>
                  <a:cubicBezTo>
                    <a:pt x="29351" y="-4231"/>
                    <a:pt x="46792" y="1120"/>
                    <a:pt x="54264" y="15474"/>
                  </a:cubicBezTo>
                  <a:cubicBezTo>
                    <a:pt x="61736" y="29827"/>
                    <a:pt x="56480" y="47552"/>
                    <a:pt x="42361" y="55155"/>
                  </a:cubicBezTo>
                  <a:cubicBezTo>
                    <a:pt x="28243" y="62752"/>
                    <a:pt x="10809" y="57401"/>
                    <a:pt x="3330" y="43054"/>
                  </a:cubicBezTo>
                  <a:cubicBezTo>
                    <a:pt x="-4142" y="28701"/>
                    <a:pt x="1114" y="10969"/>
                    <a:pt x="15233" y="3372"/>
                  </a:cubicBezTo>
                  <a:close/>
                </a:path>
              </a:pathLst>
            </a:custGeom>
            <a:solidFill>
              <a:srgbClr val="00FFDD">
                <a:alpha val="9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3" name="자유형: 도형 1942">
              <a:extLst>
                <a:ext uri="{FF2B5EF4-FFF2-40B4-BE49-F238E27FC236}">
                  <a16:creationId xmlns:a16="http://schemas.microsoft.com/office/drawing/2014/main" id="{E43AC418-A396-406A-A485-2E41B1934AA8}"/>
                </a:ext>
              </a:extLst>
            </p:cNvPr>
            <p:cNvSpPr/>
            <p:nvPr/>
          </p:nvSpPr>
          <p:spPr>
            <a:xfrm>
              <a:off x="6429153" y="4154155"/>
              <a:ext cx="58539" cy="59511"/>
            </a:xfrm>
            <a:custGeom>
              <a:avLst/>
              <a:gdLst>
                <a:gd name="connsiteX0" fmla="*/ 15500 w 58539"/>
                <a:gd name="connsiteY0" fmla="*/ 3364 h 59511"/>
                <a:gd name="connsiteX1" fmla="*/ 55089 w 58539"/>
                <a:gd name="connsiteY1" fmla="*/ 15745 h 59511"/>
                <a:gd name="connsiteX2" fmla="*/ 42911 w 58539"/>
                <a:gd name="connsiteY2" fmla="*/ 55987 h 59511"/>
                <a:gd name="connsiteX3" fmla="*/ 3322 w 58539"/>
                <a:gd name="connsiteY3" fmla="*/ 43606 h 59511"/>
                <a:gd name="connsiteX4" fmla="*/ 15500 w 58539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39" h="59511">
                  <a:moveTo>
                    <a:pt x="15500" y="3364"/>
                  </a:moveTo>
                  <a:cubicBezTo>
                    <a:pt x="29900" y="-4240"/>
                    <a:pt x="47617" y="1112"/>
                    <a:pt x="55089" y="15745"/>
                  </a:cubicBezTo>
                  <a:cubicBezTo>
                    <a:pt x="62560" y="30378"/>
                    <a:pt x="57304" y="48390"/>
                    <a:pt x="42911" y="55987"/>
                  </a:cubicBezTo>
                  <a:cubicBezTo>
                    <a:pt x="28510" y="63583"/>
                    <a:pt x="10801" y="58239"/>
                    <a:pt x="3322" y="43606"/>
                  </a:cubicBezTo>
                  <a:cubicBezTo>
                    <a:pt x="-4150" y="28972"/>
                    <a:pt x="1107" y="10960"/>
                    <a:pt x="15500" y="3364"/>
                  </a:cubicBezTo>
                  <a:close/>
                </a:path>
              </a:pathLst>
            </a:custGeom>
            <a:solidFill>
              <a:srgbClr val="00FFDD">
                <a:alpha val="9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4" name="자유형: 도형 1943">
              <a:extLst>
                <a:ext uri="{FF2B5EF4-FFF2-40B4-BE49-F238E27FC236}">
                  <a16:creationId xmlns:a16="http://schemas.microsoft.com/office/drawing/2014/main" id="{51671F59-2A34-7A76-2585-BE04A71F1129}"/>
                </a:ext>
              </a:extLst>
            </p:cNvPr>
            <p:cNvSpPr/>
            <p:nvPr/>
          </p:nvSpPr>
          <p:spPr>
            <a:xfrm>
              <a:off x="6872772" y="4260134"/>
              <a:ext cx="59862" cy="60872"/>
            </a:xfrm>
            <a:custGeom>
              <a:avLst/>
              <a:gdLst>
                <a:gd name="connsiteX0" fmla="*/ 15924 w 59862"/>
                <a:gd name="connsiteY0" fmla="*/ 3476 h 60872"/>
                <a:gd name="connsiteX1" fmla="*/ 56282 w 59862"/>
                <a:gd name="connsiteY1" fmla="*/ 16144 h 60872"/>
                <a:gd name="connsiteX2" fmla="*/ 43864 w 59862"/>
                <a:gd name="connsiteY2" fmla="*/ 57232 h 60872"/>
                <a:gd name="connsiteX3" fmla="*/ 3435 w 59862"/>
                <a:gd name="connsiteY3" fmla="*/ 44564 h 60872"/>
                <a:gd name="connsiteX4" fmla="*/ 15924 w 59862"/>
                <a:gd name="connsiteY4" fmla="*/ 3476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924" y="3476"/>
                  </a:moveTo>
                  <a:cubicBezTo>
                    <a:pt x="30529" y="-4400"/>
                    <a:pt x="48521" y="1224"/>
                    <a:pt x="56282" y="16144"/>
                  </a:cubicBezTo>
                  <a:cubicBezTo>
                    <a:pt x="64043" y="31057"/>
                    <a:pt x="58539" y="49349"/>
                    <a:pt x="43864" y="57232"/>
                  </a:cubicBezTo>
                  <a:cubicBezTo>
                    <a:pt x="29188" y="65108"/>
                    <a:pt x="11196" y="59484"/>
                    <a:pt x="3435" y="44564"/>
                  </a:cubicBezTo>
                  <a:cubicBezTo>
                    <a:pt x="-4326" y="29651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5" name="자유형: 도형 1944">
              <a:extLst>
                <a:ext uri="{FF2B5EF4-FFF2-40B4-BE49-F238E27FC236}">
                  <a16:creationId xmlns:a16="http://schemas.microsoft.com/office/drawing/2014/main" id="{4F68D42F-B7F4-0697-F8B5-CAEE1B78EFC6}"/>
                </a:ext>
              </a:extLst>
            </p:cNvPr>
            <p:cNvSpPr/>
            <p:nvPr/>
          </p:nvSpPr>
          <p:spPr>
            <a:xfrm>
              <a:off x="7479984" y="4429998"/>
              <a:ext cx="61757" cy="62795"/>
            </a:xfrm>
            <a:custGeom>
              <a:avLst/>
              <a:gdLst>
                <a:gd name="connsiteX0" fmla="*/ 16268 w 61757"/>
                <a:gd name="connsiteY0" fmla="*/ 3595 h 62795"/>
                <a:gd name="connsiteX1" fmla="*/ 58107 w 61757"/>
                <a:gd name="connsiteY1" fmla="*/ 16543 h 62795"/>
                <a:gd name="connsiteX2" fmla="*/ 45337 w 61757"/>
                <a:gd name="connsiteY2" fmla="*/ 59037 h 62795"/>
                <a:gd name="connsiteX3" fmla="*/ 3568 w 61757"/>
                <a:gd name="connsiteY3" fmla="*/ 46089 h 62795"/>
                <a:gd name="connsiteX4" fmla="*/ 16268 w 61757"/>
                <a:gd name="connsiteY4" fmla="*/ 3595 h 6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5">
                  <a:moveTo>
                    <a:pt x="16268" y="3595"/>
                  </a:moveTo>
                  <a:cubicBezTo>
                    <a:pt x="31226" y="-4567"/>
                    <a:pt x="50064" y="1343"/>
                    <a:pt x="58107" y="16543"/>
                  </a:cubicBezTo>
                  <a:cubicBezTo>
                    <a:pt x="66080" y="31736"/>
                    <a:pt x="60295" y="50874"/>
                    <a:pt x="45337" y="59037"/>
                  </a:cubicBezTo>
                  <a:cubicBezTo>
                    <a:pt x="30379" y="67200"/>
                    <a:pt x="11541" y="61289"/>
                    <a:pt x="3568" y="46089"/>
                  </a:cubicBezTo>
                  <a:cubicBezTo>
                    <a:pt x="-4476" y="30897"/>
                    <a:pt x="1310" y="11758"/>
                    <a:pt x="16268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6" name="자유형: 도형 1945">
              <a:extLst>
                <a:ext uri="{FF2B5EF4-FFF2-40B4-BE49-F238E27FC236}">
                  <a16:creationId xmlns:a16="http://schemas.microsoft.com/office/drawing/2014/main" id="{8FDAB05E-0148-262D-0946-D021C6546B63}"/>
                </a:ext>
              </a:extLst>
            </p:cNvPr>
            <p:cNvSpPr/>
            <p:nvPr/>
          </p:nvSpPr>
          <p:spPr>
            <a:xfrm>
              <a:off x="7182849" y="4287208"/>
              <a:ext cx="63631" cy="64697"/>
            </a:xfrm>
            <a:custGeom>
              <a:avLst/>
              <a:gdLst>
                <a:gd name="connsiteX0" fmla="*/ 16928 w 63631"/>
                <a:gd name="connsiteY0" fmla="*/ 3703 h 64697"/>
                <a:gd name="connsiteX1" fmla="*/ 59825 w 63631"/>
                <a:gd name="connsiteY1" fmla="*/ 17210 h 64697"/>
                <a:gd name="connsiteX2" fmla="*/ 46561 w 63631"/>
                <a:gd name="connsiteY2" fmla="*/ 60830 h 64697"/>
                <a:gd name="connsiteX3" fmla="*/ 3663 w 63631"/>
                <a:gd name="connsiteY3" fmla="*/ 47323 h 64697"/>
                <a:gd name="connsiteX4" fmla="*/ 16928 w 63631"/>
                <a:gd name="connsiteY4" fmla="*/ 3703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31" h="64697">
                  <a:moveTo>
                    <a:pt x="16928" y="3703"/>
                  </a:moveTo>
                  <a:cubicBezTo>
                    <a:pt x="32450" y="-4740"/>
                    <a:pt x="51852" y="1451"/>
                    <a:pt x="59825" y="17210"/>
                  </a:cubicBezTo>
                  <a:cubicBezTo>
                    <a:pt x="68151" y="32970"/>
                    <a:pt x="62084" y="52667"/>
                    <a:pt x="46561" y="60830"/>
                  </a:cubicBezTo>
                  <a:cubicBezTo>
                    <a:pt x="31039" y="69273"/>
                    <a:pt x="11707" y="63083"/>
                    <a:pt x="3663" y="47323"/>
                  </a:cubicBezTo>
                  <a:cubicBezTo>
                    <a:pt x="-4663" y="31564"/>
                    <a:pt x="1475" y="11866"/>
                    <a:pt x="16928" y="37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7" name="자유형: 도형 1946">
              <a:extLst>
                <a:ext uri="{FF2B5EF4-FFF2-40B4-BE49-F238E27FC236}">
                  <a16:creationId xmlns:a16="http://schemas.microsoft.com/office/drawing/2014/main" id="{011AE518-4780-3ED8-E392-582D76ACA702}"/>
                </a:ext>
              </a:extLst>
            </p:cNvPr>
            <p:cNvSpPr/>
            <p:nvPr/>
          </p:nvSpPr>
          <p:spPr>
            <a:xfrm>
              <a:off x="7854496" y="4143510"/>
              <a:ext cx="65637" cy="66606"/>
            </a:xfrm>
            <a:custGeom>
              <a:avLst/>
              <a:gdLst>
                <a:gd name="connsiteX0" fmla="*/ 17395 w 65637"/>
                <a:gd name="connsiteY0" fmla="*/ 3873 h 66606"/>
                <a:gd name="connsiteX1" fmla="*/ 61705 w 65637"/>
                <a:gd name="connsiteY1" fmla="*/ 17667 h 66606"/>
                <a:gd name="connsiteX2" fmla="*/ 48158 w 65637"/>
                <a:gd name="connsiteY2" fmla="*/ 62693 h 66606"/>
                <a:gd name="connsiteX3" fmla="*/ 3848 w 65637"/>
                <a:gd name="connsiteY3" fmla="*/ 48899 h 66606"/>
                <a:gd name="connsiteX4" fmla="*/ 17395 w 65637"/>
                <a:gd name="connsiteY4" fmla="*/ 3873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7" h="66606">
                  <a:moveTo>
                    <a:pt x="17395" y="3873"/>
                  </a:moveTo>
                  <a:cubicBezTo>
                    <a:pt x="33482" y="-4850"/>
                    <a:pt x="53379" y="1340"/>
                    <a:pt x="61705" y="17667"/>
                  </a:cubicBezTo>
                  <a:cubicBezTo>
                    <a:pt x="70242" y="33986"/>
                    <a:pt x="64174" y="54250"/>
                    <a:pt x="48158" y="62693"/>
                  </a:cubicBezTo>
                  <a:cubicBezTo>
                    <a:pt x="32071" y="71136"/>
                    <a:pt x="12104" y="65225"/>
                    <a:pt x="3848" y="48899"/>
                  </a:cubicBezTo>
                  <a:cubicBezTo>
                    <a:pt x="-4759" y="32580"/>
                    <a:pt x="1308" y="12316"/>
                    <a:pt x="17395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8" name="자유형: 도형 1947">
              <a:extLst>
                <a:ext uri="{FF2B5EF4-FFF2-40B4-BE49-F238E27FC236}">
                  <a16:creationId xmlns:a16="http://schemas.microsoft.com/office/drawing/2014/main" id="{D1177BA2-0852-31D7-8401-94EAE89BDA63}"/>
                </a:ext>
              </a:extLst>
            </p:cNvPr>
            <p:cNvSpPr/>
            <p:nvPr/>
          </p:nvSpPr>
          <p:spPr>
            <a:xfrm>
              <a:off x="8601069" y="5063492"/>
              <a:ext cx="66733" cy="67840"/>
            </a:xfrm>
            <a:custGeom>
              <a:avLst/>
              <a:gdLst>
                <a:gd name="connsiteX0" fmla="*/ 17655 w 66733"/>
                <a:gd name="connsiteY0" fmla="*/ 3867 h 67840"/>
                <a:gd name="connsiteX1" fmla="*/ 62811 w 66733"/>
                <a:gd name="connsiteY1" fmla="*/ 17940 h 67840"/>
                <a:gd name="connsiteX2" fmla="*/ 48912 w 66733"/>
                <a:gd name="connsiteY2" fmla="*/ 63813 h 67840"/>
                <a:gd name="connsiteX3" fmla="*/ 3827 w 66733"/>
                <a:gd name="connsiteY3" fmla="*/ 49739 h 67840"/>
                <a:gd name="connsiteX4" fmla="*/ 17655 w 66733"/>
                <a:gd name="connsiteY4" fmla="*/ 3867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3" h="67840">
                  <a:moveTo>
                    <a:pt x="17655" y="3867"/>
                  </a:moveTo>
                  <a:cubicBezTo>
                    <a:pt x="34024" y="-4856"/>
                    <a:pt x="54204" y="1334"/>
                    <a:pt x="62811" y="17940"/>
                  </a:cubicBezTo>
                  <a:cubicBezTo>
                    <a:pt x="71348" y="34546"/>
                    <a:pt x="65281" y="55090"/>
                    <a:pt x="48912" y="63813"/>
                  </a:cubicBezTo>
                  <a:cubicBezTo>
                    <a:pt x="32613" y="72536"/>
                    <a:pt x="12434" y="66345"/>
                    <a:pt x="3827" y="49739"/>
                  </a:cubicBezTo>
                  <a:cubicBezTo>
                    <a:pt x="-4782" y="33140"/>
                    <a:pt x="1357" y="12596"/>
                    <a:pt x="17655" y="38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49" name="자유형: 도형 1948">
              <a:extLst>
                <a:ext uri="{FF2B5EF4-FFF2-40B4-BE49-F238E27FC236}">
                  <a16:creationId xmlns:a16="http://schemas.microsoft.com/office/drawing/2014/main" id="{73B98414-58D4-6587-B2E3-E9E92193295F}"/>
                </a:ext>
              </a:extLst>
            </p:cNvPr>
            <p:cNvSpPr/>
            <p:nvPr/>
          </p:nvSpPr>
          <p:spPr>
            <a:xfrm>
              <a:off x="8957762" y="5090685"/>
              <a:ext cx="68889" cy="70024"/>
            </a:xfrm>
            <a:custGeom>
              <a:avLst/>
              <a:gdLst>
                <a:gd name="connsiteX0" fmla="*/ 18329 w 68889"/>
                <a:gd name="connsiteY0" fmla="*/ 3974 h 70024"/>
                <a:gd name="connsiteX1" fmla="*/ 64825 w 68889"/>
                <a:gd name="connsiteY1" fmla="*/ 18608 h 70024"/>
                <a:gd name="connsiteX2" fmla="*/ 50431 w 68889"/>
                <a:gd name="connsiteY2" fmla="*/ 65886 h 70024"/>
                <a:gd name="connsiteX3" fmla="*/ 3935 w 68889"/>
                <a:gd name="connsiteY3" fmla="*/ 51253 h 70024"/>
                <a:gd name="connsiteX4" fmla="*/ 18329 w 68889"/>
                <a:gd name="connsiteY4" fmla="*/ 3974 h 7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4">
                  <a:moveTo>
                    <a:pt x="18329" y="3974"/>
                  </a:moveTo>
                  <a:cubicBezTo>
                    <a:pt x="35192" y="-5028"/>
                    <a:pt x="56005" y="1443"/>
                    <a:pt x="64825" y="18608"/>
                  </a:cubicBezTo>
                  <a:cubicBezTo>
                    <a:pt x="73715" y="35773"/>
                    <a:pt x="67294" y="56884"/>
                    <a:pt x="50431" y="65886"/>
                  </a:cubicBezTo>
                  <a:cubicBezTo>
                    <a:pt x="33569" y="74896"/>
                    <a:pt x="12825" y="68418"/>
                    <a:pt x="3935" y="51253"/>
                  </a:cubicBezTo>
                  <a:cubicBezTo>
                    <a:pt x="-4955" y="34087"/>
                    <a:pt x="1466" y="12984"/>
                    <a:pt x="18329" y="39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0" name="자유형: 도형 1949">
              <a:extLst>
                <a:ext uri="{FF2B5EF4-FFF2-40B4-BE49-F238E27FC236}">
                  <a16:creationId xmlns:a16="http://schemas.microsoft.com/office/drawing/2014/main" id="{9FA33D57-0FD1-427D-B334-A8A62CF5D642}"/>
                </a:ext>
              </a:extLst>
            </p:cNvPr>
            <p:cNvSpPr/>
            <p:nvPr/>
          </p:nvSpPr>
          <p:spPr>
            <a:xfrm>
              <a:off x="9765682" y="4948168"/>
              <a:ext cx="70753" cy="71948"/>
            </a:xfrm>
            <a:custGeom>
              <a:avLst/>
              <a:gdLst>
                <a:gd name="connsiteX0" fmla="*/ 18696 w 70753"/>
                <a:gd name="connsiteY0" fmla="*/ 4090 h 71948"/>
                <a:gd name="connsiteX1" fmla="*/ 66604 w 70753"/>
                <a:gd name="connsiteY1" fmla="*/ 19010 h 71948"/>
                <a:gd name="connsiteX2" fmla="*/ 51928 w 70753"/>
                <a:gd name="connsiteY2" fmla="*/ 67694 h 71948"/>
                <a:gd name="connsiteX3" fmla="*/ 4021 w 70753"/>
                <a:gd name="connsiteY3" fmla="*/ 52774 h 71948"/>
                <a:gd name="connsiteX4" fmla="*/ 18696 w 70753"/>
                <a:gd name="connsiteY4" fmla="*/ 4090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90"/>
                  </a:moveTo>
                  <a:cubicBezTo>
                    <a:pt x="35841" y="-5192"/>
                    <a:pt x="57431" y="1557"/>
                    <a:pt x="66604" y="19010"/>
                  </a:cubicBezTo>
                  <a:cubicBezTo>
                    <a:pt x="75706" y="36455"/>
                    <a:pt x="69073" y="58405"/>
                    <a:pt x="51928" y="67694"/>
                  </a:cubicBezTo>
                  <a:cubicBezTo>
                    <a:pt x="34783" y="76983"/>
                    <a:pt x="13193" y="70226"/>
                    <a:pt x="4021" y="52774"/>
                  </a:cubicBezTo>
                  <a:cubicBezTo>
                    <a:pt x="-5081" y="35329"/>
                    <a:pt x="1551" y="13379"/>
                    <a:pt x="18696" y="40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1" name="자유형: 도형 1950">
              <a:extLst>
                <a:ext uri="{FF2B5EF4-FFF2-40B4-BE49-F238E27FC236}">
                  <a16:creationId xmlns:a16="http://schemas.microsoft.com/office/drawing/2014/main" id="{C05AAC7E-7A55-1B18-5231-24AB5602C888}"/>
                </a:ext>
              </a:extLst>
            </p:cNvPr>
            <p:cNvSpPr/>
            <p:nvPr/>
          </p:nvSpPr>
          <p:spPr>
            <a:xfrm>
              <a:off x="9956231" y="4705417"/>
              <a:ext cx="73581" cy="74805"/>
            </a:xfrm>
            <a:custGeom>
              <a:avLst/>
              <a:gdLst>
                <a:gd name="connsiteX0" fmla="*/ 19424 w 73581"/>
                <a:gd name="connsiteY0" fmla="*/ 4251 h 74805"/>
                <a:gd name="connsiteX1" fmla="*/ 69237 w 73581"/>
                <a:gd name="connsiteY1" fmla="*/ 19731 h 74805"/>
                <a:gd name="connsiteX2" fmla="*/ 53996 w 73581"/>
                <a:gd name="connsiteY2" fmla="*/ 70388 h 74805"/>
                <a:gd name="connsiteX3" fmla="*/ 4184 w 73581"/>
                <a:gd name="connsiteY3" fmla="*/ 54908 h 74805"/>
                <a:gd name="connsiteX4" fmla="*/ 19424 w 73581"/>
                <a:gd name="connsiteY4" fmla="*/ 4251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51"/>
                  </a:moveTo>
                  <a:cubicBezTo>
                    <a:pt x="37416" y="-5311"/>
                    <a:pt x="59853" y="1439"/>
                    <a:pt x="69237" y="19731"/>
                  </a:cubicBezTo>
                  <a:cubicBezTo>
                    <a:pt x="78691" y="38022"/>
                    <a:pt x="71988" y="60819"/>
                    <a:pt x="53996" y="70388"/>
                  </a:cubicBezTo>
                  <a:cubicBezTo>
                    <a:pt x="36005" y="79957"/>
                    <a:pt x="13639" y="73207"/>
                    <a:pt x="4184" y="54908"/>
                  </a:cubicBezTo>
                  <a:cubicBezTo>
                    <a:pt x="-5200" y="36616"/>
                    <a:pt x="1433" y="13820"/>
                    <a:pt x="19424" y="425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2" name="자유형: 도형 1951">
              <a:extLst>
                <a:ext uri="{FF2B5EF4-FFF2-40B4-BE49-F238E27FC236}">
                  <a16:creationId xmlns:a16="http://schemas.microsoft.com/office/drawing/2014/main" id="{9F59880A-631D-5BE6-182D-8C1047814BEB}"/>
                </a:ext>
              </a:extLst>
            </p:cNvPr>
            <p:cNvSpPr/>
            <p:nvPr/>
          </p:nvSpPr>
          <p:spPr>
            <a:xfrm>
              <a:off x="9790364" y="3094202"/>
              <a:ext cx="78679" cy="80273"/>
            </a:xfrm>
            <a:custGeom>
              <a:avLst/>
              <a:gdLst>
                <a:gd name="connsiteX0" fmla="*/ 20613 w 78679"/>
                <a:gd name="connsiteY0" fmla="*/ 4590 h 80273"/>
                <a:gd name="connsiteX1" fmla="*/ 74024 w 78679"/>
                <a:gd name="connsiteY1" fmla="*/ 21195 h 80273"/>
                <a:gd name="connsiteX2" fmla="*/ 57655 w 78679"/>
                <a:gd name="connsiteY2" fmla="*/ 75511 h 80273"/>
                <a:gd name="connsiteX3" fmla="*/ 4526 w 78679"/>
                <a:gd name="connsiteY3" fmla="*/ 58905 h 80273"/>
                <a:gd name="connsiteX4" fmla="*/ 20895 w 78679"/>
                <a:gd name="connsiteY4" fmla="*/ 4590 h 8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9" h="80273">
                  <a:moveTo>
                    <a:pt x="20613" y="4590"/>
                  </a:moveTo>
                  <a:cubicBezTo>
                    <a:pt x="39663" y="-5819"/>
                    <a:pt x="63793" y="1777"/>
                    <a:pt x="74024" y="21195"/>
                  </a:cubicBezTo>
                  <a:cubicBezTo>
                    <a:pt x="84254" y="40893"/>
                    <a:pt x="76775" y="65095"/>
                    <a:pt x="57655" y="75511"/>
                  </a:cubicBezTo>
                  <a:cubicBezTo>
                    <a:pt x="38605" y="85926"/>
                    <a:pt x="14474" y="78323"/>
                    <a:pt x="4526" y="58905"/>
                  </a:cubicBezTo>
                  <a:cubicBezTo>
                    <a:pt x="-5704" y="39487"/>
                    <a:pt x="1775" y="15005"/>
                    <a:pt x="20895" y="459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3" name="자유형: 도형 1952">
              <a:extLst>
                <a:ext uri="{FF2B5EF4-FFF2-40B4-BE49-F238E27FC236}">
                  <a16:creationId xmlns:a16="http://schemas.microsoft.com/office/drawing/2014/main" id="{2B3936E4-B487-4425-91F3-DC22A320895F}"/>
                </a:ext>
              </a:extLst>
            </p:cNvPr>
            <p:cNvSpPr/>
            <p:nvPr/>
          </p:nvSpPr>
          <p:spPr>
            <a:xfrm>
              <a:off x="10369817" y="2999199"/>
              <a:ext cx="80981" cy="82289"/>
            </a:xfrm>
            <a:custGeom>
              <a:avLst/>
              <a:gdLst>
                <a:gd name="connsiteX0" fmla="*/ 21623 w 80981"/>
                <a:gd name="connsiteY0" fmla="*/ 4756 h 82289"/>
                <a:gd name="connsiteX1" fmla="*/ 76163 w 80981"/>
                <a:gd name="connsiteY1" fmla="*/ 21921 h 82289"/>
                <a:gd name="connsiteX2" fmla="*/ 59229 w 80981"/>
                <a:gd name="connsiteY2" fmla="*/ 77363 h 82289"/>
                <a:gd name="connsiteX3" fmla="*/ 4690 w 80981"/>
                <a:gd name="connsiteY3" fmla="*/ 60198 h 82289"/>
                <a:gd name="connsiteX4" fmla="*/ 21623 w 80981"/>
                <a:gd name="connsiteY4" fmla="*/ 4756 h 82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81" h="82289">
                  <a:moveTo>
                    <a:pt x="21623" y="4756"/>
                  </a:moveTo>
                  <a:cubicBezTo>
                    <a:pt x="41238" y="-5939"/>
                    <a:pt x="65932" y="1657"/>
                    <a:pt x="76163" y="21921"/>
                  </a:cubicBezTo>
                  <a:cubicBezTo>
                    <a:pt x="86675" y="41906"/>
                    <a:pt x="79197" y="66947"/>
                    <a:pt x="59229" y="77363"/>
                  </a:cubicBezTo>
                  <a:cubicBezTo>
                    <a:pt x="39615" y="88058"/>
                    <a:pt x="14991" y="80462"/>
                    <a:pt x="4690" y="60198"/>
                  </a:cubicBezTo>
                  <a:cubicBezTo>
                    <a:pt x="-5823" y="40213"/>
                    <a:pt x="1656" y="15164"/>
                    <a:pt x="21623" y="47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4" name="자유형: 도형 1953">
              <a:extLst>
                <a:ext uri="{FF2B5EF4-FFF2-40B4-BE49-F238E27FC236}">
                  <a16:creationId xmlns:a16="http://schemas.microsoft.com/office/drawing/2014/main" id="{5CD1304F-53C3-8DF5-C37C-B7E6E3F2C41F}"/>
                </a:ext>
              </a:extLst>
            </p:cNvPr>
            <p:cNvSpPr/>
            <p:nvPr/>
          </p:nvSpPr>
          <p:spPr>
            <a:xfrm>
              <a:off x="10467146" y="2763820"/>
              <a:ext cx="83952" cy="85320"/>
            </a:xfrm>
            <a:custGeom>
              <a:avLst/>
              <a:gdLst>
                <a:gd name="connsiteX0" fmla="*/ 22296 w 83952"/>
                <a:gd name="connsiteY0" fmla="*/ 4862 h 85320"/>
                <a:gd name="connsiteX1" fmla="*/ 79023 w 83952"/>
                <a:gd name="connsiteY1" fmla="*/ 22594 h 85320"/>
                <a:gd name="connsiteX2" fmla="*/ 61595 w 83952"/>
                <a:gd name="connsiteY2" fmla="*/ 80287 h 85320"/>
                <a:gd name="connsiteX3" fmla="*/ 4799 w 83952"/>
                <a:gd name="connsiteY3" fmla="*/ 62555 h 85320"/>
                <a:gd name="connsiteX4" fmla="*/ 22296 w 83952"/>
                <a:gd name="connsiteY4" fmla="*/ 4862 h 8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952" h="85320">
                  <a:moveTo>
                    <a:pt x="22296" y="4862"/>
                  </a:moveTo>
                  <a:cubicBezTo>
                    <a:pt x="42758" y="-6113"/>
                    <a:pt x="68228" y="1770"/>
                    <a:pt x="79023" y="22594"/>
                  </a:cubicBezTo>
                  <a:cubicBezTo>
                    <a:pt x="89818" y="43417"/>
                    <a:pt x="82057" y="69305"/>
                    <a:pt x="61595" y="80287"/>
                  </a:cubicBezTo>
                  <a:cubicBezTo>
                    <a:pt x="41064" y="91262"/>
                    <a:pt x="15664" y="83379"/>
                    <a:pt x="4799" y="62555"/>
                  </a:cubicBezTo>
                  <a:cubicBezTo>
                    <a:pt x="-5997" y="41732"/>
                    <a:pt x="1764" y="15836"/>
                    <a:pt x="22296" y="486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5" name="자유형: 도형 1954">
              <a:extLst>
                <a:ext uri="{FF2B5EF4-FFF2-40B4-BE49-F238E27FC236}">
                  <a16:creationId xmlns:a16="http://schemas.microsoft.com/office/drawing/2014/main" id="{6E4EAEC0-03D6-7C83-5501-412D56DEE31F}"/>
                </a:ext>
              </a:extLst>
            </p:cNvPr>
            <p:cNvSpPr/>
            <p:nvPr/>
          </p:nvSpPr>
          <p:spPr>
            <a:xfrm>
              <a:off x="10703180" y="1650954"/>
              <a:ext cx="89970" cy="91455"/>
            </a:xfrm>
            <a:custGeom>
              <a:avLst/>
              <a:gdLst>
                <a:gd name="connsiteX0" fmla="*/ 23754 w 89970"/>
                <a:gd name="connsiteY0" fmla="*/ 5252 h 91455"/>
                <a:gd name="connsiteX1" fmla="*/ 84644 w 89970"/>
                <a:gd name="connsiteY1" fmla="*/ 24111 h 91455"/>
                <a:gd name="connsiteX2" fmla="*/ 66087 w 89970"/>
                <a:gd name="connsiteY2" fmla="*/ 86022 h 91455"/>
                <a:gd name="connsiteX3" fmla="*/ 5198 w 89970"/>
                <a:gd name="connsiteY3" fmla="*/ 67171 h 91455"/>
                <a:gd name="connsiteX4" fmla="*/ 23754 w 89970"/>
                <a:gd name="connsiteY4" fmla="*/ 5252 h 9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70" h="91455">
                  <a:moveTo>
                    <a:pt x="23754" y="5252"/>
                  </a:moveTo>
                  <a:cubicBezTo>
                    <a:pt x="45626" y="-6562"/>
                    <a:pt x="73002" y="1881"/>
                    <a:pt x="84644" y="24111"/>
                  </a:cubicBezTo>
                  <a:cubicBezTo>
                    <a:pt x="96285" y="46340"/>
                    <a:pt x="87959" y="74208"/>
                    <a:pt x="66087" y="86022"/>
                  </a:cubicBezTo>
                  <a:cubicBezTo>
                    <a:pt x="44214" y="97844"/>
                    <a:pt x="16839" y="89401"/>
                    <a:pt x="5198" y="67171"/>
                  </a:cubicBezTo>
                  <a:cubicBezTo>
                    <a:pt x="-6444" y="44934"/>
                    <a:pt x="1881" y="17074"/>
                    <a:pt x="23754" y="5252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6" name="자유형: 도형 1955">
              <a:extLst>
                <a:ext uri="{FF2B5EF4-FFF2-40B4-BE49-F238E27FC236}">
                  <a16:creationId xmlns:a16="http://schemas.microsoft.com/office/drawing/2014/main" id="{CA249BCD-EED1-9B3E-8A14-EC18140E5613}"/>
                </a:ext>
              </a:extLst>
            </p:cNvPr>
            <p:cNvSpPr/>
            <p:nvPr/>
          </p:nvSpPr>
          <p:spPr>
            <a:xfrm>
              <a:off x="11571723" y="1439507"/>
              <a:ext cx="92907" cy="94471"/>
            </a:xfrm>
            <a:custGeom>
              <a:avLst/>
              <a:gdLst>
                <a:gd name="connsiteX0" fmla="*/ 24670 w 92907"/>
                <a:gd name="connsiteY0" fmla="*/ 5356 h 94471"/>
                <a:gd name="connsiteX1" fmla="*/ 87465 w 92907"/>
                <a:gd name="connsiteY1" fmla="*/ 25054 h 94471"/>
                <a:gd name="connsiteX2" fmla="*/ 68132 w 92907"/>
                <a:gd name="connsiteY2" fmla="*/ 88938 h 94471"/>
                <a:gd name="connsiteX3" fmla="*/ 5267 w 92907"/>
                <a:gd name="connsiteY3" fmla="*/ 69233 h 94471"/>
                <a:gd name="connsiteX4" fmla="*/ 24670 w 92907"/>
                <a:gd name="connsiteY4" fmla="*/ 5356 h 9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07" h="94471">
                  <a:moveTo>
                    <a:pt x="24670" y="5356"/>
                  </a:moveTo>
                  <a:cubicBezTo>
                    <a:pt x="47389" y="-6745"/>
                    <a:pt x="75611" y="1978"/>
                    <a:pt x="87465" y="25054"/>
                  </a:cubicBezTo>
                  <a:cubicBezTo>
                    <a:pt x="99388" y="48130"/>
                    <a:pt x="90851" y="76837"/>
                    <a:pt x="68132" y="88938"/>
                  </a:cubicBezTo>
                  <a:cubicBezTo>
                    <a:pt x="45413" y="101039"/>
                    <a:pt x="17190" y="92316"/>
                    <a:pt x="5267" y="69233"/>
                  </a:cubicBezTo>
                  <a:cubicBezTo>
                    <a:pt x="-6587" y="46157"/>
                    <a:pt x="1951" y="17457"/>
                    <a:pt x="24670" y="535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59" name="자유형: 도형 1958">
              <a:extLst>
                <a:ext uri="{FF2B5EF4-FFF2-40B4-BE49-F238E27FC236}">
                  <a16:creationId xmlns:a16="http://schemas.microsoft.com/office/drawing/2014/main" id="{41795B0F-D38E-A12A-01DA-847A6F4D6597}"/>
                </a:ext>
              </a:extLst>
            </p:cNvPr>
            <p:cNvSpPr/>
            <p:nvPr/>
          </p:nvSpPr>
          <p:spPr>
            <a:xfrm>
              <a:off x="6037401" y="5570271"/>
              <a:ext cx="49478" cy="50248"/>
            </a:xfrm>
            <a:custGeom>
              <a:avLst/>
              <a:gdLst>
                <a:gd name="connsiteX0" fmla="*/ 13077 w 49478"/>
                <a:gd name="connsiteY0" fmla="*/ 2812 h 50248"/>
                <a:gd name="connsiteX1" fmla="*/ 46570 w 49478"/>
                <a:gd name="connsiteY1" fmla="*/ 13228 h 50248"/>
                <a:gd name="connsiteX2" fmla="*/ 36326 w 49478"/>
                <a:gd name="connsiteY2" fmla="*/ 47279 h 50248"/>
                <a:gd name="connsiteX3" fmla="*/ 2833 w 49478"/>
                <a:gd name="connsiteY3" fmla="*/ 36863 h 50248"/>
                <a:gd name="connsiteX4" fmla="*/ 13077 w 49478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8" h="50248">
                  <a:moveTo>
                    <a:pt x="13077" y="2812"/>
                  </a:moveTo>
                  <a:cubicBezTo>
                    <a:pt x="25255" y="-3658"/>
                    <a:pt x="40206" y="1126"/>
                    <a:pt x="46570" y="13228"/>
                  </a:cubicBezTo>
                  <a:cubicBezTo>
                    <a:pt x="52934" y="25609"/>
                    <a:pt x="48228" y="40801"/>
                    <a:pt x="36326" y="47279"/>
                  </a:cubicBezTo>
                  <a:cubicBezTo>
                    <a:pt x="24148" y="53749"/>
                    <a:pt x="9204" y="48964"/>
                    <a:pt x="2833" y="36863"/>
                  </a:cubicBezTo>
                  <a:cubicBezTo>
                    <a:pt x="-3532" y="24482"/>
                    <a:pt x="899" y="9282"/>
                    <a:pt x="1307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0" name="자유형: 도형 1959">
              <a:extLst>
                <a:ext uri="{FF2B5EF4-FFF2-40B4-BE49-F238E27FC236}">
                  <a16:creationId xmlns:a16="http://schemas.microsoft.com/office/drawing/2014/main" id="{469733D3-2D8F-DB06-DEA2-22F2AE158F0E}"/>
                </a:ext>
              </a:extLst>
            </p:cNvPr>
            <p:cNvSpPr/>
            <p:nvPr/>
          </p:nvSpPr>
          <p:spPr>
            <a:xfrm>
              <a:off x="6281434" y="5568128"/>
              <a:ext cx="50594" cy="51436"/>
            </a:xfrm>
            <a:custGeom>
              <a:avLst/>
              <a:gdLst>
                <a:gd name="connsiteX0" fmla="*/ 13464 w 50594"/>
                <a:gd name="connsiteY0" fmla="*/ 2982 h 51436"/>
                <a:gd name="connsiteX1" fmla="*/ 47514 w 50594"/>
                <a:gd name="connsiteY1" fmla="*/ 13677 h 51436"/>
                <a:gd name="connsiteX2" fmla="*/ 36994 w 50594"/>
                <a:gd name="connsiteY2" fmla="*/ 48295 h 51436"/>
                <a:gd name="connsiteX3" fmla="*/ 2951 w 50594"/>
                <a:gd name="connsiteY3" fmla="*/ 37600 h 51436"/>
                <a:gd name="connsiteX4" fmla="*/ 13464 w 50594"/>
                <a:gd name="connsiteY4" fmla="*/ 2982 h 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4" h="51436">
                  <a:moveTo>
                    <a:pt x="13464" y="2982"/>
                  </a:moveTo>
                  <a:cubicBezTo>
                    <a:pt x="25924" y="-3768"/>
                    <a:pt x="41150" y="1017"/>
                    <a:pt x="47514" y="13677"/>
                  </a:cubicBezTo>
                  <a:cubicBezTo>
                    <a:pt x="54161" y="26345"/>
                    <a:pt x="49455" y="41825"/>
                    <a:pt x="36994" y="48295"/>
                  </a:cubicBezTo>
                  <a:cubicBezTo>
                    <a:pt x="24541" y="55045"/>
                    <a:pt x="9315" y="50268"/>
                    <a:pt x="2951" y="37600"/>
                  </a:cubicBezTo>
                  <a:cubicBezTo>
                    <a:pt x="-3695" y="24939"/>
                    <a:pt x="1011" y="9460"/>
                    <a:pt x="13464" y="2982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1" name="자유형: 도형 1960">
              <a:extLst>
                <a:ext uri="{FF2B5EF4-FFF2-40B4-BE49-F238E27FC236}">
                  <a16:creationId xmlns:a16="http://schemas.microsoft.com/office/drawing/2014/main" id="{C7A1467D-3CFE-6FC9-36C7-F1FED4E5400E}"/>
                </a:ext>
              </a:extLst>
            </p:cNvPr>
            <p:cNvSpPr/>
            <p:nvPr/>
          </p:nvSpPr>
          <p:spPr>
            <a:xfrm>
              <a:off x="6692514" y="5447687"/>
              <a:ext cx="51683" cy="52547"/>
            </a:xfrm>
            <a:custGeom>
              <a:avLst/>
              <a:gdLst>
                <a:gd name="connsiteX0" fmla="*/ 13725 w 51683"/>
                <a:gd name="connsiteY0" fmla="*/ 2978 h 52547"/>
                <a:gd name="connsiteX1" fmla="*/ 48580 w 51683"/>
                <a:gd name="connsiteY1" fmla="*/ 13954 h 52547"/>
                <a:gd name="connsiteX2" fmla="*/ 37784 w 51683"/>
                <a:gd name="connsiteY2" fmla="*/ 49411 h 52547"/>
                <a:gd name="connsiteX3" fmla="*/ 2930 w 51683"/>
                <a:gd name="connsiteY3" fmla="*/ 38435 h 52547"/>
                <a:gd name="connsiteX4" fmla="*/ 13725 w 51683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83" h="52547">
                  <a:moveTo>
                    <a:pt x="13725" y="2978"/>
                  </a:moveTo>
                  <a:cubicBezTo>
                    <a:pt x="26213" y="-3779"/>
                    <a:pt x="41947" y="1006"/>
                    <a:pt x="48580" y="13954"/>
                  </a:cubicBezTo>
                  <a:cubicBezTo>
                    <a:pt x="55282" y="26614"/>
                    <a:pt x="50555" y="42660"/>
                    <a:pt x="37784" y="49411"/>
                  </a:cubicBezTo>
                  <a:cubicBezTo>
                    <a:pt x="25367" y="56167"/>
                    <a:pt x="9562" y="51383"/>
                    <a:pt x="2930" y="38435"/>
                  </a:cubicBezTo>
                  <a:cubicBezTo>
                    <a:pt x="-3703" y="25488"/>
                    <a:pt x="1025" y="9728"/>
                    <a:pt x="13725" y="2978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2" name="자유형: 도형 1961">
              <a:extLst>
                <a:ext uri="{FF2B5EF4-FFF2-40B4-BE49-F238E27FC236}">
                  <a16:creationId xmlns:a16="http://schemas.microsoft.com/office/drawing/2014/main" id="{9318A6F0-5529-149A-FD4C-9BF7C751624C}"/>
                </a:ext>
              </a:extLst>
            </p:cNvPr>
            <p:cNvSpPr/>
            <p:nvPr/>
          </p:nvSpPr>
          <p:spPr>
            <a:xfrm>
              <a:off x="6748559" y="5172057"/>
              <a:ext cx="53579" cy="54466"/>
            </a:xfrm>
            <a:custGeom>
              <a:avLst/>
              <a:gdLst>
                <a:gd name="connsiteX0" fmla="*/ 14124 w 53579"/>
                <a:gd name="connsiteY0" fmla="*/ 3093 h 54466"/>
                <a:gd name="connsiteX1" fmla="*/ 50389 w 53579"/>
                <a:gd name="connsiteY1" fmla="*/ 14348 h 54466"/>
                <a:gd name="connsiteX2" fmla="*/ 39312 w 53579"/>
                <a:gd name="connsiteY2" fmla="*/ 51218 h 54466"/>
                <a:gd name="connsiteX3" fmla="*/ 3046 w 53579"/>
                <a:gd name="connsiteY3" fmla="*/ 39956 h 54466"/>
                <a:gd name="connsiteX4" fmla="*/ 14124 w 53579"/>
                <a:gd name="connsiteY4" fmla="*/ 3093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9" h="54466">
                  <a:moveTo>
                    <a:pt x="14124" y="3093"/>
                  </a:moveTo>
                  <a:cubicBezTo>
                    <a:pt x="27177" y="-3944"/>
                    <a:pt x="43475" y="1121"/>
                    <a:pt x="50389" y="14348"/>
                  </a:cubicBezTo>
                  <a:cubicBezTo>
                    <a:pt x="57304" y="27576"/>
                    <a:pt x="52365" y="44182"/>
                    <a:pt x="39312" y="51218"/>
                  </a:cubicBezTo>
                  <a:cubicBezTo>
                    <a:pt x="26330" y="58248"/>
                    <a:pt x="10031" y="53184"/>
                    <a:pt x="3046" y="39956"/>
                  </a:cubicBezTo>
                  <a:cubicBezTo>
                    <a:pt x="-3868" y="26729"/>
                    <a:pt x="1141" y="10130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3" name="자유형: 도형 1962">
              <a:extLst>
                <a:ext uri="{FF2B5EF4-FFF2-40B4-BE49-F238E27FC236}">
                  <a16:creationId xmlns:a16="http://schemas.microsoft.com/office/drawing/2014/main" id="{73812D56-EB4D-CF6F-399D-B0F17F86BDCE}"/>
                </a:ext>
              </a:extLst>
            </p:cNvPr>
            <p:cNvSpPr/>
            <p:nvPr/>
          </p:nvSpPr>
          <p:spPr>
            <a:xfrm>
              <a:off x="6579061" y="4868408"/>
              <a:ext cx="54511" cy="55297"/>
            </a:xfrm>
            <a:custGeom>
              <a:avLst/>
              <a:gdLst>
                <a:gd name="connsiteX0" fmla="*/ 14521 w 54511"/>
                <a:gd name="connsiteY0" fmla="*/ 3080 h 55297"/>
                <a:gd name="connsiteX1" fmla="*/ 51330 w 54511"/>
                <a:gd name="connsiteY1" fmla="*/ 14622 h 55297"/>
                <a:gd name="connsiteX2" fmla="*/ 39971 w 54511"/>
                <a:gd name="connsiteY2" fmla="*/ 52051 h 55297"/>
                <a:gd name="connsiteX3" fmla="*/ 3169 w 54511"/>
                <a:gd name="connsiteY3" fmla="*/ 40510 h 55297"/>
                <a:gd name="connsiteX4" fmla="*/ 14521 w 54511"/>
                <a:gd name="connsiteY4" fmla="*/ 3080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11" h="55297">
                  <a:moveTo>
                    <a:pt x="14521" y="3080"/>
                  </a:moveTo>
                  <a:cubicBezTo>
                    <a:pt x="27835" y="-3950"/>
                    <a:pt x="44416" y="1114"/>
                    <a:pt x="51330" y="14622"/>
                  </a:cubicBezTo>
                  <a:cubicBezTo>
                    <a:pt x="58245" y="28129"/>
                    <a:pt x="53306" y="45014"/>
                    <a:pt x="39971" y="52051"/>
                  </a:cubicBezTo>
                  <a:cubicBezTo>
                    <a:pt x="26706" y="59088"/>
                    <a:pt x="10090" y="54024"/>
                    <a:pt x="3169" y="40510"/>
                  </a:cubicBezTo>
                  <a:cubicBezTo>
                    <a:pt x="-4028" y="27003"/>
                    <a:pt x="1236" y="10117"/>
                    <a:pt x="14521" y="3080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4" name="자유형: 도형 1963">
              <a:extLst>
                <a:ext uri="{FF2B5EF4-FFF2-40B4-BE49-F238E27FC236}">
                  <a16:creationId xmlns:a16="http://schemas.microsoft.com/office/drawing/2014/main" id="{C19AE854-3160-0D00-C3F5-98398E625FE7}"/>
                </a:ext>
              </a:extLst>
            </p:cNvPr>
            <p:cNvSpPr/>
            <p:nvPr/>
          </p:nvSpPr>
          <p:spPr>
            <a:xfrm>
              <a:off x="7090351" y="4498783"/>
              <a:ext cx="56265" cy="57215"/>
            </a:xfrm>
            <a:custGeom>
              <a:avLst/>
              <a:gdLst>
                <a:gd name="connsiteX0" fmla="*/ 14810 w 56265"/>
                <a:gd name="connsiteY0" fmla="*/ 3200 h 57215"/>
                <a:gd name="connsiteX1" fmla="*/ 52981 w 56265"/>
                <a:gd name="connsiteY1" fmla="*/ 15014 h 57215"/>
                <a:gd name="connsiteX2" fmla="*/ 41339 w 56265"/>
                <a:gd name="connsiteY2" fmla="*/ 53849 h 57215"/>
                <a:gd name="connsiteX3" fmla="*/ 3168 w 56265"/>
                <a:gd name="connsiteY3" fmla="*/ 42035 h 57215"/>
                <a:gd name="connsiteX4" fmla="*/ 14810 w 56265"/>
                <a:gd name="connsiteY4" fmla="*/ 3200 h 5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5" h="57215">
                  <a:moveTo>
                    <a:pt x="14810" y="3200"/>
                  </a:moveTo>
                  <a:cubicBezTo>
                    <a:pt x="28639" y="-4117"/>
                    <a:pt x="45784" y="1227"/>
                    <a:pt x="52981" y="15014"/>
                  </a:cubicBezTo>
                  <a:cubicBezTo>
                    <a:pt x="60178" y="28807"/>
                    <a:pt x="54886" y="46532"/>
                    <a:pt x="41339" y="53849"/>
                  </a:cubicBezTo>
                  <a:cubicBezTo>
                    <a:pt x="27511" y="61173"/>
                    <a:pt x="10365" y="55822"/>
                    <a:pt x="3168" y="42035"/>
                  </a:cubicBezTo>
                  <a:cubicBezTo>
                    <a:pt x="-4028" y="27961"/>
                    <a:pt x="1194" y="10516"/>
                    <a:pt x="14810" y="3200"/>
                  </a:cubicBezTo>
                  <a:close/>
                </a:path>
              </a:pathLst>
            </a:custGeom>
            <a:solidFill>
              <a:srgbClr val="00FFDD">
                <a:alpha val="8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5" name="자유형: 도형 1964">
              <a:extLst>
                <a:ext uri="{FF2B5EF4-FFF2-40B4-BE49-F238E27FC236}">
                  <a16:creationId xmlns:a16="http://schemas.microsoft.com/office/drawing/2014/main" id="{D2508A03-4FA0-5877-CF91-91E5F15D1C81}"/>
                </a:ext>
              </a:extLst>
            </p:cNvPr>
            <p:cNvSpPr/>
            <p:nvPr/>
          </p:nvSpPr>
          <p:spPr>
            <a:xfrm>
              <a:off x="7104296" y="4247022"/>
              <a:ext cx="58515" cy="59515"/>
            </a:xfrm>
            <a:custGeom>
              <a:avLst/>
              <a:gdLst>
                <a:gd name="connsiteX0" fmla="*/ 15471 w 58515"/>
                <a:gd name="connsiteY0" fmla="*/ 3361 h 59515"/>
                <a:gd name="connsiteX1" fmla="*/ 55052 w 58515"/>
                <a:gd name="connsiteY1" fmla="*/ 15749 h 59515"/>
                <a:gd name="connsiteX2" fmla="*/ 42916 w 58515"/>
                <a:gd name="connsiteY2" fmla="*/ 55990 h 59515"/>
                <a:gd name="connsiteX3" fmla="*/ 3334 w 58515"/>
                <a:gd name="connsiteY3" fmla="*/ 43609 h 59515"/>
                <a:gd name="connsiteX4" fmla="*/ 15471 w 58515"/>
                <a:gd name="connsiteY4" fmla="*/ 3361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15" h="59515">
                  <a:moveTo>
                    <a:pt x="15471" y="3361"/>
                  </a:moveTo>
                  <a:cubicBezTo>
                    <a:pt x="29863" y="-4236"/>
                    <a:pt x="47644" y="1108"/>
                    <a:pt x="55052" y="15749"/>
                  </a:cubicBezTo>
                  <a:cubicBezTo>
                    <a:pt x="62531" y="30382"/>
                    <a:pt x="57310" y="48394"/>
                    <a:pt x="42916" y="55990"/>
                  </a:cubicBezTo>
                  <a:cubicBezTo>
                    <a:pt x="28523" y="63587"/>
                    <a:pt x="10814" y="58243"/>
                    <a:pt x="3334" y="43609"/>
                  </a:cubicBezTo>
                  <a:cubicBezTo>
                    <a:pt x="-4144" y="28976"/>
                    <a:pt x="1077" y="10964"/>
                    <a:pt x="15471" y="3361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6" name="자유형: 도형 1965">
              <a:extLst>
                <a:ext uri="{FF2B5EF4-FFF2-40B4-BE49-F238E27FC236}">
                  <a16:creationId xmlns:a16="http://schemas.microsoft.com/office/drawing/2014/main" id="{35A6640C-AE6C-386E-6F36-F33647BFCE61}"/>
                </a:ext>
              </a:extLst>
            </p:cNvPr>
            <p:cNvSpPr/>
            <p:nvPr/>
          </p:nvSpPr>
          <p:spPr>
            <a:xfrm>
              <a:off x="7490614" y="4297284"/>
              <a:ext cx="60426" cy="61432"/>
            </a:xfrm>
            <a:custGeom>
              <a:avLst/>
              <a:gdLst>
                <a:gd name="connsiteX0" fmla="*/ 15869 w 60426"/>
                <a:gd name="connsiteY0" fmla="*/ 3477 h 61432"/>
                <a:gd name="connsiteX1" fmla="*/ 56862 w 60426"/>
                <a:gd name="connsiteY1" fmla="*/ 16144 h 61432"/>
                <a:gd name="connsiteX2" fmla="*/ 44374 w 60426"/>
                <a:gd name="connsiteY2" fmla="*/ 57792 h 61432"/>
                <a:gd name="connsiteX3" fmla="*/ 3451 w 60426"/>
                <a:gd name="connsiteY3" fmla="*/ 45131 h 61432"/>
                <a:gd name="connsiteX4" fmla="*/ 15869 w 60426"/>
                <a:gd name="connsiteY4" fmla="*/ 3477 h 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2">
                  <a:moveTo>
                    <a:pt x="15869" y="3477"/>
                  </a:moveTo>
                  <a:cubicBezTo>
                    <a:pt x="30544" y="-4400"/>
                    <a:pt x="49100" y="1224"/>
                    <a:pt x="56862" y="16144"/>
                  </a:cubicBezTo>
                  <a:cubicBezTo>
                    <a:pt x="64623" y="31057"/>
                    <a:pt x="59049" y="49908"/>
                    <a:pt x="44374" y="57792"/>
                  </a:cubicBezTo>
                  <a:cubicBezTo>
                    <a:pt x="29698" y="65668"/>
                    <a:pt x="11212" y="60044"/>
                    <a:pt x="3451" y="45131"/>
                  </a:cubicBezTo>
                  <a:cubicBezTo>
                    <a:pt x="-4310" y="30211"/>
                    <a:pt x="1194" y="11360"/>
                    <a:pt x="15869" y="34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7" name="자유형: 도형 1966">
              <a:extLst>
                <a:ext uri="{FF2B5EF4-FFF2-40B4-BE49-F238E27FC236}">
                  <a16:creationId xmlns:a16="http://schemas.microsoft.com/office/drawing/2014/main" id="{2BAFB3B9-8E69-0B5D-DD41-1C1CF2BB479F}"/>
                </a:ext>
              </a:extLst>
            </p:cNvPr>
            <p:cNvSpPr/>
            <p:nvPr/>
          </p:nvSpPr>
          <p:spPr>
            <a:xfrm>
              <a:off x="8008393" y="4357671"/>
              <a:ext cx="61775" cy="62796"/>
            </a:xfrm>
            <a:custGeom>
              <a:avLst/>
              <a:gdLst>
                <a:gd name="connsiteX0" fmla="*/ 16323 w 61775"/>
                <a:gd name="connsiteY0" fmla="*/ 3595 h 62796"/>
                <a:gd name="connsiteX1" fmla="*/ 58092 w 61775"/>
                <a:gd name="connsiteY1" fmla="*/ 16543 h 62796"/>
                <a:gd name="connsiteX2" fmla="*/ 45392 w 61775"/>
                <a:gd name="connsiteY2" fmla="*/ 59037 h 62796"/>
                <a:gd name="connsiteX3" fmla="*/ 3552 w 61775"/>
                <a:gd name="connsiteY3" fmla="*/ 46089 h 62796"/>
                <a:gd name="connsiteX4" fmla="*/ 16323 w 61775"/>
                <a:gd name="connsiteY4" fmla="*/ 3595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75" h="62796">
                  <a:moveTo>
                    <a:pt x="16323" y="3595"/>
                  </a:moveTo>
                  <a:cubicBezTo>
                    <a:pt x="31281" y="-4568"/>
                    <a:pt x="50048" y="1343"/>
                    <a:pt x="58092" y="16543"/>
                  </a:cubicBezTo>
                  <a:cubicBezTo>
                    <a:pt x="66135" y="31736"/>
                    <a:pt x="60279" y="50874"/>
                    <a:pt x="45392" y="59037"/>
                  </a:cubicBezTo>
                  <a:cubicBezTo>
                    <a:pt x="30434" y="67200"/>
                    <a:pt x="11596" y="61289"/>
                    <a:pt x="3552" y="46089"/>
                  </a:cubicBezTo>
                  <a:cubicBezTo>
                    <a:pt x="-4491" y="30896"/>
                    <a:pt x="1365" y="11759"/>
                    <a:pt x="16323" y="35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8" name="자유형: 도형 1967">
              <a:extLst>
                <a:ext uri="{FF2B5EF4-FFF2-40B4-BE49-F238E27FC236}">
                  <a16:creationId xmlns:a16="http://schemas.microsoft.com/office/drawing/2014/main" id="{AEB70A1F-8D47-5C97-CDF0-24162D8B63F5}"/>
                </a:ext>
              </a:extLst>
            </p:cNvPr>
            <p:cNvSpPr/>
            <p:nvPr/>
          </p:nvSpPr>
          <p:spPr>
            <a:xfrm>
              <a:off x="8229591" y="4086949"/>
              <a:ext cx="62574" cy="63623"/>
            </a:xfrm>
            <a:custGeom>
              <a:avLst/>
              <a:gdLst>
                <a:gd name="connsiteX0" fmla="*/ 16528 w 62574"/>
                <a:gd name="connsiteY0" fmla="*/ 3587 h 63623"/>
                <a:gd name="connsiteX1" fmla="*/ 58932 w 62574"/>
                <a:gd name="connsiteY1" fmla="*/ 16814 h 63623"/>
                <a:gd name="connsiteX2" fmla="*/ 45880 w 62574"/>
                <a:gd name="connsiteY2" fmla="*/ 59875 h 63623"/>
                <a:gd name="connsiteX3" fmla="*/ 3546 w 62574"/>
                <a:gd name="connsiteY3" fmla="*/ 46647 h 63623"/>
                <a:gd name="connsiteX4" fmla="*/ 16528 w 62574"/>
                <a:gd name="connsiteY4" fmla="*/ 3587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23">
                  <a:moveTo>
                    <a:pt x="16528" y="3587"/>
                  </a:moveTo>
                  <a:cubicBezTo>
                    <a:pt x="31768" y="-4576"/>
                    <a:pt x="50890" y="1334"/>
                    <a:pt x="58932" y="16814"/>
                  </a:cubicBezTo>
                  <a:cubicBezTo>
                    <a:pt x="66905" y="32294"/>
                    <a:pt x="61120" y="51712"/>
                    <a:pt x="45880" y="59875"/>
                  </a:cubicBezTo>
                  <a:cubicBezTo>
                    <a:pt x="30639" y="68031"/>
                    <a:pt x="11590" y="62127"/>
                    <a:pt x="3546" y="46647"/>
                  </a:cubicBezTo>
                  <a:cubicBezTo>
                    <a:pt x="-4497" y="31168"/>
                    <a:pt x="1359" y="11750"/>
                    <a:pt x="16528" y="358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69" name="자유형: 도형 1968">
              <a:extLst>
                <a:ext uri="{FF2B5EF4-FFF2-40B4-BE49-F238E27FC236}">
                  <a16:creationId xmlns:a16="http://schemas.microsoft.com/office/drawing/2014/main" id="{C2B4ADF4-CAD1-F01F-7A38-49EC1480715B}"/>
                </a:ext>
              </a:extLst>
            </p:cNvPr>
            <p:cNvSpPr/>
            <p:nvPr/>
          </p:nvSpPr>
          <p:spPr>
            <a:xfrm>
              <a:off x="8515714" y="4201662"/>
              <a:ext cx="64710" cy="65807"/>
            </a:xfrm>
            <a:custGeom>
              <a:avLst/>
              <a:gdLst>
                <a:gd name="connsiteX0" fmla="*/ 17215 w 64710"/>
                <a:gd name="connsiteY0" fmla="*/ 3695 h 65807"/>
                <a:gd name="connsiteX1" fmla="*/ 60960 w 64710"/>
                <a:gd name="connsiteY1" fmla="*/ 17489 h 65807"/>
                <a:gd name="connsiteX2" fmla="*/ 47342 w 64710"/>
                <a:gd name="connsiteY2" fmla="*/ 61948 h 65807"/>
                <a:gd name="connsiteX3" fmla="*/ 3669 w 64710"/>
                <a:gd name="connsiteY3" fmla="*/ 48161 h 65807"/>
                <a:gd name="connsiteX4" fmla="*/ 17215 w 64710"/>
                <a:gd name="connsiteY4" fmla="*/ 3695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0" h="65807">
                  <a:moveTo>
                    <a:pt x="17215" y="3695"/>
                  </a:moveTo>
                  <a:cubicBezTo>
                    <a:pt x="32949" y="-4748"/>
                    <a:pt x="52634" y="1443"/>
                    <a:pt x="60960" y="17489"/>
                  </a:cubicBezTo>
                  <a:cubicBezTo>
                    <a:pt x="69215" y="33528"/>
                    <a:pt x="63147" y="53505"/>
                    <a:pt x="47342" y="61948"/>
                  </a:cubicBezTo>
                  <a:cubicBezTo>
                    <a:pt x="31609" y="70391"/>
                    <a:pt x="11923" y="64200"/>
                    <a:pt x="3669" y="48161"/>
                  </a:cubicBezTo>
                  <a:cubicBezTo>
                    <a:pt x="-4657" y="32122"/>
                    <a:pt x="1411" y="12138"/>
                    <a:pt x="17215" y="369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0" name="자유형: 도형 1969">
              <a:extLst>
                <a:ext uri="{FF2B5EF4-FFF2-40B4-BE49-F238E27FC236}">
                  <a16:creationId xmlns:a16="http://schemas.microsoft.com/office/drawing/2014/main" id="{18BD0B9F-BBE2-380C-B578-BC48ADB34DE3}"/>
                </a:ext>
              </a:extLst>
            </p:cNvPr>
            <p:cNvSpPr/>
            <p:nvPr/>
          </p:nvSpPr>
          <p:spPr>
            <a:xfrm>
              <a:off x="9224179" y="4277757"/>
              <a:ext cx="66735" cy="67840"/>
            </a:xfrm>
            <a:custGeom>
              <a:avLst/>
              <a:gdLst>
                <a:gd name="connsiteX0" fmla="*/ 17625 w 66735"/>
                <a:gd name="connsiteY0" fmla="*/ 3865 h 67840"/>
                <a:gd name="connsiteX1" fmla="*/ 62780 w 66735"/>
                <a:gd name="connsiteY1" fmla="*/ 17938 h 67840"/>
                <a:gd name="connsiteX2" fmla="*/ 48951 w 66735"/>
                <a:gd name="connsiteY2" fmla="*/ 63811 h 67840"/>
                <a:gd name="connsiteX3" fmla="*/ 3795 w 66735"/>
                <a:gd name="connsiteY3" fmla="*/ 49737 h 67840"/>
                <a:gd name="connsiteX4" fmla="*/ 17625 w 66735"/>
                <a:gd name="connsiteY4" fmla="*/ 3865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35" h="67840">
                  <a:moveTo>
                    <a:pt x="17625" y="3865"/>
                  </a:moveTo>
                  <a:cubicBezTo>
                    <a:pt x="33993" y="-4858"/>
                    <a:pt x="54172" y="1333"/>
                    <a:pt x="62780" y="17938"/>
                  </a:cubicBezTo>
                  <a:cubicBezTo>
                    <a:pt x="71388" y="34544"/>
                    <a:pt x="65250" y="55088"/>
                    <a:pt x="48951" y="63811"/>
                  </a:cubicBezTo>
                  <a:cubicBezTo>
                    <a:pt x="32582" y="72534"/>
                    <a:pt x="12403" y="66343"/>
                    <a:pt x="3795" y="49737"/>
                  </a:cubicBezTo>
                  <a:cubicBezTo>
                    <a:pt x="-4742" y="33132"/>
                    <a:pt x="1326" y="12588"/>
                    <a:pt x="17625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1" name="자유형: 도형 1970">
              <a:extLst>
                <a:ext uri="{FF2B5EF4-FFF2-40B4-BE49-F238E27FC236}">
                  <a16:creationId xmlns:a16="http://schemas.microsoft.com/office/drawing/2014/main" id="{FC134039-6D9B-9027-270C-E43CD66C2288}"/>
                </a:ext>
              </a:extLst>
            </p:cNvPr>
            <p:cNvSpPr/>
            <p:nvPr/>
          </p:nvSpPr>
          <p:spPr>
            <a:xfrm>
              <a:off x="9588226" y="3944881"/>
              <a:ext cx="69685" cy="70837"/>
            </a:xfrm>
            <a:custGeom>
              <a:avLst/>
              <a:gdLst>
                <a:gd name="connsiteX0" fmla="*/ 18422 w 69685"/>
                <a:gd name="connsiteY0" fmla="*/ 4099 h 70837"/>
                <a:gd name="connsiteX1" fmla="*/ 65483 w 69685"/>
                <a:gd name="connsiteY1" fmla="*/ 18732 h 70837"/>
                <a:gd name="connsiteX2" fmla="*/ 51090 w 69685"/>
                <a:gd name="connsiteY2" fmla="*/ 66577 h 70837"/>
                <a:gd name="connsiteX3" fmla="*/ 4029 w 69685"/>
                <a:gd name="connsiteY3" fmla="*/ 51944 h 70837"/>
                <a:gd name="connsiteX4" fmla="*/ 18422 w 69685"/>
                <a:gd name="connsiteY4" fmla="*/ 409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99"/>
                  </a:moveTo>
                  <a:cubicBezTo>
                    <a:pt x="35356" y="-5190"/>
                    <a:pt x="56663" y="1566"/>
                    <a:pt x="65483" y="18732"/>
                  </a:cubicBezTo>
                  <a:cubicBezTo>
                    <a:pt x="74655" y="35897"/>
                    <a:pt x="68023" y="57567"/>
                    <a:pt x="51090" y="66577"/>
                  </a:cubicBezTo>
                  <a:cubicBezTo>
                    <a:pt x="34227" y="75859"/>
                    <a:pt x="12919" y="69109"/>
                    <a:pt x="4029" y="51944"/>
                  </a:cubicBezTo>
                  <a:cubicBezTo>
                    <a:pt x="-5073" y="34771"/>
                    <a:pt x="1559" y="13101"/>
                    <a:pt x="18422" y="40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2" name="자유형: 도형 1971">
              <a:extLst>
                <a:ext uri="{FF2B5EF4-FFF2-40B4-BE49-F238E27FC236}">
                  <a16:creationId xmlns:a16="http://schemas.microsoft.com/office/drawing/2014/main" id="{753E9B90-C9C4-25A8-01DB-E623BAF44348}"/>
                </a:ext>
              </a:extLst>
            </p:cNvPr>
            <p:cNvSpPr/>
            <p:nvPr/>
          </p:nvSpPr>
          <p:spPr>
            <a:xfrm>
              <a:off x="9868929" y="3614498"/>
              <a:ext cx="70761" cy="71945"/>
            </a:xfrm>
            <a:custGeom>
              <a:avLst/>
              <a:gdLst>
                <a:gd name="connsiteX0" fmla="*/ 18672 w 70761"/>
                <a:gd name="connsiteY0" fmla="*/ 4091 h 71945"/>
                <a:gd name="connsiteX1" fmla="*/ 66580 w 70761"/>
                <a:gd name="connsiteY1" fmla="*/ 19005 h 71945"/>
                <a:gd name="connsiteX2" fmla="*/ 51905 w 70761"/>
                <a:gd name="connsiteY2" fmla="*/ 67689 h 71945"/>
                <a:gd name="connsiteX3" fmla="*/ 4068 w 70761"/>
                <a:gd name="connsiteY3" fmla="*/ 52775 h 71945"/>
                <a:gd name="connsiteX4" fmla="*/ 18672 w 70761"/>
                <a:gd name="connsiteY4" fmla="*/ 4091 h 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61" h="71945">
                  <a:moveTo>
                    <a:pt x="18672" y="4091"/>
                  </a:moveTo>
                  <a:cubicBezTo>
                    <a:pt x="35888" y="-5198"/>
                    <a:pt x="57478" y="1552"/>
                    <a:pt x="66580" y="19005"/>
                  </a:cubicBezTo>
                  <a:cubicBezTo>
                    <a:pt x="75753" y="36449"/>
                    <a:pt x="69049" y="58399"/>
                    <a:pt x="51905" y="67689"/>
                  </a:cubicBezTo>
                  <a:cubicBezTo>
                    <a:pt x="34759" y="76978"/>
                    <a:pt x="13170" y="70221"/>
                    <a:pt x="4068" y="52775"/>
                  </a:cubicBezTo>
                  <a:cubicBezTo>
                    <a:pt x="-5105" y="35323"/>
                    <a:pt x="1528" y="13373"/>
                    <a:pt x="18672" y="409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3" name="자유형: 도형 1972">
              <a:extLst>
                <a:ext uri="{FF2B5EF4-FFF2-40B4-BE49-F238E27FC236}">
                  <a16:creationId xmlns:a16="http://schemas.microsoft.com/office/drawing/2014/main" id="{5333C8ED-C2ED-3F27-4DEE-41D19B29934A}"/>
                </a:ext>
              </a:extLst>
            </p:cNvPr>
            <p:cNvSpPr/>
            <p:nvPr/>
          </p:nvSpPr>
          <p:spPr>
            <a:xfrm>
              <a:off x="10351123" y="3192081"/>
              <a:ext cx="74922" cy="76165"/>
            </a:xfrm>
            <a:custGeom>
              <a:avLst/>
              <a:gdLst>
                <a:gd name="connsiteX0" fmla="*/ 19785 w 74922"/>
                <a:gd name="connsiteY0" fmla="*/ 4367 h 76165"/>
                <a:gd name="connsiteX1" fmla="*/ 70445 w 74922"/>
                <a:gd name="connsiteY1" fmla="*/ 20126 h 76165"/>
                <a:gd name="connsiteX2" fmla="*/ 54993 w 74922"/>
                <a:gd name="connsiteY2" fmla="*/ 71630 h 76165"/>
                <a:gd name="connsiteX3" fmla="*/ 4334 w 74922"/>
                <a:gd name="connsiteY3" fmla="*/ 55870 h 76165"/>
                <a:gd name="connsiteX4" fmla="*/ 19785 w 74922"/>
                <a:gd name="connsiteY4" fmla="*/ 4367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22" h="76165">
                  <a:moveTo>
                    <a:pt x="19785" y="4367"/>
                  </a:moveTo>
                  <a:cubicBezTo>
                    <a:pt x="38060" y="-5482"/>
                    <a:pt x="60779" y="1555"/>
                    <a:pt x="70445" y="20126"/>
                  </a:cubicBezTo>
                  <a:cubicBezTo>
                    <a:pt x="80182" y="38704"/>
                    <a:pt x="73267" y="61780"/>
                    <a:pt x="54993" y="71630"/>
                  </a:cubicBezTo>
                  <a:cubicBezTo>
                    <a:pt x="36719" y="81478"/>
                    <a:pt x="14000" y="74441"/>
                    <a:pt x="4334" y="55870"/>
                  </a:cubicBezTo>
                  <a:cubicBezTo>
                    <a:pt x="-5403" y="37291"/>
                    <a:pt x="1582" y="14215"/>
                    <a:pt x="19785" y="436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4" name="자유형: 도형 1973">
              <a:extLst>
                <a:ext uri="{FF2B5EF4-FFF2-40B4-BE49-F238E27FC236}">
                  <a16:creationId xmlns:a16="http://schemas.microsoft.com/office/drawing/2014/main" id="{22D321B9-8D1D-C09F-5804-362EF6B85032}"/>
                </a:ext>
              </a:extLst>
            </p:cNvPr>
            <p:cNvSpPr/>
            <p:nvPr/>
          </p:nvSpPr>
          <p:spPr>
            <a:xfrm>
              <a:off x="10155888" y="2941508"/>
              <a:ext cx="77037" cy="78349"/>
            </a:xfrm>
            <a:custGeom>
              <a:avLst/>
              <a:gdLst>
                <a:gd name="connsiteX0" fmla="*/ 20428 w 77037"/>
                <a:gd name="connsiteY0" fmla="*/ 4474 h 78349"/>
                <a:gd name="connsiteX1" fmla="*/ 72498 w 77037"/>
                <a:gd name="connsiteY1" fmla="*/ 20793 h 78349"/>
                <a:gd name="connsiteX2" fmla="*/ 56411 w 77037"/>
                <a:gd name="connsiteY2" fmla="*/ 73702 h 78349"/>
                <a:gd name="connsiteX3" fmla="*/ 4412 w 77037"/>
                <a:gd name="connsiteY3" fmla="*/ 57383 h 78349"/>
                <a:gd name="connsiteX4" fmla="*/ 20428 w 77037"/>
                <a:gd name="connsiteY4" fmla="*/ 4474 h 7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037" h="78349">
                  <a:moveTo>
                    <a:pt x="20428" y="4474"/>
                  </a:moveTo>
                  <a:cubicBezTo>
                    <a:pt x="39267" y="-5655"/>
                    <a:pt x="62550" y="1662"/>
                    <a:pt x="72498" y="20793"/>
                  </a:cubicBezTo>
                  <a:cubicBezTo>
                    <a:pt x="82447" y="39931"/>
                    <a:pt x="75250" y="63573"/>
                    <a:pt x="56411" y="73702"/>
                  </a:cubicBezTo>
                  <a:cubicBezTo>
                    <a:pt x="37643" y="83838"/>
                    <a:pt x="14360" y="76514"/>
                    <a:pt x="4412" y="57383"/>
                  </a:cubicBezTo>
                  <a:cubicBezTo>
                    <a:pt x="-5537" y="38245"/>
                    <a:pt x="1660" y="14602"/>
                    <a:pt x="20428" y="4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5" name="자유형: 도형 1974">
              <a:extLst>
                <a:ext uri="{FF2B5EF4-FFF2-40B4-BE49-F238E27FC236}">
                  <a16:creationId xmlns:a16="http://schemas.microsoft.com/office/drawing/2014/main" id="{057B62EE-1CE2-4F6F-1C8A-9E4D659586BF}"/>
                </a:ext>
              </a:extLst>
            </p:cNvPr>
            <p:cNvSpPr/>
            <p:nvPr/>
          </p:nvSpPr>
          <p:spPr>
            <a:xfrm>
              <a:off x="10542324" y="2364589"/>
              <a:ext cx="80915" cy="82287"/>
            </a:xfrm>
            <a:custGeom>
              <a:avLst/>
              <a:gdLst>
                <a:gd name="connsiteX0" fmla="*/ 21554 w 80915"/>
                <a:gd name="connsiteY0" fmla="*/ 4755 h 82287"/>
                <a:gd name="connsiteX1" fmla="*/ 76094 w 80915"/>
                <a:gd name="connsiteY1" fmla="*/ 21920 h 82287"/>
                <a:gd name="connsiteX2" fmla="*/ 59231 w 80915"/>
                <a:gd name="connsiteY2" fmla="*/ 77361 h 82287"/>
                <a:gd name="connsiteX3" fmla="*/ 4692 w 80915"/>
                <a:gd name="connsiteY3" fmla="*/ 60196 h 82287"/>
                <a:gd name="connsiteX4" fmla="*/ 21554 w 80915"/>
                <a:gd name="connsiteY4" fmla="*/ 4755 h 8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15" h="82287">
                  <a:moveTo>
                    <a:pt x="21554" y="4755"/>
                  </a:moveTo>
                  <a:cubicBezTo>
                    <a:pt x="41239" y="-5941"/>
                    <a:pt x="65863" y="1656"/>
                    <a:pt x="76094" y="21920"/>
                  </a:cubicBezTo>
                  <a:cubicBezTo>
                    <a:pt x="86607" y="41897"/>
                    <a:pt x="79128" y="66946"/>
                    <a:pt x="59231" y="77361"/>
                  </a:cubicBezTo>
                  <a:cubicBezTo>
                    <a:pt x="39546" y="88057"/>
                    <a:pt x="14922" y="80453"/>
                    <a:pt x="4692" y="60196"/>
                  </a:cubicBezTo>
                  <a:cubicBezTo>
                    <a:pt x="-5821" y="40212"/>
                    <a:pt x="1658" y="15163"/>
                    <a:pt x="21554" y="47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6" name="자유형: 도형 1975">
              <a:extLst>
                <a:ext uri="{FF2B5EF4-FFF2-40B4-BE49-F238E27FC236}">
                  <a16:creationId xmlns:a16="http://schemas.microsoft.com/office/drawing/2014/main" id="{5F4A4326-FE0C-6104-BEFC-7599CF99BE6D}"/>
                </a:ext>
              </a:extLst>
            </p:cNvPr>
            <p:cNvSpPr/>
            <p:nvPr/>
          </p:nvSpPr>
          <p:spPr>
            <a:xfrm>
              <a:off x="11126608" y="936862"/>
              <a:ext cx="86834" cy="88314"/>
            </a:xfrm>
            <a:custGeom>
              <a:avLst/>
              <a:gdLst>
                <a:gd name="connsiteX0" fmla="*/ 23025 w 86834"/>
                <a:gd name="connsiteY0" fmla="*/ 5089 h 88314"/>
                <a:gd name="connsiteX1" fmla="*/ 81657 w 86834"/>
                <a:gd name="connsiteY1" fmla="*/ 23387 h 88314"/>
                <a:gd name="connsiteX2" fmla="*/ 63665 w 86834"/>
                <a:gd name="connsiteY2" fmla="*/ 83047 h 88314"/>
                <a:gd name="connsiteX3" fmla="*/ 5034 w 86834"/>
                <a:gd name="connsiteY3" fmla="*/ 64755 h 88314"/>
                <a:gd name="connsiteX4" fmla="*/ 23025 w 86834"/>
                <a:gd name="connsiteY4" fmla="*/ 5089 h 8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34" h="88314">
                  <a:moveTo>
                    <a:pt x="23025" y="5089"/>
                  </a:moveTo>
                  <a:cubicBezTo>
                    <a:pt x="44333" y="-6446"/>
                    <a:pt x="70650" y="1997"/>
                    <a:pt x="81657" y="23387"/>
                  </a:cubicBezTo>
                  <a:cubicBezTo>
                    <a:pt x="93017" y="45050"/>
                    <a:pt x="84761" y="71792"/>
                    <a:pt x="63665" y="83047"/>
                  </a:cubicBezTo>
                  <a:cubicBezTo>
                    <a:pt x="42357" y="94581"/>
                    <a:pt x="16111" y="86138"/>
                    <a:pt x="5034" y="64755"/>
                  </a:cubicBezTo>
                  <a:cubicBezTo>
                    <a:pt x="-6326" y="43085"/>
                    <a:pt x="2000" y="16350"/>
                    <a:pt x="23025" y="5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77" name="자유형: 도형 1976">
              <a:extLst>
                <a:ext uri="{FF2B5EF4-FFF2-40B4-BE49-F238E27FC236}">
                  <a16:creationId xmlns:a16="http://schemas.microsoft.com/office/drawing/2014/main" id="{8C8CF954-C339-E572-DF11-092176DF436A}"/>
                </a:ext>
              </a:extLst>
            </p:cNvPr>
            <p:cNvSpPr/>
            <p:nvPr/>
          </p:nvSpPr>
          <p:spPr>
            <a:xfrm>
              <a:off x="11864504" y="1162518"/>
              <a:ext cx="88113" cy="89535"/>
            </a:xfrm>
            <a:custGeom>
              <a:avLst/>
              <a:gdLst>
                <a:gd name="connsiteX0" fmla="*/ 23354 w 88113"/>
                <a:gd name="connsiteY0" fmla="*/ 5137 h 89535"/>
                <a:gd name="connsiteX1" fmla="*/ 82904 w 88113"/>
                <a:gd name="connsiteY1" fmla="*/ 23715 h 89535"/>
                <a:gd name="connsiteX2" fmla="*/ 64629 w 88113"/>
                <a:gd name="connsiteY2" fmla="*/ 84221 h 89535"/>
                <a:gd name="connsiteX3" fmla="*/ 5081 w 88113"/>
                <a:gd name="connsiteY3" fmla="*/ 65643 h 89535"/>
                <a:gd name="connsiteX4" fmla="*/ 23354 w 88113"/>
                <a:gd name="connsiteY4" fmla="*/ 5137 h 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13" h="89535">
                  <a:moveTo>
                    <a:pt x="23354" y="5137"/>
                  </a:moveTo>
                  <a:cubicBezTo>
                    <a:pt x="44945" y="-6398"/>
                    <a:pt x="71545" y="1758"/>
                    <a:pt x="82904" y="23715"/>
                  </a:cubicBezTo>
                  <a:cubicBezTo>
                    <a:pt x="94263" y="45665"/>
                    <a:pt x="86220" y="72680"/>
                    <a:pt x="64629" y="84221"/>
                  </a:cubicBezTo>
                  <a:cubicBezTo>
                    <a:pt x="43040" y="95756"/>
                    <a:pt x="16440" y="87593"/>
                    <a:pt x="5081" y="65643"/>
                  </a:cubicBezTo>
                  <a:cubicBezTo>
                    <a:pt x="-6279" y="43693"/>
                    <a:pt x="1765" y="16679"/>
                    <a:pt x="23354" y="513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0" name="자유형: 도형 1979">
              <a:extLst>
                <a:ext uri="{FF2B5EF4-FFF2-40B4-BE49-F238E27FC236}">
                  <a16:creationId xmlns:a16="http://schemas.microsoft.com/office/drawing/2014/main" id="{5BC50CB1-3DB2-367A-D775-CA2EF33C3623}"/>
                </a:ext>
              </a:extLst>
            </p:cNvPr>
            <p:cNvSpPr/>
            <p:nvPr/>
          </p:nvSpPr>
          <p:spPr>
            <a:xfrm>
              <a:off x="6469226" y="5297009"/>
              <a:ext cx="49481" cy="50248"/>
            </a:xfrm>
            <a:custGeom>
              <a:avLst/>
              <a:gdLst>
                <a:gd name="connsiteX0" fmla="*/ 13075 w 49481"/>
                <a:gd name="connsiteY0" fmla="*/ 2811 h 50248"/>
                <a:gd name="connsiteX1" fmla="*/ 46568 w 49481"/>
                <a:gd name="connsiteY1" fmla="*/ 13220 h 50248"/>
                <a:gd name="connsiteX2" fmla="*/ 36330 w 49481"/>
                <a:gd name="connsiteY2" fmla="*/ 47278 h 50248"/>
                <a:gd name="connsiteX3" fmla="*/ 2837 w 49481"/>
                <a:gd name="connsiteY3" fmla="*/ 36863 h 50248"/>
                <a:gd name="connsiteX4" fmla="*/ 13075 w 49481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1" h="50248">
                  <a:moveTo>
                    <a:pt x="13075" y="2811"/>
                  </a:moveTo>
                  <a:cubicBezTo>
                    <a:pt x="25253" y="-3659"/>
                    <a:pt x="40204" y="1126"/>
                    <a:pt x="46568" y="13220"/>
                  </a:cubicBezTo>
                  <a:cubicBezTo>
                    <a:pt x="52939" y="25608"/>
                    <a:pt x="48233" y="40801"/>
                    <a:pt x="36330" y="47278"/>
                  </a:cubicBezTo>
                  <a:cubicBezTo>
                    <a:pt x="24152" y="53748"/>
                    <a:pt x="9201" y="48964"/>
                    <a:pt x="2837" y="36863"/>
                  </a:cubicBezTo>
                  <a:cubicBezTo>
                    <a:pt x="-3534" y="24482"/>
                    <a:pt x="897" y="9282"/>
                    <a:pt x="13075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1" name="자유형: 도형 1980">
              <a:extLst>
                <a:ext uri="{FF2B5EF4-FFF2-40B4-BE49-F238E27FC236}">
                  <a16:creationId xmlns:a16="http://schemas.microsoft.com/office/drawing/2014/main" id="{E18A6334-92FF-43B6-FAD2-63C71E93423F}"/>
                </a:ext>
              </a:extLst>
            </p:cNvPr>
            <p:cNvSpPr/>
            <p:nvPr/>
          </p:nvSpPr>
          <p:spPr>
            <a:xfrm>
              <a:off x="6865060" y="5433215"/>
              <a:ext cx="49530" cy="50305"/>
            </a:xfrm>
            <a:custGeom>
              <a:avLst/>
              <a:gdLst>
                <a:gd name="connsiteX0" fmla="*/ 13052 w 49530"/>
                <a:gd name="connsiteY0" fmla="*/ 2817 h 50305"/>
                <a:gd name="connsiteX1" fmla="*/ 46566 w 49530"/>
                <a:gd name="connsiteY1" fmla="*/ 13225 h 50305"/>
                <a:gd name="connsiteX2" fmla="*/ 36335 w 49530"/>
                <a:gd name="connsiteY2" fmla="*/ 47276 h 50305"/>
                <a:gd name="connsiteX3" fmla="*/ 2821 w 49530"/>
                <a:gd name="connsiteY3" fmla="*/ 36868 h 50305"/>
                <a:gd name="connsiteX4" fmla="*/ 13052 w 49530"/>
                <a:gd name="connsiteY4" fmla="*/ 2817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" h="50305">
                  <a:moveTo>
                    <a:pt x="13052" y="2817"/>
                  </a:moveTo>
                  <a:cubicBezTo>
                    <a:pt x="25258" y="-3661"/>
                    <a:pt x="40216" y="1124"/>
                    <a:pt x="46566" y="13225"/>
                  </a:cubicBezTo>
                  <a:cubicBezTo>
                    <a:pt x="52916" y="25606"/>
                    <a:pt x="48541" y="40805"/>
                    <a:pt x="36335" y="47276"/>
                  </a:cubicBezTo>
                  <a:cubicBezTo>
                    <a:pt x="24129" y="53753"/>
                    <a:pt x="9172" y="49248"/>
                    <a:pt x="2821" y="36868"/>
                  </a:cubicBezTo>
                  <a:cubicBezTo>
                    <a:pt x="-3529" y="24487"/>
                    <a:pt x="916" y="9287"/>
                    <a:pt x="13052" y="2817"/>
                  </a:cubicBezTo>
                  <a:close/>
                </a:path>
              </a:pathLst>
            </a:custGeom>
            <a:solidFill>
              <a:srgbClr val="00FFDD">
                <a:alpha val="6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2" name="자유형: 도형 1981">
              <a:extLst>
                <a:ext uri="{FF2B5EF4-FFF2-40B4-BE49-F238E27FC236}">
                  <a16:creationId xmlns:a16="http://schemas.microsoft.com/office/drawing/2014/main" id="{DE65AF9D-B484-B548-C511-88887D5301DB}"/>
                </a:ext>
              </a:extLst>
            </p:cNvPr>
            <p:cNvSpPr/>
            <p:nvPr/>
          </p:nvSpPr>
          <p:spPr>
            <a:xfrm>
              <a:off x="7099119" y="5464844"/>
              <a:ext cx="50596" cy="51437"/>
            </a:xfrm>
            <a:custGeom>
              <a:avLst/>
              <a:gdLst>
                <a:gd name="connsiteX0" fmla="*/ 13451 w 50596"/>
                <a:gd name="connsiteY0" fmla="*/ 2987 h 51437"/>
                <a:gd name="connsiteX1" fmla="*/ 47529 w 50596"/>
                <a:gd name="connsiteY1" fmla="*/ 13682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7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7"/>
                  </a:moveTo>
                  <a:cubicBezTo>
                    <a:pt x="25939" y="-3771"/>
                    <a:pt x="41179" y="1014"/>
                    <a:pt x="47529" y="13682"/>
                  </a:cubicBezTo>
                  <a:cubicBezTo>
                    <a:pt x="54162" y="26342"/>
                    <a:pt x="49434" y="41822"/>
                    <a:pt x="37016" y="48292"/>
                  </a:cubicBezTo>
                  <a:cubicBezTo>
                    <a:pt x="24528" y="55049"/>
                    <a:pt x="9358" y="50265"/>
                    <a:pt x="2938" y="37604"/>
                  </a:cubicBezTo>
                  <a:cubicBezTo>
                    <a:pt x="-3695" y="24936"/>
                    <a:pt x="1033" y="9457"/>
                    <a:pt x="13451" y="2987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3" name="자유형: 도형 1982">
              <a:extLst>
                <a:ext uri="{FF2B5EF4-FFF2-40B4-BE49-F238E27FC236}">
                  <a16:creationId xmlns:a16="http://schemas.microsoft.com/office/drawing/2014/main" id="{C1AADB03-89C2-0279-995F-8EE4E41498BA}"/>
                </a:ext>
              </a:extLst>
            </p:cNvPr>
            <p:cNvSpPr/>
            <p:nvPr/>
          </p:nvSpPr>
          <p:spPr>
            <a:xfrm>
              <a:off x="7344097" y="5259289"/>
              <a:ext cx="52273" cy="53233"/>
            </a:xfrm>
            <a:custGeom>
              <a:avLst/>
              <a:gdLst>
                <a:gd name="connsiteX0" fmla="*/ 13725 w 52273"/>
                <a:gd name="connsiteY0" fmla="*/ 3101 h 53233"/>
                <a:gd name="connsiteX1" fmla="*/ 49214 w 52273"/>
                <a:gd name="connsiteY1" fmla="*/ 14077 h 53233"/>
                <a:gd name="connsiteX2" fmla="*/ 38420 w 52273"/>
                <a:gd name="connsiteY2" fmla="*/ 50100 h 53233"/>
                <a:gd name="connsiteX3" fmla="*/ 2930 w 52273"/>
                <a:gd name="connsiteY3" fmla="*/ 39125 h 53233"/>
                <a:gd name="connsiteX4" fmla="*/ 13725 w 52273"/>
                <a:gd name="connsiteY4" fmla="*/ 3101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73" h="53233">
                  <a:moveTo>
                    <a:pt x="13725" y="3101"/>
                  </a:moveTo>
                  <a:cubicBezTo>
                    <a:pt x="26495" y="-3935"/>
                    <a:pt x="42512" y="1129"/>
                    <a:pt x="49214" y="14077"/>
                  </a:cubicBezTo>
                  <a:cubicBezTo>
                    <a:pt x="55847" y="27024"/>
                    <a:pt x="51119" y="43343"/>
                    <a:pt x="38420" y="50100"/>
                  </a:cubicBezTo>
                  <a:cubicBezTo>
                    <a:pt x="25649" y="56850"/>
                    <a:pt x="9632" y="52065"/>
                    <a:pt x="2930" y="39125"/>
                  </a:cubicBezTo>
                  <a:cubicBezTo>
                    <a:pt x="-3703" y="26178"/>
                    <a:pt x="1025" y="9859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4" name="자유형: 도형 1983">
              <a:extLst>
                <a:ext uri="{FF2B5EF4-FFF2-40B4-BE49-F238E27FC236}">
                  <a16:creationId xmlns:a16="http://schemas.microsoft.com/office/drawing/2014/main" id="{48FB74FE-8267-601B-89A6-7887D63F90BC}"/>
                </a:ext>
              </a:extLst>
            </p:cNvPr>
            <p:cNvSpPr/>
            <p:nvPr/>
          </p:nvSpPr>
          <p:spPr>
            <a:xfrm>
              <a:off x="7465542" y="4917374"/>
              <a:ext cx="54386" cy="55421"/>
            </a:xfrm>
            <a:custGeom>
              <a:avLst/>
              <a:gdLst>
                <a:gd name="connsiteX0" fmla="*/ 14412 w 54386"/>
                <a:gd name="connsiteY0" fmla="*/ 3085 h 55421"/>
                <a:gd name="connsiteX1" fmla="*/ 51172 w 54386"/>
                <a:gd name="connsiteY1" fmla="*/ 14619 h 55421"/>
                <a:gd name="connsiteX2" fmla="*/ 39882 w 54386"/>
                <a:gd name="connsiteY2" fmla="*/ 52049 h 55421"/>
                <a:gd name="connsiteX3" fmla="*/ 3052 w 54386"/>
                <a:gd name="connsiteY3" fmla="*/ 40514 h 55421"/>
                <a:gd name="connsiteX4" fmla="*/ 14412 w 54386"/>
                <a:gd name="connsiteY4" fmla="*/ 3085 h 55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6" h="55421">
                  <a:moveTo>
                    <a:pt x="14412" y="3085"/>
                  </a:moveTo>
                  <a:cubicBezTo>
                    <a:pt x="27676" y="-3952"/>
                    <a:pt x="44257" y="1112"/>
                    <a:pt x="51172" y="14619"/>
                  </a:cubicBezTo>
                  <a:cubicBezTo>
                    <a:pt x="58157" y="28134"/>
                    <a:pt x="53147" y="45019"/>
                    <a:pt x="39882" y="52049"/>
                  </a:cubicBezTo>
                  <a:cubicBezTo>
                    <a:pt x="26547" y="59373"/>
                    <a:pt x="9966" y="54022"/>
                    <a:pt x="3052" y="40514"/>
                  </a:cubicBezTo>
                  <a:cubicBezTo>
                    <a:pt x="-3862" y="27007"/>
                    <a:pt x="1076" y="10121"/>
                    <a:pt x="14412" y="3085"/>
                  </a:cubicBezTo>
                  <a:close/>
                </a:path>
              </a:pathLst>
            </a:custGeom>
            <a:solidFill>
              <a:srgbClr val="00FFDD">
                <a:alpha val="8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5" name="자유형: 도형 1984">
              <a:extLst>
                <a:ext uri="{FF2B5EF4-FFF2-40B4-BE49-F238E27FC236}">
                  <a16:creationId xmlns:a16="http://schemas.microsoft.com/office/drawing/2014/main" id="{53A0237E-9F7A-C219-B575-6AED4F53C575}"/>
                </a:ext>
              </a:extLst>
            </p:cNvPr>
            <p:cNvSpPr/>
            <p:nvPr/>
          </p:nvSpPr>
          <p:spPr>
            <a:xfrm>
              <a:off x="7848824" y="4731798"/>
              <a:ext cx="55703" cy="56657"/>
            </a:xfrm>
            <a:custGeom>
              <a:avLst/>
              <a:gdLst>
                <a:gd name="connsiteX0" fmla="*/ 14742 w 55703"/>
                <a:gd name="connsiteY0" fmla="*/ 3198 h 56657"/>
                <a:gd name="connsiteX1" fmla="*/ 52419 w 55703"/>
                <a:gd name="connsiteY1" fmla="*/ 15020 h 56657"/>
                <a:gd name="connsiteX2" fmla="*/ 40777 w 55703"/>
                <a:gd name="connsiteY2" fmla="*/ 53296 h 56657"/>
                <a:gd name="connsiteX3" fmla="*/ 3170 w 55703"/>
                <a:gd name="connsiteY3" fmla="*/ 41474 h 56657"/>
                <a:gd name="connsiteX4" fmla="*/ 14742 w 55703"/>
                <a:gd name="connsiteY4" fmla="*/ 3198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7">
                  <a:moveTo>
                    <a:pt x="14742" y="3198"/>
                  </a:moveTo>
                  <a:cubicBezTo>
                    <a:pt x="28359" y="-4118"/>
                    <a:pt x="45222" y="1233"/>
                    <a:pt x="52419" y="15020"/>
                  </a:cubicBezTo>
                  <a:cubicBezTo>
                    <a:pt x="59615" y="28814"/>
                    <a:pt x="54323" y="45980"/>
                    <a:pt x="40777" y="53296"/>
                  </a:cubicBezTo>
                  <a:cubicBezTo>
                    <a:pt x="27230" y="60613"/>
                    <a:pt x="10367" y="55269"/>
                    <a:pt x="3170" y="41474"/>
                  </a:cubicBezTo>
                  <a:cubicBezTo>
                    <a:pt x="-4026" y="27688"/>
                    <a:pt x="1196" y="10522"/>
                    <a:pt x="14742" y="3198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6" name="자유형: 도형 1985">
              <a:extLst>
                <a:ext uri="{FF2B5EF4-FFF2-40B4-BE49-F238E27FC236}">
                  <a16:creationId xmlns:a16="http://schemas.microsoft.com/office/drawing/2014/main" id="{9E6BED3E-E36A-E9E3-1713-8F537618A591}"/>
                </a:ext>
              </a:extLst>
            </p:cNvPr>
            <p:cNvSpPr/>
            <p:nvPr/>
          </p:nvSpPr>
          <p:spPr>
            <a:xfrm>
              <a:off x="7946089" y="4463430"/>
              <a:ext cx="57686" cy="58687"/>
            </a:xfrm>
            <a:custGeom>
              <a:avLst/>
              <a:gdLst>
                <a:gd name="connsiteX0" fmla="*/ 15196 w 57686"/>
                <a:gd name="connsiteY0" fmla="*/ 3368 h 58687"/>
                <a:gd name="connsiteX1" fmla="*/ 54214 w 57686"/>
                <a:gd name="connsiteY1" fmla="*/ 15469 h 58687"/>
                <a:gd name="connsiteX2" fmla="*/ 42361 w 57686"/>
                <a:gd name="connsiteY2" fmla="*/ 55151 h 58687"/>
                <a:gd name="connsiteX3" fmla="*/ 3343 w 57686"/>
                <a:gd name="connsiteY3" fmla="*/ 43050 h 58687"/>
                <a:gd name="connsiteX4" fmla="*/ 15196 w 57686"/>
                <a:gd name="connsiteY4" fmla="*/ 3368 h 5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7">
                  <a:moveTo>
                    <a:pt x="15196" y="3368"/>
                  </a:moveTo>
                  <a:cubicBezTo>
                    <a:pt x="29307" y="-4228"/>
                    <a:pt x="46806" y="1123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55"/>
                    <a:pt x="10751" y="57404"/>
                    <a:pt x="3343" y="43050"/>
                  </a:cubicBezTo>
                  <a:cubicBezTo>
                    <a:pt x="-4136" y="28697"/>
                    <a:pt x="1085" y="10972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7" name="자유형: 도형 1986">
              <a:extLst>
                <a:ext uri="{FF2B5EF4-FFF2-40B4-BE49-F238E27FC236}">
                  <a16:creationId xmlns:a16="http://schemas.microsoft.com/office/drawing/2014/main" id="{E2C992DD-5C4C-2E1C-6D9C-E72CAFFDBF7A}"/>
                </a:ext>
              </a:extLst>
            </p:cNvPr>
            <p:cNvSpPr/>
            <p:nvPr/>
          </p:nvSpPr>
          <p:spPr>
            <a:xfrm>
              <a:off x="8052536" y="4257322"/>
              <a:ext cx="59862" cy="60869"/>
            </a:xfrm>
            <a:custGeom>
              <a:avLst/>
              <a:gdLst>
                <a:gd name="connsiteX0" fmla="*/ 15924 w 59862"/>
                <a:gd name="connsiteY0" fmla="*/ 3476 h 60869"/>
                <a:gd name="connsiteX1" fmla="*/ 56281 w 59862"/>
                <a:gd name="connsiteY1" fmla="*/ 16137 h 60869"/>
                <a:gd name="connsiteX2" fmla="*/ 43864 w 59862"/>
                <a:gd name="connsiteY2" fmla="*/ 57225 h 60869"/>
                <a:gd name="connsiteX3" fmla="*/ 3435 w 59862"/>
                <a:gd name="connsiteY3" fmla="*/ 44565 h 60869"/>
                <a:gd name="connsiteX4" fmla="*/ 15924 w 59862"/>
                <a:gd name="connsiteY4" fmla="*/ 3476 h 6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69">
                  <a:moveTo>
                    <a:pt x="15924" y="3476"/>
                  </a:moveTo>
                  <a:cubicBezTo>
                    <a:pt x="30599" y="-4399"/>
                    <a:pt x="48591" y="1224"/>
                    <a:pt x="56281" y="16137"/>
                  </a:cubicBezTo>
                  <a:cubicBezTo>
                    <a:pt x="64042" y="31057"/>
                    <a:pt x="58540" y="49349"/>
                    <a:pt x="43864" y="57225"/>
                  </a:cubicBezTo>
                  <a:cubicBezTo>
                    <a:pt x="29188" y="65109"/>
                    <a:pt x="11196" y="59477"/>
                    <a:pt x="3435" y="44565"/>
                  </a:cubicBezTo>
                  <a:cubicBezTo>
                    <a:pt x="-4326" y="29652"/>
                    <a:pt x="1248" y="11360"/>
                    <a:pt x="15924" y="3476"/>
                  </a:cubicBezTo>
                  <a:close/>
                </a:path>
              </a:pathLst>
            </a:custGeom>
            <a:solidFill>
              <a:srgbClr val="00FFDD">
                <a:alpha val="9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8" name="자유형: 도형 1987">
              <a:extLst>
                <a:ext uri="{FF2B5EF4-FFF2-40B4-BE49-F238E27FC236}">
                  <a16:creationId xmlns:a16="http://schemas.microsoft.com/office/drawing/2014/main" id="{DFE1BD59-BD30-D645-3642-495F1EF84B50}"/>
                </a:ext>
              </a:extLst>
            </p:cNvPr>
            <p:cNvSpPr/>
            <p:nvPr/>
          </p:nvSpPr>
          <p:spPr>
            <a:xfrm>
              <a:off x="8519954" y="3849982"/>
              <a:ext cx="61757" cy="62796"/>
            </a:xfrm>
            <a:custGeom>
              <a:avLst/>
              <a:gdLst>
                <a:gd name="connsiteX0" fmla="*/ 16292 w 61757"/>
                <a:gd name="connsiteY0" fmla="*/ 3594 h 62796"/>
                <a:gd name="connsiteX1" fmla="*/ 58061 w 61757"/>
                <a:gd name="connsiteY1" fmla="*/ 16542 h 62796"/>
                <a:gd name="connsiteX2" fmla="*/ 45361 w 61757"/>
                <a:gd name="connsiteY2" fmla="*/ 59036 h 62796"/>
                <a:gd name="connsiteX3" fmla="*/ 3521 w 61757"/>
                <a:gd name="connsiteY3" fmla="*/ 46088 h 62796"/>
                <a:gd name="connsiteX4" fmla="*/ 16292 w 61757"/>
                <a:gd name="connsiteY4" fmla="*/ 3594 h 62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57" h="62796">
                  <a:moveTo>
                    <a:pt x="16292" y="3594"/>
                  </a:moveTo>
                  <a:cubicBezTo>
                    <a:pt x="31250" y="-4569"/>
                    <a:pt x="50088" y="1342"/>
                    <a:pt x="58061" y="16542"/>
                  </a:cubicBezTo>
                  <a:cubicBezTo>
                    <a:pt x="66104" y="31734"/>
                    <a:pt x="60319" y="50873"/>
                    <a:pt x="45361" y="59036"/>
                  </a:cubicBezTo>
                  <a:cubicBezTo>
                    <a:pt x="30403" y="67199"/>
                    <a:pt x="11564" y="61288"/>
                    <a:pt x="3521" y="46088"/>
                  </a:cubicBezTo>
                  <a:cubicBezTo>
                    <a:pt x="-4452" y="30895"/>
                    <a:pt x="1333" y="11757"/>
                    <a:pt x="16292" y="35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89" name="자유형: 도형 1988">
              <a:extLst>
                <a:ext uri="{FF2B5EF4-FFF2-40B4-BE49-F238E27FC236}">
                  <a16:creationId xmlns:a16="http://schemas.microsoft.com/office/drawing/2014/main" id="{27B9B75A-C237-B3C0-3CA8-9CD4D1D17028}"/>
                </a:ext>
              </a:extLst>
            </p:cNvPr>
            <p:cNvSpPr/>
            <p:nvPr/>
          </p:nvSpPr>
          <p:spPr>
            <a:xfrm>
              <a:off x="8854914" y="3662562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13 h 63619"/>
                <a:gd name="connsiteX2" fmla="*/ 45893 w 62564"/>
                <a:gd name="connsiteY2" fmla="*/ 59867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902" y="1334"/>
                    <a:pt x="58875" y="16813"/>
                  </a:cubicBezTo>
                  <a:cubicBezTo>
                    <a:pt x="66919" y="32293"/>
                    <a:pt x="61134" y="51711"/>
                    <a:pt x="45893" y="59867"/>
                  </a:cubicBezTo>
                  <a:cubicBezTo>
                    <a:pt x="30653" y="68030"/>
                    <a:pt x="11533" y="62119"/>
                    <a:pt x="3560" y="46639"/>
                  </a:cubicBezTo>
                  <a:cubicBezTo>
                    <a:pt x="-4484" y="31167"/>
                    <a:pt x="1302" y="11749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0" name="자유형: 도형 1989">
              <a:extLst>
                <a:ext uri="{FF2B5EF4-FFF2-40B4-BE49-F238E27FC236}">
                  <a16:creationId xmlns:a16="http://schemas.microsoft.com/office/drawing/2014/main" id="{2DF2A192-010B-FB09-CB40-1200FA44E7F7}"/>
                </a:ext>
              </a:extLst>
            </p:cNvPr>
            <p:cNvSpPr/>
            <p:nvPr/>
          </p:nvSpPr>
          <p:spPr>
            <a:xfrm>
              <a:off x="9171460" y="3751947"/>
              <a:ext cx="64744" cy="65807"/>
            </a:xfrm>
            <a:custGeom>
              <a:avLst/>
              <a:gdLst>
                <a:gd name="connsiteX0" fmla="*/ 17215 w 64744"/>
                <a:gd name="connsiteY0" fmla="*/ 3694 h 65807"/>
                <a:gd name="connsiteX1" fmla="*/ 60960 w 64744"/>
                <a:gd name="connsiteY1" fmla="*/ 17481 h 65807"/>
                <a:gd name="connsiteX2" fmla="*/ 47413 w 64744"/>
                <a:gd name="connsiteY2" fmla="*/ 61947 h 65807"/>
                <a:gd name="connsiteX3" fmla="*/ 3668 w 64744"/>
                <a:gd name="connsiteY3" fmla="*/ 48160 h 65807"/>
                <a:gd name="connsiteX4" fmla="*/ 17215 w 64744"/>
                <a:gd name="connsiteY4" fmla="*/ 3694 h 6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44" h="65807">
                  <a:moveTo>
                    <a:pt x="17215" y="3694"/>
                  </a:moveTo>
                  <a:cubicBezTo>
                    <a:pt x="33020" y="-4749"/>
                    <a:pt x="52634" y="1441"/>
                    <a:pt x="60960" y="17481"/>
                  </a:cubicBezTo>
                  <a:cubicBezTo>
                    <a:pt x="69286" y="33527"/>
                    <a:pt x="63147" y="53504"/>
                    <a:pt x="47413" y="61947"/>
                  </a:cubicBezTo>
                  <a:cubicBezTo>
                    <a:pt x="31608" y="70390"/>
                    <a:pt x="11994" y="64200"/>
                    <a:pt x="3668" y="48160"/>
                  </a:cubicBezTo>
                  <a:cubicBezTo>
                    <a:pt x="-4657" y="32114"/>
                    <a:pt x="1411" y="12137"/>
                    <a:pt x="17215" y="369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1" name="자유형: 도형 1990">
              <a:extLst>
                <a:ext uri="{FF2B5EF4-FFF2-40B4-BE49-F238E27FC236}">
                  <a16:creationId xmlns:a16="http://schemas.microsoft.com/office/drawing/2014/main" id="{FEB227C6-64BA-ADD7-FB4E-E7615247E866}"/>
                </a:ext>
              </a:extLst>
            </p:cNvPr>
            <p:cNvSpPr/>
            <p:nvPr/>
          </p:nvSpPr>
          <p:spPr>
            <a:xfrm>
              <a:off x="9590672" y="3961155"/>
              <a:ext cx="66724" cy="67840"/>
            </a:xfrm>
            <a:custGeom>
              <a:avLst/>
              <a:gdLst>
                <a:gd name="connsiteX0" fmla="*/ 17669 w 66724"/>
                <a:gd name="connsiteY0" fmla="*/ 3864 h 67840"/>
                <a:gd name="connsiteX1" fmla="*/ 62755 w 66724"/>
                <a:gd name="connsiteY1" fmla="*/ 17938 h 67840"/>
                <a:gd name="connsiteX2" fmla="*/ 48925 w 66724"/>
                <a:gd name="connsiteY2" fmla="*/ 63811 h 67840"/>
                <a:gd name="connsiteX3" fmla="*/ 3841 w 66724"/>
                <a:gd name="connsiteY3" fmla="*/ 49737 h 67840"/>
                <a:gd name="connsiteX4" fmla="*/ 17669 w 66724"/>
                <a:gd name="connsiteY4" fmla="*/ 3864 h 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4" h="67840">
                  <a:moveTo>
                    <a:pt x="17669" y="3864"/>
                  </a:moveTo>
                  <a:cubicBezTo>
                    <a:pt x="33967" y="-4858"/>
                    <a:pt x="54217" y="1332"/>
                    <a:pt x="62755" y="17938"/>
                  </a:cubicBezTo>
                  <a:cubicBezTo>
                    <a:pt x="71362" y="34544"/>
                    <a:pt x="65294" y="55088"/>
                    <a:pt x="48925" y="63811"/>
                  </a:cubicBezTo>
                  <a:cubicBezTo>
                    <a:pt x="32627" y="72533"/>
                    <a:pt x="12378" y="66342"/>
                    <a:pt x="3841" y="49737"/>
                  </a:cubicBezTo>
                  <a:cubicBezTo>
                    <a:pt x="-4768" y="33131"/>
                    <a:pt x="1300" y="12587"/>
                    <a:pt x="17669" y="386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2" name="자유형: 도형 1991">
              <a:extLst>
                <a:ext uri="{FF2B5EF4-FFF2-40B4-BE49-F238E27FC236}">
                  <a16:creationId xmlns:a16="http://schemas.microsoft.com/office/drawing/2014/main" id="{8678D4EF-F6A9-CBB6-72D1-EA9C9547BCDD}"/>
                </a:ext>
              </a:extLst>
            </p:cNvPr>
            <p:cNvSpPr/>
            <p:nvPr/>
          </p:nvSpPr>
          <p:spPr>
            <a:xfrm>
              <a:off x="9739646" y="2619380"/>
              <a:ext cx="70753" cy="71948"/>
            </a:xfrm>
            <a:custGeom>
              <a:avLst/>
              <a:gdLst>
                <a:gd name="connsiteX0" fmla="*/ 18696 w 70753"/>
                <a:gd name="connsiteY0" fmla="*/ 4088 h 71948"/>
                <a:gd name="connsiteX1" fmla="*/ 66604 w 70753"/>
                <a:gd name="connsiteY1" fmla="*/ 19001 h 71948"/>
                <a:gd name="connsiteX2" fmla="*/ 51928 w 70753"/>
                <a:gd name="connsiteY2" fmla="*/ 67692 h 71948"/>
                <a:gd name="connsiteX3" fmla="*/ 4020 w 70753"/>
                <a:gd name="connsiteY3" fmla="*/ 52772 h 71948"/>
                <a:gd name="connsiteX4" fmla="*/ 18696 w 70753"/>
                <a:gd name="connsiteY4" fmla="*/ 4088 h 7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53" h="71948">
                  <a:moveTo>
                    <a:pt x="18696" y="4088"/>
                  </a:moveTo>
                  <a:cubicBezTo>
                    <a:pt x="35912" y="-5202"/>
                    <a:pt x="57502" y="1555"/>
                    <a:pt x="66604" y="19001"/>
                  </a:cubicBezTo>
                  <a:cubicBezTo>
                    <a:pt x="75705" y="36453"/>
                    <a:pt x="69073" y="58403"/>
                    <a:pt x="51928" y="67692"/>
                  </a:cubicBezTo>
                  <a:cubicBezTo>
                    <a:pt x="34783" y="76974"/>
                    <a:pt x="13193" y="70224"/>
                    <a:pt x="4020" y="52772"/>
                  </a:cubicBezTo>
                  <a:cubicBezTo>
                    <a:pt x="-5081" y="35327"/>
                    <a:pt x="1551" y="13377"/>
                    <a:pt x="18696" y="408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3" name="자유형: 도형 1992">
              <a:extLst>
                <a:ext uri="{FF2B5EF4-FFF2-40B4-BE49-F238E27FC236}">
                  <a16:creationId xmlns:a16="http://schemas.microsoft.com/office/drawing/2014/main" id="{06A4E756-2EE2-6AB1-7F36-91407C4D3801}"/>
                </a:ext>
              </a:extLst>
            </p:cNvPr>
            <p:cNvSpPr/>
            <p:nvPr/>
          </p:nvSpPr>
          <p:spPr>
            <a:xfrm>
              <a:off x="9816506" y="2706225"/>
              <a:ext cx="71809" cy="73022"/>
            </a:xfrm>
            <a:custGeom>
              <a:avLst/>
              <a:gdLst>
                <a:gd name="connsiteX0" fmla="*/ 19095 w 71809"/>
                <a:gd name="connsiteY0" fmla="*/ 4203 h 73022"/>
                <a:gd name="connsiteX1" fmla="*/ 67496 w 71809"/>
                <a:gd name="connsiteY1" fmla="*/ 19403 h 73022"/>
                <a:gd name="connsiteX2" fmla="*/ 52609 w 71809"/>
                <a:gd name="connsiteY2" fmla="*/ 68647 h 73022"/>
                <a:gd name="connsiteX3" fmla="*/ 4137 w 71809"/>
                <a:gd name="connsiteY3" fmla="*/ 53454 h 73022"/>
                <a:gd name="connsiteX4" fmla="*/ 19095 w 71809"/>
                <a:gd name="connsiteY4" fmla="*/ 4203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09" h="73022">
                  <a:moveTo>
                    <a:pt x="19095" y="4203"/>
                  </a:moveTo>
                  <a:cubicBezTo>
                    <a:pt x="36522" y="-5366"/>
                    <a:pt x="58395" y="1671"/>
                    <a:pt x="67496" y="19403"/>
                  </a:cubicBezTo>
                  <a:cubicBezTo>
                    <a:pt x="76951" y="37128"/>
                    <a:pt x="70036" y="59365"/>
                    <a:pt x="52609" y="68647"/>
                  </a:cubicBezTo>
                  <a:cubicBezTo>
                    <a:pt x="35111" y="78216"/>
                    <a:pt x="13239" y="71179"/>
                    <a:pt x="4137" y="53454"/>
                  </a:cubicBezTo>
                  <a:cubicBezTo>
                    <a:pt x="-5246" y="35722"/>
                    <a:pt x="1668" y="13493"/>
                    <a:pt x="19095" y="420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4" name="자유형: 도형 1993">
              <a:extLst>
                <a:ext uri="{FF2B5EF4-FFF2-40B4-BE49-F238E27FC236}">
                  <a16:creationId xmlns:a16="http://schemas.microsoft.com/office/drawing/2014/main" id="{83E6F5B1-CEC1-5330-8814-48C7DCD339D2}"/>
                </a:ext>
              </a:extLst>
            </p:cNvPr>
            <p:cNvSpPr/>
            <p:nvPr/>
          </p:nvSpPr>
          <p:spPr>
            <a:xfrm>
              <a:off x="9935941" y="1281219"/>
              <a:ext cx="75721" cy="76989"/>
            </a:xfrm>
            <a:custGeom>
              <a:avLst/>
              <a:gdLst>
                <a:gd name="connsiteX0" fmla="*/ 20029 w 75721"/>
                <a:gd name="connsiteY0" fmla="*/ 4355 h 76989"/>
                <a:gd name="connsiteX1" fmla="*/ 71252 w 75721"/>
                <a:gd name="connsiteY1" fmla="*/ 20395 h 76989"/>
                <a:gd name="connsiteX2" fmla="*/ 55518 w 75721"/>
                <a:gd name="connsiteY2" fmla="*/ 72458 h 76989"/>
                <a:gd name="connsiteX3" fmla="*/ 4295 w 75721"/>
                <a:gd name="connsiteY3" fmla="*/ 56418 h 76989"/>
                <a:gd name="connsiteX4" fmla="*/ 20029 w 75721"/>
                <a:gd name="connsiteY4" fmla="*/ 4355 h 7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21" h="76989">
                  <a:moveTo>
                    <a:pt x="20029" y="4355"/>
                  </a:moveTo>
                  <a:cubicBezTo>
                    <a:pt x="38585" y="-5493"/>
                    <a:pt x="61586" y="1536"/>
                    <a:pt x="71252" y="20395"/>
                  </a:cubicBezTo>
                  <a:cubicBezTo>
                    <a:pt x="80989" y="39253"/>
                    <a:pt x="74074" y="62609"/>
                    <a:pt x="55518" y="72458"/>
                  </a:cubicBezTo>
                  <a:cubicBezTo>
                    <a:pt x="36962" y="82306"/>
                    <a:pt x="13961" y="75270"/>
                    <a:pt x="4295" y="56418"/>
                  </a:cubicBezTo>
                  <a:cubicBezTo>
                    <a:pt x="-5371" y="37560"/>
                    <a:pt x="1543" y="14204"/>
                    <a:pt x="20029" y="435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5" name="자유형: 도형 1994">
              <a:extLst>
                <a:ext uri="{FF2B5EF4-FFF2-40B4-BE49-F238E27FC236}">
                  <a16:creationId xmlns:a16="http://schemas.microsoft.com/office/drawing/2014/main" id="{32DB4B34-1A39-7A8C-0E3A-D9C531C3F71D}"/>
                </a:ext>
              </a:extLst>
            </p:cNvPr>
            <p:cNvSpPr/>
            <p:nvPr/>
          </p:nvSpPr>
          <p:spPr>
            <a:xfrm>
              <a:off x="10648190" y="1040937"/>
              <a:ext cx="79792" cy="81101"/>
            </a:xfrm>
            <a:custGeom>
              <a:avLst/>
              <a:gdLst>
                <a:gd name="connsiteX0" fmla="*/ 21170 w 79792"/>
                <a:gd name="connsiteY0" fmla="*/ 4580 h 81101"/>
                <a:gd name="connsiteX1" fmla="*/ 75145 w 79792"/>
                <a:gd name="connsiteY1" fmla="*/ 21466 h 81101"/>
                <a:gd name="connsiteX2" fmla="*/ 58494 w 79792"/>
                <a:gd name="connsiteY2" fmla="*/ 76340 h 81101"/>
                <a:gd name="connsiteX3" fmla="*/ 4518 w 79792"/>
                <a:gd name="connsiteY3" fmla="*/ 59462 h 81101"/>
                <a:gd name="connsiteX4" fmla="*/ 21170 w 79792"/>
                <a:gd name="connsiteY4" fmla="*/ 4580 h 81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92" h="81101">
                  <a:moveTo>
                    <a:pt x="21170" y="4580"/>
                  </a:moveTo>
                  <a:cubicBezTo>
                    <a:pt x="40502" y="-5835"/>
                    <a:pt x="64914" y="1768"/>
                    <a:pt x="75145" y="21466"/>
                  </a:cubicBezTo>
                  <a:cubicBezTo>
                    <a:pt x="85375" y="41163"/>
                    <a:pt x="77897" y="65932"/>
                    <a:pt x="58494" y="76340"/>
                  </a:cubicBezTo>
                  <a:cubicBezTo>
                    <a:pt x="39161" y="86756"/>
                    <a:pt x="14819" y="79160"/>
                    <a:pt x="4518" y="59462"/>
                  </a:cubicBezTo>
                  <a:cubicBezTo>
                    <a:pt x="-5713" y="39757"/>
                    <a:pt x="1767" y="14995"/>
                    <a:pt x="21170" y="458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1996" name="자유형: 도형 1995">
              <a:extLst>
                <a:ext uri="{FF2B5EF4-FFF2-40B4-BE49-F238E27FC236}">
                  <a16:creationId xmlns:a16="http://schemas.microsoft.com/office/drawing/2014/main" id="{FAE578A9-8A3A-1615-F3DD-F62D4604C04D}"/>
                </a:ext>
              </a:extLst>
            </p:cNvPr>
            <p:cNvSpPr/>
            <p:nvPr/>
          </p:nvSpPr>
          <p:spPr>
            <a:xfrm>
              <a:off x="11065214" y="615817"/>
              <a:ext cx="81759" cy="83130"/>
            </a:xfrm>
            <a:custGeom>
              <a:avLst/>
              <a:gdLst>
                <a:gd name="connsiteX0" fmla="*/ 21555 w 81759"/>
                <a:gd name="connsiteY0" fmla="*/ 4746 h 83130"/>
                <a:gd name="connsiteX1" fmla="*/ 76941 w 81759"/>
                <a:gd name="connsiteY1" fmla="*/ 21918 h 83130"/>
                <a:gd name="connsiteX2" fmla="*/ 60007 w 81759"/>
                <a:gd name="connsiteY2" fmla="*/ 78199 h 83130"/>
                <a:gd name="connsiteX3" fmla="*/ 4692 w 81759"/>
                <a:gd name="connsiteY3" fmla="*/ 61034 h 83130"/>
                <a:gd name="connsiteX4" fmla="*/ 21555 w 81759"/>
                <a:gd name="connsiteY4" fmla="*/ 4746 h 8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30">
                  <a:moveTo>
                    <a:pt x="21555" y="4746"/>
                  </a:moveTo>
                  <a:cubicBezTo>
                    <a:pt x="41522" y="-5942"/>
                    <a:pt x="66428" y="1654"/>
                    <a:pt x="76941" y="21918"/>
                  </a:cubicBezTo>
                  <a:cubicBezTo>
                    <a:pt x="87454" y="42175"/>
                    <a:pt x="79974" y="67504"/>
                    <a:pt x="60007" y="78199"/>
                  </a:cubicBezTo>
                  <a:cubicBezTo>
                    <a:pt x="40111" y="88894"/>
                    <a:pt x="15205" y="81298"/>
                    <a:pt x="4692" y="61034"/>
                  </a:cubicBezTo>
                  <a:cubicBezTo>
                    <a:pt x="-5821" y="40769"/>
                    <a:pt x="1658" y="15441"/>
                    <a:pt x="21555" y="474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0" name="자유형: 도형 1999">
              <a:extLst>
                <a:ext uri="{FF2B5EF4-FFF2-40B4-BE49-F238E27FC236}">
                  <a16:creationId xmlns:a16="http://schemas.microsoft.com/office/drawing/2014/main" id="{B63FB0CA-CF20-C552-E08A-9F822657FA40}"/>
                </a:ext>
              </a:extLst>
            </p:cNvPr>
            <p:cNvSpPr/>
            <p:nvPr/>
          </p:nvSpPr>
          <p:spPr>
            <a:xfrm>
              <a:off x="7093773" y="5148696"/>
              <a:ext cx="49420" cy="50248"/>
            </a:xfrm>
            <a:custGeom>
              <a:avLst/>
              <a:gdLst>
                <a:gd name="connsiteX0" fmla="*/ 13010 w 49420"/>
                <a:gd name="connsiteY0" fmla="*/ 2811 h 50248"/>
                <a:gd name="connsiteX1" fmla="*/ 46524 w 49420"/>
                <a:gd name="connsiteY1" fmla="*/ 13227 h 50248"/>
                <a:gd name="connsiteX2" fmla="*/ 36294 w 49420"/>
                <a:gd name="connsiteY2" fmla="*/ 47278 h 50248"/>
                <a:gd name="connsiteX3" fmla="*/ 2780 w 49420"/>
                <a:gd name="connsiteY3" fmla="*/ 36862 h 50248"/>
                <a:gd name="connsiteX4" fmla="*/ 13010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3010" y="2811"/>
                  </a:moveTo>
                  <a:cubicBezTo>
                    <a:pt x="25216" y="-3659"/>
                    <a:pt x="40175" y="1125"/>
                    <a:pt x="46524" y="13227"/>
                  </a:cubicBezTo>
                  <a:cubicBezTo>
                    <a:pt x="52875" y="25608"/>
                    <a:pt x="48147" y="40807"/>
                    <a:pt x="36294" y="47278"/>
                  </a:cubicBezTo>
                  <a:cubicBezTo>
                    <a:pt x="24088" y="53748"/>
                    <a:pt x="9130" y="48963"/>
                    <a:pt x="2780" y="36862"/>
                  </a:cubicBezTo>
                  <a:cubicBezTo>
                    <a:pt x="-3570" y="24481"/>
                    <a:pt x="1087" y="9281"/>
                    <a:pt x="13010" y="2811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1" name="자유형: 도형 2000">
              <a:extLst>
                <a:ext uri="{FF2B5EF4-FFF2-40B4-BE49-F238E27FC236}">
                  <a16:creationId xmlns:a16="http://schemas.microsoft.com/office/drawing/2014/main" id="{DEB56565-2C44-C242-0845-5DAFFA61FFE0}"/>
                </a:ext>
              </a:extLst>
            </p:cNvPr>
            <p:cNvSpPr/>
            <p:nvPr/>
          </p:nvSpPr>
          <p:spPr>
            <a:xfrm>
              <a:off x="7464134" y="5274212"/>
              <a:ext cx="49475" cy="50248"/>
            </a:xfrm>
            <a:custGeom>
              <a:avLst/>
              <a:gdLst>
                <a:gd name="connsiteX0" fmla="*/ 12997 w 49475"/>
                <a:gd name="connsiteY0" fmla="*/ 2812 h 50248"/>
                <a:gd name="connsiteX1" fmla="*/ 46511 w 49475"/>
                <a:gd name="connsiteY1" fmla="*/ 13227 h 50248"/>
                <a:gd name="connsiteX2" fmla="*/ 36280 w 49475"/>
                <a:gd name="connsiteY2" fmla="*/ 47278 h 50248"/>
                <a:gd name="connsiteX3" fmla="*/ 2766 w 49475"/>
                <a:gd name="connsiteY3" fmla="*/ 36862 h 50248"/>
                <a:gd name="connsiteX4" fmla="*/ 12997 w 49475"/>
                <a:gd name="connsiteY4" fmla="*/ 2812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75" h="50248">
                  <a:moveTo>
                    <a:pt x="12997" y="2812"/>
                  </a:moveTo>
                  <a:cubicBezTo>
                    <a:pt x="25204" y="-3659"/>
                    <a:pt x="40161" y="1125"/>
                    <a:pt x="46511" y="13227"/>
                  </a:cubicBezTo>
                  <a:cubicBezTo>
                    <a:pt x="52861" y="25608"/>
                    <a:pt x="48487" y="40800"/>
                    <a:pt x="36280" y="47278"/>
                  </a:cubicBezTo>
                  <a:cubicBezTo>
                    <a:pt x="24074" y="53748"/>
                    <a:pt x="9117" y="48963"/>
                    <a:pt x="2766" y="36862"/>
                  </a:cubicBezTo>
                  <a:cubicBezTo>
                    <a:pt x="-3584" y="24482"/>
                    <a:pt x="1144" y="9282"/>
                    <a:pt x="12997" y="2812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2" name="자유형: 도형 2001">
              <a:extLst>
                <a:ext uri="{FF2B5EF4-FFF2-40B4-BE49-F238E27FC236}">
                  <a16:creationId xmlns:a16="http://schemas.microsoft.com/office/drawing/2014/main" id="{109D69E7-8D4A-61A5-E9C4-C7C3CAF0CDC8}"/>
                </a:ext>
              </a:extLst>
            </p:cNvPr>
            <p:cNvSpPr/>
            <p:nvPr/>
          </p:nvSpPr>
          <p:spPr>
            <a:xfrm>
              <a:off x="7731087" y="5377884"/>
              <a:ext cx="50596" cy="51437"/>
            </a:xfrm>
            <a:custGeom>
              <a:avLst/>
              <a:gdLst>
                <a:gd name="connsiteX0" fmla="*/ 13451 w 50596"/>
                <a:gd name="connsiteY0" fmla="*/ 2986 h 51437"/>
                <a:gd name="connsiteX1" fmla="*/ 47530 w 50596"/>
                <a:gd name="connsiteY1" fmla="*/ 13681 h 51437"/>
                <a:gd name="connsiteX2" fmla="*/ 37016 w 50596"/>
                <a:gd name="connsiteY2" fmla="*/ 48292 h 51437"/>
                <a:gd name="connsiteX3" fmla="*/ 2938 w 50596"/>
                <a:gd name="connsiteY3" fmla="*/ 37604 h 51437"/>
                <a:gd name="connsiteX4" fmla="*/ 13451 w 50596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7">
                  <a:moveTo>
                    <a:pt x="13451" y="2986"/>
                  </a:moveTo>
                  <a:cubicBezTo>
                    <a:pt x="25939" y="-3771"/>
                    <a:pt x="41179" y="1014"/>
                    <a:pt x="47530" y="13681"/>
                  </a:cubicBezTo>
                  <a:cubicBezTo>
                    <a:pt x="54161" y="26342"/>
                    <a:pt x="49434" y="41822"/>
                    <a:pt x="37016" y="48292"/>
                  </a:cubicBezTo>
                  <a:cubicBezTo>
                    <a:pt x="24528" y="55049"/>
                    <a:pt x="9288" y="50265"/>
                    <a:pt x="2938" y="37604"/>
                  </a:cubicBezTo>
                  <a:cubicBezTo>
                    <a:pt x="-3694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3" name="자유형: 도형 2002">
              <a:extLst>
                <a:ext uri="{FF2B5EF4-FFF2-40B4-BE49-F238E27FC236}">
                  <a16:creationId xmlns:a16="http://schemas.microsoft.com/office/drawing/2014/main" id="{B33CE431-1BE5-C6A6-5224-CED72539F8E5}"/>
                </a:ext>
              </a:extLst>
            </p:cNvPr>
            <p:cNvSpPr/>
            <p:nvPr/>
          </p:nvSpPr>
          <p:spPr>
            <a:xfrm>
              <a:off x="8147150" y="5237619"/>
              <a:ext cx="52230" cy="53234"/>
            </a:xfrm>
            <a:custGeom>
              <a:avLst/>
              <a:gdLst>
                <a:gd name="connsiteX0" fmla="*/ 13738 w 52230"/>
                <a:gd name="connsiteY0" fmla="*/ 3102 h 53234"/>
                <a:gd name="connsiteX1" fmla="*/ 49158 w 52230"/>
                <a:gd name="connsiteY1" fmla="*/ 14077 h 53234"/>
                <a:gd name="connsiteX2" fmla="*/ 38362 w 52230"/>
                <a:gd name="connsiteY2" fmla="*/ 50100 h 53234"/>
                <a:gd name="connsiteX3" fmla="*/ 2943 w 52230"/>
                <a:gd name="connsiteY3" fmla="*/ 39125 h 53234"/>
                <a:gd name="connsiteX4" fmla="*/ 13738 w 52230"/>
                <a:gd name="connsiteY4" fmla="*/ 3102 h 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30" h="53234">
                  <a:moveTo>
                    <a:pt x="13738" y="3102"/>
                  </a:moveTo>
                  <a:cubicBezTo>
                    <a:pt x="26439" y="-3935"/>
                    <a:pt x="42525" y="1129"/>
                    <a:pt x="49158" y="14077"/>
                  </a:cubicBezTo>
                  <a:cubicBezTo>
                    <a:pt x="55789" y="27024"/>
                    <a:pt x="51133" y="43343"/>
                    <a:pt x="38362" y="50100"/>
                  </a:cubicBezTo>
                  <a:cubicBezTo>
                    <a:pt x="25663" y="56850"/>
                    <a:pt x="9576" y="52073"/>
                    <a:pt x="2943" y="39125"/>
                  </a:cubicBezTo>
                  <a:cubicBezTo>
                    <a:pt x="-3689" y="26178"/>
                    <a:pt x="968" y="9859"/>
                    <a:pt x="13738" y="3102"/>
                  </a:cubicBezTo>
                  <a:close/>
                </a:path>
              </a:pathLst>
            </a:custGeom>
            <a:solidFill>
              <a:srgbClr val="00FFDD">
                <a:alpha val="7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4" name="자유형: 도형 2003">
              <a:extLst>
                <a:ext uri="{FF2B5EF4-FFF2-40B4-BE49-F238E27FC236}">
                  <a16:creationId xmlns:a16="http://schemas.microsoft.com/office/drawing/2014/main" id="{D4EC8256-9CD5-2224-3C90-8DBE3E596971}"/>
                </a:ext>
              </a:extLst>
            </p:cNvPr>
            <p:cNvSpPr/>
            <p:nvPr/>
          </p:nvSpPr>
          <p:spPr>
            <a:xfrm>
              <a:off x="8279904" y="5090442"/>
              <a:ext cx="53564" cy="54470"/>
            </a:xfrm>
            <a:custGeom>
              <a:avLst/>
              <a:gdLst>
                <a:gd name="connsiteX0" fmla="*/ 14123 w 53564"/>
                <a:gd name="connsiteY0" fmla="*/ 3092 h 54470"/>
                <a:gd name="connsiteX1" fmla="*/ 50389 w 53564"/>
                <a:gd name="connsiteY1" fmla="*/ 14346 h 54470"/>
                <a:gd name="connsiteX2" fmla="*/ 39312 w 53564"/>
                <a:gd name="connsiteY2" fmla="*/ 51217 h 54470"/>
                <a:gd name="connsiteX3" fmla="*/ 3046 w 53564"/>
                <a:gd name="connsiteY3" fmla="*/ 39962 h 54470"/>
                <a:gd name="connsiteX4" fmla="*/ 14123 w 53564"/>
                <a:gd name="connsiteY4" fmla="*/ 3092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4" h="54470">
                  <a:moveTo>
                    <a:pt x="14123" y="3092"/>
                  </a:moveTo>
                  <a:cubicBezTo>
                    <a:pt x="27105" y="-3945"/>
                    <a:pt x="43475" y="1126"/>
                    <a:pt x="50389" y="14346"/>
                  </a:cubicBezTo>
                  <a:cubicBezTo>
                    <a:pt x="57303" y="27574"/>
                    <a:pt x="52294" y="44180"/>
                    <a:pt x="39312" y="51217"/>
                  </a:cubicBezTo>
                  <a:cubicBezTo>
                    <a:pt x="26329" y="58254"/>
                    <a:pt x="9961" y="53189"/>
                    <a:pt x="3046" y="39962"/>
                  </a:cubicBezTo>
                  <a:cubicBezTo>
                    <a:pt x="-3868" y="26735"/>
                    <a:pt x="1141" y="10129"/>
                    <a:pt x="14123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5" name="자유형: 도형 2004">
              <a:extLst>
                <a:ext uri="{FF2B5EF4-FFF2-40B4-BE49-F238E27FC236}">
                  <a16:creationId xmlns:a16="http://schemas.microsoft.com/office/drawing/2014/main" id="{51B55FF7-9CAA-476A-CA63-A065F8AE8489}"/>
                </a:ext>
              </a:extLst>
            </p:cNvPr>
            <p:cNvSpPr/>
            <p:nvPr/>
          </p:nvSpPr>
          <p:spPr>
            <a:xfrm>
              <a:off x="8287108" y="4847299"/>
              <a:ext cx="54520" cy="55297"/>
            </a:xfrm>
            <a:custGeom>
              <a:avLst/>
              <a:gdLst>
                <a:gd name="connsiteX0" fmla="*/ 14398 w 54520"/>
                <a:gd name="connsiteY0" fmla="*/ 3084 h 55297"/>
                <a:gd name="connsiteX1" fmla="*/ 51228 w 54520"/>
                <a:gd name="connsiteY1" fmla="*/ 14619 h 55297"/>
                <a:gd name="connsiteX2" fmla="*/ 39869 w 54520"/>
                <a:gd name="connsiteY2" fmla="*/ 52056 h 55297"/>
                <a:gd name="connsiteX3" fmla="*/ 3039 w 54520"/>
                <a:gd name="connsiteY3" fmla="*/ 40514 h 55297"/>
                <a:gd name="connsiteX4" fmla="*/ 14398 w 54520"/>
                <a:gd name="connsiteY4" fmla="*/ 3084 h 5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20" h="55297">
                  <a:moveTo>
                    <a:pt x="14398" y="3084"/>
                  </a:moveTo>
                  <a:cubicBezTo>
                    <a:pt x="27663" y="-3952"/>
                    <a:pt x="44314" y="1112"/>
                    <a:pt x="51228" y="14619"/>
                  </a:cubicBezTo>
                  <a:cubicBezTo>
                    <a:pt x="58425" y="28133"/>
                    <a:pt x="53133" y="45019"/>
                    <a:pt x="39869" y="52056"/>
                  </a:cubicBezTo>
                  <a:cubicBezTo>
                    <a:pt x="26604" y="59085"/>
                    <a:pt x="9953" y="54021"/>
                    <a:pt x="3039" y="40514"/>
                  </a:cubicBezTo>
                  <a:cubicBezTo>
                    <a:pt x="-3876" y="27007"/>
                    <a:pt x="1134" y="10121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6" name="자유형: 도형 2005">
              <a:extLst>
                <a:ext uri="{FF2B5EF4-FFF2-40B4-BE49-F238E27FC236}">
                  <a16:creationId xmlns:a16="http://schemas.microsoft.com/office/drawing/2014/main" id="{7C7ADCA0-740D-FFAA-8139-E1B5339028B0}"/>
                </a:ext>
              </a:extLst>
            </p:cNvPr>
            <p:cNvSpPr/>
            <p:nvPr/>
          </p:nvSpPr>
          <p:spPr>
            <a:xfrm>
              <a:off x="8672014" y="4443621"/>
              <a:ext cx="56322" cy="57218"/>
            </a:xfrm>
            <a:custGeom>
              <a:avLst/>
              <a:gdLst>
                <a:gd name="connsiteX0" fmla="*/ 14797 w 56322"/>
                <a:gd name="connsiteY0" fmla="*/ 3199 h 57218"/>
                <a:gd name="connsiteX1" fmla="*/ 53038 w 56322"/>
                <a:gd name="connsiteY1" fmla="*/ 15020 h 57218"/>
                <a:gd name="connsiteX2" fmla="*/ 41397 w 56322"/>
                <a:gd name="connsiteY2" fmla="*/ 53856 h 57218"/>
                <a:gd name="connsiteX3" fmla="*/ 3155 w 56322"/>
                <a:gd name="connsiteY3" fmla="*/ 42035 h 57218"/>
                <a:gd name="connsiteX4" fmla="*/ 14797 w 56322"/>
                <a:gd name="connsiteY4" fmla="*/ 3199 h 57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22" h="57218">
                  <a:moveTo>
                    <a:pt x="14797" y="3199"/>
                  </a:moveTo>
                  <a:cubicBezTo>
                    <a:pt x="28626" y="-4117"/>
                    <a:pt x="45842" y="1227"/>
                    <a:pt x="53038" y="15020"/>
                  </a:cubicBezTo>
                  <a:cubicBezTo>
                    <a:pt x="60235" y="28807"/>
                    <a:pt x="54943" y="46540"/>
                    <a:pt x="41397" y="53856"/>
                  </a:cubicBezTo>
                  <a:cubicBezTo>
                    <a:pt x="27850" y="61173"/>
                    <a:pt x="10352" y="55829"/>
                    <a:pt x="3155" y="42035"/>
                  </a:cubicBezTo>
                  <a:cubicBezTo>
                    <a:pt x="-4042" y="2796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7" name="자유형: 도형 2006">
              <a:extLst>
                <a:ext uri="{FF2B5EF4-FFF2-40B4-BE49-F238E27FC236}">
                  <a16:creationId xmlns:a16="http://schemas.microsoft.com/office/drawing/2014/main" id="{2AD6C0BC-9553-F7E9-FEDE-F3A23F36D242}"/>
                </a:ext>
              </a:extLst>
            </p:cNvPr>
            <p:cNvSpPr/>
            <p:nvPr/>
          </p:nvSpPr>
          <p:spPr>
            <a:xfrm>
              <a:off x="8666065" y="4300495"/>
              <a:ext cx="58554" cy="59511"/>
            </a:xfrm>
            <a:custGeom>
              <a:avLst/>
              <a:gdLst>
                <a:gd name="connsiteX0" fmla="*/ 15525 w 58554"/>
                <a:gd name="connsiteY0" fmla="*/ 3364 h 59511"/>
                <a:gd name="connsiteX1" fmla="*/ 55107 w 58554"/>
                <a:gd name="connsiteY1" fmla="*/ 15745 h 59511"/>
                <a:gd name="connsiteX2" fmla="*/ 42901 w 58554"/>
                <a:gd name="connsiteY2" fmla="*/ 55987 h 59511"/>
                <a:gd name="connsiteX3" fmla="*/ 3319 w 58554"/>
                <a:gd name="connsiteY3" fmla="*/ 43606 h 59511"/>
                <a:gd name="connsiteX4" fmla="*/ 15525 w 58554"/>
                <a:gd name="connsiteY4" fmla="*/ 3364 h 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54" h="59511">
                  <a:moveTo>
                    <a:pt x="15525" y="3364"/>
                  </a:moveTo>
                  <a:cubicBezTo>
                    <a:pt x="29918" y="-4239"/>
                    <a:pt x="47627" y="1112"/>
                    <a:pt x="55107" y="15745"/>
                  </a:cubicBezTo>
                  <a:cubicBezTo>
                    <a:pt x="62585" y="30379"/>
                    <a:pt x="57294" y="48390"/>
                    <a:pt x="42901" y="55987"/>
                  </a:cubicBezTo>
                  <a:cubicBezTo>
                    <a:pt x="28507" y="63583"/>
                    <a:pt x="10797" y="58239"/>
                    <a:pt x="3319" y="43606"/>
                  </a:cubicBezTo>
                  <a:cubicBezTo>
                    <a:pt x="-4160" y="28972"/>
                    <a:pt x="1131" y="10961"/>
                    <a:pt x="15525" y="3364"/>
                  </a:cubicBezTo>
                  <a:close/>
                </a:path>
              </a:pathLst>
            </a:custGeom>
            <a:solidFill>
              <a:srgbClr val="00FFDD">
                <a:alpha val="9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8" name="자유형: 도형 2007">
              <a:extLst>
                <a:ext uri="{FF2B5EF4-FFF2-40B4-BE49-F238E27FC236}">
                  <a16:creationId xmlns:a16="http://schemas.microsoft.com/office/drawing/2014/main" id="{A911D66C-09FC-BED2-C215-B4159667E73A}"/>
                </a:ext>
              </a:extLst>
            </p:cNvPr>
            <p:cNvSpPr/>
            <p:nvPr/>
          </p:nvSpPr>
          <p:spPr>
            <a:xfrm>
              <a:off x="8853627" y="3716985"/>
              <a:ext cx="60426" cy="61435"/>
            </a:xfrm>
            <a:custGeom>
              <a:avLst/>
              <a:gdLst>
                <a:gd name="connsiteX0" fmla="*/ 15924 w 60426"/>
                <a:gd name="connsiteY0" fmla="*/ 3479 h 61435"/>
                <a:gd name="connsiteX1" fmla="*/ 56846 w 60426"/>
                <a:gd name="connsiteY1" fmla="*/ 16139 h 61435"/>
                <a:gd name="connsiteX2" fmla="*/ 44428 w 60426"/>
                <a:gd name="connsiteY2" fmla="*/ 57793 h 61435"/>
                <a:gd name="connsiteX3" fmla="*/ 3435 w 60426"/>
                <a:gd name="connsiteY3" fmla="*/ 45126 h 61435"/>
                <a:gd name="connsiteX4" fmla="*/ 15924 w 60426"/>
                <a:gd name="connsiteY4" fmla="*/ 3479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4" y="3479"/>
                  </a:moveTo>
                  <a:cubicBezTo>
                    <a:pt x="30599" y="-4405"/>
                    <a:pt x="49085" y="1226"/>
                    <a:pt x="56846" y="16139"/>
                  </a:cubicBezTo>
                  <a:cubicBezTo>
                    <a:pt x="64607" y="31059"/>
                    <a:pt x="59104" y="49910"/>
                    <a:pt x="44428" y="57793"/>
                  </a:cubicBezTo>
                  <a:cubicBezTo>
                    <a:pt x="29753" y="65670"/>
                    <a:pt x="11196" y="60046"/>
                    <a:pt x="3435" y="45126"/>
                  </a:cubicBezTo>
                  <a:cubicBezTo>
                    <a:pt x="-4326" y="30213"/>
                    <a:pt x="1248" y="11354"/>
                    <a:pt x="15924" y="347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09" name="자유형: 도형 2008">
              <a:extLst>
                <a:ext uri="{FF2B5EF4-FFF2-40B4-BE49-F238E27FC236}">
                  <a16:creationId xmlns:a16="http://schemas.microsoft.com/office/drawing/2014/main" id="{2254FFC8-B6A4-3001-2DC6-4A37E3621C28}"/>
                </a:ext>
              </a:extLst>
            </p:cNvPr>
            <p:cNvSpPr/>
            <p:nvPr/>
          </p:nvSpPr>
          <p:spPr>
            <a:xfrm>
              <a:off x="9288127" y="3459095"/>
              <a:ext cx="62564" cy="63619"/>
            </a:xfrm>
            <a:custGeom>
              <a:avLst/>
              <a:gdLst>
                <a:gd name="connsiteX0" fmla="*/ 16542 w 62564"/>
                <a:gd name="connsiteY0" fmla="*/ 3586 h 63619"/>
                <a:gd name="connsiteX1" fmla="*/ 58875 w 62564"/>
                <a:gd name="connsiteY1" fmla="*/ 16806 h 63619"/>
                <a:gd name="connsiteX2" fmla="*/ 45893 w 62564"/>
                <a:gd name="connsiteY2" fmla="*/ 59866 h 63619"/>
                <a:gd name="connsiteX3" fmla="*/ 3560 w 62564"/>
                <a:gd name="connsiteY3" fmla="*/ 46639 h 63619"/>
                <a:gd name="connsiteX4" fmla="*/ 16542 w 62564"/>
                <a:gd name="connsiteY4" fmla="*/ 3586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19">
                  <a:moveTo>
                    <a:pt x="16542" y="3586"/>
                  </a:moveTo>
                  <a:cubicBezTo>
                    <a:pt x="31782" y="-4577"/>
                    <a:pt x="50832" y="1333"/>
                    <a:pt x="58875" y="16806"/>
                  </a:cubicBezTo>
                  <a:cubicBezTo>
                    <a:pt x="66919" y="32285"/>
                    <a:pt x="61134" y="51703"/>
                    <a:pt x="45893" y="59866"/>
                  </a:cubicBezTo>
                  <a:cubicBezTo>
                    <a:pt x="30653" y="68029"/>
                    <a:pt x="11533" y="62119"/>
                    <a:pt x="3560" y="46639"/>
                  </a:cubicBezTo>
                  <a:cubicBezTo>
                    <a:pt x="-4484" y="31159"/>
                    <a:pt x="1302" y="11742"/>
                    <a:pt x="16542" y="3586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0" name="자유형: 도형 2009">
              <a:extLst>
                <a:ext uri="{FF2B5EF4-FFF2-40B4-BE49-F238E27FC236}">
                  <a16:creationId xmlns:a16="http://schemas.microsoft.com/office/drawing/2014/main" id="{A7D38FCB-4903-E756-C2A0-94B895AB8F9C}"/>
                </a:ext>
              </a:extLst>
            </p:cNvPr>
            <p:cNvSpPr/>
            <p:nvPr/>
          </p:nvSpPr>
          <p:spPr>
            <a:xfrm>
              <a:off x="9475359" y="2802242"/>
              <a:ext cx="65510" cy="66730"/>
            </a:xfrm>
            <a:custGeom>
              <a:avLst/>
              <a:gdLst>
                <a:gd name="connsiteX0" fmla="*/ 17270 w 65510"/>
                <a:gd name="connsiteY0" fmla="*/ 3870 h 66730"/>
                <a:gd name="connsiteX1" fmla="*/ 61580 w 65510"/>
                <a:gd name="connsiteY1" fmla="*/ 17664 h 66730"/>
                <a:gd name="connsiteX2" fmla="*/ 47962 w 65510"/>
                <a:gd name="connsiteY2" fmla="*/ 62690 h 66730"/>
                <a:gd name="connsiteX3" fmla="*/ 3723 w 65510"/>
                <a:gd name="connsiteY3" fmla="*/ 48896 h 66730"/>
                <a:gd name="connsiteX4" fmla="*/ 17270 w 65510"/>
                <a:gd name="connsiteY4" fmla="*/ 3870 h 6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10" h="66730">
                  <a:moveTo>
                    <a:pt x="17270" y="3870"/>
                  </a:moveTo>
                  <a:cubicBezTo>
                    <a:pt x="33287" y="-4853"/>
                    <a:pt x="53254" y="1338"/>
                    <a:pt x="61580" y="17664"/>
                  </a:cubicBezTo>
                  <a:cubicBezTo>
                    <a:pt x="70117" y="33983"/>
                    <a:pt x="64049" y="54247"/>
                    <a:pt x="47962" y="62690"/>
                  </a:cubicBezTo>
                  <a:cubicBezTo>
                    <a:pt x="31946" y="71412"/>
                    <a:pt x="11979" y="65222"/>
                    <a:pt x="3723" y="48896"/>
                  </a:cubicBezTo>
                  <a:cubicBezTo>
                    <a:pt x="-4602" y="32577"/>
                    <a:pt x="1183" y="12312"/>
                    <a:pt x="17270" y="38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1" name="자유형: 도형 2010">
              <a:extLst>
                <a:ext uri="{FF2B5EF4-FFF2-40B4-BE49-F238E27FC236}">
                  <a16:creationId xmlns:a16="http://schemas.microsoft.com/office/drawing/2014/main" id="{D1A05662-807E-CF19-8ED5-55066DA9DFF5}"/>
                </a:ext>
              </a:extLst>
            </p:cNvPr>
            <p:cNvSpPr/>
            <p:nvPr/>
          </p:nvSpPr>
          <p:spPr>
            <a:xfrm>
              <a:off x="9934348" y="2580089"/>
              <a:ext cx="67784" cy="68917"/>
            </a:xfrm>
            <a:custGeom>
              <a:avLst/>
              <a:gdLst>
                <a:gd name="connsiteX0" fmla="*/ 18023 w 67784"/>
                <a:gd name="connsiteY0" fmla="*/ 3977 h 68917"/>
                <a:gd name="connsiteX1" fmla="*/ 63743 w 67784"/>
                <a:gd name="connsiteY1" fmla="*/ 18330 h 68917"/>
                <a:gd name="connsiteX2" fmla="*/ 49632 w 67784"/>
                <a:gd name="connsiteY2" fmla="*/ 64769 h 68917"/>
                <a:gd name="connsiteX3" fmla="*/ 3912 w 67784"/>
                <a:gd name="connsiteY3" fmla="*/ 50416 h 68917"/>
                <a:gd name="connsiteX4" fmla="*/ 18023 w 6778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84" h="68917">
                  <a:moveTo>
                    <a:pt x="18023" y="3977"/>
                  </a:moveTo>
                  <a:cubicBezTo>
                    <a:pt x="34674" y="-5026"/>
                    <a:pt x="55135" y="1445"/>
                    <a:pt x="63743" y="18330"/>
                  </a:cubicBezTo>
                  <a:cubicBezTo>
                    <a:pt x="72563" y="35216"/>
                    <a:pt x="66212" y="56040"/>
                    <a:pt x="49632" y="64769"/>
                  </a:cubicBezTo>
                  <a:cubicBezTo>
                    <a:pt x="32981" y="73771"/>
                    <a:pt x="12519" y="67301"/>
                    <a:pt x="3912" y="50416"/>
                  </a:cubicBezTo>
                  <a:cubicBezTo>
                    <a:pt x="-4908" y="33530"/>
                    <a:pt x="1443" y="12706"/>
                    <a:pt x="18023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2" name="자유형: 도형 2011">
              <a:extLst>
                <a:ext uri="{FF2B5EF4-FFF2-40B4-BE49-F238E27FC236}">
                  <a16:creationId xmlns:a16="http://schemas.microsoft.com/office/drawing/2014/main" id="{453453E3-427D-8B3C-3F5A-F9782F839E59}"/>
                </a:ext>
              </a:extLst>
            </p:cNvPr>
            <p:cNvSpPr/>
            <p:nvPr/>
          </p:nvSpPr>
          <p:spPr>
            <a:xfrm>
              <a:off x="10270416" y="1013129"/>
              <a:ext cx="73581" cy="74805"/>
            </a:xfrm>
            <a:custGeom>
              <a:avLst/>
              <a:gdLst>
                <a:gd name="connsiteX0" fmla="*/ 19424 w 73581"/>
                <a:gd name="connsiteY0" fmla="*/ 4247 h 74805"/>
                <a:gd name="connsiteX1" fmla="*/ 69237 w 73581"/>
                <a:gd name="connsiteY1" fmla="*/ 19727 h 74805"/>
                <a:gd name="connsiteX2" fmla="*/ 53997 w 73581"/>
                <a:gd name="connsiteY2" fmla="*/ 70384 h 74805"/>
                <a:gd name="connsiteX3" fmla="*/ 4184 w 73581"/>
                <a:gd name="connsiteY3" fmla="*/ 54904 h 74805"/>
                <a:gd name="connsiteX4" fmla="*/ 19424 w 73581"/>
                <a:gd name="connsiteY4" fmla="*/ 4247 h 7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81" h="74805">
                  <a:moveTo>
                    <a:pt x="19424" y="4247"/>
                  </a:moveTo>
                  <a:cubicBezTo>
                    <a:pt x="37416" y="-5322"/>
                    <a:pt x="59852" y="1428"/>
                    <a:pt x="69237" y="19727"/>
                  </a:cubicBezTo>
                  <a:cubicBezTo>
                    <a:pt x="78691" y="38019"/>
                    <a:pt x="71989" y="60815"/>
                    <a:pt x="53997" y="70384"/>
                  </a:cubicBezTo>
                  <a:cubicBezTo>
                    <a:pt x="36005" y="79946"/>
                    <a:pt x="13639" y="73196"/>
                    <a:pt x="4184" y="54904"/>
                  </a:cubicBezTo>
                  <a:cubicBezTo>
                    <a:pt x="-5200" y="36613"/>
                    <a:pt x="1433" y="13816"/>
                    <a:pt x="19424" y="424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3" name="자유형: 도형 2012">
              <a:extLst>
                <a:ext uri="{FF2B5EF4-FFF2-40B4-BE49-F238E27FC236}">
                  <a16:creationId xmlns:a16="http://schemas.microsoft.com/office/drawing/2014/main" id="{AEAA38B5-395F-3B2A-23FC-54FB9B64CE65}"/>
                </a:ext>
              </a:extLst>
            </p:cNvPr>
            <p:cNvSpPr/>
            <p:nvPr/>
          </p:nvSpPr>
          <p:spPr>
            <a:xfrm>
              <a:off x="10770783" y="712179"/>
              <a:ext cx="75719" cy="76991"/>
            </a:xfrm>
            <a:custGeom>
              <a:avLst/>
              <a:gdLst>
                <a:gd name="connsiteX0" fmla="*/ 20074 w 75719"/>
                <a:gd name="connsiteY0" fmla="*/ 4354 h 76991"/>
                <a:gd name="connsiteX1" fmla="*/ 71297 w 75719"/>
                <a:gd name="connsiteY1" fmla="*/ 20393 h 76991"/>
                <a:gd name="connsiteX2" fmla="*/ 55493 w 75719"/>
                <a:gd name="connsiteY2" fmla="*/ 72456 h 76991"/>
                <a:gd name="connsiteX3" fmla="*/ 4340 w 75719"/>
                <a:gd name="connsiteY3" fmla="*/ 56417 h 76991"/>
                <a:gd name="connsiteX4" fmla="*/ 20074 w 75719"/>
                <a:gd name="connsiteY4" fmla="*/ 4354 h 7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19" h="76991">
                  <a:moveTo>
                    <a:pt x="20074" y="4354"/>
                  </a:moveTo>
                  <a:cubicBezTo>
                    <a:pt x="38630" y="-5495"/>
                    <a:pt x="61631" y="1535"/>
                    <a:pt x="71297" y="20393"/>
                  </a:cubicBezTo>
                  <a:cubicBezTo>
                    <a:pt x="80963" y="39252"/>
                    <a:pt x="74049" y="62608"/>
                    <a:pt x="55493" y="72456"/>
                  </a:cubicBezTo>
                  <a:cubicBezTo>
                    <a:pt x="36937" y="82305"/>
                    <a:pt x="14006" y="75275"/>
                    <a:pt x="4340" y="56417"/>
                  </a:cubicBezTo>
                  <a:cubicBezTo>
                    <a:pt x="-5397" y="37559"/>
                    <a:pt x="1517" y="14203"/>
                    <a:pt x="20074" y="435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4" name="자유형: 도형 2013">
              <a:extLst>
                <a:ext uri="{FF2B5EF4-FFF2-40B4-BE49-F238E27FC236}">
                  <a16:creationId xmlns:a16="http://schemas.microsoft.com/office/drawing/2014/main" id="{4C91BFF1-5A6B-01F6-7C62-5E965AAFA028}"/>
                </a:ext>
              </a:extLst>
            </p:cNvPr>
            <p:cNvSpPr/>
            <p:nvPr/>
          </p:nvSpPr>
          <p:spPr>
            <a:xfrm>
              <a:off x="11062298" y="692247"/>
              <a:ext cx="78953" cy="80272"/>
            </a:xfrm>
            <a:custGeom>
              <a:avLst/>
              <a:gdLst>
                <a:gd name="connsiteX0" fmla="*/ 20872 w 78953"/>
                <a:gd name="connsiteY0" fmla="*/ 4589 h 80272"/>
                <a:gd name="connsiteX1" fmla="*/ 74282 w 78953"/>
                <a:gd name="connsiteY1" fmla="*/ 21187 h 80272"/>
                <a:gd name="connsiteX2" fmla="*/ 57984 w 78953"/>
                <a:gd name="connsiteY2" fmla="*/ 75503 h 80272"/>
                <a:gd name="connsiteX3" fmla="*/ 4573 w 78953"/>
                <a:gd name="connsiteY3" fmla="*/ 58897 h 80272"/>
                <a:gd name="connsiteX4" fmla="*/ 20872 w 78953"/>
                <a:gd name="connsiteY4" fmla="*/ 4589 h 8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953" h="80272">
                  <a:moveTo>
                    <a:pt x="20872" y="4589"/>
                  </a:moveTo>
                  <a:cubicBezTo>
                    <a:pt x="39992" y="-5827"/>
                    <a:pt x="64052" y="1770"/>
                    <a:pt x="74282" y="21187"/>
                  </a:cubicBezTo>
                  <a:cubicBezTo>
                    <a:pt x="84513" y="40605"/>
                    <a:pt x="77105" y="65094"/>
                    <a:pt x="57984" y="75503"/>
                  </a:cubicBezTo>
                  <a:cubicBezTo>
                    <a:pt x="38863" y="85918"/>
                    <a:pt x="14804" y="78322"/>
                    <a:pt x="4573" y="58897"/>
                  </a:cubicBezTo>
                  <a:cubicBezTo>
                    <a:pt x="-5728" y="39479"/>
                    <a:pt x="1751" y="14997"/>
                    <a:pt x="20872" y="45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5" name="자유형: 도형 2014">
              <a:extLst>
                <a:ext uri="{FF2B5EF4-FFF2-40B4-BE49-F238E27FC236}">
                  <a16:creationId xmlns:a16="http://schemas.microsoft.com/office/drawing/2014/main" id="{F4F2DA71-1DD6-555E-CD4B-245BEEAEC67B}"/>
                </a:ext>
              </a:extLst>
            </p:cNvPr>
            <p:cNvSpPr/>
            <p:nvPr/>
          </p:nvSpPr>
          <p:spPr>
            <a:xfrm>
              <a:off x="11729285" y="109817"/>
              <a:ext cx="81759" cy="83128"/>
            </a:xfrm>
            <a:custGeom>
              <a:avLst/>
              <a:gdLst>
                <a:gd name="connsiteX0" fmla="*/ 21555 w 81759"/>
                <a:gd name="connsiteY0" fmla="*/ 4749 h 83128"/>
                <a:gd name="connsiteX1" fmla="*/ 76941 w 81759"/>
                <a:gd name="connsiteY1" fmla="*/ 21915 h 83128"/>
                <a:gd name="connsiteX2" fmla="*/ 60007 w 81759"/>
                <a:gd name="connsiteY2" fmla="*/ 78195 h 83128"/>
                <a:gd name="connsiteX3" fmla="*/ 4692 w 81759"/>
                <a:gd name="connsiteY3" fmla="*/ 61030 h 83128"/>
                <a:gd name="connsiteX4" fmla="*/ 21555 w 81759"/>
                <a:gd name="connsiteY4" fmla="*/ 4749 h 8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59" h="83128">
                  <a:moveTo>
                    <a:pt x="21555" y="4749"/>
                  </a:moveTo>
                  <a:cubicBezTo>
                    <a:pt x="41522" y="-5946"/>
                    <a:pt x="66428" y="1651"/>
                    <a:pt x="76941" y="21915"/>
                  </a:cubicBezTo>
                  <a:cubicBezTo>
                    <a:pt x="87454" y="42179"/>
                    <a:pt x="79974" y="67507"/>
                    <a:pt x="60007" y="78195"/>
                  </a:cubicBezTo>
                  <a:cubicBezTo>
                    <a:pt x="40111" y="88891"/>
                    <a:pt x="15205" y="81294"/>
                    <a:pt x="4692" y="61030"/>
                  </a:cubicBezTo>
                  <a:cubicBezTo>
                    <a:pt x="-5821" y="40766"/>
                    <a:pt x="1658" y="15437"/>
                    <a:pt x="21555" y="4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8" name="자유형: 도형 2017">
              <a:extLst>
                <a:ext uri="{FF2B5EF4-FFF2-40B4-BE49-F238E27FC236}">
                  <a16:creationId xmlns:a16="http://schemas.microsoft.com/office/drawing/2014/main" id="{3752EF1F-D864-3B0B-7C6D-59ACCAF0CD0F}"/>
                </a:ext>
              </a:extLst>
            </p:cNvPr>
            <p:cNvSpPr/>
            <p:nvPr/>
          </p:nvSpPr>
          <p:spPr>
            <a:xfrm>
              <a:off x="7488337" y="5007413"/>
              <a:ext cx="48213" cy="49138"/>
            </a:xfrm>
            <a:custGeom>
              <a:avLst/>
              <a:gdLst>
                <a:gd name="connsiteX0" fmla="*/ 12642 w 48213"/>
                <a:gd name="connsiteY0" fmla="*/ 2818 h 49138"/>
                <a:gd name="connsiteX1" fmla="*/ 45310 w 48213"/>
                <a:gd name="connsiteY1" fmla="*/ 12954 h 49138"/>
                <a:gd name="connsiteX2" fmla="*/ 35362 w 48213"/>
                <a:gd name="connsiteY2" fmla="*/ 46159 h 49138"/>
                <a:gd name="connsiteX3" fmla="*/ 2694 w 48213"/>
                <a:gd name="connsiteY3" fmla="*/ 36030 h 49138"/>
                <a:gd name="connsiteX4" fmla="*/ 12642 w 48213"/>
                <a:gd name="connsiteY4" fmla="*/ 2818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3" h="49138">
                  <a:moveTo>
                    <a:pt x="12642" y="2818"/>
                  </a:moveTo>
                  <a:cubicBezTo>
                    <a:pt x="24567" y="-3652"/>
                    <a:pt x="39171" y="1133"/>
                    <a:pt x="45310" y="12954"/>
                  </a:cubicBezTo>
                  <a:cubicBezTo>
                    <a:pt x="51660" y="25056"/>
                    <a:pt x="46932" y="39968"/>
                    <a:pt x="35362" y="46159"/>
                  </a:cubicBezTo>
                  <a:cubicBezTo>
                    <a:pt x="23437" y="52629"/>
                    <a:pt x="8762" y="47845"/>
                    <a:pt x="2694" y="36030"/>
                  </a:cubicBezTo>
                  <a:cubicBezTo>
                    <a:pt x="-3444" y="24209"/>
                    <a:pt x="1001" y="9009"/>
                    <a:pt x="12642" y="2818"/>
                  </a:cubicBezTo>
                  <a:close/>
                </a:path>
              </a:pathLst>
            </a:custGeom>
            <a:solidFill>
              <a:srgbClr val="00FFDD">
                <a:alpha val="66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19" name="자유형: 도형 2018">
              <a:extLst>
                <a:ext uri="{FF2B5EF4-FFF2-40B4-BE49-F238E27FC236}">
                  <a16:creationId xmlns:a16="http://schemas.microsoft.com/office/drawing/2014/main" id="{9D66B90E-A1B1-98BB-D998-F1BD895163D0}"/>
                </a:ext>
              </a:extLst>
            </p:cNvPr>
            <p:cNvSpPr/>
            <p:nvPr/>
          </p:nvSpPr>
          <p:spPr>
            <a:xfrm>
              <a:off x="7996998" y="5249954"/>
              <a:ext cx="49425" cy="50359"/>
            </a:xfrm>
            <a:custGeom>
              <a:avLst/>
              <a:gdLst>
                <a:gd name="connsiteX0" fmla="*/ 13042 w 49425"/>
                <a:gd name="connsiteY0" fmla="*/ 2867 h 50359"/>
                <a:gd name="connsiteX1" fmla="*/ 46485 w 49425"/>
                <a:gd name="connsiteY1" fmla="*/ 13283 h 50359"/>
                <a:gd name="connsiteX2" fmla="*/ 36255 w 49425"/>
                <a:gd name="connsiteY2" fmla="*/ 47333 h 50359"/>
                <a:gd name="connsiteX3" fmla="*/ 2811 w 49425"/>
                <a:gd name="connsiteY3" fmla="*/ 36918 h 50359"/>
                <a:gd name="connsiteX4" fmla="*/ 13042 w 49425"/>
                <a:gd name="connsiteY4" fmla="*/ 2867 h 5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59">
                  <a:moveTo>
                    <a:pt x="13042" y="2867"/>
                  </a:moveTo>
                  <a:cubicBezTo>
                    <a:pt x="25177" y="-3603"/>
                    <a:pt x="40135" y="894"/>
                    <a:pt x="46485" y="13283"/>
                  </a:cubicBezTo>
                  <a:cubicBezTo>
                    <a:pt x="52906" y="25663"/>
                    <a:pt x="48178" y="40856"/>
                    <a:pt x="36255" y="47333"/>
                  </a:cubicBezTo>
                  <a:cubicBezTo>
                    <a:pt x="24119" y="53804"/>
                    <a:pt x="9161" y="49299"/>
                    <a:pt x="2811" y="36918"/>
                  </a:cubicBezTo>
                  <a:cubicBezTo>
                    <a:pt x="-3610" y="24537"/>
                    <a:pt x="1118" y="9337"/>
                    <a:pt x="13042" y="2867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0" name="자유형: 도형 2019">
              <a:extLst>
                <a:ext uri="{FF2B5EF4-FFF2-40B4-BE49-F238E27FC236}">
                  <a16:creationId xmlns:a16="http://schemas.microsoft.com/office/drawing/2014/main" id="{900362D4-DCF0-A7F3-930A-3D17DAE49D3A}"/>
                </a:ext>
              </a:extLst>
            </p:cNvPr>
            <p:cNvSpPr/>
            <p:nvPr/>
          </p:nvSpPr>
          <p:spPr>
            <a:xfrm>
              <a:off x="8524417" y="5299366"/>
              <a:ext cx="50610" cy="51437"/>
            </a:xfrm>
            <a:custGeom>
              <a:avLst/>
              <a:gdLst>
                <a:gd name="connsiteX0" fmla="*/ 13451 w 50610"/>
                <a:gd name="connsiteY0" fmla="*/ 2986 h 51437"/>
                <a:gd name="connsiteX1" fmla="*/ 47529 w 50610"/>
                <a:gd name="connsiteY1" fmla="*/ 13681 h 51437"/>
                <a:gd name="connsiteX2" fmla="*/ 37016 w 50610"/>
                <a:gd name="connsiteY2" fmla="*/ 48292 h 51437"/>
                <a:gd name="connsiteX3" fmla="*/ 2938 w 50610"/>
                <a:gd name="connsiteY3" fmla="*/ 37604 h 51437"/>
                <a:gd name="connsiteX4" fmla="*/ 13451 w 50610"/>
                <a:gd name="connsiteY4" fmla="*/ 2986 h 5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0" h="51437">
                  <a:moveTo>
                    <a:pt x="13451" y="2986"/>
                  </a:moveTo>
                  <a:cubicBezTo>
                    <a:pt x="25939" y="-3771"/>
                    <a:pt x="41179" y="1013"/>
                    <a:pt x="47529" y="13681"/>
                  </a:cubicBezTo>
                  <a:cubicBezTo>
                    <a:pt x="54162" y="26342"/>
                    <a:pt x="49505" y="41821"/>
                    <a:pt x="37016" y="48292"/>
                  </a:cubicBezTo>
                  <a:cubicBezTo>
                    <a:pt x="24528" y="55049"/>
                    <a:pt x="9358" y="50264"/>
                    <a:pt x="2938" y="37604"/>
                  </a:cubicBezTo>
                  <a:cubicBezTo>
                    <a:pt x="-3695" y="24936"/>
                    <a:pt x="1033" y="9456"/>
                    <a:pt x="13451" y="2986"/>
                  </a:cubicBezTo>
                  <a:close/>
                </a:path>
              </a:pathLst>
            </a:custGeom>
            <a:solidFill>
              <a:srgbClr val="00FFDD">
                <a:alpha val="7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1" name="자유형: 도형 2020">
              <a:extLst>
                <a:ext uri="{FF2B5EF4-FFF2-40B4-BE49-F238E27FC236}">
                  <a16:creationId xmlns:a16="http://schemas.microsoft.com/office/drawing/2014/main" id="{B53E5428-BA44-2026-BA70-A8AF98385105}"/>
                </a:ext>
              </a:extLst>
            </p:cNvPr>
            <p:cNvSpPr/>
            <p:nvPr/>
          </p:nvSpPr>
          <p:spPr>
            <a:xfrm>
              <a:off x="8436146" y="5277424"/>
              <a:ext cx="51666" cy="52547"/>
            </a:xfrm>
            <a:custGeom>
              <a:avLst/>
              <a:gdLst>
                <a:gd name="connsiteX0" fmla="*/ 13738 w 51666"/>
                <a:gd name="connsiteY0" fmla="*/ 2978 h 52547"/>
                <a:gd name="connsiteX1" fmla="*/ 48593 w 51666"/>
                <a:gd name="connsiteY1" fmla="*/ 13953 h 52547"/>
                <a:gd name="connsiteX2" fmla="*/ 37798 w 51666"/>
                <a:gd name="connsiteY2" fmla="*/ 49410 h 52547"/>
                <a:gd name="connsiteX3" fmla="*/ 2944 w 51666"/>
                <a:gd name="connsiteY3" fmla="*/ 38435 h 52547"/>
                <a:gd name="connsiteX4" fmla="*/ 13738 w 51666"/>
                <a:gd name="connsiteY4" fmla="*/ 2978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66" h="52547">
                  <a:moveTo>
                    <a:pt x="13738" y="2978"/>
                  </a:moveTo>
                  <a:cubicBezTo>
                    <a:pt x="26156" y="-3779"/>
                    <a:pt x="41961" y="1005"/>
                    <a:pt x="48593" y="13953"/>
                  </a:cubicBezTo>
                  <a:cubicBezTo>
                    <a:pt x="55225" y="26614"/>
                    <a:pt x="50569" y="42660"/>
                    <a:pt x="37798" y="49410"/>
                  </a:cubicBezTo>
                  <a:cubicBezTo>
                    <a:pt x="25380" y="56167"/>
                    <a:pt x="9576" y="51383"/>
                    <a:pt x="2944" y="38435"/>
                  </a:cubicBezTo>
                  <a:cubicBezTo>
                    <a:pt x="-3689" y="25774"/>
                    <a:pt x="968" y="9728"/>
                    <a:pt x="13738" y="2978"/>
                  </a:cubicBezTo>
                  <a:close/>
                </a:path>
              </a:pathLst>
            </a:custGeom>
            <a:solidFill>
              <a:srgbClr val="00FFDD">
                <a:alpha val="7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2" name="자유형: 도형 2021">
              <a:extLst>
                <a:ext uri="{FF2B5EF4-FFF2-40B4-BE49-F238E27FC236}">
                  <a16:creationId xmlns:a16="http://schemas.microsoft.com/office/drawing/2014/main" id="{A66DA509-DD91-6DA0-C828-AC330306DCDB}"/>
                </a:ext>
              </a:extLst>
            </p:cNvPr>
            <p:cNvSpPr/>
            <p:nvPr/>
          </p:nvSpPr>
          <p:spPr>
            <a:xfrm>
              <a:off x="9101447" y="5081148"/>
              <a:ext cx="52523" cy="53233"/>
            </a:xfrm>
            <a:custGeom>
              <a:avLst/>
              <a:gdLst>
                <a:gd name="connsiteX0" fmla="*/ 13850 w 52523"/>
                <a:gd name="connsiteY0" fmla="*/ 3097 h 53233"/>
                <a:gd name="connsiteX1" fmla="*/ 49340 w 52523"/>
                <a:gd name="connsiteY1" fmla="*/ 14079 h 53233"/>
                <a:gd name="connsiteX2" fmla="*/ 38544 w 52523"/>
                <a:gd name="connsiteY2" fmla="*/ 50095 h 53233"/>
                <a:gd name="connsiteX3" fmla="*/ 3055 w 52523"/>
                <a:gd name="connsiteY3" fmla="*/ 39120 h 53233"/>
                <a:gd name="connsiteX4" fmla="*/ 13850 w 52523"/>
                <a:gd name="connsiteY4" fmla="*/ 3097 h 5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523" h="53233">
                  <a:moveTo>
                    <a:pt x="13850" y="3097"/>
                  </a:moveTo>
                  <a:cubicBezTo>
                    <a:pt x="26620" y="-3933"/>
                    <a:pt x="42636" y="1131"/>
                    <a:pt x="49340" y="14079"/>
                  </a:cubicBezTo>
                  <a:cubicBezTo>
                    <a:pt x="56254" y="27019"/>
                    <a:pt x="51245" y="43345"/>
                    <a:pt x="38544" y="50095"/>
                  </a:cubicBezTo>
                  <a:cubicBezTo>
                    <a:pt x="25773" y="56852"/>
                    <a:pt x="9758" y="52068"/>
                    <a:pt x="3055" y="39120"/>
                  </a:cubicBezTo>
                  <a:cubicBezTo>
                    <a:pt x="-3860" y="26180"/>
                    <a:pt x="1149" y="9853"/>
                    <a:pt x="13850" y="3097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3" name="자유형: 도형 2022">
              <a:extLst>
                <a:ext uri="{FF2B5EF4-FFF2-40B4-BE49-F238E27FC236}">
                  <a16:creationId xmlns:a16="http://schemas.microsoft.com/office/drawing/2014/main" id="{9DABA2BF-575D-A4E0-A0F3-A0CB01A4DC4F}"/>
                </a:ext>
              </a:extLst>
            </p:cNvPr>
            <p:cNvSpPr/>
            <p:nvPr/>
          </p:nvSpPr>
          <p:spPr>
            <a:xfrm>
              <a:off x="9011787" y="4680136"/>
              <a:ext cx="54395" cy="55418"/>
            </a:xfrm>
            <a:custGeom>
              <a:avLst/>
              <a:gdLst>
                <a:gd name="connsiteX0" fmla="*/ 14398 w 54395"/>
                <a:gd name="connsiteY0" fmla="*/ 3084 h 55418"/>
                <a:gd name="connsiteX1" fmla="*/ 51228 w 54395"/>
                <a:gd name="connsiteY1" fmla="*/ 14619 h 55418"/>
                <a:gd name="connsiteX2" fmla="*/ 39868 w 54395"/>
                <a:gd name="connsiteY2" fmla="*/ 52048 h 55418"/>
                <a:gd name="connsiteX3" fmla="*/ 3038 w 54395"/>
                <a:gd name="connsiteY3" fmla="*/ 40514 h 55418"/>
                <a:gd name="connsiteX4" fmla="*/ 14398 w 54395"/>
                <a:gd name="connsiteY4" fmla="*/ 3084 h 55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95" h="55418">
                  <a:moveTo>
                    <a:pt x="14398" y="3084"/>
                  </a:moveTo>
                  <a:cubicBezTo>
                    <a:pt x="27662" y="-3953"/>
                    <a:pt x="44313" y="1112"/>
                    <a:pt x="51228" y="14619"/>
                  </a:cubicBezTo>
                  <a:cubicBezTo>
                    <a:pt x="58142" y="28126"/>
                    <a:pt x="53133" y="45011"/>
                    <a:pt x="39868" y="52048"/>
                  </a:cubicBezTo>
                  <a:cubicBezTo>
                    <a:pt x="26604" y="59365"/>
                    <a:pt x="9953" y="54021"/>
                    <a:pt x="3038" y="40514"/>
                  </a:cubicBezTo>
                  <a:cubicBezTo>
                    <a:pt x="-3876" y="27000"/>
                    <a:pt x="1133" y="10114"/>
                    <a:pt x="14398" y="3084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4" name="자유형: 도형 2023">
              <a:extLst>
                <a:ext uri="{FF2B5EF4-FFF2-40B4-BE49-F238E27FC236}">
                  <a16:creationId xmlns:a16="http://schemas.microsoft.com/office/drawing/2014/main" id="{64511A87-BF86-AD5E-64AD-3F9B9534BF62}"/>
                </a:ext>
              </a:extLst>
            </p:cNvPr>
            <p:cNvSpPr/>
            <p:nvPr/>
          </p:nvSpPr>
          <p:spPr>
            <a:xfrm>
              <a:off x="8897638" y="4025706"/>
              <a:ext cx="56280" cy="57217"/>
            </a:xfrm>
            <a:custGeom>
              <a:avLst/>
              <a:gdLst>
                <a:gd name="connsiteX0" fmla="*/ 14811 w 56280"/>
                <a:gd name="connsiteY0" fmla="*/ 3197 h 57217"/>
                <a:gd name="connsiteX1" fmla="*/ 52982 w 56280"/>
                <a:gd name="connsiteY1" fmla="*/ 15018 h 57217"/>
                <a:gd name="connsiteX2" fmla="*/ 41340 w 56280"/>
                <a:gd name="connsiteY2" fmla="*/ 53854 h 57217"/>
                <a:gd name="connsiteX3" fmla="*/ 3169 w 56280"/>
                <a:gd name="connsiteY3" fmla="*/ 42032 h 57217"/>
                <a:gd name="connsiteX4" fmla="*/ 14811 w 56280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80" h="57217">
                  <a:moveTo>
                    <a:pt x="14811" y="3197"/>
                  </a:moveTo>
                  <a:cubicBezTo>
                    <a:pt x="28640" y="-4120"/>
                    <a:pt x="45785" y="1231"/>
                    <a:pt x="52982" y="15018"/>
                  </a:cubicBezTo>
                  <a:cubicBezTo>
                    <a:pt x="60179" y="29092"/>
                    <a:pt x="54957" y="46537"/>
                    <a:pt x="41340" y="53854"/>
                  </a:cubicBezTo>
                  <a:cubicBezTo>
                    <a:pt x="27511" y="61171"/>
                    <a:pt x="10366" y="55827"/>
                    <a:pt x="3169" y="42032"/>
                  </a:cubicBezTo>
                  <a:cubicBezTo>
                    <a:pt x="-4028" y="27966"/>
                    <a:pt x="1193" y="10513"/>
                    <a:pt x="14811" y="3197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5" name="자유형: 도형 2024">
              <a:extLst>
                <a:ext uri="{FF2B5EF4-FFF2-40B4-BE49-F238E27FC236}">
                  <a16:creationId xmlns:a16="http://schemas.microsoft.com/office/drawing/2014/main" id="{33356656-F57E-A56B-475E-2698641EE1D5}"/>
                </a:ext>
              </a:extLst>
            </p:cNvPr>
            <p:cNvSpPr/>
            <p:nvPr/>
          </p:nvSpPr>
          <p:spPr>
            <a:xfrm>
              <a:off x="9457184" y="4223378"/>
              <a:ext cx="57740" cy="58685"/>
            </a:xfrm>
            <a:custGeom>
              <a:avLst/>
              <a:gdLst>
                <a:gd name="connsiteX0" fmla="*/ 15196 w 57740"/>
                <a:gd name="connsiteY0" fmla="*/ 3369 h 58685"/>
                <a:gd name="connsiteX1" fmla="*/ 54284 w 57740"/>
                <a:gd name="connsiteY1" fmla="*/ 15470 h 58685"/>
                <a:gd name="connsiteX2" fmla="*/ 42360 w 57740"/>
                <a:gd name="connsiteY2" fmla="*/ 55152 h 58685"/>
                <a:gd name="connsiteX3" fmla="*/ 3343 w 57740"/>
                <a:gd name="connsiteY3" fmla="*/ 43051 h 58685"/>
                <a:gd name="connsiteX4" fmla="*/ 15196 w 57740"/>
                <a:gd name="connsiteY4" fmla="*/ 3369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40" h="58685">
                  <a:moveTo>
                    <a:pt x="15196" y="3369"/>
                  </a:moveTo>
                  <a:cubicBezTo>
                    <a:pt x="29378" y="-4227"/>
                    <a:pt x="46805" y="1117"/>
                    <a:pt x="54284" y="15470"/>
                  </a:cubicBezTo>
                  <a:cubicBezTo>
                    <a:pt x="61763" y="29824"/>
                    <a:pt x="56471" y="47549"/>
                    <a:pt x="42360" y="55152"/>
                  </a:cubicBezTo>
                  <a:cubicBezTo>
                    <a:pt x="28249" y="62748"/>
                    <a:pt x="10822" y="57404"/>
                    <a:pt x="3343" y="43051"/>
                  </a:cubicBezTo>
                  <a:cubicBezTo>
                    <a:pt x="-4136" y="28697"/>
                    <a:pt x="1085" y="10965"/>
                    <a:pt x="15196" y="3369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6" name="자유형: 도형 2025">
              <a:extLst>
                <a:ext uri="{FF2B5EF4-FFF2-40B4-BE49-F238E27FC236}">
                  <a16:creationId xmlns:a16="http://schemas.microsoft.com/office/drawing/2014/main" id="{519E0F96-B24A-238B-6F89-1447BBA20693}"/>
                </a:ext>
              </a:extLst>
            </p:cNvPr>
            <p:cNvSpPr/>
            <p:nvPr/>
          </p:nvSpPr>
          <p:spPr>
            <a:xfrm>
              <a:off x="9827439" y="3498881"/>
              <a:ext cx="60426" cy="61435"/>
            </a:xfrm>
            <a:custGeom>
              <a:avLst/>
              <a:gdLst>
                <a:gd name="connsiteX0" fmla="*/ 15923 w 60426"/>
                <a:gd name="connsiteY0" fmla="*/ 3475 h 61435"/>
                <a:gd name="connsiteX1" fmla="*/ 56846 w 60426"/>
                <a:gd name="connsiteY1" fmla="*/ 16142 h 61435"/>
                <a:gd name="connsiteX2" fmla="*/ 44428 w 60426"/>
                <a:gd name="connsiteY2" fmla="*/ 57790 h 61435"/>
                <a:gd name="connsiteX3" fmla="*/ 3436 w 60426"/>
                <a:gd name="connsiteY3" fmla="*/ 45129 h 61435"/>
                <a:gd name="connsiteX4" fmla="*/ 15923 w 60426"/>
                <a:gd name="connsiteY4" fmla="*/ 3475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923" y="3475"/>
                  </a:moveTo>
                  <a:cubicBezTo>
                    <a:pt x="30600" y="-4402"/>
                    <a:pt x="49156" y="1222"/>
                    <a:pt x="56846" y="16142"/>
                  </a:cubicBezTo>
                  <a:cubicBezTo>
                    <a:pt x="64607" y="31055"/>
                    <a:pt x="59104" y="49914"/>
                    <a:pt x="44428" y="57790"/>
                  </a:cubicBezTo>
                  <a:cubicBezTo>
                    <a:pt x="29753" y="65673"/>
                    <a:pt x="11197" y="60042"/>
                    <a:pt x="3436" y="45129"/>
                  </a:cubicBezTo>
                  <a:cubicBezTo>
                    <a:pt x="-4326" y="30209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7" name="자유형: 도형 2026">
              <a:extLst>
                <a:ext uri="{FF2B5EF4-FFF2-40B4-BE49-F238E27FC236}">
                  <a16:creationId xmlns:a16="http://schemas.microsoft.com/office/drawing/2014/main" id="{4E5AAE97-4934-0D3D-9300-973954501999}"/>
                </a:ext>
              </a:extLst>
            </p:cNvPr>
            <p:cNvSpPr/>
            <p:nvPr/>
          </p:nvSpPr>
          <p:spPr>
            <a:xfrm>
              <a:off x="9800777" y="3359179"/>
              <a:ext cx="61734" cy="62793"/>
            </a:xfrm>
            <a:custGeom>
              <a:avLst/>
              <a:gdLst>
                <a:gd name="connsiteX0" fmla="*/ 16268 w 61734"/>
                <a:gd name="connsiteY0" fmla="*/ 3593 h 62793"/>
                <a:gd name="connsiteX1" fmla="*/ 58037 w 61734"/>
                <a:gd name="connsiteY1" fmla="*/ 16533 h 62793"/>
                <a:gd name="connsiteX2" fmla="*/ 45337 w 61734"/>
                <a:gd name="connsiteY2" fmla="*/ 59035 h 62793"/>
                <a:gd name="connsiteX3" fmla="*/ 3568 w 61734"/>
                <a:gd name="connsiteY3" fmla="*/ 46087 h 62793"/>
                <a:gd name="connsiteX4" fmla="*/ 16268 w 61734"/>
                <a:gd name="connsiteY4" fmla="*/ 3593 h 62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34" h="62793">
                  <a:moveTo>
                    <a:pt x="16268" y="3593"/>
                  </a:moveTo>
                  <a:cubicBezTo>
                    <a:pt x="31225" y="-4570"/>
                    <a:pt x="50064" y="1341"/>
                    <a:pt x="58037" y="16533"/>
                  </a:cubicBezTo>
                  <a:cubicBezTo>
                    <a:pt x="66080" y="31734"/>
                    <a:pt x="60294" y="50872"/>
                    <a:pt x="45337" y="59035"/>
                  </a:cubicBezTo>
                  <a:cubicBezTo>
                    <a:pt x="30379" y="67190"/>
                    <a:pt x="11541" y="61287"/>
                    <a:pt x="3568" y="46087"/>
                  </a:cubicBezTo>
                  <a:cubicBezTo>
                    <a:pt x="-4475" y="30887"/>
                    <a:pt x="1310" y="11756"/>
                    <a:pt x="16268" y="359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8" name="자유형: 도형 2027">
              <a:extLst>
                <a:ext uri="{FF2B5EF4-FFF2-40B4-BE49-F238E27FC236}">
                  <a16:creationId xmlns:a16="http://schemas.microsoft.com/office/drawing/2014/main" id="{9FBA146D-108F-1CF4-110F-C4B3186AC4AD}"/>
                </a:ext>
              </a:extLst>
            </p:cNvPr>
            <p:cNvSpPr/>
            <p:nvPr/>
          </p:nvSpPr>
          <p:spPr>
            <a:xfrm>
              <a:off x="10542066" y="3059635"/>
              <a:ext cx="63530" cy="64697"/>
            </a:xfrm>
            <a:custGeom>
              <a:avLst/>
              <a:gdLst>
                <a:gd name="connsiteX0" fmla="*/ 16803 w 63530"/>
                <a:gd name="connsiteY0" fmla="*/ 3700 h 64697"/>
                <a:gd name="connsiteX1" fmla="*/ 59771 w 63530"/>
                <a:gd name="connsiteY1" fmla="*/ 17207 h 64697"/>
                <a:gd name="connsiteX2" fmla="*/ 46437 w 63530"/>
                <a:gd name="connsiteY2" fmla="*/ 60827 h 64697"/>
                <a:gd name="connsiteX3" fmla="*/ 3538 w 63530"/>
                <a:gd name="connsiteY3" fmla="*/ 47320 h 64697"/>
                <a:gd name="connsiteX4" fmla="*/ 16803 w 63530"/>
                <a:gd name="connsiteY4" fmla="*/ 3700 h 64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30" h="64697">
                  <a:moveTo>
                    <a:pt x="16803" y="3700"/>
                  </a:moveTo>
                  <a:cubicBezTo>
                    <a:pt x="32325" y="-4743"/>
                    <a:pt x="51728" y="1448"/>
                    <a:pt x="59771" y="17207"/>
                  </a:cubicBezTo>
                  <a:cubicBezTo>
                    <a:pt x="68026" y="32967"/>
                    <a:pt x="61959" y="52671"/>
                    <a:pt x="46437" y="60827"/>
                  </a:cubicBezTo>
                  <a:cubicBezTo>
                    <a:pt x="30984" y="69270"/>
                    <a:pt x="11582" y="63080"/>
                    <a:pt x="3538" y="47320"/>
                  </a:cubicBezTo>
                  <a:cubicBezTo>
                    <a:pt x="-4505" y="31561"/>
                    <a:pt x="1351" y="11863"/>
                    <a:pt x="16803" y="37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29" name="자유형: 도형 2028">
              <a:extLst>
                <a:ext uri="{FF2B5EF4-FFF2-40B4-BE49-F238E27FC236}">
                  <a16:creationId xmlns:a16="http://schemas.microsoft.com/office/drawing/2014/main" id="{64F3CC7B-4E9E-2FCD-E6FA-649869D9120E}"/>
                </a:ext>
              </a:extLst>
            </p:cNvPr>
            <p:cNvSpPr/>
            <p:nvPr/>
          </p:nvSpPr>
          <p:spPr>
            <a:xfrm>
              <a:off x="10550937" y="2050002"/>
              <a:ext cx="66723" cy="67838"/>
            </a:xfrm>
            <a:custGeom>
              <a:avLst/>
              <a:gdLst>
                <a:gd name="connsiteX0" fmla="*/ 17669 w 66723"/>
                <a:gd name="connsiteY0" fmla="*/ 3865 h 67838"/>
                <a:gd name="connsiteX1" fmla="*/ 62754 w 66723"/>
                <a:gd name="connsiteY1" fmla="*/ 17931 h 67838"/>
                <a:gd name="connsiteX2" fmla="*/ 48925 w 66723"/>
                <a:gd name="connsiteY2" fmla="*/ 63804 h 67838"/>
                <a:gd name="connsiteX3" fmla="*/ 3840 w 66723"/>
                <a:gd name="connsiteY3" fmla="*/ 49737 h 67838"/>
                <a:gd name="connsiteX4" fmla="*/ 17669 w 66723"/>
                <a:gd name="connsiteY4" fmla="*/ 3865 h 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23" h="67838">
                  <a:moveTo>
                    <a:pt x="17669" y="3865"/>
                  </a:moveTo>
                  <a:cubicBezTo>
                    <a:pt x="33968" y="-4865"/>
                    <a:pt x="54217" y="1325"/>
                    <a:pt x="62754" y="17931"/>
                  </a:cubicBezTo>
                  <a:cubicBezTo>
                    <a:pt x="71362" y="34537"/>
                    <a:pt x="65294" y="55081"/>
                    <a:pt x="48925" y="63804"/>
                  </a:cubicBezTo>
                  <a:cubicBezTo>
                    <a:pt x="32627" y="72526"/>
                    <a:pt x="12377" y="66336"/>
                    <a:pt x="3840" y="49737"/>
                  </a:cubicBezTo>
                  <a:cubicBezTo>
                    <a:pt x="-4768" y="33131"/>
                    <a:pt x="1300" y="12587"/>
                    <a:pt x="17669" y="386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0" name="자유형: 도형 2029">
              <a:extLst>
                <a:ext uri="{FF2B5EF4-FFF2-40B4-BE49-F238E27FC236}">
                  <a16:creationId xmlns:a16="http://schemas.microsoft.com/office/drawing/2014/main" id="{C2E35AFD-A105-7074-F492-DDB37FDA3246}"/>
                </a:ext>
              </a:extLst>
            </p:cNvPr>
            <p:cNvSpPr/>
            <p:nvPr/>
          </p:nvSpPr>
          <p:spPr>
            <a:xfrm>
              <a:off x="10626808" y="1154277"/>
              <a:ext cx="69685" cy="70837"/>
            </a:xfrm>
            <a:custGeom>
              <a:avLst/>
              <a:gdLst>
                <a:gd name="connsiteX0" fmla="*/ 18422 w 69685"/>
                <a:gd name="connsiteY0" fmla="*/ 4089 h 70837"/>
                <a:gd name="connsiteX1" fmla="*/ 65483 w 69685"/>
                <a:gd name="connsiteY1" fmla="*/ 18729 h 70837"/>
                <a:gd name="connsiteX2" fmla="*/ 51089 w 69685"/>
                <a:gd name="connsiteY2" fmla="*/ 66567 h 70837"/>
                <a:gd name="connsiteX3" fmla="*/ 4029 w 69685"/>
                <a:gd name="connsiteY3" fmla="*/ 51934 h 70837"/>
                <a:gd name="connsiteX4" fmla="*/ 18422 w 69685"/>
                <a:gd name="connsiteY4" fmla="*/ 4089 h 7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85" h="70837">
                  <a:moveTo>
                    <a:pt x="18422" y="4089"/>
                  </a:moveTo>
                  <a:cubicBezTo>
                    <a:pt x="35355" y="-5193"/>
                    <a:pt x="56663" y="1557"/>
                    <a:pt x="65483" y="18729"/>
                  </a:cubicBezTo>
                  <a:cubicBezTo>
                    <a:pt x="74654" y="35895"/>
                    <a:pt x="68023" y="57565"/>
                    <a:pt x="51089" y="66567"/>
                  </a:cubicBezTo>
                  <a:cubicBezTo>
                    <a:pt x="34226" y="75856"/>
                    <a:pt x="12918" y="69099"/>
                    <a:pt x="4029" y="51934"/>
                  </a:cubicBezTo>
                  <a:cubicBezTo>
                    <a:pt x="-5073" y="34768"/>
                    <a:pt x="1559" y="13098"/>
                    <a:pt x="18422" y="408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1" name="자유형: 도형 2030">
              <a:extLst>
                <a:ext uri="{FF2B5EF4-FFF2-40B4-BE49-F238E27FC236}">
                  <a16:creationId xmlns:a16="http://schemas.microsoft.com/office/drawing/2014/main" id="{2137D90D-972D-B787-F738-2755AC1E605F}"/>
                </a:ext>
              </a:extLst>
            </p:cNvPr>
            <p:cNvSpPr/>
            <p:nvPr/>
          </p:nvSpPr>
          <p:spPr>
            <a:xfrm>
              <a:off x="10776740" y="828281"/>
              <a:ext cx="71839" cy="73022"/>
            </a:xfrm>
            <a:custGeom>
              <a:avLst/>
              <a:gdLst>
                <a:gd name="connsiteX0" fmla="*/ 19126 w 71839"/>
                <a:gd name="connsiteY0" fmla="*/ 4199 h 73022"/>
                <a:gd name="connsiteX1" fmla="*/ 67528 w 71839"/>
                <a:gd name="connsiteY1" fmla="*/ 19392 h 73022"/>
                <a:gd name="connsiteX2" fmla="*/ 52570 w 71839"/>
                <a:gd name="connsiteY2" fmla="*/ 68643 h 73022"/>
                <a:gd name="connsiteX3" fmla="*/ 4168 w 71839"/>
                <a:gd name="connsiteY3" fmla="*/ 53450 h 73022"/>
                <a:gd name="connsiteX4" fmla="*/ 19126 w 71839"/>
                <a:gd name="connsiteY4" fmla="*/ 4199 h 73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9" h="73022">
                  <a:moveTo>
                    <a:pt x="19126" y="4199"/>
                  </a:moveTo>
                  <a:cubicBezTo>
                    <a:pt x="36554" y="-5370"/>
                    <a:pt x="58426" y="1667"/>
                    <a:pt x="67528" y="19392"/>
                  </a:cubicBezTo>
                  <a:cubicBezTo>
                    <a:pt x="76982" y="37124"/>
                    <a:pt x="70068" y="59354"/>
                    <a:pt x="52570" y="68643"/>
                  </a:cubicBezTo>
                  <a:cubicBezTo>
                    <a:pt x="35142" y="78212"/>
                    <a:pt x="13270" y="71175"/>
                    <a:pt x="4168" y="53450"/>
                  </a:cubicBezTo>
                  <a:cubicBezTo>
                    <a:pt x="-5286" y="35718"/>
                    <a:pt x="1699" y="13481"/>
                    <a:pt x="19126" y="419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2" name="자유형: 도형 2031">
              <a:extLst>
                <a:ext uri="{FF2B5EF4-FFF2-40B4-BE49-F238E27FC236}">
                  <a16:creationId xmlns:a16="http://schemas.microsoft.com/office/drawing/2014/main" id="{FB76C61A-8F02-2902-FE5F-77815120A134}"/>
                </a:ext>
              </a:extLst>
            </p:cNvPr>
            <p:cNvSpPr/>
            <p:nvPr/>
          </p:nvSpPr>
          <p:spPr>
            <a:xfrm>
              <a:off x="11281223" y="635620"/>
              <a:ext cx="74912" cy="76165"/>
            </a:xfrm>
            <a:custGeom>
              <a:avLst/>
              <a:gdLst>
                <a:gd name="connsiteX0" fmla="*/ 19824 w 74912"/>
                <a:gd name="connsiteY0" fmla="*/ 4360 h 76165"/>
                <a:gd name="connsiteX1" fmla="*/ 70482 w 74912"/>
                <a:gd name="connsiteY1" fmla="*/ 20127 h 76165"/>
                <a:gd name="connsiteX2" fmla="*/ 54960 w 74912"/>
                <a:gd name="connsiteY2" fmla="*/ 71623 h 76165"/>
                <a:gd name="connsiteX3" fmla="*/ 4301 w 74912"/>
                <a:gd name="connsiteY3" fmla="*/ 55864 h 76165"/>
                <a:gd name="connsiteX4" fmla="*/ 19824 w 74912"/>
                <a:gd name="connsiteY4" fmla="*/ 4360 h 7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12" h="76165">
                  <a:moveTo>
                    <a:pt x="19824" y="4360"/>
                  </a:moveTo>
                  <a:cubicBezTo>
                    <a:pt x="38097" y="-5488"/>
                    <a:pt x="60745" y="1549"/>
                    <a:pt x="70482" y="20127"/>
                  </a:cubicBezTo>
                  <a:cubicBezTo>
                    <a:pt x="80148" y="38698"/>
                    <a:pt x="73234" y="61775"/>
                    <a:pt x="54960" y="71623"/>
                  </a:cubicBezTo>
                  <a:cubicBezTo>
                    <a:pt x="36687" y="81472"/>
                    <a:pt x="13967" y="74435"/>
                    <a:pt x="4301" y="55864"/>
                  </a:cubicBezTo>
                  <a:cubicBezTo>
                    <a:pt x="-5365" y="37293"/>
                    <a:pt x="1549" y="14216"/>
                    <a:pt x="19824" y="436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3" name="자유형: 도형 2032">
              <a:extLst>
                <a:ext uri="{FF2B5EF4-FFF2-40B4-BE49-F238E27FC236}">
                  <a16:creationId xmlns:a16="http://schemas.microsoft.com/office/drawing/2014/main" id="{760B4197-14F2-0D21-FFA0-212F6784C83F}"/>
                </a:ext>
              </a:extLst>
            </p:cNvPr>
            <p:cNvSpPr/>
            <p:nvPr/>
          </p:nvSpPr>
          <p:spPr>
            <a:xfrm>
              <a:off x="12040930" y="537298"/>
              <a:ext cx="77646" cy="78912"/>
            </a:xfrm>
            <a:custGeom>
              <a:avLst/>
              <a:gdLst>
                <a:gd name="connsiteX0" fmla="*/ 20496 w 77646"/>
                <a:gd name="connsiteY0" fmla="*/ 4468 h 78912"/>
                <a:gd name="connsiteX1" fmla="*/ 73060 w 77646"/>
                <a:gd name="connsiteY1" fmla="*/ 20794 h 78912"/>
                <a:gd name="connsiteX2" fmla="*/ 57044 w 77646"/>
                <a:gd name="connsiteY2" fmla="*/ 74263 h 78912"/>
                <a:gd name="connsiteX3" fmla="*/ 4410 w 77646"/>
                <a:gd name="connsiteY3" fmla="*/ 57937 h 78912"/>
                <a:gd name="connsiteX4" fmla="*/ 20496 w 77646"/>
                <a:gd name="connsiteY4" fmla="*/ 4468 h 7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46" h="78912">
                  <a:moveTo>
                    <a:pt x="20496" y="4468"/>
                  </a:moveTo>
                  <a:cubicBezTo>
                    <a:pt x="39617" y="-5661"/>
                    <a:pt x="63112" y="1656"/>
                    <a:pt x="73060" y="20794"/>
                  </a:cubicBezTo>
                  <a:cubicBezTo>
                    <a:pt x="83080" y="40212"/>
                    <a:pt x="75883" y="64134"/>
                    <a:pt x="57044" y="74263"/>
                  </a:cubicBezTo>
                  <a:cubicBezTo>
                    <a:pt x="37924" y="84391"/>
                    <a:pt x="14428" y="77075"/>
                    <a:pt x="4410" y="57937"/>
                  </a:cubicBezTo>
                  <a:cubicBezTo>
                    <a:pt x="-5539" y="38519"/>
                    <a:pt x="1658" y="14604"/>
                    <a:pt x="20496" y="4468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6" name="자유형: 도형 2035">
              <a:extLst>
                <a:ext uri="{FF2B5EF4-FFF2-40B4-BE49-F238E27FC236}">
                  <a16:creationId xmlns:a16="http://schemas.microsoft.com/office/drawing/2014/main" id="{00E7F6F9-EBF2-2E30-34A3-76EF6FABC340}"/>
                </a:ext>
              </a:extLst>
            </p:cNvPr>
            <p:cNvSpPr/>
            <p:nvPr/>
          </p:nvSpPr>
          <p:spPr>
            <a:xfrm>
              <a:off x="7975682" y="4859383"/>
              <a:ext cx="48336" cy="49143"/>
            </a:xfrm>
            <a:custGeom>
              <a:avLst/>
              <a:gdLst>
                <a:gd name="connsiteX0" fmla="*/ 12768 w 48336"/>
                <a:gd name="connsiteY0" fmla="*/ 2823 h 49143"/>
                <a:gd name="connsiteX1" fmla="*/ 45435 w 48336"/>
                <a:gd name="connsiteY1" fmla="*/ 12951 h 49143"/>
                <a:gd name="connsiteX2" fmla="*/ 35416 w 48336"/>
                <a:gd name="connsiteY2" fmla="*/ 46163 h 49143"/>
                <a:gd name="connsiteX3" fmla="*/ 2819 w 48336"/>
                <a:gd name="connsiteY3" fmla="*/ 36028 h 49143"/>
                <a:gd name="connsiteX4" fmla="*/ 12768 w 48336"/>
                <a:gd name="connsiteY4" fmla="*/ 2823 h 4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6" h="49143">
                  <a:moveTo>
                    <a:pt x="12768" y="2823"/>
                  </a:moveTo>
                  <a:cubicBezTo>
                    <a:pt x="24621" y="-3654"/>
                    <a:pt x="39297" y="1130"/>
                    <a:pt x="45435" y="12951"/>
                  </a:cubicBezTo>
                  <a:cubicBezTo>
                    <a:pt x="51785" y="25052"/>
                    <a:pt x="47058" y="39973"/>
                    <a:pt x="35416" y="46163"/>
                  </a:cubicBezTo>
                  <a:cubicBezTo>
                    <a:pt x="23562" y="52634"/>
                    <a:pt x="8887" y="47849"/>
                    <a:pt x="2819" y="36028"/>
                  </a:cubicBezTo>
                  <a:cubicBezTo>
                    <a:pt x="-3602" y="23926"/>
                    <a:pt x="1126" y="9014"/>
                    <a:pt x="12768" y="2823"/>
                  </a:cubicBezTo>
                  <a:close/>
                </a:path>
              </a:pathLst>
            </a:custGeom>
            <a:solidFill>
              <a:srgbClr val="00FFDD">
                <a:alpha val="6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7" name="자유형: 도형 2036">
              <a:extLst>
                <a:ext uri="{FF2B5EF4-FFF2-40B4-BE49-F238E27FC236}">
                  <a16:creationId xmlns:a16="http://schemas.microsoft.com/office/drawing/2014/main" id="{06879E18-A05C-AA3B-651D-5822A5475C8D}"/>
                </a:ext>
              </a:extLst>
            </p:cNvPr>
            <p:cNvSpPr/>
            <p:nvPr/>
          </p:nvSpPr>
          <p:spPr>
            <a:xfrm>
              <a:off x="8697053" y="5110648"/>
              <a:ext cx="49425" cy="50305"/>
            </a:xfrm>
            <a:custGeom>
              <a:avLst/>
              <a:gdLst>
                <a:gd name="connsiteX0" fmla="*/ 13042 w 49425"/>
                <a:gd name="connsiteY0" fmla="*/ 2870 h 50305"/>
                <a:gd name="connsiteX1" fmla="*/ 46485 w 49425"/>
                <a:gd name="connsiteY1" fmla="*/ 13279 h 50305"/>
                <a:gd name="connsiteX2" fmla="*/ 36255 w 49425"/>
                <a:gd name="connsiteY2" fmla="*/ 47330 h 50305"/>
                <a:gd name="connsiteX3" fmla="*/ 2811 w 49425"/>
                <a:gd name="connsiteY3" fmla="*/ 36921 h 50305"/>
                <a:gd name="connsiteX4" fmla="*/ 13042 w 49425"/>
                <a:gd name="connsiteY4" fmla="*/ 2870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70"/>
                  </a:moveTo>
                  <a:cubicBezTo>
                    <a:pt x="25178" y="-3607"/>
                    <a:pt x="40136" y="898"/>
                    <a:pt x="46485" y="13279"/>
                  </a:cubicBezTo>
                  <a:cubicBezTo>
                    <a:pt x="52906" y="25667"/>
                    <a:pt x="48179" y="40859"/>
                    <a:pt x="36255" y="47330"/>
                  </a:cubicBezTo>
                  <a:cubicBezTo>
                    <a:pt x="24119" y="53807"/>
                    <a:pt x="9161" y="49022"/>
                    <a:pt x="2811" y="36921"/>
                  </a:cubicBezTo>
                  <a:cubicBezTo>
                    <a:pt x="-3610" y="24540"/>
                    <a:pt x="1118" y="9340"/>
                    <a:pt x="13042" y="2870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8" name="자유형: 도형 2037">
              <a:extLst>
                <a:ext uri="{FF2B5EF4-FFF2-40B4-BE49-F238E27FC236}">
                  <a16:creationId xmlns:a16="http://schemas.microsoft.com/office/drawing/2014/main" id="{53500822-A9BC-3659-3F7C-1C8709B1355E}"/>
                </a:ext>
              </a:extLst>
            </p:cNvPr>
            <p:cNvSpPr/>
            <p:nvPr/>
          </p:nvSpPr>
          <p:spPr>
            <a:xfrm>
              <a:off x="8810270" y="5188658"/>
              <a:ext cx="49420" cy="50248"/>
            </a:xfrm>
            <a:custGeom>
              <a:avLst/>
              <a:gdLst>
                <a:gd name="connsiteX0" fmla="*/ 12997 w 49420"/>
                <a:gd name="connsiteY0" fmla="*/ 2811 h 50248"/>
                <a:gd name="connsiteX1" fmla="*/ 46511 w 49420"/>
                <a:gd name="connsiteY1" fmla="*/ 13227 h 50248"/>
                <a:gd name="connsiteX2" fmla="*/ 36280 w 49420"/>
                <a:gd name="connsiteY2" fmla="*/ 47278 h 50248"/>
                <a:gd name="connsiteX3" fmla="*/ 2766 w 49420"/>
                <a:gd name="connsiteY3" fmla="*/ 36862 h 50248"/>
                <a:gd name="connsiteX4" fmla="*/ 12997 w 49420"/>
                <a:gd name="connsiteY4" fmla="*/ 2811 h 5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0" h="5024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7"/>
                  </a:cubicBezTo>
                  <a:cubicBezTo>
                    <a:pt x="52861" y="25608"/>
                    <a:pt x="48204" y="40808"/>
                    <a:pt x="36280" y="47278"/>
                  </a:cubicBezTo>
                  <a:cubicBezTo>
                    <a:pt x="24074" y="53748"/>
                    <a:pt x="9116" y="48963"/>
                    <a:pt x="2766" y="36862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39" name="자유형: 도형 2038">
              <a:extLst>
                <a:ext uri="{FF2B5EF4-FFF2-40B4-BE49-F238E27FC236}">
                  <a16:creationId xmlns:a16="http://schemas.microsoft.com/office/drawing/2014/main" id="{14756998-2407-03FF-7FA4-F42556A20D76}"/>
                </a:ext>
              </a:extLst>
            </p:cNvPr>
            <p:cNvSpPr/>
            <p:nvPr/>
          </p:nvSpPr>
          <p:spPr>
            <a:xfrm>
              <a:off x="9018810" y="5168232"/>
              <a:ext cx="51709" cy="52545"/>
            </a:xfrm>
            <a:custGeom>
              <a:avLst/>
              <a:gdLst>
                <a:gd name="connsiteX0" fmla="*/ 13725 w 51709"/>
                <a:gd name="connsiteY0" fmla="*/ 2973 h 52545"/>
                <a:gd name="connsiteX1" fmla="*/ 48650 w 51709"/>
                <a:gd name="connsiteY1" fmla="*/ 13955 h 52545"/>
                <a:gd name="connsiteX2" fmla="*/ 37854 w 51709"/>
                <a:gd name="connsiteY2" fmla="*/ 49412 h 52545"/>
                <a:gd name="connsiteX3" fmla="*/ 2930 w 51709"/>
                <a:gd name="connsiteY3" fmla="*/ 38437 h 52545"/>
                <a:gd name="connsiteX4" fmla="*/ 13725 w 51709"/>
                <a:gd name="connsiteY4" fmla="*/ 2973 h 5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5">
                  <a:moveTo>
                    <a:pt x="13725" y="2973"/>
                  </a:moveTo>
                  <a:cubicBezTo>
                    <a:pt x="26213" y="-3777"/>
                    <a:pt x="42018" y="1008"/>
                    <a:pt x="48650" y="13955"/>
                  </a:cubicBezTo>
                  <a:cubicBezTo>
                    <a:pt x="55282" y="26895"/>
                    <a:pt x="50555" y="42655"/>
                    <a:pt x="37854" y="49412"/>
                  </a:cubicBezTo>
                  <a:cubicBezTo>
                    <a:pt x="25367" y="56162"/>
                    <a:pt x="9632" y="51377"/>
                    <a:pt x="2930" y="38437"/>
                  </a:cubicBezTo>
                  <a:cubicBezTo>
                    <a:pt x="-3702" y="25769"/>
                    <a:pt x="1024" y="9730"/>
                    <a:pt x="13725" y="2973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0" name="자유형: 도형 2039">
              <a:extLst>
                <a:ext uri="{FF2B5EF4-FFF2-40B4-BE49-F238E27FC236}">
                  <a16:creationId xmlns:a16="http://schemas.microsoft.com/office/drawing/2014/main" id="{DB9FE86D-457F-D38B-E622-CB7E5D77E473}"/>
                </a:ext>
              </a:extLst>
            </p:cNvPr>
            <p:cNvSpPr/>
            <p:nvPr/>
          </p:nvSpPr>
          <p:spPr>
            <a:xfrm>
              <a:off x="9606752" y="4919331"/>
              <a:ext cx="52398" cy="53354"/>
            </a:xfrm>
            <a:custGeom>
              <a:avLst/>
              <a:gdLst>
                <a:gd name="connsiteX0" fmla="*/ 13725 w 52398"/>
                <a:gd name="connsiteY0" fmla="*/ 3101 h 53354"/>
                <a:gd name="connsiteX1" fmla="*/ 49214 w 52398"/>
                <a:gd name="connsiteY1" fmla="*/ 14076 h 53354"/>
                <a:gd name="connsiteX2" fmla="*/ 38419 w 52398"/>
                <a:gd name="connsiteY2" fmla="*/ 50092 h 53354"/>
                <a:gd name="connsiteX3" fmla="*/ 2929 w 52398"/>
                <a:gd name="connsiteY3" fmla="*/ 39117 h 53354"/>
                <a:gd name="connsiteX4" fmla="*/ 13725 w 52398"/>
                <a:gd name="connsiteY4" fmla="*/ 3101 h 5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98" h="53354">
                  <a:moveTo>
                    <a:pt x="13725" y="3101"/>
                  </a:moveTo>
                  <a:cubicBezTo>
                    <a:pt x="26496" y="-3936"/>
                    <a:pt x="42512" y="1128"/>
                    <a:pt x="49214" y="14076"/>
                  </a:cubicBezTo>
                  <a:cubicBezTo>
                    <a:pt x="56129" y="27016"/>
                    <a:pt x="51120" y="43342"/>
                    <a:pt x="38419" y="50092"/>
                  </a:cubicBezTo>
                  <a:cubicBezTo>
                    <a:pt x="25649" y="57129"/>
                    <a:pt x="9633" y="52065"/>
                    <a:pt x="2929" y="39117"/>
                  </a:cubicBezTo>
                  <a:cubicBezTo>
                    <a:pt x="-3702" y="26177"/>
                    <a:pt x="1025" y="9851"/>
                    <a:pt x="13725" y="3101"/>
                  </a:cubicBezTo>
                  <a:close/>
                </a:path>
              </a:pathLst>
            </a:custGeom>
            <a:solidFill>
              <a:srgbClr val="00FFDD">
                <a:alpha val="7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1" name="자유형: 도형 2040">
              <a:extLst>
                <a:ext uri="{FF2B5EF4-FFF2-40B4-BE49-F238E27FC236}">
                  <a16:creationId xmlns:a16="http://schemas.microsoft.com/office/drawing/2014/main" id="{6583120F-696D-AB4B-51FB-316A00777CB7}"/>
                </a:ext>
              </a:extLst>
            </p:cNvPr>
            <p:cNvSpPr/>
            <p:nvPr/>
          </p:nvSpPr>
          <p:spPr>
            <a:xfrm>
              <a:off x="9579542" y="4757799"/>
              <a:ext cx="53565" cy="54470"/>
            </a:xfrm>
            <a:custGeom>
              <a:avLst/>
              <a:gdLst>
                <a:gd name="connsiteX0" fmla="*/ 14124 w 53565"/>
                <a:gd name="connsiteY0" fmla="*/ 3093 h 54470"/>
                <a:gd name="connsiteX1" fmla="*/ 50389 w 53565"/>
                <a:gd name="connsiteY1" fmla="*/ 14347 h 54470"/>
                <a:gd name="connsiteX2" fmla="*/ 39312 w 53565"/>
                <a:gd name="connsiteY2" fmla="*/ 51217 h 54470"/>
                <a:gd name="connsiteX3" fmla="*/ 3046 w 53565"/>
                <a:gd name="connsiteY3" fmla="*/ 39955 h 54470"/>
                <a:gd name="connsiteX4" fmla="*/ 14124 w 53565"/>
                <a:gd name="connsiteY4" fmla="*/ 3093 h 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70">
                  <a:moveTo>
                    <a:pt x="14124" y="3093"/>
                  </a:moveTo>
                  <a:cubicBezTo>
                    <a:pt x="27106" y="-3945"/>
                    <a:pt x="43475" y="1120"/>
                    <a:pt x="50389" y="14347"/>
                  </a:cubicBezTo>
                  <a:cubicBezTo>
                    <a:pt x="57304" y="27574"/>
                    <a:pt x="52294" y="44180"/>
                    <a:pt x="39312" y="51217"/>
                  </a:cubicBezTo>
                  <a:cubicBezTo>
                    <a:pt x="26330" y="58254"/>
                    <a:pt x="9961" y="53183"/>
                    <a:pt x="3046" y="39955"/>
                  </a:cubicBezTo>
                  <a:cubicBezTo>
                    <a:pt x="-3868" y="26728"/>
                    <a:pt x="1141" y="10129"/>
                    <a:pt x="14124" y="3093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2" name="자유형: 도형 2041">
              <a:extLst>
                <a:ext uri="{FF2B5EF4-FFF2-40B4-BE49-F238E27FC236}">
                  <a16:creationId xmlns:a16="http://schemas.microsoft.com/office/drawing/2014/main" id="{DE0C5E07-AEB8-5C98-34B0-329804DF9B56}"/>
                </a:ext>
              </a:extLst>
            </p:cNvPr>
            <p:cNvSpPr/>
            <p:nvPr/>
          </p:nvSpPr>
          <p:spPr>
            <a:xfrm>
              <a:off x="9842112" y="4391838"/>
              <a:ext cx="55758" cy="56657"/>
            </a:xfrm>
            <a:custGeom>
              <a:avLst/>
              <a:gdLst>
                <a:gd name="connsiteX0" fmla="*/ 14797 w 55758"/>
                <a:gd name="connsiteY0" fmla="*/ 3199 h 56657"/>
                <a:gd name="connsiteX1" fmla="*/ 52474 w 55758"/>
                <a:gd name="connsiteY1" fmla="*/ 15020 h 56657"/>
                <a:gd name="connsiteX2" fmla="*/ 40833 w 55758"/>
                <a:gd name="connsiteY2" fmla="*/ 53296 h 56657"/>
                <a:gd name="connsiteX3" fmla="*/ 3155 w 55758"/>
                <a:gd name="connsiteY3" fmla="*/ 41475 h 56657"/>
                <a:gd name="connsiteX4" fmla="*/ 14797 w 55758"/>
                <a:gd name="connsiteY4" fmla="*/ 3199 h 5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58" h="56657">
                  <a:moveTo>
                    <a:pt x="14797" y="3199"/>
                  </a:moveTo>
                  <a:cubicBezTo>
                    <a:pt x="28344" y="-4117"/>
                    <a:pt x="45278" y="1227"/>
                    <a:pt x="52474" y="15020"/>
                  </a:cubicBezTo>
                  <a:cubicBezTo>
                    <a:pt x="59671" y="28807"/>
                    <a:pt x="54379" y="45973"/>
                    <a:pt x="40833" y="53296"/>
                  </a:cubicBezTo>
                  <a:cubicBezTo>
                    <a:pt x="27286" y="60613"/>
                    <a:pt x="10352" y="55262"/>
                    <a:pt x="3155" y="41475"/>
                  </a:cubicBezTo>
                  <a:cubicBezTo>
                    <a:pt x="-4042" y="27681"/>
                    <a:pt x="1250" y="10516"/>
                    <a:pt x="14797" y="3199"/>
                  </a:cubicBezTo>
                  <a:close/>
                </a:path>
              </a:pathLst>
            </a:custGeom>
            <a:solidFill>
              <a:srgbClr val="00FFDD">
                <a:alpha val="8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3" name="자유형: 도형 2042">
              <a:extLst>
                <a:ext uri="{FF2B5EF4-FFF2-40B4-BE49-F238E27FC236}">
                  <a16:creationId xmlns:a16="http://schemas.microsoft.com/office/drawing/2014/main" id="{82EA7773-29DD-924E-6012-060BA25832F4}"/>
                </a:ext>
              </a:extLst>
            </p:cNvPr>
            <p:cNvSpPr/>
            <p:nvPr/>
          </p:nvSpPr>
          <p:spPr>
            <a:xfrm>
              <a:off x="10365566" y="4197655"/>
              <a:ext cx="56267" cy="57217"/>
            </a:xfrm>
            <a:custGeom>
              <a:avLst/>
              <a:gdLst>
                <a:gd name="connsiteX0" fmla="*/ 14797 w 56267"/>
                <a:gd name="connsiteY0" fmla="*/ 3197 h 57217"/>
                <a:gd name="connsiteX1" fmla="*/ 52967 w 56267"/>
                <a:gd name="connsiteY1" fmla="*/ 15019 h 57217"/>
                <a:gd name="connsiteX2" fmla="*/ 41396 w 56267"/>
                <a:gd name="connsiteY2" fmla="*/ 53854 h 57217"/>
                <a:gd name="connsiteX3" fmla="*/ 3155 w 56267"/>
                <a:gd name="connsiteY3" fmla="*/ 42040 h 57217"/>
                <a:gd name="connsiteX4" fmla="*/ 14797 w 56267"/>
                <a:gd name="connsiteY4" fmla="*/ 3197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97" y="3197"/>
                  </a:moveTo>
                  <a:cubicBezTo>
                    <a:pt x="28626" y="-4119"/>
                    <a:pt x="45770" y="1232"/>
                    <a:pt x="52967" y="15019"/>
                  </a:cubicBezTo>
                  <a:cubicBezTo>
                    <a:pt x="60164" y="29092"/>
                    <a:pt x="54943" y="46537"/>
                    <a:pt x="41396" y="53854"/>
                  </a:cubicBezTo>
                  <a:cubicBezTo>
                    <a:pt x="27497" y="61171"/>
                    <a:pt x="10352" y="55827"/>
                    <a:pt x="3155" y="42040"/>
                  </a:cubicBezTo>
                  <a:cubicBezTo>
                    <a:pt x="-4042" y="27966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4" name="자유형: 도형 2043">
              <a:extLst>
                <a:ext uri="{FF2B5EF4-FFF2-40B4-BE49-F238E27FC236}">
                  <a16:creationId xmlns:a16="http://schemas.microsoft.com/office/drawing/2014/main" id="{7CE5E219-19BC-6A83-2590-B364C3BDE3AA}"/>
                </a:ext>
              </a:extLst>
            </p:cNvPr>
            <p:cNvSpPr/>
            <p:nvPr/>
          </p:nvSpPr>
          <p:spPr>
            <a:xfrm>
              <a:off x="10585067" y="3540815"/>
              <a:ext cx="59886" cy="60871"/>
            </a:xfrm>
            <a:custGeom>
              <a:avLst/>
              <a:gdLst>
                <a:gd name="connsiteX0" fmla="*/ 15923 w 59886"/>
                <a:gd name="connsiteY0" fmla="*/ 3475 h 60871"/>
                <a:gd name="connsiteX1" fmla="*/ 56353 w 59886"/>
                <a:gd name="connsiteY1" fmla="*/ 16143 h 60871"/>
                <a:gd name="connsiteX2" fmla="*/ 43864 w 59886"/>
                <a:gd name="connsiteY2" fmla="*/ 57230 h 60871"/>
                <a:gd name="connsiteX3" fmla="*/ 3436 w 59886"/>
                <a:gd name="connsiteY3" fmla="*/ 44563 h 60871"/>
                <a:gd name="connsiteX4" fmla="*/ 15923 w 59886"/>
                <a:gd name="connsiteY4" fmla="*/ 3475 h 6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86" h="60871">
                  <a:moveTo>
                    <a:pt x="15923" y="3475"/>
                  </a:moveTo>
                  <a:cubicBezTo>
                    <a:pt x="30600" y="-4401"/>
                    <a:pt x="48591" y="1222"/>
                    <a:pt x="56353" y="16143"/>
                  </a:cubicBezTo>
                  <a:cubicBezTo>
                    <a:pt x="64043" y="31055"/>
                    <a:pt x="58539" y="49347"/>
                    <a:pt x="43864" y="57230"/>
                  </a:cubicBezTo>
                  <a:cubicBezTo>
                    <a:pt x="29188" y="65107"/>
                    <a:pt x="11197" y="59476"/>
                    <a:pt x="3436" y="44563"/>
                  </a:cubicBezTo>
                  <a:cubicBezTo>
                    <a:pt x="-4326" y="29650"/>
                    <a:pt x="1248" y="11358"/>
                    <a:pt x="15923" y="3475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5" name="자유형: 도형 2044">
              <a:extLst>
                <a:ext uri="{FF2B5EF4-FFF2-40B4-BE49-F238E27FC236}">
                  <a16:creationId xmlns:a16="http://schemas.microsoft.com/office/drawing/2014/main" id="{69CFA1E0-7C57-47EA-07A0-94536315D197}"/>
                </a:ext>
              </a:extLst>
            </p:cNvPr>
            <p:cNvSpPr/>
            <p:nvPr/>
          </p:nvSpPr>
          <p:spPr>
            <a:xfrm>
              <a:off x="10716567" y="3334529"/>
              <a:ext cx="60426" cy="61435"/>
            </a:xfrm>
            <a:custGeom>
              <a:avLst/>
              <a:gdLst>
                <a:gd name="connsiteX0" fmla="*/ 15869 w 60426"/>
                <a:gd name="connsiteY0" fmla="*/ 3474 h 61435"/>
                <a:gd name="connsiteX1" fmla="*/ 56862 w 60426"/>
                <a:gd name="connsiteY1" fmla="*/ 16142 h 61435"/>
                <a:gd name="connsiteX2" fmla="*/ 44374 w 60426"/>
                <a:gd name="connsiteY2" fmla="*/ 57789 h 61435"/>
                <a:gd name="connsiteX3" fmla="*/ 3451 w 60426"/>
                <a:gd name="connsiteY3" fmla="*/ 45129 h 61435"/>
                <a:gd name="connsiteX4" fmla="*/ 15869 w 60426"/>
                <a:gd name="connsiteY4" fmla="*/ 3474 h 61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435">
                  <a:moveTo>
                    <a:pt x="15869" y="3474"/>
                  </a:moveTo>
                  <a:cubicBezTo>
                    <a:pt x="30545" y="-4402"/>
                    <a:pt x="49101" y="1222"/>
                    <a:pt x="56862" y="16142"/>
                  </a:cubicBezTo>
                  <a:cubicBezTo>
                    <a:pt x="64623" y="31055"/>
                    <a:pt x="59049" y="49913"/>
                    <a:pt x="44374" y="57789"/>
                  </a:cubicBezTo>
                  <a:cubicBezTo>
                    <a:pt x="29699" y="65673"/>
                    <a:pt x="11213" y="60042"/>
                    <a:pt x="3451" y="45129"/>
                  </a:cubicBezTo>
                  <a:cubicBezTo>
                    <a:pt x="-4310" y="30209"/>
                    <a:pt x="1194" y="11358"/>
                    <a:pt x="15869" y="3474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6" name="자유형: 도형 2045">
              <a:extLst>
                <a:ext uri="{FF2B5EF4-FFF2-40B4-BE49-F238E27FC236}">
                  <a16:creationId xmlns:a16="http://schemas.microsoft.com/office/drawing/2014/main" id="{B54696E6-C55F-65B9-8059-692473147F27}"/>
                </a:ext>
              </a:extLst>
            </p:cNvPr>
            <p:cNvSpPr/>
            <p:nvPr/>
          </p:nvSpPr>
          <p:spPr>
            <a:xfrm>
              <a:off x="11106210" y="3195398"/>
              <a:ext cx="62564" cy="63623"/>
            </a:xfrm>
            <a:custGeom>
              <a:avLst/>
              <a:gdLst>
                <a:gd name="connsiteX0" fmla="*/ 16542 w 62564"/>
                <a:gd name="connsiteY0" fmla="*/ 3581 h 63623"/>
                <a:gd name="connsiteX1" fmla="*/ 58875 w 62564"/>
                <a:gd name="connsiteY1" fmla="*/ 16809 h 63623"/>
                <a:gd name="connsiteX2" fmla="*/ 45893 w 62564"/>
                <a:gd name="connsiteY2" fmla="*/ 59870 h 63623"/>
                <a:gd name="connsiteX3" fmla="*/ 3560 w 62564"/>
                <a:gd name="connsiteY3" fmla="*/ 46642 h 63623"/>
                <a:gd name="connsiteX4" fmla="*/ 16542 w 62564"/>
                <a:gd name="connsiteY4" fmla="*/ 3581 h 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4" h="63623">
                  <a:moveTo>
                    <a:pt x="16542" y="3581"/>
                  </a:moveTo>
                  <a:cubicBezTo>
                    <a:pt x="31782" y="-4574"/>
                    <a:pt x="50903" y="1329"/>
                    <a:pt x="58875" y="16809"/>
                  </a:cubicBezTo>
                  <a:cubicBezTo>
                    <a:pt x="66919" y="32289"/>
                    <a:pt x="61133" y="51707"/>
                    <a:pt x="45893" y="59870"/>
                  </a:cubicBezTo>
                  <a:cubicBezTo>
                    <a:pt x="30653" y="68033"/>
                    <a:pt x="11603" y="62122"/>
                    <a:pt x="3560" y="46642"/>
                  </a:cubicBezTo>
                  <a:cubicBezTo>
                    <a:pt x="-4484" y="31163"/>
                    <a:pt x="1302" y="11745"/>
                    <a:pt x="16542" y="3581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7" name="자유형: 도형 2046">
              <a:extLst>
                <a:ext uri="{FF2B5EF4-FFF2-40B4-BE49-F238E27FC236}">
                  <a16:creationId xmlns:a16="http://schemas.microsoft.com/office/drawing/2014/main" id="{92969C7F-2E2A-C460-B0CA-B02A62726397}"/>
                </a:ext>
              </a:extLst>
            </p:cNvPr>
            <p:cNvSpPr/>
            <p:nvPr/>
          </p:nvSpPr>
          <p:spPr>
            <a:xfrm>
              <a:off x="11370677" y="2173257"/>
              <a:ext cx="65509" cy="66604"/>
            </a:xfrm>
            <a:custGeom>
              <a:avLst/>
              <a:gdLst>
                <a:gd name="connsiteX0" fmla="*/ 17294 w 65509"/>
                <a:gd name="connsiteY0" fmla="*/ 3873 h 66604"/>
                <a:gd name="connsiteX1" fmla="*/ 61532 w 65509"/>
                <a:gd name="connsiteY1" fmla="*/ 17660 h 66604"/>
                <a:gd name="connsiteX2" fmla="*/ 47985 w 65509"/>
                <a:gd name="connsiteY2" fmla="*/ 62686 h 66604"/>
                <a:gd name="connsiteX3" fmla="*/ 3677 w 65509"/>
                <a:gd name="connsiteY3" fmla="*/ 48899 h 66604"/>
                <a:gd name="connsiteX4" fmla="*/ 17294 w 65509"/>
                <a:gd name="connsiteY4" fmla="*/ 3873 h 6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09" h="66604">
                  <a:moveTo>
                    <a:pt x="17294" y="3873"/>
                  </a:moveTo>
                  <a:cubicBezTo>
                    <a:pt x="33310" y="-4857"/>
                    <a:pt x="53277" y="1334"/>
                    <a:pt x="61532" y="17660"/>
                  </a:cubicBezTo>
                  <a:cubicBezTo>
                    <a:pt x="70140" y="33986"/>
                    <a:pt x="64072" y="54243"/>
                    <a:pt x="47985" y="62686"/>
                  </a:cubicBezTo>
                  <a:cubicBezTo>
                    <a:pt x="31969" y="71129"/>
                    <a:pt x="12002" y="65218"/>
                    <a:pt x="3677" y="48899"/>
                  </a:cubicBezTo>
                  <a:cubicBezTo>
                    <a:pt x="-4579" y="32573"/>
                    <a:pt x="1207" y="12316"/>
                    <a:pt x="17294" y="3873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8" name="자유형: 도형 2047">
              <a:extLst>
                <a:ext uri="{FF2B5EF4-FFF2-40B4-BE49-F238E27FC236}">
                  <a16:creationId xmlns:a16="http://schemas.microsoft.com/office/drawing/2014/main" id="{E1F79F15-BB3C-E12E-0B40-11018A9B2D40}"/>
                </a:ext>
              </a:extLst>
            </p:cNvPr>
            <p:cNvSpPr/>
            <p:nvPr/>
          </p:nvSpPr>
          <p:spPr>
            <a:xfrm>
              <a:off x="11422771" y="1144834"/>
              <a:ext cx="68889" cy="70025"/>
            </a:xfrm>
            <a:custGeom>
              <a:avLst/>
              <a:gdLst>
                <a:gd name="connsiteX0" fmla="*/ 18329 w 68889"/>
                <a:gd name="connsiteY0" fmla="*/ 3970 h 70025"/>
                <a:gd name="connsiteX1" fmla="*/ 64825 w 68889"/>
                <a:gd name="connsiteY1" fmla="*/ 18603 h 70025"/>
                <a:gd name="connsiteX2" fmla="*/ 50431 w 68889"/>
                <a:gd name="connsiteY2" fmla="*/ 65881 h 70025"/>
                <a:gd name="connsiteX3" fmla="*/ 3935 w 68889"/>
                <a:gd name="connsiteY3" fmla="*/ 51248 h 70025"/>
                <a:gd name="connsiteX4" fmla="*/ 18329 w 68889"/>
                <a:gd name="connsiteY4" fmla="*/ 3970 h 7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89" h="70025">
                  <a:moveTo>
                    <a:pt x="18329" y="3970"/>
                  </a:moveTo>
                  <a:cubicBezTo>
                    <a:pt x="35192" y="-5040"/>
                    <a:pt x="56005" y="1431"/>
                    <a:pt x="64825" y="18603"/>
                  </a:cubicBezTo>
                  <a:cubicBezTo>
                    <a:pt x="73715" y="35768"/>
                    <a:pt x="67294" y="56872"/>
                    <a:pt x="50431" y="65881"/>
                  </a:cubicBezTo>
                  <a:cubicBezTo>
                    <a:pt x="33569" y="74884"/>
                    <a:pt x="12754" y="68414"/>
                    <a:pt x="3935" y="51248"/>
                  </a:cubicBezTo>
                  <a:cubicBezTo>
                    <a:pt x="-4955" y="34076"/>
                    <a:pt x="1466" y="12972"/>
                    <a:pt x="18329" y="397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49" name="자유형: 도형 2048">
              <a:extLst>
                <a:ext uri="{FF2B5EF4-FFF2-40B4-BE49-F238E27FC236}">
                  <a16:creationId xmlns:a16="http://schemas.microsoft.com/office/drawing/2014/main" id="{CAAE7C55-E6FC-0363-3A97-1378FE2B32F5}"/>
                </a:ext>
              </a:extLst>
            </p:cNvPr>
            <p:cNvSpPr/>
            <p:nvPr/>
          </p:nvSpPr>
          <p:spPr>
            <a:xfrm>
              <a:off x="11637059" y="774811"/>
              <a:ext cx="71833" cy="73023"/>
            </a:xfrm>
            <a:custGeom>
              <a:avLst/>
              <a:gdLst>
                <a:gd name="connsiteX0" fmla="*/ 19095 w 71833"/>
                <a:gd name="connsiteY0" fmla="*/ 4200 h 73023"/>
                <a:gd name="connsiteX1" fmla="*/ 67567 w 71833"/>
                <a:gd name="connsiteY1" fmla="*/ 19393 h 73023"/>
                <a:gd name="connsiteX2" fmla="*/ 52609 w 71833"/>
                <a:gd name="connsiteY2" fmla="*/ 68644 h 73023"/>
                <a:gd name="connsiteX3" fmla="*/ 4137 w 71833"/>
                <a:gd name="connsiteY3" fmla="*/ 53444 h 73023"/>
                <a:gd name="connsiteX4" fmla="*/ 19095 w 71833"/>
                <a:gd name="connsiteY4" fmla="*/ 4200 h 7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33" h="73023">
                  <a:moveTo>
                    <a:pt x="19095" y="4200"/>
                  </a:moveTo>
                  <a:cubicBezTo>
                    <a:pt x="36522" y="-5369"/>
                    <a:pt x="58394" y="1661"/>
                    <a:pt x="67567" y="19393"/>
                  </a:cubicBezTo>
                  <a:cubicBezTo>
                    <a:pt x="76950" y="37125"/>
                    <a:pt x="70036" y="59355"/>
                    <a:pt x="52609" y="68644"/>
                  </a:cubicBezTo>
                  <a:cubicBezTo>
                    <a:pt x="35182" y="78213"/>
                    <a:pt x="13310" y="71176"/>
                    <a:pt x="4137" y="53444"/>
                  </a:cubicBezTo>
                  <a:cubicBezTo>
                    <a:pt x="-5246" y="35719"/>
                    <a:pt x="1668" y="13482"/>
                    <a:pt x="19095" y="4200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3" name="자유형: 도형 2052">
              <a:extLst>
                <a:ext uri="{FF2B5EF4-FFF2-40B4-BE49-F238E27FC236}">
                  <a16:creationId xmlns:a16="http://schemas.microsoft.com/office/drawing/2014/main" id="{08E0D942-7445-2416-8822-22A3BC15D13C}"/>
                </a:ext>
              </a:extLst>
            </p:cNvPr>
            <p:cNvSpPr/>
            <p:nvPr/>
          </p:nvSpPr>
          <p:spPr>
            <a:xfrm>
              <a:off x="8466029" y="4755663"/>
              <a:ext cx="47538" cy="48327"/>
            </a:xfrm>
            <a:custGeom>
              <a:avLst/>
              <a:gdLst>
                <a:gd name="connsiteX0" fmla="*/ 12643 w 47538"/>
                <a:gd name="connsiteY0" fmla="*/ 2696 h 48327"/>
                <a:gd name="connsiteX1" fmla="*/ 44745 w 47538"/>
                <a:gd name="connsiteY1" fmla="*/ 12824 h 48327"/>
                <a:gd name="connsiteX2" fmla="*/ 34798 w 47538"/>
                <a:gd name="connsiteY2" fmla="*/ 45470 h 48327"/>
                <a:gd name="connsiteX3" fmla="*/ 2694 w 47538"/>
                <a:gd name="connsiteY3" fmla="*/ 35341 h 48327"/>
                <a:gd name="connsiteX4" fmla="*/ 12643 w 47538"/>
                <a:gd name="connsiteY4" fmla="*/ 2696 h 4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38" h="48327">
                  <a:moveTo>
                    <a:pt x="12643" y="2696"/>
                  </a:moveTo>
                  <a:cubicBezTo>
                    <a:pt x="24285" y="-3494"/>
                    <a:pt x="38678" y="1003"/>
                    <a:pt x="44745" y="12824"/>
                  </a:cubicBezTo>
                  <a:cubicBezTo>
                    <a:pt x="50814" y="24646"/>
                    <a:pt x="46439" y="39279"/>
                    <a:pt x="34798" y="45470"/>
                  </a:cubicBezTo>
                  <a:cubicBezTo>
                    <a:pt x="23156" y="51660"/>
                    <a:pt x="8762" y="47163"/>
                    <a:pt x="2694" y="35341"/>
                  </a:cubicBezTo>
                  <a:cubicBezTo>
                    <a:pt x="-3444" y="23520"/>
                    <a:pt x="1001" y="8886"/>
                    <a:pt x="12643" y="2696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4" name="자유형: 도형 2053">
              <a:extLst>
                <a:ext uri="{FF2B5EF4-FFF2-40B4-BE49-F238E27FC236}">
                  <a16:creationId xmlns:a16="http://schemas.microsoft.com/office/drawing/2014/main" id="{D8337D94-21CC-BFC3-27CD-E9A6C457E5C1}"/>
                </a:ext>
              </a:extLst>
            </p:cNvPr>
            <p:cNvSpPr/>
            <p:nvPr/>
          </p:nvSpPr>
          <p:spPr>
            <a:xfrm>
              <a:off x="9153784" y="4850940"/>
              <a:ext cx="48321" cy="49019"/>
            </a:xfrm>
            <a:custGeom>
              <a:avLst/>
              <a:gdLst>
                <a:gd name="connsiteX0" fmla="*/ 12737 w 48321"/>
                <a:gd name="connsiteY0" fmla="*/ 2823 h 49019"/>
                <a:gd name="connsiteX1" fmla="*/ 45404 w 48321"/>
                <a:gd name="connsiteY1" fmla="*/ 12952 h 49019"/>
                <a:gd name="connsiteX2" fmla="*/ 35455 w 48321"/>
                <a:gd name="connsiteY2" fmla="*/ 46163 h 49019"/>
                <a:gd name="connsiteX3" fmla="*/ 2788 w 48321"/>
                <a:gd name="connsiteY3" fmla="*/ 36028 h 49019"/>
                <a:gd name="connsiteX4" fmla="*/ 12737 w 48321"/>
                <a:gd name="connsiteY4" fmla="*/ 2823 h 4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21" h="49019">
                  <a:moveTo>
                    <a:pt x="12737" y="2823"/>
                  </a:moveTo>
                  <a:cubicBezTo>
                    <a:pt x="24660" y="-3654"/>
                    <a:pt x="39336" y="1130"/>
                    <a:pt x="45404" y="12952"/>
                  </a:cubicBezTo>
                  <a:cubicBezTo>
                    <a:pt x="51754" y="25052"/>
                    <a:pt x="47097" y="39973"/>
                    <a:pt x="35455" y="46163"/>
                  </a:cubicBezTo>
                  <a:cubicBezTo>
                    <a:pt x="23814" y="52354"/>
                    <a:pt x="8856" y="47849"/>
                    <a:pt x="2788" y="36028"/>
                  </a:cubicBezTo>
                  <a:cubicBezTo>
                    <a:pt x="-3562" y="23926"/>
                    <a:pt x="1095" y="9013"/>
                    <a:pt x="12737" y="2823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5" name="자유형: 도형 2054">
              <a:extLst>
                <a:ext uri="{FF2B5EF4-FFF2-40B4-BE49-F238E27FC236}">
                  <a16:creationId xmlns:a16="http://schemas.microsoft.com/office/drawing/2014/main" id="{5D5AB64F-CC7D-5187-E434-CA4663DD97C7}"/>
                </a:ext>
              </a:extLst>
            </p:cNvPr>
            <p:cNvSpPr/>
            <p:nvPr/>
          </p:nvSpPr>
          <p:spPr>
            <a:xfrm>
              <a:off x="9489299" y="5041472"/>
              <a:ext cx="49406" cy="50308"/>
            </a:xfrm>
            <a:custGeom>
              <a:avLst/>
              <a:gdLst>
                <a:gd name="connsiteX0" fmla="*/ 12997 w 49406"/>
                <a:gd name="connsiteY0" fmla="*/ 2811 h 50308"/>
                <a:gd name="connsiteX1" fmla="*/ 46511 w 49406"/>
                <a:gd name="connsiteY1" fmla="*/ 13226 h 50308"/>
                <a:gd name="connsiteX2" fmla="*/ 36280 w 49406"/>
                <a:gd name="connsiteY2" fmla="*/ 47277 h 50308"/>
                <a:gd name="connsiteX3" fmla="*/ 2766 w 49406"/>
                <a:gd name="connsiteY3" fmla="*/ 36869 h 50308"/>
                <a:gd name="connsiteX4" fmla="*/ 12997 w 49406"/>
                <a:gd name="connsiteY4" fmla="*/ 2811 h 50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06" h="50308">
                  <a:moveTo>
                    <a:pt x="12997" y="2811"/>
                  </a:moveTo>
                  <a:cubicBezTo>
                    <a:pt x="25203" y="-3659"/>
                    <a:pt x="40161" y="1125"/>
                    <a:pt x="46511" y="13226"/>
                  </a:cubicBezTo>
                  <a:cubicBezTo>
                    <a:pt x="52861" y="25607"/>
                    <a:pt x="48133" y="40807"/>
                    <a:pt x="36280" y="47277"/>
                  </a:cubicBezTo>
                  <a:cubicBezTo>
                    <a:pt x="24074" y="53755"/>
                    <a:pt x="9117" y="49250"/>
                    <a:pt x="2766" y="36869"/>
                  </a:cubicBezTo>
                  <a:cubicBezTo>
                    <a:pt x="-3584" y="24481"/>
                    <a:pt x="1144" y="9288"/>
                    <a:pt x="12997" y="2811"/>
                  </a:cubicBezTo>
                  <a:close/>
                </a:path>
              </a:pathLst>
            </a:custGeom>
            <a:solidFill>
              <a:srgbClr val="00FFDD">
                <a:alpha val="68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6" name="자유형: 도형 2055">
              <a:extLst>
                <a:ext uri="{FF2B5EF4-FFF2-40B4-BE49-F238E27FC236}">
                  <a16:creationId xmlns:a16="http://schemas.microsoft.com/office/drawing/2014/main" id="{B7685FFF-6C94-1036-9780-A20CC2327775}"/>
                </a:ext>
              </a:extLst>
            </p:cNvPr>
            <p:cNvSpPr/>
            <p:nvPr/>
          </p:nvSpPr>
          <p:spPr>
            <a:xfrm>
              <a:off x="9798585" y="4932671"/>
              <a:ext cx="50596" cy="51439"/>
            </a:xfrm>
            <a:custGeom>
              <a:avLst/>
              <a:gdLst>
                <a:gd name="connsiteX0" fmla="*/ 13451 w 50596"/>
                <a:gd name="connsiteY0" fmla="*/ 2981 h 51439"/>
                <a:gd name="connsiteX1" fmla="*/ 47529 w 50596"/>
                <a:gd name="connsiteY1" fmla="*/ 13676 h 51439"/>
                <a:gd name="connsiteX2" fmla="*/ 37016 w 50596"/>
                <a:gd name="connsiteY2" fmla="*/ 48294 h 51439"/>
                <a:gd name="connsiteX3" fmla="*/ 2938 w 50596"/>
                <a:gd name="connsiteY3" fmla="*/ 37598 h 51439"/>
                <a:gd name="connsiteX4" fmla="*/ 13451 w 50596"/>
                <a:gd name="connsiteY4" fmla="*/ 2981 h 5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96" h="51439">
                  <a:moveTo>
                    <a:pt x="13451" y="2981"/>
                  </a:moveTo>
                  <a:cubicBezTo>
                    <a:pt x="25939" y="-3769"/>
                    <a:pt x="41180" y="1015"/>
                    <a:pt x="47529" y="13676"/>
                  </a:cubicBezTo>
                  <a:cubicBezTo>
                    <a:pt x="54162" y="26344"/>
                    <a:pt x="49434" y="41823"/>
                    <a:pt x="37016" y="48294"/>
                  </a:cubicBezTo>
                  <a:cubicBezTo>
                    <a:pt x="24528" y="55050"/>
                    <a:pt x="9359" y="50266"/>
                    <a:pt x="2938" y="37598"/>
                  </a:cubicBezTo>
                  <a:cubicBezTo>
                    <a:pt x="-3695" y="24937"/>
                    <a:pt x="1033" y="9458"/>
                    <a:pt x="13451" y="2981"/>
                  </a:cubicBezTo>
                  <a:close/>
                </a:path>
              </a:pathLst>
            </a:custGeom>
            <a:solidFill>
              <a:srgbClr val="00FFDD">
                <a:alpha val="71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7" name="자유형: 도형 2056">
              <a:extLst>
                <a:ext uri="{FF2B5EF4-FFF2-40B4-BE49-F238E27FC236}">
                  <a16:creationId xmlns:a16="http://schemas.microsoft.com/office/drawing/2014/main" id="{BC31EA56-48A7-9D29-18D4-573B07253B42}"/>
                </a:ext>
              </a:extLst>
            </p:cNvPr>
            <p:cNvSpPr/>
            <p:nvPr/>
          </p:nvSpPr>
          <p:spPr>
            <a:xfrm>
              <a:off x="10040529" y="4858382"/>
              <a:ext cx="51709" cy="52547"/>
            </a:xfrm>
            <a:custGeom>
              <a:avLst/>
              <a:gdLst>
                <a:gd name="connsiteX0" fmla="*/ 13724 w 51709"/>
                <a:gd name="connsiteY0" fmla="*/ 2977 h 52547"/>
                <a:gd name="connsiteX1" fmla="*/ 48650 w 51709"/>
                <a:gd name="connsiteY1" fmla="*/ 13952 h 52547"/>
                <a:gd name="connsiteX2" fmla="*/ 37855 w 51709"/>
                <a:gd name="connsiteY2" fmla="*/ 49409 h 52547"/>
                <a:gd name="connsiteX3" fmla="*/ 2930 w 51709"/>
                <a:gd name="connsiteY3" fmla="*/ 38434 h 52547"/>
                <a:gd name="connsiteX4" fmla="*/ 13724 w 51709"/>
                <a:gd name="connsiteY4" fmla="*/ 2977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4" y="2977"/>
                  </a:moveTo>
                  <a:cubicBezTo>
                    <a:pt x="26213" y="-3780"/>
                    <a:pt x="41947" y="1004"/>
                    <a:pt x="48650" y="13952"/>
                  </a:cubicBezTo>
                  <a:cubicBezTo>
                    <a:pt x="55282" y="26900"/>
                    <a:pt x="50555" y="42659"/>
                    <a:pt x="37855" y="49409"/>
                  </a:cubicBezTo>
                  <a:cubicBezTo>
                    <a:pt x="25366" y="56166"/>
                    <a:pt x="9562" y="51382"/>
                    <a:pt x="2930" y="38434"/>
                  </a:cubicBezTo>
                  <a:cubicBezTo>
                    <a:pt x="-3703" y="25773"/>
                    <a:pt x="1025" y="9734"/>
                    <a:pt x="13724" y="2977"/>
                  </a:cubicBezTo>
                  <a:close/>
                </a:path>
              </a:pathLst>
            </a:custGeom>
            <a:solidFill>
              <a:srgbClr val="00FFDD">
                <a:alpha val="74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8" name="자유형: 도형 2057">
              <a:extLst>
                <a:ext uri="{FF2B5EF4-FFF2-40B4-BE49-F238E27FC236}">
                  <a16:creationId xmlns:a16="http://schemas.microsoft.com/office/drawing/2014/main" id="{F1D39B4F-ABCA-01B8-5C49-779F6D67B11E}"/>
                </a:ext>
              </a:extLst>
            </p:cNvPr>
            <p:cNvSpPr/>
            <p:nvPr/>
          </p:nvSpPr>
          <p:spPr>
            <a:xfrm>
              <a:off x="10340486" y="4419247"/>
              <a:ext cx="53565" cy="54464"/>
            </a:xfrm>
            <a:custGeom>
              <a:avLst/>
              <a:gdLst>
                <a:gd name="connsiteX0" fmla="*/ 14124 w 53565"/>
                <a:gd name="connsiteY0" fmla="*/ 3092 h 54464"/>
                <a:gd name="connsiteX1" fmla="*/ 50390 w 53565"/>
                <a:gd name="connsiteY1" fmla="*/ 14346 h 54464"/>
                <a:gd name="connsiteX2" fmla="*/ 39312 w 53565"/>
                <a:gd name="connsiteY2" fmla="*/ 51209 h 54464"/>
                <a:gd name="connsiteX3" fmla="*/ 3046 w 53565"/>
                <a:gd name="connsiteY3" fmla="*/ 39954 h 54464"/>
                <a:gd name="connsiteX4" fmla="*/ 14124 w 53565"/>
                <a:gd name="connsiteY4" fmla="*/ 3092 h 5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5" h="54464">
                  <a:moveTo>
                    <a:pt x="14124" y="3092"/>
                  </a:moveTo>
                  <a:cubicBezTo>
                    <a:pt x="27106" y="-3945"/>
                    <a:pt x="43475" y="1119"/>
                    <a:pt x="50390" y="14346"/>
                  </a:cubicBezTo>
                  <a:cubicBezTo>
                    <a:pt x="57304" y="27574"/>
                    <a:pt x="52294" y="44180"/>
                    <a:pt x="39312" y="51209"/>
                  </a:cubicBezTo>
                  <a:cubicBezTo>
                    <a:pt x="26330" y="58246"/>
                    <a:pt x="9961" y="53182"/>
                    <a:pt x="3046" y="39954"/>
                  </a:cubicBezTo>
                  <a:cubicBezTo>
                    <a:pt x="-3868" y="26727"/>
                    <a:pt x="1141" y="10121"/>
                    <a:pt x="14124" y="3092"/>
                  </a:cubicBezTo>
                  <a:close/>
                </a:path>
              </a:pathLst>
            </a:custGeom>
            <a:solidFill>
              <a:srgbClr val="00FFDD">
                <a:alpha val="7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59" name="자유형: 도형 2058">
              <a:extLst>
                <a:ext uri="{FF2B5EF4-FFF2-40B4-BE49-F238E27FC236}">
                  <a16:creationId xmlns:a16="http://schemas.microsoft.com/office/drawing/2014/main" id="{FF2FFB61-9891-34D7-D1B3-96D9382F715D}"/>
                </a:ext>
              </a:extLst>
            </p:cNvPr>
            <p:cNvSpPr/>
            <p:nvPr/>
          </p:nvSpPr>
          <p:spPr>
            <a:xfrm>
              <a:off x="10436803" y="4342581"/>
              <a:ext cx="54409" cy="55423"/>
            </a:xfrm>
            <a:custGeom>
              <a:avLst/>
              <a:gdLst>
                <a:gd name="connsiteX0" fmla="*/ 14398 w 54409"/>
                <a:gd name="connsiteY0" fmla="*/ 3206 h 55423"/>
                <a:gd name="connsiteX1" fmla="*/ 51228 w 54409"/>
                <a:gd name="connsiteY1" fmla="*/ 14747 h 55423"/>
                <a:gd name="connsiteX2" fmla="*/ 39868 w 54409"/>
                <a:gd name="connsiteY2" fmla="*/ 52177 h 55423"/>
                <a:gd name="connsiteX3" fmla="*/ 3038 w 54409"/>
                <a:gd name="connsiteY3" fmla="*/ 40635 h 55423"/>
                <a:gd name="connsiteX4" fmla="*/ 14398 w 54409"/>
                <a:gd name="connsiteY4" fmla="*/ 3206 h 5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09" h="55423">
                  <a:moveTo>
                    <a:pt x="14398" y="3206"/>
                  </a:moveTo>
                  <a:cubicBezTo>
                    <a:pt x="27733" y="-4111"/>
                    <a:pt x="44313" y="1240"/>
                    <a:pt x="51228" y="14747"/>
                  </a:cubicBezTo>
                  <a:cubicBezTo>
                    <a:pt x="58143" y="28254"/>
                    <a:pt x="53204" y="45140"/>
                    <a:pt x="39868" y="52177"/>
                  </a:cubicBezTo>
                  <a:cubicBezTo>
                    <a:pt x="26604" y="59214"/>
                    <a:pt x="9953" y="54149"/>
                    <a:pt x="3038" y="40635"/>
                  </a:cubicBezTo>
                  <a:cubicBezTo>
                    <a:pt x="-3876" y="27128"/>
                    <a:pt x="1133" y="10243"/>
                    <a:pt x="14398" y="3206"/>
                  </a:cubicBezTo>
                  <a:close/>
                </a:path>
              </a:pathLst>
            </a:custGeom>
            <a:solidFill>
              <a:srgbClr val="00FFDD">
                <a:alpha val="8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0" name="자유형: 도형 2059">
              <a:extLst>
                <a:ext uri="{FF2B5EF4-FFF2-40B4-BE49-F238E27FC236}">
                  <a16:creationId xmlns:a16="http://schemas.microsoft.com/office/drawing/2014/main" id="{3BDEB77B-C8D6-8E38-0A85-7B311BD8C81A}"/>
                </a:ext>
              </a:extLst>
            </p:cNvPr>
            <p:cNvSpPr/>
            <p:nvPr/>
          </p:nvSpPr>
          <p:spPr>
            <a:xfrm>
              <a:off x="10924267" y="3963340"/>
              <a:ext cx="57738" cy="58686"/>
            </a:xfrm>
            <a:custGeom>
              <a:avLst/>
              <a:gdLst>
                <a:gd name="connsiteX0" fmla="*/ 15251 w 57738"/>
                <a:gd name="connsiteY0" fmla="*/ 3371 h 58686"/>
                <a:gd name="connsiteX1" fmla="*/ 54268 w 57738"/>
                <a:gd name="connsiteY1" fmla="*/ 15473 h 58686"/>
                <a:gd name="connsiteX2" fmla="*/ 42344 w 57738"/>
                <a:gd name="connsiteY2" fmla="*/ 55155 h 58686"/>
                <a:gd name="connsiteX3" fmla="*/ 3327 w 57738"/>
                <a:gd name="connsiteY3" fmla="*/ 43046 h 58686"/>
                <a:gd name="connsiteX4" fmla="*/ 15251 w 57738"/>
                <a:gd name="connsiteY4" fmla="*/ 3371 h 58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38" h="58686">
                  <a:moveTo>
                    <a:pt x="15251" y="3371"/>
                  </a:moveTo>
                  <a:cubicBezTo>
                    <a:pt x="29362" y="-4232"/>
                    <a:pt x="46789" y="1119"/>
                    <a:pt x="54268" y="15473"/>
                  </a:cubicBezTo>
                  <a:cubicBezTo>
                    <a:pt x="61747" y="29819"/>
                    <a:pt x="56526" y="47551"/>
                    <a:pt x="42344" y="55155"/>
                  </a:cubicBezTo>
                  <a:cubicBezTo>
                    <a:pt x="28233" y="62751"/>
                    <a:pt x="10806" y="57400"/>
                    <a:pt x="3327" y="43046"/>
                  </a:cubicBezTo>
                  <a:cubicBezTo>
                    <a:pt x="-4152" y="28700"/>
                    <a:pt x="1140" y="10968"/>
                    <a:pt x="15251" y="3371"/>
                  </a:cubicBezTo>
                  <a:close/>
                </a:path>
              </a:pathLst>
            </a:custGeom>
            <a:solidFill>
              <a:srgbClr val="00FFDD">
                <a:alpha val="9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1" name="자유형: 도형 2060">
              <a:extLst>
                <a:ext uri="{FF2B5EF4-FFF2-40B4-BE49-F238E27FC236}">
                  <a16:creationId xmlns:a16="http://schemas.microsoft.com/office/drawing/2014/main" id="{D13A1EC6-BCAD-9BC1-7F64-26F5F1FF6D57}"/>
                </a:ext>
              </a:extLst>
            </p:cNvPr>
            <p:cNvSpPr/>
            <p:nvPr/>
          </p:nvSpPr>
          <p:spPr>
            <a:xfrm>
              <a:off x="11110589" y="3823754"/>
              <a:ext cx="57686" cy="58685"/>
            </a:xfrm>
            <a:custGeom>
              <a:avLst/>
              <a:gdLst>
                <a:gd name="connsiteX0" fmla="*/ 15196 w 57686"/>
                <a:gd name="connsiteY0" fmla="*/ 3368 h 58685"/>
                <a:gd name="connsiteX1" fmla="*/ 54214 w 57686"/>
                <a:gd name="connsiteY1" fmla="*/ 15469 h 58685"/>
                <a:gd name="connsiteX2" fmla="*/ 42361 w 57686"/>
                <a:gd name="connsiteY2" fmla="*/ 55151 h 58685"/>
                <a:gd name="connsiteX3" fmla="*/ 3343 w 57686"/>
                <a:gd name="connsiteY3" fmla="*/ 43050 h 58685"/>
                <a:gd name="connsiteX4" fmla="*/ 15196 w 57686"/>
                <a:gd name="connsiteY4" fmla="*/ 3368 h 5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6" h="58685">
                  <a:moveTo>
                    <a:pt x="15196" y="3368"/>
                  </a:moveTo>
                  <a:cubicBezTo>
                    <a:pt x="29307" y="-4228"/>
                    <a:pt x="46806" y="1116"/>
                    <a:pt x="54214" y="15469"/>
                  </a:cubicBezTo>
                  <a:cubicBezTo>
                    <a:pt x="61693" y="29823"/>
                    <a:pt x="56472" y="47555"/>
                    <a:pt x="42361" y="55151"/>
                  </a:cubicBezTo>
                  <a:cubicBezTo>
                    <a:pt x="28250" y="62747"/>
                    <a:pt x="10822" y="57404"/>
                    <a:pt x="3343" y="43050"/>
                  </a:cubicBezTo>
                  <a:cubicBezTo>
                    <a:pt x="-4136" y="28696"/>
                    <a:pt x="1085" y="10964"/>
                    <a:pt x="15196" y="3368"/>
                  </a:cubicBezTo>
                  <a:close/>
                </a:path>
              </a:pathLst>
            </a:custGeom>
            <a:solidFill>
              <a:srgbClr val="00FFDD">
                <a:alpha val="9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2" name="자유형: 도형 2061">
              <a:extLst>
                <a:ext uri="{FF2B5EF4-FFF2-40B4-BE49-F238E27FC236}">
                  <a16:creationId xmlns:a16="http://schemas.microsoft.com/office/drawing/2014/main" id="{1B01F09D-F476-3979-B464-45BAA2D7267D}"/>
                </a:ext>
              </a:extLst>
            </p:cNvPr>
            <p:cNvSpPr/>
            <p:nvPr/>
          </p:nvSpPr>
          <p:spPr>
            <a:xfrm>
              <a:off x="11680431" y="3496074"/>
              <a:ext cx="60426" cy="61710"/>
            </a:xfrm>
            <a:custGeom>
              <a:avLst/>
              <a:gdLst>
                <a:gd name="connsiteX0" fmla="*/ 15869 w 60426"/>
                <a:gd name="connsiteY0" fmla="*/ 3470 h 61710"/>
                <a:gd name="connsiteX1" fmla="*/ 56862 w 60426"/>
                <a:gd name="connsiteY1" fmla="*/ 16417 h 61710"/>
                <a:gd name="connsiteX2" fmla="*/ 44374 w 60426"/>
                <a:gd name="connsiteY2" fmla="*/ 58065 h 61710"/>
                <a:gd name="connsiteX3" fmla="*/ 3452 w 60426"/>
                <a:gd name="connsiteY3" fmla="*/ 45404 h 61710"/>
                <a:gd name="connsiteX4" fmla="*/ 15869 w 60426"/>
                <a:gd name="connsiteY4" fmla="*/ 3749 h 6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26" h="61710">
                  <a:moveTo>
                    <a:pt x="15869" y="3470"/>
                  </a:moveTo>
                  <a:cubicBezTo>
                    <a:pt x="30545" y="-4414"/>
                    <a:pt x="49101" y="1218"/>
                    <a:pt x="56862" y="16417"/>
                  </a:cubicBezTo>
                  <a:cubicBezTo>
                    <a:pt x="64623" y="31331"/>
                    <a:pt x="59050" y="50189"/>
                    <a:pt x="44374" y="58065"/>
                  </a:cubicBezTo>
                  <a:cubicBezTo>
                    <a:pt x="29698" y="65948"/>
                    <a:pt x="11213" y="60317"/>
                    <a:pt x="3452" y="45404"/>
                  </a:cubicBezTo>
                  <a:cubicBezTo>
                    <a:pt x="-4310" y="30484"/>
                    <a:pt x="1193" y="11633"/>
                    <a:pt x="15869" y="374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3" name="자유형: 도형 2062">
              <a:extLst>
                <a:ext uri="{FF2B5EF4-FFF2-40B4-BE49-F238E27FC236}">
                  <a16:creationId xmlns:a16="http://schemas.microsoft.com/office/drawing/2014/main" id="{F35725A2-394E-4E17-19FB-0BD35E83BC2E}"/>
                </a:ext>
              </a:extLst>
            </p:cNvPr>
            <p:cNvSpPr/>
            <p:nvPr/>
          </p:nvSpPr>
          <p:spPr>
            <a:xfrm>
              <a:off x="12090548" y="3334985"/>
              <a:ext cx="62574" cy="63619"/>
            </a:xfrm>
            <a:custGeom>
              <a:avLst/>
              <a:gdLst>
                <a:gd name="connsiteX0" fmla="*/ 16529 w 62574"/>
                <a:gd name="connsiteY0" fmla="*/ 3585 h 63619"/>
                <a:gd name="connsiteX1" fmla="*/ 58933 w 62574"/>
                <a:gd name="connsiteY1" fmla="*/ 16812 h 63619"/>
                <a:gd name="connsiteX2" fmla="*/ 45879 w 62574"/>
                <a:gd name="connsiteY2" fmla="*/ 59866 h 63619"/>
                <a:gd name="connsiteX3" fmla="*/ 3546 w 62574"/>
                <a:gd name="connsiteY3" fmla="*/ 46639 h 63619"/>
                <a:gd name="connsiteX4" fmla="*/ 16529 w 62574"/>
                <a:gd name="connsiteY4" fmla="*/ 3585 h 6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74" h="63619">
                  <a:moveTo>
                    <a:pt x="16529" y="3585"/>
                  </a:moveTo>
                  <a:cubicBezTo>
                    <a:pt x="31768" y="-4578"/>
                    <a:pt x="50889" y="1333"/>
                    <a:pt x="58933" y="16812"/>
                  </a:cubicBezTo>
                  <a:cubicBezTo>
                    <a:pt x="66906" y="32292"/>
                    <a:pt x="61119" y="51710"/>
                    <a:pt x="45879" y="59866"/>
                  </a:cubicBezTo>
                  <a:cubicBezTo>
                    <a:pt x="30640" y="68029"/>
                    <a:pt x="11589" y="62118"/>
                    <a:pt x="3546" y="46639"/>
                  </a:cubicBezTo>
                  <a:cubicBezTo>
                    <a:pt x="-4497" y="31166"/>
                    <a:pt x="1359" y="11748"/>
                    <a:pt x="16529" y="3585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4" name="자유형: 도형 2063">
              <a:extLst>
                <a:ext uri="{FF2B5EF4-FFF2-40B4-BE49-F238E27FC236}">
                  <a16:creationId xmlns:a16="http://schemas.microsoft.com/office/drawing/2014/main" id="{E3BEB18D-C1DB-7103-CEB7-2EE3E48BAC0A}"/>
                </a:ext>
              </a:extLst>
            </p:cNvPr>
            <p:cNvSpPr/>
            <p:nvPr/>
          </p:nvSpPr>
          <p:spPr>
            <a:xfrm>
              <a:off x="12094690" y="2302996"/>
              <a:ext cx="65635" cy="66606"/>
            </a:xfrm>
            <a:custGeom>
              <a:avLst/>
              <a:gdLst>
                <a:gd name="connsiteX0" fmla="*/ 17395 w 65635"/>
                <a:gd name="connsiteY0" fmla="*/ 3869 h 66606"/>
                <a:gd name="connsiteX1" fmla="*/ 61705 w 65635"/>
                <a:gd name="connsiteY1" fmla="*/ 17655 h 66606"/>
                <a:gd name="connsiteX2" fmla="*/ 48087 w 65635"/>
                <a:gd name="connsiteY2" fmla="*/ 62689 h 66606"/>
                <a:gd name="connsiteX3" fmla="*/ 3848 w 65635"/>
                <a:gd name="connsiteY3" fmla="*/ 48895 h 66606"/>
                <a:gd name="connsiteX4" fmla="*/ 17395 w 65635"/>
                <a:gd name="connsiteY4" fmla="*/ 3869 h 6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635" h="66606">
                  <a:moveTo>
                    <a:pt x="17395" y="3869"/>
                  </a:moveTo>
                  <a:cubicBezTo>
                    <a:pt x="33482" y="-4854"/>
                    <a:pt x="53379" y="1337"/>
                    <a:pt x="61705" y="17655"/>
                  </a:cubicBezTo>
                  <a:cubicBezTo>
                    <a:pt x="70242" y="33982"/>
                    <a:pt x="64174" y="54246"/>
                    <a:pt x="48087" y="62689"/>
                  </a:cubicBezTo>
                  <a:cubicBezTo>
                    <a:pt x="32071" y="71132"/>
                    <a:pt x="12104" y="65221"/>
                    <a:pt x="3848" y="48895"/>
                  </a:cubicBezTo>
                  <a:cubicBezTo>
                    <a:pt x="-4759" y="32576"/>
                    <a:pt x="1308" y="12312"/>
                    <a:pt x="17395" y="3869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5" name="자유형: 도형 2064">
              <a:extLst>
                <a:ext uri="{FF2B5EF4-FFF2-40B4-BE49-F238E27FC236}">
                  <a16:creationId xmlns:a16="http://schemas.microsoft.com/office/drawing/2014/main" id="{1DE3ABF9-E33F-9E7F-E9C3-97C16CDD21CB}"/>
                </a:ext>
              </a:extLst>
            </p:cNvPr>
            <p:cNvSpPr/>
            <p:nvPr/>
          </p:nvSpPr>
          <p:spPr>
            <a:xfrm>
              <a:off x="11963769" y="1432722"/>
              <a:ext cx="67664" cy="68917"/>
            </a:xfrm>
            <a:custGeom>
              <a:avLst/>
              <a:gdLst>
                <a:gd name="connsiteX0" fmla="*/ 17929 w 67664"/>
                <a:gd name="connsiteY0" fmla="*/ 3977 h 68917"/>
                <a:gd name="connsiteX1" fmla="*/ 63579 w 67664"/>
                <a:gd name="connsiteY1" fmla="*/ 18331 h 68917"/>
                <a:gd name="connsiteX2" fmla="*/ 49468 w 67664"/>
                <a:gd name="connsiteY2" fmla="*/ 64763 h 68917"/>
                <a:gd name="connsiteX3" fmla="*/ 3818 w 67664"/>
                <a:gd name="connsiteY3" fmla="*/ 50409 h 68917"/>
                <a:gd name="connsiteX4" fmla="*/ 17929 w 67664"/>
                <a:gd name="connsiteY4" fmla="*/ 3977 h 6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64" h="68917">
                  <a:moveTo>
                    <a:pt x="17929" y="3977"/>
                  </a:moveTo>
                  <a:cubicBezTo>
                    <a:pt x="34580" y="-5032"/>
                    <a:pt x="55042" y="1445"/>
                    <a:pt x="63579" y="18331"/>
                  </a:cubicBezTo>
                  <a:cubicBezTo>
                    <a:pt x="72469" y="35216"/>
                    <a:pt x="66119" y="56040"/>
                    <a:pt x="49468" y="64763"/>
                  </a:cubicBezTo>
                  <a:cubicBezTo>
                    <a:pt x="32887" y="73772"/>
                    <a:pt x="12426" y="67295"/>
                    <a:pt x="3818" y="50409"/>
                  </a:cubicBezTo>
                  <a:cubicBezTo>
                    <a:pt x="-4789" y="33523"/>
                    <a:pt x="1349" y="12700"/>
                    <a:pt x="17929" y="3977"/>
                  </a:cubicBezTo>
                  <a:close/>
                </a:path>
              </a:pathLst>
            </a:custGeom>
            <a:solidFill>
              <a:srgbClr val="00FFDD"/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69" name="자유형: 도형 2068">
              <a:extLst>
                <a:ext uri="{FF2B5EF4-FFF2-40B4-BE49-F238E27FC236}">
                  <a16:creationId xmlns:a16="http://schemas.microsoft.com/office/drawing/2014/main" id="{3EC6E035-03C8-167E-31D4-F5777C218B4E}"/>
                </a:ext>
              </a:extLst>
            </p:cNvPr>
            <p:cNvSpPr/>
            <p:nvPr/>
          </p:nvSpPr>
          <p:spPr>
            <a:xfrm>
              <a:off x="9162768" y="4571609"/>
              <a:ext cx="47524" cy="48331"/>
            </a:xfrm>
            <a:custGeom>
              <a:avLst/>
              <a:gdLst>
                <a:gd name="connsiteX0" fmla="*/ 12643 w 47524"/>
                <a:gd name="connsiteY0" fmla="*/ 2694 h 48331"/>
                <a:gd name="connsiteX1" fmla="*/ 44745 w 47524"/>
                <a:gd name="connsiteY1" fmla="*/ 12830 h 48331"/>
                <a:gd name="connsiteX2" fmla="*/ 34798 w 47524"/>
                <a:gd name="connsiteY2" fmla="*/ 45475 h 48331"/>
                <a:gd name="connsiteX3" fmla="*/ 2694 w 47524"/>
                <a:gd name="connsiteY3" fmla="*/ 35339 h 48331"/>
                <a:gd name="connsiteX4" fmla="*/ 12643 w 47524"/>
                <a:gd name="connsiteY4" fmla="*/ 2694 h 4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24" h="48331">
                  <a:moveTo>
                    <a:pt x="12643" y="2694"/>
                  </a:moveTo>
                  <a:cubicBezTo>
                    <a:pt x="24285" y="-3496"/>
                    <a:pt x="38678" y="1008"/>
                    <a:pt x="44745" y="12830"/>
                  </a:cubicBezTo>
                  <a:cubicBezTo>
                    <a:pt x="50814" y="24651"/>
                    <a:pt x="46369" y="39284"/>
                    <a:pt x="34798" y="45475"/>
                  </a:cubicBezTo>
                  <a:cubicBezTo>
                    <a:pt x="23156" y="51665"/>
                    <a:pt x="8762" y="47160"/>
                    <a:pt x="2694" y="35339"/>
                  </a:cubicBezTo>
                  <a:cubicBezTo>
                    <a:pt x="-3444" y="23525"/>
                    <a:pt x="1001" y="8892"/>
                    <a:pt x="12643" y="2694"/>
                  </a:cubicBezTo>
                  <a:close/>
                </a:path>
              </a:pathLst>
            </a:custGeom>
            <a:solidFill>
              <a:srgbClr val="00FFDD">
                <a:alpha val="63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0" name="자유형: 도형 2069">
              <a:extLst>
                <a:ext uri="{FF2B5EF4-FFF2-40B4-BE49-F238E27FC236}">
                  <a16:creationId xmlns:a16="http://schemas.microsoft.com/office/drawing/2014/main" id="{13F6A5D0-40B6-10CC-1C2A-1D3E7DF20DC3}"/>
                </a:ext>
              </a:extLst>
            </p:cNvPr>
            <p:cNvSpPr/>
            <p:nvPr/>
          </p:nvSpPr>
          <p:spPr>
            <a:xfrm>
              <a:off x="9440562" y="4605538"/>
              <a:ext cx="48338" cy="49140"/>
            </a:xfrm>
            <a:custGeom>
              <a:avLst/>
              <a:gdLst>
                <a:gd name="connsiteX0" fmla="*/ 12768 w 48338"/>
                <a:gd name="connsiteY0" fmla="*/ 2822 h 49140"/>
                <a:gd name="connsiteX1" fmla="*/ 45435 w 48338"/>
                <a:gd name="connsiteY1" fmla="*/ 12951 h 49140"/>
                <a:gd name="connsiteX2" fmla="*/ 35487 w 48338"/>
                <a:gd name="connsiteY2" fmla="*/ 46155 h 49140"/>
                <a:gd name="connsiteX3" fmla="*/ 2819 w 48338"/>
                <a:gd name="connsiteY3" fmla="*/ 36027 h 49140"/>
                <a:gd name="connsiteX4" fmla="*/ 12768 w 48338"/>
                <a:gd name="connsiteY4" fmla="*/ 2822 h 4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38" h="49140">
                  <a:moveTo>
                    <a:pt x="12768" y="2822"/>
                  </a:moveTo>
                  <a:cubicBezTo>
                    <a:pt x="24621" y="-3655"/>
                    <a:pt x="39297" y="1130"/>
                    <a:pt x="45435" y="12951"/>
                  </a:cubicBezTo>
                  <a:cubicBezTo>
                    <a:pt x="51785" y="25052"/>
                    <a:pt x="47058" y="39965"/>
                    <a:pt x="35487" y="46155"/>
                  </a:cubicBezTo>
                  <a:cubicBezTo>
                    <a:pt x="23562" y="52633"/>
                    <a:pt x="8887" y="47849"/>
                    <a:pt x="2819" y="36027"/>
                  </a:cubicBezTo>
                  <a:cubicBezTo>
                    <a:pt x="-3602" y="23926"/>
                    <a:pt x="1126" y="9013"/>
                    <a:pt x="12768" y="2822"/>
                  </a:cubicBezTo>
                  <a:close/>
                </a:path>
              </a:pathLst>
            </a:custGeom>
            <a:solidFill>
              <a:srgbClr val="00FFDD">
                <a:alpha val="6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1" name="자유형: 도형 2070">
              <a:extLst>
                <a:ext uri="{FF2B5EF4-FFF2-40B4-BE49-F238E27FC236}">
                  <a16:creationId xmlns:a16="http://schemas.microsoft.com/office/drawing/2014/main" id="{8E414FF5-A477-2423-9D35-255146F7EC94}"/>
                </a:ext>
              </a:extLst>
            </p:cNvPr>
            <p:cNvSpPr/>
            <p:nvPr/>
          </p:nvSpPr>
          <p:spPr>
            <a:xfrm>
              <a:off x="9895091" y="4556015"/>
              <a:ext cx="49425" cy="50305"/>
            </a:xfrm>
            <a:custGeom>
              <a:avLst/>
              <a:gdLst>
                <a:gd name="connsiteX0" fmla="*/ 13042 w 49425"/>
                <a:gd name="connsiteY0" fmla="*/ 2814 h 50305"/>
                <a:gd name="connsiteX1" fmla="*/ 46485 w 49425"/>
                <a:gd name="connsiteY1" fmla="*/ 13223 h 50305"/>
                <a:gd name="connsiteX2" fmla="*/ 36255 w 49425"/>
                <a:gd name="connsiteY2" fmla="*/ 47274 h 50305"/>
                <a:gd name="connsiteX3" fmla="*/ 2811 w 49425"/>
                <a:gd name="connsiteY3" fmla="*/ 36866 h 50305"/>
                <a:gd name="connsiteX4" fmla="*/ 13042 w 49425"/>
                <a:gd name="connsiteY4" fmla="*/ 2814 h 50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25" h="50305">
                  <a:moveTo>
                    <a:pt x="13042" y="2814"/>
                  </a:moveTo>
                  <a:cubicBezTo>
                    <a:pt x="25177" y="-3663"/>
                    <a:pt x="40135" y="1121"/>
                    <a:pt x="46485" y="13223"/>
                  </a:cubicBezTo>
                  <a:cubicBezTo>
                    <a:pt x="52906" y="25611"/>
                    <a:pt x="48178" y="40803"/>
                    <a:pt x="36255" y="47274"/>
                  </a:cubicBezTo>
                  <a:cubicBezTo>
                    <a:pt x="24118" y="53751"/>
                    <a:pt x="9161" y="49246"/>
                    <a:pt x="2811" y="36866"/>
                  </a:cubicBezTo>
                  <a:cubicBezTo>
                    <a:pt x="-3610" y="24485"/>
                    <a:pt x="1118" y="9285"/>
                    <a:pt x="13042" y="2814"/>
                  </a:cubicBezTo>
                  <a:close/>
                </a:path>
              </a:pathLst>
            </a:custGeom>
            <a:solidFill>
              <a:srgbClr val="00FFDD">
                <a:alpha val="67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2" name="자유형: 도형 2071">
              <a:extLst>
                <a:ext uri="{FF2B5EF4-FFF2-40B4-BE49-F238E27FC236}">
                  <a16:creationId xmlns:a16="http://schemas.microsoft.com/office/drawing/2014/main" id="{64485A63-24B5-FD9B-C126-4DB005CF78A4}"/>
                </a:ext>
              </a:extLst>
            </p:cNvPr>
            <p:cNvSpPr/>
            <p:nvPr/>
          </p:nvSpPr>
          <p:spPr>
            <a:xfrm>
              <a:off x="10148197" y="4567955"/>
              <a:ext cx="51709" cy="52547"/>
            </a:xfrm>
            <a:custGeom>
              <a:avLst/>
              <a:gdLst>
                <a:gd name="connsiteX0" fmla="*/ 13725 w 51709"/>
                <a:gd name="connsiteY0" fmla="*/ 2976 h 52547"/>
                <a:gd name="connsiteX1" fmla="*/ 48650 w 51709"/>
                <a:gd name="connsiteY1" fmla="*/ 13951 h 52547"/>
                <a:gd name="connsiteX2" fmla="*/ 37855 w 51709"/>
                <a:gd name="connsiteY2" fmla="*/ 49408 h 52547"/>
                <a:gd name="connsiteX3" fmla="*/ 2929 w 51709"/>
                <a:gd name="connsiteY3" fmla="*/ 38433 h 52547"/>
                <a:gd name="connsiteX4" fmla="*/ 13725 w 51709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09" h="52547">
                  <a:moveTo>
                    <a:pt x="13725" y="2976"/>
                  </a:moveTo>
                  <a:cubicBezTo>
                    <a:pt x="26213" y="-3781"/>
                    <a:pt x="42018" y="1004"/>
                    <a:pt x="48650" y="13951"/>
                  </a:cubicBezTo>
                  <a:cubicBezTo>
                    <a:pt x="55282" y="26612"/>
                    <a:pt x="50555" y="42651"/>
                    <a:pt x="37855" y="49408"/>
                  </a:cubicBezTo>
                  <a:cubicBezTo>
                    <a:pt x="25367" y="56165"/>
                    <a:pt x="9633" y="51381"/>
                    <a:pt x="2929" y="38433"/>
                  </a:cubicBezTo>
                  <a:cubicBezTo>
                    <a:pt x="-3702" y="25773"/>
                    <a:pt x="1025" y="9726"/>
                    <a:pt x="13725" y="2976"/>
                  </a:cubicBezTo>
                  <a:close/>
                </a:path>
              </a:pathLst>
            </a:custGeom>
            <a:solidFill>
              <a:srgbClr val="00FFDD">
                <a:alpha val="72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3" name="자유형: 도형 2072">
              <a:extLst>
                <a:ext uri="{FF2B5EF4-FFF2-40B4-BE49-F238E27FC236}">
                  <a16:creationId xmlns:a16="http://schemas.microsoft.com/office/drawing/2014/main" id="{72C5D15B-1EA3-BEFF-64BE-2A78577ED87C}"/>
                </a:ext>
              </a:extLst>
            </p:cNvPr>
            <p:cNvSpPr/>
            <p:nvPr/>
          </p:nvSpPr>
          <p:spPr>
            <a:xfrm>
              <a:off x="10324009" y="4333528"/>
              <a:ext cx="51652" cy="52547"/>
            </a:xfrm>
            <a:custGeom>
              <a:avLst/>
              <a:gdLst>
                <a:gd name="connsiteX0" fmla="*/ 13739 w 51652"/>
                <a:gd name="connsiteY0" fmla="*/ 2976 h 52547"/>
                <a:gd name="connsiteX1" fmla="*/ 48593 w 51652"/>
                <a:gd name="connsiteY1" fmla="*/ 13951 h 52547"/>
                <a:gd name="connsiteX2" fmla="*/ 37798 w 51652"/>
                <a:gd name="connsiteY2" fmla="*/ 49408 h 52547"/>
                <a:gd name="connsiteX3" fmla="*/ 2943 w 51652"/>
                <a:gd name="connsiteY3" fmla="*/ 38433 h 52547"/>
                <a:gd name="connsiteX4" fmla="*/ 13739 w 51652"/>
                <a:gd name="connsiteY4" fmla="*/ 2976 h 5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652" h="52547">
                  <a:moveTo>
                    <a:pt x="13739" y="2976"/>
                  </a:moveTo>
                  <a:cubicBezTo>
                    <a:pt x="26157" y="-3781"/>
                    <a:pt x="41961" y="1003"/>
                    <a:pt x="48593" y="13951"/>
                  </a:cubicBezTo>
                  <a:cubicBezTo>
                    <a:pt x="55226" y="26611"/>
                    <a:pt x="50498" y="42651"/>
                    <a:pt x="37798" y="49408"/>
                  </a:cubicBezTo>
                  <a:cubicBezTo>
                    <a:pt x="25310" y="56165"/>
                    <a:pt x="9576" y="51380"/>
                    <a:pt x="2943" y="38433"/>
                  </a:cubicBezTo>
                  <a:cubicBezTo>
                    <a:pt x="-3688" y="25772"/>
                    <a:pt x="968" y="9726"/>
                    <a:pt x="13739" y="2976"/>
                  </a:cubicBezTo>
                  <a:close/>
                </a:path>
              </a:pathLst>
            </a:custGeom>
            <a:solidFill>
              <a:srgbClr val="00FFDD">
                <a:alpha val="7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4" name="자유형: 도형 2073">
              <a:extLst>
                <a:ext uri="{FF2B5EF4-FFF2-40B4-BE49-F238E27FC236}">
                  <a16:creationId xmlns:a16="http://schemas.microsoft.com/office/drawing/2014/main" id="{3B80F87D-1D35-F997-D7DD-96C6B1DD7883}"/>
                </a:ext>
              </a:extLst>
            </p:cNvPr>
            <p:cNvSpPr/>
            <p:nvPr/>
          </p:nvSpPr>
          <p:spPr>
            <a:xfrm>
              <a:off x="10516523" y="4103488"/>
              <a:ext cx="53578" cy="54466"/>
            </a:xfrm>
            <a:custGeom>
              <a:avLst/>
              <a:gdLst>
                <a:gd name="connsiteX0" fmla="*/ 14123 w 53578"/>
                <a:gd name="connsiteY0" fmla="*/ 3086 h 54466"/>
                <a:gd name="connsiteX1" fmla="*/ 50389 w 53578"/>
                <a:gd name="connsiteY1" fmla="*/ 14348 h 54466"/>
                <a:gd name="connsiteX2" fmla="*/ 39312 w 53578"/>
                <a:gd name="connsiteY2" fmla="*/ 51211 h 54466"/>
                <a:gd name="connsiteX3" fmla="*/ 3046 w 53578"/>
                <a:gd name="connsiteY3" fmla="*/ 39956 h 54466"/>
                <a:gd name="connsiteX4" fmla="*/ 14123 w 53578"/>
                <a:gd name="connsiteY4" fmla="*/ 3086 h 5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78" h="54466">
                  <a:moveTo>
                    <a:pt x="14123" y="3086"/>
                  </a:moveTo>
                  <a:cubicBezTo>
                    <a:pt x="27176" y="-3944"/>
                    <a:pt x="43475" y="1121"/>
                    <a:pt x="50389" y="14348"/>
                  </a:cubicBezTo>
                  <a:cubicBezTo>
                    <a:pt x="57303" y="27575"/>
                    <a:pt x="52365" y="44174"/>
                    <a:pt x="39312" y="51211"/>
                  </a:cubicBezTo>
                  <a:cubicBezTo>
                    <a:pt x="26329" y="58248"/>
                    <a:pt x="9961" y="53184"/>
                    <a:pt x="3046" y="39956"/>
                  </a:cubicBezTo>
                  <a:cubicBezTo>
                    <a:pt x="-3868" y="26729"/>
                    <a:pt x="1141" y="10123"/>
                    <a:pt x="14123" y="3086"/>
                  </a:cubicBezTo>
                  <a:close/>
                </a:path>
              </a:pathLst>
            </a:custGeom>
            <a:solidFill>
              <a:srgbClr val="00FFDD">
                <a:alpha val="80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5" name="자유형: 도형 2074">
              <a:extLst>
                <a:ext uri="{FF2B5EF4-FFF2-40B4-BE49-F238E27FC236}">
                  <a16:creationId xmlns:a16="http://schemas.microsoft.com/office/drawing/2014/main" id="{D43BEC4F-2E16-6580-64CC-5A8A5BFD0604}"/>
                </a:ext>
              </a:extLst>
            </p:cNvPr>
            <p:cNvSpPr/>
            <p:nvPr/>
          </p:nvSpPr>
          <p:spPr>
            <a:xfrm>
              <a:off x="10744804" y="3615952"/>
              <a:ext cx="55703" cy="56652"/>
            </a:xfrm>
            <a:custGeom>
              <a:avLst/>
              <a:gdLst>
                <a:gd name="connsiteX0" fmla="*/ 14797 w 55703"/>
                <a:gd name="connsiteY0" fmla="*/ 3197 h 56652"/>
                <a:gd name="connsiteX1" fmla="*/ 52403 w 55703"/>
                <a:gd name="connsiteY1" fmla="*/ 15019 h 56652"/>
                <a:gd name="connsiteX2" fmla="*/ 40832 w 55703"/>
                <a:gd name="connsiteY2" fmla="*/ 53288 h 56652"/>
                <a:gd name="connsiteX3" fmla="*/ 3155 w 55703"/>
                <a:gd name="connsiteY3" fmla="*/ 41473 h 56652"/>
                <a:gd name="connsiteX4" fmla="*/ 14797 w 55703"/>
                <a:gd name="connsiteY4" fmla="*/ 3197 h 56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03" h="56652">
                  <a:moveTo>
                    <a:pt x="14797" y="3197"/>
                  </a:moveTo>
                  <a:cubicBezTo>
                    <a:pt x="28343" y="-4119"/>
                    <a:pt x="45206" y="1225"/>
                    <a:pt x="52403" y="15019"/>
                  </a:cubicBezTo>
                  <a:cubicBezTo>
                    <a:pt x="59600" y="28806"/>
                    <a:pt x="54379" y="45971"/>
                    <a:pt x="40832" y="53288"/>
                  </a:cubicBezTo>
                  <a:cubicBezTo>
                    <a:pt x="27214" y="60604"/>
                    <a:pt x="10352" y="55260"/>
                    <a:pt x="3155" y="41473"/>
                  </a:cubicBezTo>
                  <a:cubicBezTo>
                    <a:pt x="-4042" y="27680"/>
                    <a:pt x="1250" y="10514"/>
                    <a:pt x="14797" y="3197"/>
                  </a:cubicBezTo>
                  <a:close/>
                </a:path>
              </a:pathLst>
            </a:custGeom>
            <a:solidFill>
              <a:srgbClr val="00FFDD">
                <a:alpha val="8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6" name="자유형: 도형 2075">
              <a:extLst>
                <a:ext uri="{FF2B5EF4-FFF2-40B4-BE49-F238E27FC236}">
                  <a16:creationId xmlns:a16="http://schemas.microsoft.com/office/drawing/2014/main" id="{30C75DCE-3FE8-15BD-2F64-29EF9CE443EF}"/>
                </a:ext>
              </a:extLst>
            </p:cNvPr>
            <p:cNvSpPr/>
            <p:nvPr/>
          </p:nvSpPr>
          <p:spPr>
            <a:xfrm>
              <a:off x="11183293" y="3380960"/>
              <a:ext cx="56267" cy="57217"/>
            </a:xfrm>
            <a:custGeom>
              <a:avLst/>
              <a:gdLst>
                <a:gd name="connsiteX0" fmla="*/ 14741 w 56267"/>
                <a:gd name="connsiteY0" fmla="*/ 3195 h 57217"/>
                <a:gd name="connsiteX1" fmla="*/ 52983 w 56267"/>
                <a:gd name="connsiteY1" fmla="*/ 15017 h 57217"/>
                <a:gd name="connsiteX2" fmla="*/ 41341 w 56267"/>
                <a:gd name="connsiteY2" fmla="*/ 53852 h 57217"/>
                <a:gd name="connsiteX3" fmla="*/ 3171 w 56267"/>
                <a:gd name="connsiteY3" fmla="*/ 42038 h 57217"/>
                <a:gd name="connsiteX4" fmla="*/ 14741 w 56267"/>
                <a:gd name="connsiteY4" fmla="*/ 3195 h 5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67" h="57217">
                  <a:moveTo>
                    <a:pt x="14741" y="3195"/>
                  </a:moveTo>
                  <a:cubicBezTo>
                    <a:pt x="28571" y="-4121"/>
                    <a:pt x="45786" y="1230"/>
                    <a:pt x="52983" y="15017"/>
                  </a:cubicBezTo>
                  <a:cubicBezTo>
                    <a:pt x="60180" y="28811"/>
                    <a:pt x="54888" y="46535"/>
                    <a:pt x="41341" y="53852"/>
                  </a:cubicBezTo>
                  <a:cubicBezTo>
                    <a:pt x="27512" y="61169"/>
                    <a:pt x="10367" y="55825"/>
                    <a:pt x="3171" y="42038"/>
                  </a:cubicBezTo>
                  <a:cubicBezTo>
                    <a:pt x="-4026" y="27964"/>
                    <a:pt x="1195" y="10519"/>
                    <a:pt x="14741" y="3195"/>
                  </a:cubicBezTo>
                  <a:close/>
                </a:path>
              </a:pathLst>
            </a:custGeom>
            <a:solidFill>
              <a:srgbClr val="00FFDD">
                <a:alpha val="8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7" name="자유형: 도형 2076">
              <a:extLst>
                <a:ext uri="{FF2B5EF4-FFF2-40B4-BE49-F238E27FC236}">
                  <a16:creationId xmlns:a16="http://schemas.microsoft.com/office/drawing/2014/main" id="{346EF56A-C295-EF25-E6E1-44A1C7BC1CDB}"/>
                </a:ext>
              </a:extLst>
            </p:cNvPr>
            <p:cNvSpPr/>
            <p:nvPr/>
          </p:nvSpPr>
          <p:spPr>
            <a:xfrm>
              <a:off x="11582279" y="3414852"/>
              <a:ext cx="58523" cy="59515"/>
            </a:xfrm>
            <a:custGeom>
              <a:avLst/>
              <a:gdLst>
                <a:gd name="connsiteX0" fmla="*/ 15525 w 58523"/>
                <a:gd name="connsiteY0" fmla="*/ 3362 h 59515"/>
                <a:gd name="connsiteX1" fmla="*/ 55107 w 58523"/>
                <a:gd name="connsiteY1" fmla="*/ 15743 h 59515"/>
                <a:gd name="connsiteX2" fmla="*/ 42901 w 58523"/>
                <a:gd name="connsiteY2" fmla="*/ 55985 h 59515"/>
                <a:gd name="connsiteX3" fmla="*/ 3319 w 58523"/>
                <a:gd name="connsiteY3" fmla="*/ 43604 h 59515"/>
                <a:gd name="connsiteX4" fmla="*/ 15525 w 58523"/>
                <a:gd name="connsiteY4" fmla="*/ 3362 h 5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23" h="59515">
                  <a:moveTo>
                    <a:pt x="15525" y="3362"/>
                  </a:moveTo>
                  <a:cubicBezTo>
                    <a:pt x="29919" y="-4242"/>
                    <a:pt x="47628" y="1110"/>
                    <a:pt x="55107" y="15743"/>
                  </a:cubicBezTo>
                  <a:cubicBezTo>
                    <a:pt x="62515" y="30376"/>
                    <a:pt x="57294" y="48388"/>
                    <a:pt x="42901" y="55985"/>
                  </a:cubicBezTo>
                  <a:cubicBezTo>
                    <a:pt x="28507" y="63588"/>
                    <a:pt x="10798" y="58237"/>
                    <a:pt x="3319" y="43604"/>
                  </a:cubicBezTo>
                  <a:cubicBezTo>
                    <a:pt x="-4160" y="28970"/>
                    <a:pt x="1131" y="10958"/>
                    <a:pt x="15525" y="3362"/>
                  </a:cubicBezTo>
                  <a:close/>
                </a:path>
              </a:pathLst>
            </a:custGeom>
            <a:solidFill>
              <a:srgbClr val="00FFDD">
                <a:alpha val="95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2078" name="자유형: 도형 2077">
              <a:extLst>
                <a:ext uri="{FF2B5EF4-FFF2-40B4-BE49-F238E27FC236}">
                  <a16:creationId xmlns:a16="http://schemas.microsoft.com/office/drawing/2014/main" id="{B39F1B34-CDF5-3CED-355D-BD3A4BA1F2C5}"/>
                </a:ext>
              </a:extLst>
            </p:cNvPr>
            <p:cNvSpPr/>
            <p:nvPr/>
          </p:nvSpPr>
          <p:spPr>
            <a:xfrm>
              <a:off x="11878904" y="3326930"/>
              <a:ext cx="59862" cy="60872"/>
            </a:xfrm>
            <a:custGeom>
              <a:avLst/>
              <a:gdLst>
                <a:gd name="connsiteX0" fmla="*/ 15869 w 59862"/>
                <a:gd name="connsiteY0" fmla="*/ 3477 h 60872"/>
                <a:gd name="connsiteX1" fmla="*/ 56298 w 59862"/>
                <a:gd name="connsiteY1" fmla="*/ 16145 h 60872"/>
                <a:gd name="connsiteX2" fmla="*/ 43809 w 59862"/>
                <a:gd name="connsiteY2" fmla="*/ 57226 h 60872"/>
                <a:gd name="connsiteX3" fmla="*/ 3452 w 59862"/>
                <a:gd name="connsiteY3" fmla="*/ 44566 h 60872"/>
                <a:gd name="connsiteX4" fmla="*/ 15869 w 59862"/>
                <a:gd name="connsiteY4" fmla="*/ 3477 h 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62" h="60872">
                  <a:moveTo>
                    <a:pt x="15869" y="3477"/>
                  </a:moveTo>
                  <a:cubicBezTo>
                    <a:pt x="30545" y="-4406"/>
                    <a:pt x="48536" y="1225"/>
                    <a:pt x="56298" y="16145"/>
                  </a:cubicBezTo>
                  <a:cubicBezTo>
                    <a:pt x="64059" y="31058"/>
                    <a:pt x="58485" y="49350"/>
                    <a:pt x="43809" y="57226"/>
                  </a:cubicBezTo>
                  <a:cubicBezTo>
                    <a:pt x="29204" y="65109"/>
                    <a:pt x="11213" y="59478"/>
                    <a:pt x="3452" y="44566"/>
                  </a:cubicBezTo>
                  <a:cubicBezTo>
                    <a:pt x="-4310" y="29652"/>
                    <a:pt x="1193" y="11361"/>
                    <a:pt x="15869" y="3477"/>
                  </a:cubicBezTo>
                  <a:close/>
                </a:path>
              </a:pathLst>
            </a:custGeom>
            <a:solidFill>
              <a:srgbClr val="00FFDD">
                <a:alpha val="99000"/>
              </a:srgbClr>
            </a:solidFill>
            <a:ln w="71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96218F-11DB-4D45-8266-0D3C9BD70B62}"/>
              </a:ext>
            </a:extLst>
          </p:cNvPr>
          <p:cNvSpPr/>
          <p:nvPr/>
        </p:nvSpPr>
        <p:spPr>
          <a:xfrm>
            <a:off x="0" y="1054099"/>
            <a:ext cx="161925" cy="1917701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4E0511-4DB7-E70A-6BCF-326C71DDB833}"/>
              </a:ext>
            </a:extLst>
          </p:cNvPr>
          <p:cNvSpPr/>
          <p:nvPr/>
        </p:nvSpPr>
        <p:spPr>
          <a:xfrm rot="5400000" flipH="1">
            <a:off x="1732498" y="99774"/>
            <a:ext cx="45719" cy="2620215"/>
          </a:xfrm>
          <a:prstGeom prst="rect">
            <a:avLst/>
          </a:prstGeom>
          <a:solidFill>
            <a:srgbClr val="ACDE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1A47DC0-BEB8-AF8A-E9D8-0F03D339A952}"/>
              </a:ext>
            </a:extLst>
          </p:cNvPr>
          <p:cNvSpPr txBox="1">
            <a:spLocks/>
          </p:cNvSpPr>
          <p:nvPr/>
        </p:nvSpPr>
        <p:spPr>
          <a:xfrm>
            <a:off x="887636" y="1356572"/>
            <a:ext cx="4671336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FTP </a:t>
            </a:r>
            <a:r>
              <a:rPr lang="ko-KR" altLang="en-US" sz="32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로그 분석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0B168A-BADF-0092-6816-3AA4AFAC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7" y="467971"/>
            <a:ext cx="7330236" cy="1172256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    파이썬</a:t>
            </a:r>
            <a:endParaRPr lang="en-US" altLang="ko-KR" sz="54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ACD45A3-25A4-4AD2-2760-3119451C2BB7}"/>
              </a:ext>
            </a:extLst>
          </p:cNvPr>
          <p:cNvSpPr txBox="1">
            <a:spLocks/>
          </p:cNvSpPr>
          <p:nvPr/>
        </p:nvSpPr>
        <p:spPr>
          <a:xfrm>
            <a:off x="6112783" y="1370513"/>
            <a:ext cx="4671336" cy="4791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5400" kern="1200">
                <a:solidFill>
                  <a:srgbClr val="00FFDD"/>
                </a:solidFill>
                <a:latin typeface="+mj-ea"/>
                <a:ea typeface="+mj-ea"/>
                <a:cs typeface="+mn-cs"/>
              </a:defRPr>
            </a:lvl1pPr>
          </a:lstStyle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ko-KR" altLang="en-US" sz="1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en-US" altLang="ko-KR" sz="1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기타 서비스 개발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결과</a:t>
            </a:r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endParaRPr lang="en-US" altLang="ko-KR" sz="3200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rgbClr val="00FFDD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507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3059-1E12-A986-4DEA-8E83E17F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95C65-A135-C24C-3A48-B253CBC6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주피터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63F4DFE-A188-7EA4-92CB-7AC60346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255" y="1327604"/>
            <a:ext cx="8976859" cy="547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151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7995E-891C-8B8D-519A-460B84AE6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E9FDA-324A-C425-9F40-0978F4F0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아파치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EC053F5-B96E-CA37-ABC3-A2F71E7A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64" y="1309007"/>
            <a:ext cx="5413271" cy="554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32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로그분석 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- </a:t>
            </a:r>
            <a:r>
              <a:rPr lang="en-US" altLang="ko-KR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FTP</a:t>
            </a:r>
            <a:r>
              <a:rPr lang="ko-KR" altLang="en-US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 로그 분석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DE6FE18-CDB1-54C4-C5DC-DFE525E2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678" y="1320541"/>
            <a:ext cx="6304643" cy="540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632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5843633E-9E24-F14B-CC22-2CB53AD6A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4"/>
          <a:stretch>
            <a:fillRect/>
          </a:stretch>
        </p:blipFill>
        <p:spPr bwMode="auto">
          <a:xfrm>
            <a:off x="1998161" y="1291771"/>
            <a:ext cx="8195678" cy="556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234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4B5F-9E7C-A58E-D0BD-AFB135A1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FC521-DF43-9043-E624-A275BE0E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네트워크 자동화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6FF33F-2981-E095-966C-0E5E6E219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993" y="1573314"/>
            <a:ext cx="5986013" cy="467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86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3A2688-963E-14D3-655B-F0ACF303F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781" y="2046800"/>
            <a:ext cx="8074437" cy="331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15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167C-469B-130A-3C65-302E3FAC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856E1-46A9-A168-BE29-66A386B4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서버 자동화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2C4133-D320-0700-90F2-296FDFCC0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68" y="1867361"/>
            <a:ext cx="10250663" cy="408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01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BD5F3C-1C2F-3317-9AF1-9698E460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 패키지 설치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(Rocky)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F6DBAE-ECC6-E60C-7564-628556622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131" y="2003145"/>
            <a:ext cx="8941738" cy="38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22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9072-B035-5225-DEF8-E93968CD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4AE10-C6F1-9A3D-916E-688CD2D5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23" y="287981"/>
            <a:ext cx="11177954" cy="777875"/>
          </a:xfrm>
        </p:spPr>
        <p:txBody>
          <a:bodyPr/>
          <a:lstStyle/>
          <a:p>
            <a:r>
              <a:rPr lang="ko-KR" altLang="en-US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서비스 패키지 설치</a:t>
            </a:r>
            <a:r>
              <a:rPr lang="en-US" altLang="ko-KR" dirty="0">
                <a:latin typeface="HG꼬딕씨 60g" panose="02020603020101020101" pitchFamily="18" charset="-127"/>
                <a:ea typeface="HG꼬딕씨 60g" panose="02020603020101020101" pitchFamily="18" charset="-127"/>
              </a:rPr>
              <a:t>(Ubuntu)</a:t>
            </a:r>
            <a:endParaRPr lang="ko-KR" altLang="en-US" dirty="0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4D6EF6-7ED7-4FAB-154D-04BE3192B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699" y="1886255"/>
            <a:ext cx="7558601" cy="387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64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빛, 레이저이(가) 표시된 사진&#10;&#10;자동 생성된 설명">
            <a:extLst>
              <a:ext uri="{FF2B5EF4-FFF2-40B4-BE49-F238E27FC236}">
                <a16:creationId xmlns:a16="http://schemas.microsoft.com/office/drawing/2014/main" id="{9EA60598-6594-5E74-F6A4-114E36C7FC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CB1B6-71BF-845A-2336-66979399E5BA}"/>
              </a:ext>
            </a:extLst>
          </p:cNvPr>
          <p:cNvSpPr txBox="1"/>
          <p:nvPr/>
        </p:nvSpPr>
        <p:spPr>
          <a:xfrm>
            <a:off x="3114675" y="1093136"/>
            <a:ext cx="5962650" cy="8402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ko-KR" altLang="en-US" sz="660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00FFDD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rPr>
              <a:t>감사합니다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F7AF4D2-1842-312B-04A4-A95CA5974FD7}"/>
              </a:ext>
            </a:extLst>
          </p:cNvPr>
          <p:cNvSpPr txBox="1">
            <a:spLocks/>
          </p:cNvSpPr>
          <p:nvPr/>
        </p:nvSpPr>
        <p:spPr>
          <a:xfrm>
            <a:off x="4261203" y="2045894"/>
            <a:ext cx="3669595" cy="367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800" kern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defRPr>
            </a:lvl1pPr>
          </a:lstStyle>
          <a:p>
            <a:pPr algn="ctr"/>
            <a:endParaRPr lang="ko-KR" altLang="en-US" sz="2400" dirty="0">
              <a:solidFill>
                <a:schemeClr val="bg1"/>
              </a:solidFill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9B7AA7-9049-EFAD-0691-3C8DEA4158A1}"/>
              </a:ext>
            </a:extLst>
          </p:cNvPr>
          <p:cNvSpPr/>
          <p:nvPr/>
        </p:nvSpPr>
        <p:spPr>
          <a:xfrm rot="5400000">
            <a:off x="6015038" y="-1131092"/>
            <a:ext cx="161925" cy="242411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G꼬딕씨 60g" panose="02020603020101020101" pitchFamily="18" charset="-127"/>
              <a:ea typeface="HG꼬딕씨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463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809">
      <a:dk1>
        <a:sysClr val="windowText" lastClr="000000"/>
      </a:dk1>
      <a:lt1>
        <a:sysClr val="window" lastClr="FFFFFF"/>
      </a:lt1>
      <a:dk2>
        <a:srgbClr val="001621"/>
      </a:dk2>
      <a:lt2>
        <a:srgbClr val="CDFFF8"/>
      </a:lt2>
      <a:accent1>
        <a:srgbClr val="00FFDD"/>
      </a:accent1>
      <a:accent2>
        <a:srgbClr val="04DEFC"/>
      </a:accent2>
      <a:accent3>
        <a:srgbClr val="9AED13"/>
      </a:accent3>
      <a:accent4>
        <a:srgbClr val="EAEE3E"/>
      </a:accent4>
      <a:accent5>
        <a:srgbClr val="F7CA8D"/>
      </a:accent5>
      <a:accent6>
        <a:srgbClr val="0F55F1"/>
      </a:accent6>
      <a:hlink>
        <a:srgbClr val="467886"/>
      </a:hlink>
      <a:folHlink>
        <a:srgbClr val="96607D"/>
      </a:folHlink>
    </a:clrScheme>
    <a:fontScheme name="사용자 지정 562">
      <a:majorFont>
        <a:latin typeface="맑은 고딕"/>
        <a:ea typeface="Pretendard Semi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3824</TotalTime>
  <Words>1148</Words>
  <Application>Microsoft Office PowerPoint</Application>
  <PresentationFormat>와이드스크린</PresentationFormat>
  <Paragraphs>304</Paragraphs>
  <Slides>31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Arial</vt:lpstr>
      <vt:lpstr>HG꼬딕씨 60g</vt:lpstr>
      <vt:lpstr>맑은 고딕</vt:lpstr>
      <vt:lpstr>Office 테마</vt:lpstr>
      <vt:lpstr>1차 프로젝트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네트워크 논리 구성도</vt:lpstr>
      <vt:lpstr>네트워크 물리 구성도</vt:lpstr>
      <vt:lpstr>네트워크 도메인 기반 Ping 테스트 결과</vt:lpstr>
      <vt:lpstr>        서버</vt:lpstr>
      <vt:lpstr>서버 구성도</vt:lpstr>
      <vt:lpstr>서버 흐름도</vt:lpstr>
      <vt:lpstr>서버 제원 - 운영체제 정보</vt:lpstr>
      <vt:lpstr>서버 제원 - 서비스별 패키지 정보</vt:lpstr>
      <vt:lpstr>서버 결과</vt:lpstr>
      <vt:lpstr>서버 결과</vt:lpstr>
      <vt:lpstr>    파이썬</vt:lpstr>
      <vt:lpstr>로그분석 - 주피터 로그 분석</vt:lpstr>
      <vt:lpstr>로그분석 - 아파치 로그 분석</vt:lpstr>
      <vt:lpstr>로그분석 - FTP 로그 분석</vt:lpstr>
      <vt:lpstr>네트워크 자동화</vt:lpstr>
      <vt:lpstr>네트워크 자동화</vt:lpstr>
      <vt:lpstr>서버 자동화</vt:lpstr>
      <vt:lpstr>서버 자동화</vt:lpstr>
      <vt:lpstr>서비스 패키지 설치(Rocky)</vt:lpstr>
      <vt:lpstr>서비스 패키지 설치(Ubuntu)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명재 이</cp:lastModifiedBy>
  <cp:revision>37</cp:revision>
  <dcterms:created xsi:type="dcterms:W3CDTF">2024-08-08T03:38:21Z</dcterms:created>
  <dcterms:modified xsi:type="dcterms:W3CDTF">2025-11-07T07:02:54Z</dcterms:modified>
</cp:coreProperties>
</file>