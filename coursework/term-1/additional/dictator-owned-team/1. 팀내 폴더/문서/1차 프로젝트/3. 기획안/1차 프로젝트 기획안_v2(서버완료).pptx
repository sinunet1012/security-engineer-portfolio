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8" r:id="rId2"/>
    <p:sldId id="277" r:id="rId3"/>
    <p:sldId id="259" r:id="rId4"/>
    <p:sldId id="260" r:id="rId5"/>
    <p:sldId id="267" r:id="rId6"/>
    <p:sldId id="263" r:id="rId7"/>
    <p:sldId id="265" r:id="rId8"/>
    <p:sldId id="266" r:id="rId9"/>
    <p:sldId id="268" r:id="rId10"/>
    <p:sldId id="275" r:id="rId11"/>
    <p:sldId id="269" r:id="rId12"/>
    <p:sldId id="270" r:id="rId13"/>
    <p:sldId id="271" r:id="rId14"/>
    <p:sldId id="272" r:id="rId15"/>
    <p:sldId id="261" r:id="rId16"/>
    <p:sldId id="273" r:id="rId17"/>
    <p:sldId id="274" r:id="rId18"/>
    <p:sldId id="276" r:id="rId19"/>
    <p:sldId id="278" r:id="rId20"/>
    <p:sldId id="279" r:id="rId21"/>
    <p:sldId id="264" r:id="rId22"/>
  </p:sldIdLst>
  <p:sldSz cx="12192000" cy="6858000"/>
  <p:notesSz cx="6858000" cy="9144000"/>
  <p:embeddedFontLst>
    <p:embeddedFont>
      <p:font typeface="HG꼬딕씨 60g" panose="02020603020101020101" pitchFamily="18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EDA"/>
    <a:srgbClr val="005D91"/>
    <a:srgbClr val="00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56" autoAdjust="0"/>
    <p:restoredTop sz="96279" autoAdjust="0"/>
  </p:normalViewPr>
  <p:slideViewPr>
    <p:cSldViewPr snapToGrid="0">
      <p:cViewPr varScale="1">
        <p:scale>
          <a:sx n="109" d="100"/>
          <a:sy n="109" d="100"/>
        </p:scale>
        <p:origin x="7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30103-7A0D-44A1-9D40-E5A0F1045153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153E-8BE3-45E4-AEDB-B7CB7D75E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0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13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2E95B6-871F-7B75-2ECB-5508A94AFB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7E6D19-FEC4-C150-6C80-BF5B03DE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5" y="809626"/>
            <a:ext cx="9823450" cy="1172256"/>
          </a:xfr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ko-KR" altLang="en-US" sz="54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580DD3-F150-D9B5-B6DC-31CA2AC9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164E-5849-4ABC-BE61-15B5892682E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3283C-2A72-B0F4-E7E3-A6479C17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91452-08FF-EDCB-6C60-69AFB6DF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0FE5306-AD1F-0D40-8E64-E6684E8C9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7927" y="925821"/>
            <a:ext cx="5114924" cy="5006358"/>
          </a:xfrm>
          <a:prstGeom prst="roundRect">
            <a:avLst>
              <a:gd name="adj" fmla="val 5632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6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FF8D8E15-FEAE-77AC-4A8F-1456EE0903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538615-FC6A-6734-D29C-E5D5BD533BC7}"/>
              </a:ext>
            </a:extLst>
          </p:cNvPr>
          <p:cNvSpPr/>
          <p:nvPr userDrawn="1"/>
        </p:nvSpPr>
        <p:spPr>
          <a:xfrm>
            <a:off x="209550" y="184999"/>
            <a:ext cx="11601450" cy="983841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0701776-22FD-54EF-A5FA-4ACCCD6C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ko-KR" altLang="en-US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ctr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5E9B604B-F87B-E0ED-FD04-77771E4D4A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050" kern="1200" dirty="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828" name="그룹 827">
            <a:extLst>
              <a:ext uri="{FF2B5EF4-FFF2-40B4-BE49-F238E27FC236}">
                <a16:creationId xmlns:a16="http://schemas.microsoft.com/office/drawing/2014/main" id="{83E31766-2D7D-8E19-DDC3-1EC0E9D01F9F}"/>
              </a:ext>
            </a:extLst>
          </p:cNvPr>
          <p:cNvGrpSpPr/>
          <p:nvPr userDrawn="1"/>
        </p:nvGrpSpPr>
        <p:grpSpPr>
          <a:xfrm>
            <a:off x="10500390" y="186760"/>
            <a:ext cx="1308489" cy="971953"/>
            <a:chOff x="10172731" y="43496"/>
            <a:chExt cx="1497331" cy="1112226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DF8FD337-E5DD-C0A0-F287-B1BA0C47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9245" y="191663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73B44FBF-A334-EA18-C9E4-7AFC0E9A7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45" y="756108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9E8A354-429C-86C7-62CD-070AE69CC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9245" y="812552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A5889C0F-7E94-F422-E9E2-02707FB19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7968" y="114052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56F044A-F173-09A6-DB62-CD5FFACD2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9746" y="191663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4CB9A1E8-940F-C262-2606-2628321A2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19746" y="544441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C6B8089E-5418-FE7A-2104-111B8E999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39690" y="114052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30709220-9500-C5C1-9A69-A9D29408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39690" y="43496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45E4A611-74C2-EA8D-8E25-A19AD4A95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339415" y="600885"/>
              <a:ext cx="330646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28011CA-6970-7E20-D694-2D30B4DF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64247" y="544441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B1F4BCB-D240-0AA1-EBD5-4EBF724F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7" y="551495"/>
              <a:ext cx="605815" cy="8313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00DC47CE-797F-5807-E09E-E7B2A855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064247" y="50552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D00204EA-3BD5-F784-385B-F369C9C2FFF7}"/>
                </a:ext>
              </a:extLst>
            </p:cNvPr>
            <p:cNvSpPr/>
            <p:nvPr/>
          </p:nvSpPr>
          <p:spPr>
            <a:xfrm>
              <a:off x="10405293" y="1010757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D81A5287-85CF-4C54-D51F-8916041AF0CC}"/>
                </a:ext>
              </a:extLst>
            </p:cNvPr>
            <p:cNvSpPr/>
            <p:nvPr/>
          </p:nvSpPr>
          <p:spPr>
            <a:xfrm>
              <a:off x="10621930" y="733725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8976CD4-A408-5419-D382-A5832C6282C8}"/>
                </a:ext>
              </a:extLst>
            </p:cNvPr>
            <p:cNvSpPr/>
            <p:nvPr/>
          </p:nvSpPr>
          <p:spPr>
            <a:xfrm>
              <a:off x="10601735" y="791977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0694218-BF99-DDF6-F740-AE75703AA36C}"/>
                </a:ext>
              </a:extLst>
            </p:cNvPr>
            <p:cNvSpPr/>
            <p:nvPr/>
          </p:nvSpPr>
          <p:spPr>
            <a:xfrm>
              <a:off x="10717793" y="165366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AB78E607-0793-A4E4-5106-FCC0759E5D4B}"/>
                </a:ext>
              </a:extLst>
            </p:cNvPr>
            <p:cNvSpPr/>
            <p:nvPr/>
          </p:nvSpPr>
          <p:spPr>
            <a:xfrm>
              <a:off x="10920313" y="91798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9EDBA539-A0AF-42F1-EC32-8850C2D1D477}"/>
                </a:ext>
              </a:extLst>
            </p:cNvPr>
            <p:cNvSpPr/>
            <p:nvPr/>
          </p:nvSpPr>
          <p:spPr>
            <a:xfrm>
              <a:off x="11460402" y="827159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32D8AD0D-300C-1DF5-1622-022E2EB5D2FF}"/>
                </a:ext>
              </a:extLst>
            </p:cNvPr>
            <p:cNvSpPr/>
            <p:nvPr/>
          </p:nvSpPr>
          <p:spPr>
            <a:xfrm>
              <a:off x="11318504" y="875960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23DCB369-0C36-B5D2-84BF-02C7EF634E6C}"/>
                </a:ext>
              </a:extLst>
            </p:cNvPr>
            <p:cNvSpPr/>
            <p:nvPr/>
          </p:nvSpPr>
          <p:spPr>
            <a:xfrm>
              <a:off x="11045461" y="526032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87D542B-86FB-9DDB-8F72-0FB367C5726B}"/>
                </a:ext>
              </a:extLst>
            </p:cNvPr>
            <p:cNvSpPr/>
            <p:nvPr/>
          </p:nvSpPr>
          <p:spPr>
            <a:xfrm>
              <a:off x="11562119" y="572607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521" name="그림 520">
              <a:extLst>
                <a:ext uri="{FF2B5EF4-FFF2-40B4-BE49-F238E27FC236}">
                  <a16:creationId xmlns:a16="http://schemas.microsoft.com/office/drawing/2014/main" id="{D3DE2C3C-1F93-B73A-25BB-0DA9070E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64247" y="904274"/>
              <a:ext cx="529890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548" name="그림 547">
              <a:extLst>
                <a:ext uri="{FF2B5EF4-FFF2-40B4-BE49-F238E27FC236}">
                  <a16:creationId xmlns:a16="http://schemas.microsoft.com/office/drawing/2014/main" id="{4D622BD5-7E11-260D-2641-5CCE0D40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84468" y="657330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549" name="그림 548">
              <a:extLst>
                <a:ext uri="{FF2B5EF4-FFF2-40B4-BE49-F238E27FC236}">
                  <a16:creationId xmlns:a16="http://schemas.microsoft.com/office/drawing/2014/main" id="{7DC8C25D-601F-9D4F-79CF-07741950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77412" y="579719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550" name="그림 549">
              <a:extLst>
                <a:ext uri="{FF2B5EF4-FFF2-40B4-BE49-F238E27FC236}">
                  <a16:creationId xmlns:a16="http://schemas.microsoft.com/office/drawing/2014/main" id="{BBB267AA-B2BA-BB4D-BE6F-FEBFE7A2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00747" y="105098"/>
              <a:ext cx="634032" cy="488733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551" name="그림 550">
              <a:extLst>
                <a:ext uri="{FF2B5EF4-FFF2-40B4-BE49-F238E27FC236}">
                  <a16:creationId xmlns:a16="http://schemas.microsoft.com/office/drawing/2014/main" id="{B6DDD931-54FA-36D5-017E-4FF754D9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93691" y="579719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568" name="그림 567">
              <a:extLst>
                <a:ext uri="{FF2B5EF4-FFF2-40B4-BE49-F238E27FC236}">
                  <a16:creationId xmlns:a16="http://schemas.microsoft.com/office/drawing/2014/main" id="{C1473BBA-24D7-C284-0D32-5568E06DC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3466" y="593830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043AE009-1F33-C6D8-CA57-E7C8D2CB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3466" y="791385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570" name="그림 569">
              <a:extLst>
                <a:ext uri="{FF2B5EF4-FFF2-40B4-BE49-F238E27FC236}">
                  <a16:creationId xmlns:a16="http://schemas.microsoft.com/office/drawing/2014/main" id="{F1E50514-D3ED-BF52-5533-7B7546E74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203466" y="671441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571" name="그림 570">
              <a:extLst>
                <a:ext uri="{FF2B5EF4-FFF2-40B4-BE49-F238E27FC236}">
                  <a16:creationId xmlns:a16="http://schemas.microsoft.com/office/drawing/2014/main" id="{59288E7F-8918-5E53-724E-74BDE576D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04413" y="593830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572" name="그림 571">
              <a:extLst>
                <a:ext uri="{FF2B5EF4-FFF2-40B4-BE49-F238E27FC236}">
                  <a16:creationId xmlns:a16="http://schemas.microsoft.com/office/drawing/2014/main" id="{F9A3FD06-8A1C-3F36-A8E6-09F33FCA2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04413" y="657330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573" name="그림 572">
              <a:extLst>
                <a:ext uri="{FF2B5EF4-FFF2-40B4-BE49-F238E27FC236}">
                  <a16:creationId xmlns:a16="http://schemas.microsoft.com/office/drawing/2014/main" id="{4A527801-7099-A398-B110-8CF5B07B9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93692" y="502108"/>
              <a:ext cx="655458" cy="202007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A3DDF34D-6CE4-3DE7-FF49-A3F1E6F7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93692" y="132153"/>
              <a:ext cx="615423" cy="539287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594" name="그림 593">
              <a:extLst>
                <a:ext uri="{FF2B5EF4-FFF2-40B4-BE49-F238E27FC236}">
                  <a16:creationId xmlns:a16="http://schemas.microsoft.com/office/drawing/2014/main" id="{E8229A3C-12CB-B9B2-C43B-7F1268FF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56245" y="784330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596" name="그림 595">
              <a:extLst>
                <a:ext uri="{FF2B5EF4-FFF2-40B4-BE49-F238E27FC236}">
                  <a16:creationId xmlns:a16="http://schemas.microsoft.com/office/drawing/2014/main" id="{0243109D-CF46-0955-D916-B730DCB6F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704413" y="734941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597" name="그림 596">
              <a:extLst>
                <a:ext uri="{FF2B5EF4-FFF2-40B4-BE49-F238E27FC236}">
                  <a16:creationId xmlns:a16="http://schemas.microsoft.com/office/drawing/2014/main" id="{C135145D-E9FC-69D3-114D-C912B75E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704413" y="593830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616" name="그림 615">
              <a:extLst>
                <a:ext uri="{FF2B5EF4-FFF2-40B4-BE49-F238E27FC236}">
                  <a16:creationId xmlns:a16="http://schemas.microsoft.com/office/drawing/2014/main" id="{2605B56D-56A1-148D-1261-F253F1B6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53526" y="734941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sp>
          <p:nvSpPr>
            <p:cNvPr id="740" name="자유형: 도형 739">
              <a:extLst>
                <a:ext uri="{FF2B5EF4-FFF2-40B4-BE49-F238E27FC236}">
                  <a16:creationId xmlns:a16="http://schemas.microsoft.com/office/drawing/2014/main" id="{AB667122-4268-EE1A-5EA2-CB5FBB2F3ABF}"/>
                </a:ext>
              </a:extLst>
            </p:cNvPr>
            <p:cNvSpPr/>
            <p:nvPr/>
          </p:nvSpPr>
          <p:spPr>
            <a:xfrm>
              <a:off x="11028923" y="867470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56C3BEDF-2B95-A799-07FC-9DEF5AE192E8}"/>
                </a:ext>
              </a:extLst>
            </p:cNvPr>
            <p:cNvSpPr/>
            <p:nvPr/>
          </p:nvSpPr>
          <p:spPr>
            <a:xfrm>
              <a:off x="10550505" y="971545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자유형: 도형 757">
              <a:extLst>
                <a:ext uri="{FF2B5EF4-FFF2-40B4-BE49-F238E27FC236}">
                  <a16:creationId xmlns:a16="http://schemas.microsoft.com/office/drawing/2014/main" id="{5CD889E1-7937-D848-2958-A35DAEA69047}"/>
                </a:ext>
              </a:extLst>
            </p:cNvPr>
            <p:cNvSpPr/>
            <p:nvPr/>
          </p:nvSpPr>
          <p:spPr>
            <a:xfrm>
              <a:off x="10967529" y="546425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자유형: 도형 770">
              <a:extLst>
                <a:ext uri="{FF2B5EF4-FFF2-40B4-BE49-F238E27FC236}">
                  <a16:creationId xmlns:a16="http://schemas.microsoft.com/office/drawing/2014/main" id="{522BC4AE-AF60-AF69-EF5D-7B1FCFBEAD0E}"/>
                </a:ext>
              </a:extLst>
            </p:cNvPr>
            <p:cNvSpPr/>
            <p:nvPr/>
          </p:nvSpPr>
          <p:spPr>
            <a:xfrm>
              <a:off x="10172731" y="943737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7751478D-8378-0B5C-5FF2-C79C79564AE1}"/>
                </a:ext>
              </a:extLst>
            </p:cNvPr>
            <p:cNvSpPr/>
            <p:nvPr/>
          </p:nvSpPr>
          <p:spPr>
            <a:xfrm>
              <a:off x="10673098" y="642787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자유형: 도형 772">
              <a:extLst>
                <a:ext uri="{FF2B5EF4-FFF2-40B4-BE49-F238E27FC236}">
                  <a16:creationId xmlns:a16="http://schemas.microsoft.com/office/drawing/2014/main" id="{0714791C-165E-772C-48BE-F68568E1CBB4}"/>
                </a:ext>
              </a:extLst>
            </p:cNvPr>
            <p:cNvSpPr/>
            <p:nvPr/>
          </p:nvSpPr>
          <p:spPr>
            <a:xfrm>
              <a:off x="10964613" y="622855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자유형: 도형 786">
              <a:extLst>
                <a:ext uri="{FF2B5EF4-FFF2-40B4-BE49-F238E27FC236}">
                  <a16:creationId xmlns:a16="http://schemas.microsoft.com/office/drawing/2014/main" id="{F01F6A4F-5216-AC34-F66E-2CA2CE99E7FE}"/>
                </a:ext>
              </a:extLst>
            </p:cNvPr>
            <p:cNvSpPr/>
            <p:nvPr/>
          </p:nvSpPr>
          <p:spPr>
            <a:xfrm>
              <a:off x="10529123" y="1084885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자유형: 도형 787">
              <a:extLst>
                <a:ext uri="{FF2B5EF4-FFF2-40B4-BE49-F238E27FC236}">
                  <a16:creationId xmlns:a16="http://schemas.microsoft.com/office/drawing/2014/main" id="{42AC4499-FFAA-865D-76BF-89C9C56B2DEB}"/>
                </a:ext>
              </a:extLst>
            </p:cNvPr>
            <p:cNvSpPr/>
            <p:nvPr/>
          </p:nvSpPr>
          <p:spPr>
            <a:xfrm>
              <a:off x="10679055" y="758889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자유형: 도형 788">
              <a:extLst>
                <a:ext uri="{FF2B5EF4-FFF2-40B4-BE49-F238E27FC236}">
                  <a16:creationId xmlns:a16="http://schemas.microsoft.com/office/drawing/2014/main" id="{F0B990C3-30E7-8987-F15E-F94036C5D5B0}"/>
                </a:ext>
              </a:extLst>
            </p:cNvPr>
            <p:cNvSpPr/>
            <p:nvPr/>
          </p:nvSpPr>
          <p:spPr>
            <a:xfrm>
              <a:off x="11183538" y="566228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자유형: 도형 802">
              <a:extLst>
                <a:ext uri="{FF2B5EF4-FFF2-40B4-BE49-F238E27FC236}">
                  <a16:creationId xmlns:a16="http://schemas.microsoft.com/office/drawing/2014/main" id="{5E5E9B8E-0D1E-BBDE-B8D1-C89312E82445}"/>
                </a:ext>
              </a:extLst>
            </p:cNvPr>
            <p:cNvSpPr/>
            <p:nvPr/>
          </p:nvSpPr>
          <p:spPr>
            <a:xfrm>
              <a:off x="11325086" y="1075442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자유형: 도형 803">
              <a:extLst>
                <a:ext uri="{FF2B5EF4-FFF2-40B4-BE49-F238E27FC236}">
                  <a16:creationId xmlns:a16="http://schemas.microsoft.com/office/drawing/2014/main" id="{1291A1D1-B9E9-56AB-1427-D54AC2ACFAD4}"/>
                </a:ext>
              </a:extLst>
            </p:cNvPr>
            <p:cNvSpPr/>
            <p:nvPr/>
          </p:nvSpPr>
          <p:spPr>
            <a:xfrm>
              <a:off x="11539374" y="705419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93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AFB0D3FB-F8DE-226C-31B2-B09B9C1A49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7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E400E-5ACA-7C6C-B677-F4647DEE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57AC2-BCB6-A064-29A8-8CC58A30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B83FF-A965-DC93-CAC6-BDF0B6EA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8164E-5849-4ABC-BE61-15B5892682E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52E09-766D-F857-7E30-7FBDD56C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FA4D-81FB-E9D6-79E6-E5B6D0662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5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2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2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독보적인 기획안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B30E757C-43B9-E6B3-15E5-CDDFDFF16DAF}"/>
              </a:ext>
            </a:extLst>
          </p:cNvPr>
          <p:cNvSpPr txBox="1">
            <a:spLocks/>
          </p:cNvSpPr>
          <p:nvPr/>
        </p:nvSpPr>
        <p:spPr>
          <a:xfrm>
            <a:off x="442163" y="1640227"/>
            <a:ext cx="4817447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r>
              <a:rPr lang="en-US" altLang="ko-KR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LB </a:t>
            </a:r>
            <a:r>
              <a:rPr lang="ko-KR" altLang="en-US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 기초 네트워크 인프라 구축</a:t>
            </a:r>
            <a:endParaRPr lang="ko-KR" altLang="en-US" sz="3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E002C9-BC44-6226-1EA9-08D3A14DC7B3}"/>
              </a:ext>
            </a:extLst>
          </p:cNvPr>
          <p:cNvSpPr txBox="1"/>
          <p:nvPr/>
        </p:nvSpPr>
        <p:spPr>
          <a:xfrm>
            <a:off x="442163" y="2528192"/>
            <a:ext cx="1789576" cy="5685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팀장 </a:t>
            </a:r>
            <a:r>
              <a:rPr lang="ko-KR" altLang="en-US" sz="12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이은비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     </a:t>
            </a:r>
            <a:r>
              <a:rPr lang="ko-KR" altLang="en-US" sz="12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버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한준희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박희진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 이 썬 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김윤영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이명재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3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168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827766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프로젝트 예상 일정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188D20-E8D3-C492-A9AE-61310D58D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12" y="1796485"/>
            <a:ext cx="6402268" cy="388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1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34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1043387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4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목  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846F1-6E28-F6B1-4386-E8E9167CE931}"/>
              </a:ext>
            </a:extLst>
          </p:cNvPr>
          <p:cNvSpPr txBox="1"/>
          <p:nvPr/>
        </p:nvSpPr>
        <p:spPr>
          <a:xfrm>
            <a:off x="1692691" y="2306049"/>
            <a:ext cx="1746529" cy="32476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목적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프로젝트 목적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구성도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물리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논리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)</a:t>
            </a: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사용 환경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예측 결과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27B52B-26D7-AF95-03C9-989FA310FBA9}"/>
              </a:ext>
            </a:extLst>
          </p:cNvPr>
          <p:cNvSpPr/>
          <p:nvPr/>
        </p:nvSpPr>
        <p:spPr>
          <a:xfrm rot="5400000" flipH="1">
            <a:off x="2174516" y="2544297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9F6E29-B46A-C4B1-A99F-BB46F7569283}"/>
              </a:ext>
            </a:extLst>
          </p:cNvPr>
          <p:cNvSpPr/>
          <p:nvPr/>
        </p:nvSpPr>
        <p:spPr>
          <a:xfrm rot="5400000" flipH="1">
            <a:off x="2174515" y="1814090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57C2CB-54BD-AE19-C054-61A6A686E49C}"/>
              </a:ext>
            </a:extLst>
          </p:cNvPr>
          <p:cNvSpPr/>
          <p:nvPr/>
        </p:nvSpPr>
        <p:spPr>
          <a:xfrm rot="5400000" flipH="1">
            <a:off x="2174515" y="3487336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D9B43A-66B4-CDF9-A3E1-ED98DA4D013A}"/>
              </a:ext>
            </a:extLst>
          </p:cNvPr>
          <p:cNvSpPr/>
          <p:nvPr/>
        </p:nvSpPr>
        <p:spPr>
          <a:xfrm rot="5400000" flipH="1">
            <a:off x="2174515" y="4457674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4BE1FC-746D-F248-A14B-2FAEB431437C}"/>
              </a:ext>
            </a:extLst>
          </p:cNvPr>
          <p:cNvSpPr/>
          <p:nvPr/>
        </p:nvSpPr>
        <p:spPr>
          <a:xfrm rot="5400000" flipH="1">
            <a:off x="2174515" y="5179173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B42A30-67F4-8456-2132-8BA0733B9A36}"/>
              </a:ext>
            </a:extLst>
          </p:cNvPr>
          <p:cNvSpPr/>
          <p:nvPr/>
        </p:nvSpPr>
        <p:spPr>
          <a:xfrm rot="5400000" flipH="1">
            <a:off x="2174515" y="5658485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F0F79-D792-E5C1-EC27-966FB1987AD4}"/>
              </a:ext>
            </a:extLst>
          </p:cNvPr>
          <p:cNvSpPr txBox="1"/>
          <p:nvPr/>
        </p:nvSpPr>
        <p:spPr>
          <a:xfrm>
            <a:off x="4248689" y="6092546"/>
            <a:ext cx="2290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7.             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부록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BEF71A-0F38-44CB-D86A-930F2DE426F3}"/>
              </a:ext>
            </a:extLst>
          </p:cNvPr>
          <p:cNvSpPr/>
          <p:nvPr/>
        </p:nvSpPr>
        <p:spPr>
          <a:xfrm rot="5400000" flipH="1">
            <a:off x="4679549" y="5658485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5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 animBg="1"/>
      <p:bldP spid="8" grpId="0" animBg="1"/>
      <p:bldP spid="11" grpId="0" animBg="1"/>
      <p:bldP spid="12" grpId="0" animBg="1"/>
      <p:bldP spid="13" grpId="0" animBg="1"/>
      <p:bldP spid="15" grpId="0" animBg="1"/>
      <p:bldP spid="17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여러분의 목적은 무엇인가요</a:t>
              </a:r>
              <a:r>
                <a:rPr lang="en-US" altLang="ko-KR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?</a:t>
              </a:r>
              <a:endParaRPr lang="ko-KR" altLang="en-US" sz="3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 목적</a:t>
              </a:r>
            </a:p>
          </p:txBody>
        </p:sp>
      </p:grp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4391025" y="2343583"/>
            <a:ext cx="1613310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213050" y="2343583"/>
            <a:ext cx="1587925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4391025" y="4154325"/>
            <a:ext cx="1613310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213050" y="4154325"/>
            <a:ext cx="1587925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A778920C-45B7-2BBB-C31E-607D1A623F15}"/>
              </a:ext>
            </a:extLst>
          </p:cNvPr>
          <p:cNvSpPr>
            <a:spLocks/>
          </p:cNvSpPr>
          <p:nvPr/>
        </p:nvSpPr>
        <p:spPr bwMode="auto">
          <a:xfrm>
            <a:off x="4921274" y="2873831"/>
            <a:ext cx="1068960" cy="1068959"/>
          </a:xfrm>
          <a:custGeom>
            <a:avLst/>
            <a:gdLst>
              <a:gd name="T0" fmla="*/ 1547 w 1547"/>
              <a:gd name="T1" fmla="*/ 0 h 1548"/>
              <a:gd name="T2" fmla="*/ 0 w 1547"/>
              <a:gd name="T3" fmla="*/ 1548 h 1548"/>
              <a:gd name="T4" fmla="*/ 1547 w 1547"/>
              <a:gd name="T5" fmla="*/ 0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7" h="1548">
                <a:moveTo>
                  <a:pt x="1547" y="0"/>
                </a:moveTo>
                <a:cubicBezTo>
                  <a:pt x="726" y="73"/>
                  <a:pt x="72" y="727"/>
                  <a:pt x="0" y="1548"/>
                </a:cubicBezTo>
                <a:cubicBezTo>
                  <a:pt x="798" y="1429"/>
                  <a:pt x="1429" y="798"/>
                  <a:pt x="1547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9" name="Freeform 38">
            <a:extLst>
              <a:ext uri="{FF2B5EF4-FFF2-40B4-BE49-F238E27FC236}">
                <a16:creationId xmlns:a16="http://schemas.microsoft.com/office/drawing/2014/main" id="{232F4D65-61FB-0D62-E1D1-913C407BF3A5}"/>
              </a:ext>
            </a:extLst>
          </p:cNvPr>
          <p:cNvSpPr>
            <a:spLocks/>
          </p:cNvSpPr>
          <p:nvPr/>
        </p:nvSpPr>
        <p:spPr bwMode="auto">
          <a:xfrm>
            <a:off x="6229972" y="2876653"/>
            <a:ext cx="1043574" cy="1063318"/>
          </a:xfrm>
          <a:custGeom>
            <a:avLst/>
            <a:gdLst>
              <a:gd name="T0" fmla="*/ 1509 w 1509"/>
              <a:gd name="T1" fmla="*/ 1538 h 1538"/>
              <a:gd name="T2" fmla="*/ 0 w 1509"/>
              <a:gd name="T3" fmla="*/ 0 h 1538"/>
              <a:gd name="T4" fmla="*/ 1509 w 1509"/>
              <a:gd name="T5" fmla="*/ 1538 h 1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538">
                <a:moveTo>
                  <a:pt x="1509" y="1538"/>
                </a:moveTo>
                <a:cubicBezTo>
                  <a:pt x="1434" y="733"/>
                  <a:pt x="801" y="89"/>
                  <a:pt x="0" y="0"/>
                </a:cubicBezTo>
                <a:cubicBezTo>
                  <a:pt x="118" y="784"/>
                  <a:pt x="730" y="1405"/>
                  <a:pt x="1509" y="1538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3A48DA6-E9CC-ABA1-AA92-1F26C45F3B50}"/>
              </a:ext>
            </a:extLst>
          </p:cNvPr>
          <p:cNvSpPr>
            <a:spLocks/>
          </p:cNvSpPr>
          <p:nvPr/>
        </p:nvSpPr>
        <p:spPr bwMode="auto">
          <a:xfrm>
            <a:off x="4921274" y="4168428"/>
            <a:ext cx="1066138" cy="1057677"/>
          </a:xfrm>
          <a:custGeom>
            <a:avLst/>
            <a:gdLst>
              <a:gd name="T0" fmla="*/ 0 w 1543"/>
              <a:gd name="T1" fmla="*/ 0 h 1528"/>
              <a:gd name="T2" fmla="*/ 1543 w 1543"/>
              <a:gd name="T3" fmla="*/ 1528 h 1528"/>
              <a:gd name="T4" fmla="*/ 0 w 1543"/>
              <a:gd name="T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3" h="1528">
                <a:moveTo>
                  <a:pt x="0" y="0"/>
                </a:moveTo>
                <a:cubicBezTo>
                  <a:pt x="81" y="811"/>
                  <a:pt x="730" y="1455"/>
                  <a:pt x="1543" y="1528"/>
                </a:cubicBezTo>
                <a:cubicBezTo>
                  <a:pt x="1418" y="740"/>
                  <a:pt x="791" y="118"/>
                  <a:pt x="0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1" name="Freeform 42">
            <a:extLst>
              <a:ext uri="{FF2B5EF4-FFF2-40B4-BE49-F238E27FC236}">
                <a16:creationId xmlns:a16="http://schemas.microsoft.com/office/drawing/2014/main" id="{D2B49593-EA94-C3BE-B215-F8CB6BEB25A5}"/>
              </a:ext>
            </a:extLst>
          </p:cNvPr>
          <p:cNvSpPr>
            <a:spLocks/>
          </p:cNvSpPr>
          <p:nvPr/>
        </p:nvSpPr>
        <p:spPr bwMode="auto">
          <a:xfrm>
            <a:off x="6229972" y="4174069"/>
            <a:ext cx="1040755" cy="1049214"/>
          </a:xfrm>
          <a:custGeom>
            <a:avLst/>
            <a:gdLst>
              <a:gd name="T0" fmla="*/ 0 w 1504"/>
              <a:gd name="T1" fmla="*/ 1519 h 1519"/>
              <a:gd name="T2" fmla="*/ 1504 w 1504"/>
              <a:gd name="T3" fmla="*/ 0 h 1519"/>
              <a:gd name="T4" fmla="*/ 0 w 1504"/>
              <a:gd name="T5" fmla="*/ 1519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4" h="1519">
                <a:moveTo>
                  <a:pt x="0" y="1519"/>
                </a:moveTo>
                <a:cubicBezTo>
                  <a:pt x="793" y="1429"/>
                  <a:pt x="1421" y="796"/>
                  <a:pt x="1504" y="0"/>
                </a:cubicBezTo>
                <a:cubicBezTo>
                  <a:pt x="732" y="132"/>
                  <a:pt x="125" y="745"/>
                  <a:pt x="0" y="1519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444341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55AF89-5610-ACC2-E7BA-C4D78CC05E15}"/>
              </a:ext>
            </a:extLst>
          </p:cNvPr>
          <p:cNvSpPr/>
          <p:nvPr/>
        </p:nvSpPr>
        <p:spPr>
          <a:xfrm>
            <a:off x="444341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파트별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B25FE-B84F-CC61-93F6-D6E2DF4C2222}"/>
              </a:ext>
            </a:extLst>
          </p:cNvPr>
          <p:cNvSpPr/>
          <p:nvPr/>
        </p:nvSpPr>
        <p:spPr>
          <a:xfrm>
            <a:off x="674846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전체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4C1BE3-D9E7-78FD-A993-D03B07EA027C}"/>
              </a:ext>
            </a:extLst>
          </p:cNvPr>
          <p:cNvSpPr/>
          <p:nvPr/>
        </p:nvSpPr>
        <p:spPr>
          <a:xfrm>
            <a:off x="674846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개인별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1F51A-8D3D-62A5-B62B-330DA294A9A6}"/>
              </a:ext>
            </a:extLst>
          </p:cNvPr>
          <p:cNvSpPr txBox="1"/>
          <p:nvPr/>
        </p:nvSpPr>
        <p:spPr>
          <a:xfrm>
            <a:off x="1937569" y="3216359"/>
            <a:ext cx="2417397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우리의 목표는 프로젝트의 완성이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아니라 개개인의 실력 향상을 위한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성공의 프로젝트를 진행합니다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019081D-60DB-645A-B048-5A9195EA29D7}"/>
              </a:ext>
            </a:extLst>
          </p:cNvPr>
          <p:cNvSpPr/>
          <p:nvPr/>
        </p:nvSpPr>
        <p:spPr>
          <a:xfrm>
            <a:off x="1237445" y="2585365"/>
            <a:ext cx="266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모두가 프로젝트 전체</a:t>
            </a:r>
            <a:endParaRPr lang="en-US" altLang="ko-KR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내용에 대해 숙지하기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ECEFD-B184-DE61-7D30-A0CF77288461}"/>
              </a:ext>
            </a:extLst>
          </p:cNvPr>
          <p:cNvCxnSpPr/>
          <p:nvPr/>
        </p:nvCxnSpPr>
        <p:spPr>
          <a:xfrm>
            <a:off x="3525055" y="248059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1937569" y="4991444"/>
            <a:ext cx="3227364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회선 연결 잘 붙이기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기능 구현 모두 잘 하기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가독성 좋은 코드 만들기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237445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분야별 목적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6C02A6-9532-EA6C-4D3A-0F71AE8BFD9C}"/>
              </a:ext>
            </a:extLst>
          </p:cNvPr>
          <p:cNvSpPr txBox="1"/>
          <p:nvPr/>
        </p:nvSpPr>
        <p:spPr>
          <a:xfrm>
            <a:off x="8287556" y="5006311"/>
            <a:ext cx="3227364" cy="8491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은비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회선연결 </a:t>
            </a:r>
            <a:r>
              <a:rPr lang="ko-KR" altLang="en-US" sz="1050" dirty="0" err="1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오류나지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않기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윤영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문서화 체계적으로 작성하기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준희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GPT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한테 욕하지 않기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명재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고수되기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희진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기능 구현중 오류해결 매뉴얼 제작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B29CB7-8DD7-DBA5-F986-93E568DBE71D}"/>
              </a:ext>
            </a:extLst>
          </p:cNvPr>
          <p:cNvSpPr/>
          <p:nvPr/>
        </p:nvSpPr>
        <p:spPr>
          <a:xfrm>
            <a:off x="8287556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개인별 목적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EA1D86-1281-D57B-7B37-A2B401183AAB}"/>
              </a:ext>
            </a:extLst>
          </p:cNvPr>
          <p:cNvGrpSpPr/>
          <p:nvPr/>
        </p:nvGrpSpPr>
        <p:grpSpPr>
          <a:xfrm>
            <a:off x="8287556" y="2480590"/>
            <a:ext cx="3259274" cy="1056361"/>
            <a:chOff x="8287556" y="2480590"/>
            <a:chExt cx="3259274" cy="10563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6B8286-FBE8-AEDB-6D92-EFF29A7176E1}"/>
                </a:ext>
              </a:extLst>
            </p:cNvPr>
            <p:cNvSpPr txBox="1"/>
            <p:nvPr/>
          </p:nvSpPr>
          <p:spPr>
            <a:xfrm>
              <a:off x="8319466" y="2923919"/>
              <a:ext cx="3227364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친한 사람들이 함께하는 프로젝트는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서로를 더욱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신경써야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한다고 생각했습니다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상대방을 향한 나쁜 말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번당 칭찬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허공에 욕할 시 본인 칭찬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0BFB6A0-F1F3-2AB1-3C87-C15F9333E859}"/>
                </a:ext>
              </a:extLst>
            </p:cNvPr>
            <p:cNvSpPr/>
            <p:nvPr/>
          </p:nvSpPr>
          <p:spPr>
            <a:xfrm>
              <a:off x="8287556" y="2585365"/>
              <a:ext cx="2667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싸우지 않기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B6CA673-0CA1-1459-2770-1812AEDAE6C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6" y="2480590"/>
              <a:ext cx="24765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림 7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6FE905CB-A0B9-B567-AB62-24AEEA01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623620"/>
            <a:ext cx="1047750" cy="780676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D169D7B-E560-72F7-215A-F3259839E27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.1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08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40" grpId="0"/>
      <p:bldP spid="41" grpId="0"/>
      <p:bldP spid="42" grpId="0"/>
      <p:bldP spid="45" grpId="0"/>
      <p:bldP spid="46" grpId="0"/>
      <p:bldP spid="51" grpId="0"/>
      <p:bldP spid="52" grpId="0"/>
      <p:bldP spid="59" grpId="0"/>
      <p:bldP spid="60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-8626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E0F829-46E8-9B48-900E-10F95EEAD5F5}"/>
              </a:ext>
            </a:extLst>
          </p:cNvPr>
          <p:cNvSpPr/>
          <p:nvPr/>
        </p:nvSpPr>
        <p:spPr>
          <a:xfrm rot="5400000" flipH="1">
            <a:off x="1707843" y="121341"/>
            <a:ext cx="45719" cy="2577082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785B87-AD16-A2D3-59F8-E8262542ABAC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F302C2D-A4A4-D9E4-4806-15941CDB6591}"/>
              </a:ext>
            </a:extLst>
          </p:cNvPr>
          <p:cNvSpPr txBox="1">
            <a:spLocks/>
          </p:cNvSpPr>
          <p:nvPr/>
        </p:nvSpPr>
        <p:spPr>
          <a:xfrm>
            <a:off x="1273175" y="2331228"/>
            <a:ext cx="7143750" cy="1097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기술 리스트</a:t>
            </a:r>
          </a:p>
        </p:txBody>
      </p:sp>
    </p:spTree>
    <p:extLst>
      <p:ext uri="{BB962C8B-B14F-4D97-AF65-F5344CB8AC3E}">
        <p14:creationId xmlns:p14="http://schemas.microsoft.com/office/powerpoint/2010/main" val="22521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17323" y="1397977"/>
            <a:ext cx="4967654" cy="5265373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CBA55B0-9B4E-6ACD-FCE5-6D36FBF0120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.2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개체 틀 30" descr="빛, 레이저, 밤이(가) 표시된 사진">
            <a:extLst>
              <a:ext uri="{FF2B5EF4-FFF2-40B4-BE49-F238E27FC236}">
                <a16:creationId xmlns:a16="http://schemas.microsoft.com/office/drawing/2014/main" id="{AC40A39D-803D-8DD3-F39C-A5EC09C05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228232" y="1397977"/>
            <a:ext cx="5867768" cy="5265372"/>
          </a:xfrm>
          <a:prstGeom prst="roundRect">
            <a:avLst>
              <a:gd name="adj" fmla="val 5632"/>
            </a:avLst>
          </a:prstGeom>
        </p:spPr>
      </p:pic>
    </p:spTree>
    <p:extLst>
      <p:ext uri="{BB962C8B-B14F-4D97-AF65-F5344CB8AC3E}">
        <p14:creationId xmlns:p14="http://schemas.microsoft.com/office/powerpoint/2010/main" val="295398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86599" y="1447800"/>
            <a:ext cx="4598377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1CE376E-A91C-3E8D-5E8A-4A1AF1DD8991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.3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개체 틀 30" descr="빛, 레이저, 밤이(가) 표시된 사진">
            <a:extLst>
              <a:ext uri="{FF2B5EF4-FFF2-40B4-BE49-F238E27FC236}">
                <a16:creationId xmlns:a16="http://schemas.microsoft.com/office/drawing/2014/main" id="{FF66FE31-519A-FB53-A155-C9F7FCF46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228232" y="1397977"/>
            <a:ext cx="5867768" cy="5265372"/>
          </a:xfrm>
          <a:prstGeom prst="roundRect">
            <a:avLst>
              <a:gd name="adj" fmla="val 5632"/>
            </a:avLst>
          </a:prstGeom>
        </p:spPr>
      </p:pic>
    </p:spTree>
    <p:extLst>
      <p:ext uri="{BB962C8B-B14F-4D97-AF65-F5344CB8AC3E}">
        <p14:creationId xmlns:p14="http://schemas.microsoft.com/office/powerpoint/2010/main" val="181457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 리스트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이 외에도 추가적인 부분 있으면 적으면 되고 없으면 빼면 됨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D938BCD-8841-5691-3E0F-6FB5C8CA7A3C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.4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3FD1DD-8A2F-39D5-E5A3-3D9A802D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2058133"/>
            <a:ext cx="113633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3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37B1B-C9AA-60C4-1FC0-83E314429CDE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4E2397-483F-24BE-050E-ECC6F23A6161}"/>
              </a:ext>
            </a:extLst>
          </p:cNvPr>
          <p:cNvSpPr txBox="1">
            <a:spLocks/>
          </p:cNvSpPr>
          <p:nvPr/>
        </p:nvSpPr>
        <p:spPr>
          <a:xfrm>
            <a:off x="1281802" y="2095258"/>
            <a:ext cx="7143750" cy="1097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기술 리스트</a:t>
            </a:r>
          </a:p>
        </p:txBody>
      </p:sp>
    </p:spTree>
    <p:extLst>
      <p:ext uri="{BB962C8B-B14F-4D97-AF65-F5344CB8AC3E}">
        <p14:creationId xmlns:p14="http://schemas.microsoft.com/office/powerpoint/2010/main" val="34731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27177" y="1447800"/>
            <a:ext cx="5257800" cy="5215550"/>
          </a:xfrm>
        </p:spPr>
        <p:txBody>
          <a:bodyPr/>
          <a:lstStyle/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01 :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사용자들의 개인정보 데이터가 수집되어 있다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통신사는 이 데이터를 이용하기 위해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SAMBA(SMB)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이용하게 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02: DHCP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이용하여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IP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주소를 자동으로 배급한다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03 : VNC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중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tiger-</a:t>
            </a:r>
            <a:r>
              <a:rPr lang="en-US" altLang="ko-KR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vnc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사용하여 오류가 있는 컴퓨터에 원격 접속할 수 있다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04 : SMB(s)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Ubunut03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SMB(c)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와 마운트 하여 정보를 공유한다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SMB(c)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Rocky01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와 마운트 하여  정보를 공유한다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그리고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MDADM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패키지를 이용해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RAID1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사용하여 </a:t>
            </a:r>
            <a:r>
              <a:rPr lang="ko-KR" altLang="en-US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미러링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방식을 이용해 데이터의 안정성을 높인다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 DISKQUOTA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사용해  사용자별 용량제한을 걸어두어 혹시 모를 변수에 대비한다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05 : Rocky04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와 마운트 연결하여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SMB©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되어서 백업서버역할을 할 수 있도록 만든다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.(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코드를 함께 이용해서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)</a:t>
            </a:r>
          </a:p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 01 : Apache2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이용해 웹사이트를 구축한다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Virtual Host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사용해서 기존엔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80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번 포트를 이용해 하나의 웹 사이트만 구동할 수 있었던 단점을 해결하여 포트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81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번을 사용해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2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개의 웹사이트를 구동한다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그리고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DNS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이용하여 </a:t>
            </a:r>
            <a:r>
              <a:rPr lang="en-US" altLang="ko-KR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ip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아닌 도메인으로 웹사이트에 접속할 수 있게 해준다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그리고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Rocky4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와 </a:t>
            </a:r>
            <a:r>
              <a:rPr lang="ko-KR" altLang="en-US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마운트하여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정보 공유를 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  <a:p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: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NFS(s)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되어서 사용자와 정보를 공유한다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SMB(C)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되어서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Rocky04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와 </a:t>
            </a:r>
            <a:r>
              <a:rPr lang="ko-KR" altLang="en-US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마운트하여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정보를 공유한다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-&gt;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대리점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1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번 역할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en-US" altLang="ko-KR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Ubunut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03 :  :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NFS(s)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되어서 사용자와 정보를 공유한다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SMB(C)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가 되어서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Rocky04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SMB(s)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와 </a:t>
            </a:r>
            <a:r>
              <a:rPr lang="ko-KR" altLang="en-US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마운트하여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정보를 공유한다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 -&gt;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대리점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2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번 역할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64955AC-7B47-39BF-DFFF-8434B7FB5FA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.5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개체 틀 30" descr="빛, 레이저, 밤이(가) 표시된 사진">
            <a:extLst>
              <a:ext uri="{FF2B5EF4-FFF2-40B4-BE49-F238E27FC236}">
                <a16:creationId xmlns:a16="http://schemas.microsoft.com/office/drawing/2014/main" id="{12365D91-B4C5-4976-CA42-B77A7E39C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228232" y="1397977"/>
            <a:ext cx="5867768" cy="5265372"/>
          </a:xfrm>
          <a:prstGeom prst="roundRect">
            <a:avLst>
              <a:gd name="adj" fmla="val 5632"/>
            </a:avLst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9C9DD4-3FCC-21B4-1D14-DD114C048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32" y="1863969"/>
            <a:ext cx="5889833" cy="359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2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4CFB276-DC4D-808B-FE38-FD72DE41FA3B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.6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66F796-4EC6-54E1-6A2F-A97B4F284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23" y="1447800"/>
            <a:ext cx="11143458" cy="500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B87F2-50A0-2FAF-1490-34DB1ACA68AE}"/>
              </a:ext>
            </a:extLst>
          </p:cNvPr>
          <p:cNvSpPr/>
          <p:nvPr/>
        </p:nvSpPr>
        <p:spPr>
          <a:xfrm rot="5400000" flipH="1">
            <a:off x="1358474" y="470710"/>
            <a:ext cx="45719" cy="1878344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BA177F-FDF8-EEDF-AA99-91CEBD9956E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44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내용을 입력하세요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ABE9636-5C5D-A585-53A1-A095E80E2FFA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.7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96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사용 환경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219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881063" y="925821"/>
            <a:ext cx="10491788" cy="5006358"/>
          </a:xfr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1529863" y="166016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구축 환경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1529862" y="1555108"/>
            <a:ext cx="564180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F589182-B12E-55FD-4B8B-A8D9ED4365BB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.8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66A732B-8101-F3FD-8CBF-73507C4E9620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사용 환경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DE3640-ED92-3050-5DC3-985110BE4852}"/>
              </a:ext>
            </a:extLst>
          </p:cNvPr>
          <p:cNvSpPr/>
          <p:nvPr/>
        </p:nvSpPr>
        <p:spPr>
          <a:xfrm>
            <a:off x="1721827" y="2184396"/>
            <a:ext cx="8819141" cy="31184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F05934C-3E6A-2F12-ED34-525599CD4E57}"/>
              </a:ext>
            </a:extLst>
          </p:cNvPr>
          <p:cNvSpPr/>
          <p:nvPr/>
        </p:nvSpPr>
        <p:spPr>
          <a:xfrm>
            <a:off x="2074026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C0F728-F361-3840-0B58-51A51D0045FE}"/>
              </a:ext>
            </a:extLst>
          </p:cNvPr>
          <p:cNvSpPr/>
          <p:nvPr/>
        </p:nvSpPr>
        <p:spPr>
          <a:xfrm>
            <a:off x="4844561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E6C4EB9-C6FC-7D88-298A-ACD6AAAA61AF}"/>
              </a:ext>
            </a:extLst>
          </p:cNvPr>
          <p:cNvSpPr/>
          <p:nvPr/>
        </p:nvSpPr>
        <p:spPr>
          <a:xfrm>
            <a:off x="7692764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DD62E-2675-AAB1-EA38-5799D66EDEE3}"/>
              </a:ext>
            </a:extLst>
          </p:cNvPr>
          <p:cNvSpPr txBox="1"/>
          <p:nvPr/>
        </p:nvSpPr>
        <p:spPr>
          <a:xfrm>
            <a:off x="2178800" y="2409892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867EE-ADF1-6E9A-BE4C-8A7C133B7852}"/>
              </a:ext>
            </a:extLst>
          </p:cNvPr>
          <p:cNvSpPr txBox="1"/>
          <p:nvPr/>
        </p:nvSpPr>
        <p:spPr>
          <a:xfrm>
            <a:off x="4949335" y="2409893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731FC-0E6F-CBFA-84EA-EB5973992D29}"/>
              </a:ext>
            </a:extLst>
          </p:cNvPr>
          <p:cNvSpPr txBox="1"/>
          <p:nvPr/>
        </p:nvSpPr>
        <p:spPr>
          <a:xfrm>
            <a:off x="7797538" y="2409892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Windows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BB329-B2E8-5F55-9582-C31DDD7EAF30}"/>
              </a:ext>
            </a:extLst>
          </p:cNvPr>
          <p:cNvSpPr txBox="1"/>
          <p:nvPr/>
        </p:nvSpPr>
        <p:spPr>
          <a:xfrm>
            <a:off x="2074025" y="2924911"/>
            <a:ext cx="242521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Linux 9.6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Samba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Samba-client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dhcp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-server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X-RDP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MDADM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quota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Tiger-VNC</a:t>
            </a:r>
          </a:p>
          <a:p>
            <a:r>
              <a:rPr lang="en-US" altLang="ko-KR" sz="1100" dirty="0"/>
              <a:t>monitorix-3.16.0-1.el9.noarch</a:t>
            </a:r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D6365-B392-1EA5-73AE-4F9D4ED4955A}"/>
              </a:ext>
            </a:extLst>
          </p:cNvPr>
          <p:cNvSpPr txBox="1"/>
          <p:nvPr/>
        </p:nvSpPr>
        <p:spPr>
          <a:xfrm>
            <a:off x="5041242" y="2909085"/>
            <a:ext cx="18196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 25.04.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Nfs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-kernel-server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Nfs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-common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Smbclient</a:t>
            </a:r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Cifs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-utils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Apache2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Apache2-utils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Bind9-utils</a:t>
            </a: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58FA9-3DD7-5538-FD31-581E6ABC1990}"/>
              </a:ext>
            </a:extLst>
          </p:cNvPr>
          <p:cNvSpPr txBox="1"/>
          <p:nvPr/>
        </p:nvSpPr>
        <p:spPr>
          <a:xfrm>
            <a:off x="7960884" y="2925418"/>
            <a:ext cx="16947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Windows 10</a:t>
            </a:r>
          </a:p>
          <a:p>
            <a:endParaRPr lang="ko-KR" altLang="en-US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51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예측 결과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30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FEE3F7-061E-E689-3FBB-C8929F605C39}"/>
              </a:ext>
            </a:extLst>
          </p:cNvPr>
          <p:cNvGrpSpPr/>
          <p:nvPr/>
        </p:nvGrpSpPr>
        <p:grpSpPr>
          <a:xfrm>
            <a:off x="995363" y="2088010"/>
            <a:ext cx="4452937" cy="3096510"/>
            <a:chOff x="1157288" y="2116944"/>
            <a:chExt cx="4452937" cy="3096510"/>
          </a:xfrm>
        </p:grpSpPr>
        <p:sp>
          <p:nvSpPr>
            <p:cNvPr id="12" name="제목 5">
              <a:extLst>
                <a:ext uri="{FF2B5EF4-FFF2-40B4-BE49-F238E27FC236}">
                  <a16:creationId xmlns:a16="http://schemas.microsoft.com/office/drawing/2014/main" id="{BB4CE390-713D-E107-92A9-580A5C4A6AB5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2116944"/>
              <a:ext cx="4452937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320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상세 타이틀을 입력하세요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B814BA-1052-717E-6CDE-5B573A37C04B}"/>
                </a:ext>
              </a:extLst>
            </p:cNvPr>
            <p:cNvSpPr txBox="1"/>
            <p:nvPr/>
          </p:nvSpPr>
          <p:spPr>
            <a:xfrm>
              <a:off x="1157288" y="3958562"/>
              <a:ext cx="4233862" cy="125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안녕하세요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매주 업데이트되는 고품질의 프레젠테이션 템플릿을 만나보세요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다양한 주제와 디자인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인포그래픽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슬라이드로 프레젠테이션을 완성할 수 있습니다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수많은 주제와 업무 분야를 고려하여 제작된 템플릿 컬렉션은 간편하게 커스터마이징이 가능하며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시간을 절약하고 전문적인 결과물을 얻을 수 있도록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돕습니다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</p:txBody>
        </p:sp>
        <p:sp>
          <p:nvSpPr>
            <p:cNvPr id="23" name="제목 5">
              <a:extLst>
                <a:ext uri="{FF2B5EF4-FFF2-40B4-BE49-F238E27FC236}">
                  <a16:creationId xmlns:a16="http://schemas.microsoft.com/office/drawing/2014/main" id="{8E462911-BDE0-1AAD-12C6-2AE81A4E7D13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3438525"/>
              <a:ext cx="4452937" cy="29084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800">
                  <a:solidFill>
                    <a:schemeClr val="accent1">
                      <a:lumMod val="50000"/>
                    </a:schemeClr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타이틀을 입력하세요</a:t>
              </a:r>
            </a:p>
          </p:txBody>
        </p:sp>
      </p:grp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/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081B57-5C66-E933-15A2-32DEA047003D}"/>
              </a:ext>
            </a:extLst>
          </p:cNvPr>
          <p:cNvSpPr txBox="1"/>
          <p:nvPr/>
        </p:nvSpPr>
        <p:spPr>
          <a:xfrm>
            <a:off x="6809718" y="2042480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6809719" y="165988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6924019" y="1555108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04F21-C5CE-7797-DB65-3D1A73E90CBE}"/>
              </a:ext>
            </a:extLst>
          </p:cNvPr>
          <p:cNvSpPr txBox="1"/>
          <p:nvPr/>
        </p:nvSpPr>
        <p:spPr>
          <a:xfrm>
            <a:off x="7959508" y="3463874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A03FD7C-675C-95BF-F1C3-10F64D70A84A}"/>
              </a:ext>
            </a:extLst>
          </p:cNvPr>
          <p:cNvSpPr/>
          <p:nvPr/>
        </p:nvSpPr>
        <p:spPr>
          <a:xfrm>
            <a:off x="7959509" y="3081277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2E4835A-349A-EE1F-5AB5-A342DA1E06CB}"/>
              </a:ext>
            </a:extLst>
          </p:cNvPr>
          <p:cNvCxnSpPr>
            <a:cxnSpLocks/>
          </p:cNvCxnSpPr>
          <p:nvPr/>
        </p:nvCxnSpPr>
        <p:spPr>
          <a:xfrm>
            <a:off x="8073809" y="2976502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5478FF-BDD1-4B49-EC72-8B19C0B2DF0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.9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48BEEA-B10D-A50F-8100-AF7EE1056B69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예측 결과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51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부록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689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FEE3F7-061E-E689-3FBB-C8929F605C39}"/>
              </a:ext>
            </a:extLst>
          </p:cNvPr>
          <p:cNvGrpSpPr/>
          <p:nvPr/>
        </p:nvGrpSpPr>
        <p:grpSpPr>
          <a:xfrm>
            <a:off x="745515" y="2079218"/>
            <a:ext cx="4452937" cy="3096510"/>
            <a:chOff x="1157288" y="2116944"/>
            <a:chExt cx="4452937" cy="3096510"/>
          </a:xfrm>
        </p:grpSpPr>
        <p:sp>
          <p:nvSpPr>
            <p:cNvPr id="12" name="제목 5">
              <a:extLst>
                <a:ext uri="{FF2B5EF4-FFF2-40B4-BE49-F238E27FC236}">
                  <a16:creationId xmlns:a16="http://schemas.microsoft.com/office/drawing/2014/main" id="{BB4CE390-713D-E107-92A9-580A5C4A6AB5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2116944"/>
              <a:ext cx="4452937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320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상세 타이틀을 입력하세요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B814BA-1052-717E-6CDE-5B573A37C04B}"/>
                </a:ext>
              </a:extLst>
            </p:cNvPr>
            <p:cNvSpPr txBox="1"/>
            <p:nvPr/>
          </p:nvSpPr>
          <p:spPr>
            <a:xfrm>
              <a:off x="1157288" y="3958562"/>
              <a:ext cx="4233862" cy="125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안녕하세요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매주 업데이트되는 고품질의 프레젠테이션 템플릿을 만나보세요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다양한 주제와 디자인 인포그래픽 슬라이드로 프레젠테이션을 완성할 수 있습니다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수많은 주제와 업무 분야를 고려하여 제작된 템플릿 컬렉션은 간편하게 커스터마이징이 가능하며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시간을 절약하고 전문적인 결과물을 얻을 수 있도록 돕습니다</a:t>
              </a:r>
              <a:r>
                <a:rPr lang="en-US" altLang="ko-KR" sz="105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</p:txBody>
        </p:sp>
        <p:sp>
          <p:nvSpPr>
            <p:cNvPr id="23" name="제목 5">
              <a:extLst>
                <a:ext uri="{FF2B5EF4-FFF2-40B4-BE49-F238E27FC236}">
                  <a16:creationId xmlns:a16="http://schemas.microsoft.com/office/drawing/2014/main" id="{8E462911-BDE0-1AAD-12C6-2AE81A4E7D13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3438525"/>
              <a:ext cx="4452937" cy="29084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800">
                  <a:solidFill>
                    <a:schemeClr val="accent1">
                      <a:lumMod val="50000"/>
                    </a:schemeClr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타이틀을 입력하세요</a:t>
              </a:r>
            </a:p>
          </p:txBody>
        </p:sp>
      </p:grp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/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081B57-5C66-E933-15A2-32DEA047003D}"/>
              </a:ext>
            </a:extLst>
          </p:cNvPr>
          <p:cNvSpPr txBox="1"/>
          <p:nvPr/>
        </p:nvSpPr>
        <p:spPr>
          <a:xfrm>
            <a:off x="6809718" y="2042480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6809719" y="165988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6924019" y="1555108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04F21-C5CE-7797-DB65-3D1A73E90CBE}"/>
              </a:ext>
            </a:extLst>
          </p:cNvPr>
          <p:cNvSpPr txBox="1"/>
          <p:nvPr/>
        </p:nvSpPr>
        <p:spPr>
          <a:xfrm>
            <a:off x="7959508" y="3463874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A03FD7C-675C-95BF-F1C3-10F64D70A84A}"/>
              </a:ext>
            </a:extLst>
          </p:cNvPr>
          <p:cNvSpPr/>
          <p:nvPr/>
        </p:nvSpPr>
        <p:spPr>
          <a:xfrm>
            <a:off x="7959509" y="3081277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2E4835A-349A-EE1F-5AB5-A342DA1E06CB}"/>
              </a:ext>
            </a:extLst>
          </p:cNvPr>
          <p:cNvCxnSpPr>
            <a:cxnSpLocks/>
          </p:cNvCxnSpPr>
          <p:nvPr/>
        </p:nvCxnSpPr>
        <p:spPr>
          <a:xfrm>
            <a:off x="8073809" y="2976502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5478FF-BDD1-4B49-EC72-8B19C0B2DF0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.10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42184A8-914C-310B-CB97-F82FE62F843E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부록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59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질문 받습니다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3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감사합니다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6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테마">
  <a:themeElements>
    <a:clrScheme name="사용자 지정 809">
      <a:dk1>
        <a:sysClr val="windowText" lastClr="000000"/>
      </a:dk1>
      <a:lt1>
        <a:sysClr val="window" lastClr="FFFFFF"/>
      </a:lt1>
      <a:dk2>
        <a:srgbClr val="001621"/>
      </a:dk2>
      <a:lt2>
        <a:srgbClr val="CDFFF8"/>
      </a:lt2>
      <a:accent1>
        <a:srgbClr val="00FFDD"/>
      </a:accent1>
      <a:accent2>
        <a:srgbClr val="04DEFC"/>
      </a:accent2>
      <a:accent3>
        <a:srgbClr val="9AED13"/>
      </a:accent3>
      <a:accent4>
        <a:srgbClr val="EAEE3E"/>
      </a:accent4>
      <a:accent5>
        <a:srgbClr val="F7CA8D"/>
      </a:accent5>
      <a:accent6>
        <a:srgbClr val="0F55F1"/>
      </a:accent6>
      <a:hlink>
        <a:srgbClr val="467886"/>
      </a:hlink>
      <a:folHlink>
        <a:srgbClr val="96607D"/>
      </a:folHlink>
    </a:clrScheme>
    <a:fontScheme name="사용자 지정 562">
      <a:majorFont>
        <a:latin typeface="맑은 고딕"/>
        <a:ea typeface="Pretendard Semi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</TotalTime>
  <Words>737</Words>
  <Application>Microsoft Office PowerPoint</Application>
  <PresentationFormat>와이드스크린</PresentationFormat>
  <Paragraphs>152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HG꼬딕씨 60g</vt:lpstr>
      <vt:lpstr>Arial</vt:lpstr>
      <vt:lpstr>맑은 고딕</vt:lpstr>
      <vt:lpstr>Office 테마</vt:lpstr>
      <vt:lpstr>독보팀의 독보적인 기획안</vt:lpstr>
      <vt:lpstr>PowerPoint 프레젠테이션</vt:lpstr>
      <vt:lpstr>PowerPoint 프레젠테이션</vt:lpstr>
      <vt:lpstr>PowerPoint 프레젠테이션</vt:lpstr>
      <vt:lpstr>네트워크</vt:lpstr>
      <vt:lpstr>네트워크 물리 구성도</vt:lpstr>
      <vt:lpstr>네트워크 논리 구성도</vt:lpstr>
      <vt:lpstr>네트워크 기술 리스트</vt:lpstr>
      <vt:lpstr>        서버</vt:lpstr>
      <vt:lpstr>서버 구성도</vt:lpstr>
      <vt:lpstr>서버 기술 리스트</vt:lpstr>
      <vt:lpstr>    파이썬</vt:lpstr>
      <vt:lpstr>파이썬 기술 설명</vt:lpstr>
      <vt:lpstr>사용 환경</vt:lpstr>
      <vt:lpstr>PowerPoint 프레젠테이션</vt:lpstr>
      <vt:lpstr>예측 결과</vt:lpstr>
      <vt:lpstr>PowerPoint 프레젠테이션</vt:lpstr>
      <vt:lpstr>        부록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명재 이</cp:lastModifiedBy>
  <cp:revision>19</cp:revision>
  <dcterms:created xsi:type="dcterms:W3CDTF">2024-08-08T03:38:21Z</dcterms:created>
  <dcterms:modified xsi:type="dcterms:W3CDTF">2025-10-29T05:53:31Z</dcterms:modified>
</cp:coreProperties>
</file>