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D7A8FF-7B6C-E23E-115D-641061941D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D59F0CD-C356-FC29-BEB6-0CCFDD342F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CCE5C3-9BE0-F58C-54CB-9B4E19059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DF118-0506-4407-9895-C4B8C38BB44F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3B5FBBE-01BA-B05A-0F71-5029AA66B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CAC734-5D09-8BC3-8F29-C3621EF0A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482D9-3EFE-40F1-A19B-59475163CA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4058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E12354-928F-3F84-5093-1E1F3E8CC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ECBA08-0BE6-778F-AA29-83740F51E6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9BEA0E-EEB6-FD90-EFA2-1E5075DEE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DF118-0506-4407-9895-C4B8C38BB44F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2D21013-60BB-5138-ABB1-17F8E9281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156B20-2AF2-4754-F0A3-3E1E1600F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482D9-3EFE-40F1-A19B-59475163CA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9842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9FCE17-1EA6-75A1-3BDD-092D870CB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EB37CE-7438-E266-14E1-2AE73CE72C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B4617B-740B-E63B-1326-12C3CC663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DF118-0506-4407-9895-C4B8C38BB44F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54DC78-87ED-4C5A-D797-ECE5222EF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E02983-3A9C-BC30-E97A-4D45D8FAF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482D9-3EFE-40F1-A19B-59475163CA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469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F8A986-8710-E30F-BC0E-739E2DE77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81B02C8-C29A-C99E-A0B7-8618E18141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E4BF822-C3C0-D4A2-E571-5A2C72755E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38E08D5-EA82-2570-FD85-48C691F8E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DF118-0506-4407-9895-C4B8C38BB44F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D246ED1-9A40-6C73-E5D3-DC8927809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3CD2968-724A-0D1B-99FE-672E25B5E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482D9-3EFE-40F1-A19B-59475163CA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2153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AC9994-D51A-CEE4-058F-337C117E2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D20BE2-7986-028E-F440-5AFA8F81B4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E42A98E-B6AF-D80D-0CA9-AADF8946BC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44BDD6A-C966-DEB9-4A56-9CB1ED03C6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A853A58-C845-E873-C1AF-F24D99094F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4E0A82E-85E0-280B-8E9A-8555AA7E8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DF118-0506-4407-9895-C4B8C38BB44F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D1C52C8-8DF6-3607-7401-A2A6892ED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9FCA7EA-659E-4DB1-0085-3D3808E9B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482D9-3EFE-40F1-A19B-59475163CA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0436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405FDA-43CA-3D0E-0944-FD2975006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B815961-32B2-4948-BADE-41167A056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DF118-0506-4407-9895-C4B8C38BB44F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C735486-13A1-EA59-595C-7D8855626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183825F-A38D-BCF1-4836-549B71CD3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482D9-3EFE-40F1-A19B-59475163CA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0401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577F426-9683-0574-7DB0-1BF5E8BE2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DF118-0506-4407-9895-C4B8C38BB44F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79D0579-408B-8816-F35F-74D2FAFF1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A185766-1512-32FC-973B-89818B601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482D9-3EFE-40F1-A19B-59475163CA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6887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6425C6-8895-78CF-4DDB-AF723DAC2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5093F1-D3A3-309B-82CF-7AF0DB2791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D0B3E10-0572-C4C8-7DB6-F7D3779FE9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E6378A9-263F-8DD9-A08D-D56426880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DF118-0506-4407-9895-C4B8C38BB44F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6E65D39-881C-380B-F8BD-9CD39AEF7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0F622D4-8306-F9E7-A1FC-B87E07990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482D9-3EFE-40F1-A19B-59475163CA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9053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F9350B-8545-9596-1B71-97B60694C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2D4505A-B199-BAF8-9479-42837F5A2E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BB025EA-66E4-930F-8AEF-3392312019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A74673-9B53-4834-3D87-58636518F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DF118-0506-4407-9895-C4B8C38BB44F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874B644-AB6B-B66F-1C2B-390721777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C378822-033F-F62D-EEB8-1BF7BAB9D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482D9-3EFE-40F1-A19B-59475163CA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7583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9CAF4B-0811-5C88-6740-2A82ED2A6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21D6004-C20E-3697-8B18-96A87545FD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4DDFFE-27D4-A86F-EF5F-4D4136FDC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DF118-0506-4407-9895-C4B8C38BB44F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65D159-9099-9F2A-5A53-3CA7DF5EF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FB84BA0-CD22-946A-956C-96D04EAE8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482D9-3EFE-40F1-A19B-59475163CA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7382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D19474A-269E-A75B-F6DD-5029E20A42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9C035A1-B49C-0DE2-31D6-BDE6450B54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746E62-F6DC-9668-3994-5C26289C2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DF118-0506-4407-9895-C4B8C38BB44F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5399913-FD2D-6A8D-B6AE-BE9CC51A7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C77FA1-50E9-25F0-C7ED-76D54CAC2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482D9-3EFE-40F1-A19B-59475163CA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1713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766EFF9-A1D3-9634-40E0-9FF1BECAE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B05FA3D-842E-1C3F-3B0D-CC3BC89DB0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579CE1-F913-5B72-992E-67E34772C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4DF118-0506-4407-9895-C4B8C38BB44F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F196B0C-754A-8FF0-F087-55F92C9032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96D1F1-D142-68C6-CF1B-6221933D09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9482D9-3EFE-40F1-A19B-59475163CA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6905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13B792BC-3ADD-B994-247C-7611B93E0B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163" y="1489363"/>
            <a:ext cx="6846343" cy="49157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39D2C0-DC70-2F26-AA3B-10E6FE864845}"/>
              </a:ext>
            </a:extLst>
          </p:cNvPr>
          <p:cNvSpPr txBox="1"/>
          <p:nvPr/>
        </p:nvSpPr>
        <p:spPr>
          <a:xfrm>
            <a:off x="2966519" y="173476"/>
            <a:ext cx="60748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0" dirty="0"/>
              <a:t>공격 패턴 분석</a:t>
            </a:r>
          </a:p>
        </p:txBody>
      </p:sp>
    </p:spTree>
    <p:extLst>
      <p:ext uri="{BB962C8B-B14F-4D97-AF65-F5344CB8AC3E}">
        <p14:creationId xmlns:p14="http://schemas.microsoft.com/office/powerpoint/2010/main" val="41866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9F938-C8AD-9A47-BC97-3932B48D9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6839BB6-4930-DDF6-8D34-A9342F9F0A96}"/>
              </a:ext>
            </a:extLst>
          </p:cNvPr>
          <p:cNvSpPr txBox="1"/>
          <p:nvPr/>
        </p:nvSpPr>
        <p:spPr>
          <a:xfrm>
            <a:off x="6096000" y="146316"/>
            <a:ext cx="60748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0" dirty="0"/>
              <a:t>서버 보안 정책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01E49B2-C923-B518-E25C-71F72A8186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633" y="0"/>
            <a:ext cx="53497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0562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78C0B-2EA1-66B2-0000-089005282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579C023-B0C9-A6EE-BD4C-588A648898F8}"/>
              </a:ext>
            </a:extLst>
          </p:cNvPr>
          <p:cNvSpPr txBox="1"/>
          <p:nvPr/>
        </p:nvSpPr>
        <p:spPr>
          <a:xfrm>
            <a:off x="6096000" y="146316"/>
            <a:ext cx="607487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0" dirty="0"/>
              <a:t>네트워크 </a:t>
            </a:r>
            <a:br>
              <a:rPr lang="en-US" altLang="ko-KR" sz="6000" dirty="0"/>
            </a:br>
            <a:r>
              <a:rPr lang="ko-KR" altLang="en-US" sz="6000" dirty="0"/>
              <a:t>보안 정책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2C30A95-5C26-3CFB-5618-1F6C81EC5C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744" y="146316"/>
            <a:ext cx="5486400" cy="440055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0A1353C-D5EE-0B3F-344E-50C9942798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682" y="4415496"/>
            <a:ext cx="5581650" cy="561975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FFCB051F-3A62-D0C4-D1AD-A76D20352CCC}"/>
              </a:ext>
            </a:extLst>
          </p:cNvPr>
          <p:cNvSpPr/>
          <p:nvPr/>
        </p:nvSpPr>
        <p:spPr>
          <a:xfrm>
            <a:off x="579422" y="4415497"/>
            <a:ext cx="5278170" cy="659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6670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10</Words>
  <Application>Microsoft Office PowerPoint</Application>
  <PresentationFormat>와이드스크린</PresentationFormat>
  <Paragraphs>3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TJ</dc:creator>
  <cp:lastModifiedBy>TJ</cp:lastModifiedBy>
  <cp:revision>3</cp:revision>
  <dcterms:created xsi:type="dcterms:W3CDTF">2026-01-13T06:58:36Z</dcterms:created>
  <dcterms:modified xsi:type="dcterms:W3CDTF">2026-01-13T07:37:45Z</dcterms:modified>
</cp:coreProperties>
</file>