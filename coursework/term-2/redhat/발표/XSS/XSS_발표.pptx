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1" r:id="rId4"/>
    <p:sldId id="258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59" r:id="rId15"/>
    <p:sldId id="274" r:id="rId16"/>
  </p:sldIdLst>
  <p:sldSz cx="18288000" cy="10287000"/>
  <p:notesSz cx="6858000" cy="9144000"/>
  <p:embeddedFontLst>
    <p:embeddedFont>
      <p:font typeface="맑은 고딕" panose="020B0503020000020004" pitchFamily="50" charset="-127"/>
      <p:regular r:id="rId18"/>
      <p:bold r:id="rId19"/>
    </p:embeddedFont>
    <p:embeddedFont>
      <p:font typeface="Anton" pitchFamily="2" charset="0"/>
      <p:regular r:id="rId20"/>
    </p:embeddedFont>
    <p:embeddedFont>
      <p:font typeface="Courier Prime" panose="020B0600000101010101" charset="0"/>
      <p:regular r:id="rId21"/>
    </p:embeddedFont>
    <p:embeddedFont>
      <p:font typeface="Nunito Sans Expanded Bold" panose="020B0600000101010101" charset="0"/>
      <p:regular r:id="rId22"/>
    </p:embeddedFont>
    <p:embeddedFont>
      <p:font typeface="Nunito Sans Expanded Medium" panose="020B0600000101010101" charset="0"/>
      <p:regular r:id="rId23"/>
    </p:embeddedFont>
    <p:embeddedFont>
      <p:font typeface="Nunito Sans Expanded Semi-Bold" panose="020B0600000101010101" charset="0"/>
      <p:regular r:id="rId24"/>
    </p:embeddedFont>
    <p:embeddedFont>
      <p:font typeface="Roboto Mono" panose="00000009000000000000" pitchFamily="49" charset="0"/>
      <p:regular r:id="rId25"/>
      <p:bold r:id="rId26"/>
      <p:italic r:id="rId27"/>
      <p:boldItalic r:id="rId28"/>
    </p:embeddedFont>
    <p:embeddedFont>
      <p:font typeface="Roboto Mono Bold" panose="00000009000000000000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84" y="-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소윤 박" userId="70971e6901662f5b" providerId="LiveId" clId="{7BB15472-935D-4F68-BDBD-63C6062A63E3}"/>
    <pc:docChg chg="undo custSel addSld delSld modSld sldOrd">
      <pc:chgData name="소윤 박" userId="70971e6901662f5b" providerId="LiveId" clId="{7BB15472-935D-4F68-BDBD-63C6062A63E3}" dt="2025-12-09T22:24:51.086" v="1514" actId="478"/>
      <pc:docMkLst>
        <pc:docMk/>
      </pc:docMkLst>
      <pc:sldChg chg="delSp modSp mod">
        <pc:chgData name="소윤 박" userId="70971e6901662f5b" providerId="LiveId" clId="{7BB15472-935D-4F68-BDBD-63C6062A63E3}" dt="2025-12-09T21:49:57.943" v="632" actId="20577"/>
        <pc:sldMkLst>
          <pc:docMk/>
          <pc:sldMk cId="0" sldId="256"/>
        </pc:sldMkLst>
        <pc:spChg chg="mod">
          <ac:chgData name="소윤 박" userId="70971e6901662f5b" providerId="LiveId" clId="{7BB15472-935D-4F68-BDBD-63C6062A63E3}" dt="2025-12-09T21:34:19.517" v="46" actId="20577"/>
          <ac:spMkLst>
            <pc:docMk/>
            <pc:sldMk cId="0" sldId="256"/>
            <ac:spMk id="6" creationId="{00000000-0000-0000-0000-000000000000}"/>
          </ac:spMkLst>
        </pc:spChg>
        <pc:spChg chg="del">
          <ac:chgData name="소윤 박" userId="70971e6901662f5b" providerId="LiveId" clId="{7BB15472-935D-4F68-BDBD-63C6062A63E3}" dt="2025-12-09T21:34:35.473" v="47" actId="47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4:39.669" v="48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3:46.685" v="7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4:48.420" v="51" actId="20577"/>
          <ac:spMkLst>
            <pc:docMk/>
            <pc:sldMk cId="0" sldId="256"/>
            <ac:spMk id="20" creationId="{00000000-0000-0000-0000-000000000000}"/>
          </ac:spMkLst>
        </pc:spChg>
        <pc:spChg chg="mod">
          <ac:chgData name="소윤 박" userId="70971e6901662f5b" providerId="LiveId" clId="{7BB15472-935D-4F68-BDBD-63C6062A63E3}" dt="2025-12-09T21:49:57.943" v="632" actId="20577"/>
          <ac:spMkLst>
            <pc:docMk/>
            <pc:sldMk cId="0" sldId="256"/>
            <ac:spMk id="25" creationId="{00000000-0000-0000-0000-000000000000}"/>
          </ac:spMkLst>
        </pc:spChg>
      </pc:sldChg>
      <pc:sldChg chg="addSp delSp modSp mod">
        <pc:chgData name="소윤 박" userId="70971e6901662f5b" providerId="LiveId" clId="{7BB15472-935D-4F68-BDBD-63C6062A63E3}" dt="2025-12-09T21:50:04.442" v="636" actId="20577"/>
        <pc:sldMkLst>
          <pc:docMk/>
          <pc:sldMk cId="0" sldId="257"/>
        </pc:sldMkLst>
        <pc:spChg chg="mod">
          <ac:chgData name="소윤 박" userId="70971e6901662f5b" providerId="LiveId" clId="{7BB15472-935D-4F68-BDBD-63C6062A63E3}" dt="2025-12-09T21:35:11.592" v="72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6:47.781" v="243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5:41.826" v="126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6:52.639" v="245" actId="2057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6:08.248" v="186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6:56.812" v="24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6:25.197" v="227" actId="2057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6:57.856" v="247"/>
          <ac:spMkLst>
            <pc:docMk/>
            <pc:sldMk cId="0" sldId="257"/>
            <ac:spMk id="29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6:59.278" v="248"/>
          <ac:spMkLst>
            <pc:docMk/>
            <pc:sldMk cId="0" sldId="257"/>
            <ac:spMk id="32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6:36.247" v="241" actId="20577"/>
          <ac:spMkLst>
            <pc:docMk/>
            <pc:sldMk cId="0" sldId="257"/>
            <ac:spMk id="35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7:03.373" v="249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7:31.662" v="278" actId="20577"/>
          <ac:spMkLst>
            <pc:docMk/>
            <pc:sldMk cId="0" sldId="257"/>
            <ac:spMk id="41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7:08.419" v="251" actId="20577"/>
          <ac:spMkLst>
            <pc:docMk/>
            <pc:sldMk cId="0" sldId="257"/>
            <ac:spMk id="44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7:45.044" v="303" actId="20577"/>
          <ac:spMkLst>
            <pc:docMk/>
            <pc:sldMk cId="0" sldId="257"/>
            <ac:spMk id="47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7:12.367" v="253" actId="20577"/>
          <ac:spMkLst>
            <pc:docMk/>
            <pc:sldMk cId="0" sldId="257"/>
            <ac:spMk id="50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8:06.623" v="356" actId="20577"/>
          <ac:spMkLst>
            <pc:docMk/>
            <pc:sldMk cId="0" sldId="257"/>
            <ac:spMk id="53" creationId="{00000000-0000-0000-0000-000000000000}"/>
          </ac:spMkLst>
        </pc:spChg>
        <pc:spChg chg="topLvl">
          <ac:chgData name="소윤 박" userId="70971e6901662f5b" providerId="LiveId" clId="{7BB15472-935D-4F68-BDBD-63C6062A63E3}" dt="2025-12-09T21:47:46.032" v="588" actId="478"/>
          <ac:spMkLst>
            <pc:docMk/>
            <pc:sldMk cId="0" sldId="257"/>
            <ac:spMk id="60" creationId="{00000000-0000-0000-0000-000000000000}"/>
          </ac:spMkLst>
        </pc:spChg>
        <pc:spChg chg="del topLvl">
          <ac:chgData name="소윤 박" userId="70971e6901662f5b" providerId="LiveId" clId="{7BB15472-935D-4F68-BDBD-63C6062A63E3}" dt="2025-12-09T21:47:46.032" v="588" actId="478"/>
          <ac:spMkLst>
            <pc:docMk/>
            <pc:sldMk cId="0" sldId="257"/>
            <ac:spMk id="61" creationId="{00000000-0000-0000-0000-000000000000}"/>
          </ac:spMkLst>
        </pc:spChg>
        <pc:spChg chg="mod">
          <ac:chgData name="소윤 박" userId="70971e6901662f5b" providerId="LiveId" clId="{7BB15472-935D-4F68-BDBD-63C6062A63E3}" dt="2025-12-09T21:50:04.442" v="636" actId="20577"/>
          <ac:spMkLst>
            <pc:docMk/>
            <pc:sldMk cId="0" sldId="257"/>
            <ac:spMk id="66" creationId="{00000000-0000-0000-0000-000000000000}"/>
          </ac:spMkLst>
        </pc:spChg>
        <pc:spChg chg="add mod">
          <ac:chgData name="소윤 박" userId="70971e6901662f5b" providerId="LiveId" clId="{7BB15472-935D-4F68-BDBD-63C6062A63E3}" dt="2025-12-09T21:47:41.637" v="587"/>
          <ac:spMkLst>
            <pc:docMk/>
            <pc:sldMk cId="0" sldId="257"/>
            <ac:spMk id="67" creationId="{F52D7550-7D77-ADEE-C68B-37A2A62DE1A4}"/>
          </ac:spMkLst>
        </pc:spChg>
        <pc:spChg chg="add mod">
          <ac:chgData name="소윤 박" userId="70971e6901662f5b" providerId="LiveId" clId="{7BB15472-935D-4F68-BDBD-63C6062A63E3}" dt="2025-12-09T21:47:46.518" v="589"/>
          <ac:spMkLst>
            <pc:docMk/>
            <pc:sldMk cId="0" sldId="257"/>
            <ac:spMk id="68" creationId="{5439B4A7-0AB5-DF4E-37EF-28996AB3C825}"/>
          </ac:spMkLst>
        </pc:spChg>
        <pc:grpChg chg="mod">
          <ac:chgData name="소윤 박" userId="70971e6901662f5b" providerId="LiveId" clId="{7BB15472-935D-4F68-BDBD-63C6062A63E3}" dt="2025-12-09T21:35:00.606" v="53" actId="1076"/>
          <ac:grpSpMkLst>
            <pc:docMk/>
            <pc:sldMk cId="0" sldId="257"/>
            <ac:grpSpMk id="6" creationId="{00000000-0000-0000-0000-000000000000}"/>
          </ac:grpSpMkLst>
        </pc:grpChg>
        <pc:grpChg chg="del">
          <ac:chgData name="소윤 박" userId="70971e6901662f5b" providerId="LiveId" clId="{7BB15472-935D-4F68-BDBD-63C6062A63E3}" dt="2025-12-09T21:47:46.032" v="588" actId="478"/>
          <ac:grpSpMkLst>
            <pc:docMk/>
            <pc:sldMk cId="0" sldId="257"/>
            <ac:grpSpMk id="59" creationId="{00000000-0000-0000-0000-000000000000}"/>
          </ac:grpSpMkLst>
        </pc:grpChg>
      </pc:sldChg>
      <pc:sldChg chg="addSp delSp modSp mod">
        <pc:chgData name="소윤 박" userId="70971e6901662f5b" providerId="LiveId" clId="{7BB15472-935D-4F68-BDBD-63C6062A63E3}" dt="2025-12-09T21:50:15.181" v="643" actId="20577"/>
        <pc:sldMkLst>
          <pc:docMk/>
          <pc:sldMk cId="0" sldId="258"/>
        </pc:sldMkLst>
        <pc:spChg chg="del mod">
          <ac:chgData name="소윤 박" userId="70971e6901662f5b" providerId="LiveId" clId="{7BB15472-935D-4F68-BDBD-63C6062A63E3}" dt="2025-12-09T21:44:37.983" v="495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소윤 박" userId="70971e6901662f5b" providerId="LiveId" clId="{7BB15472-935D-4F68-BDBD-63C6062A63E3}" dt="2025-12-09T21:44:37.983" v="495" actId="478"/>
          <ac:spMkLst>
            <pc:docMk/>
            <pc:sldMk cId="0" sldId="258"/>
            <ac:spMk id="10" creationId="{00000000-0000-0000-0000-000000000000}"/>
          </ac:spMkLst>
        </pc:spChg>
        <pc:spChg chg="del mod topLvl">
          <ac:chgData name="소윤 박" userId="70971e6901662f5b" providerId="LiveId" clId="{7BB15472-935D-4F68-BDBD-63C6062A63E3}" dt="2025-12-09T21:44:40.281" v="496" actId="478"/>
          <ac:spMkLst>
            <pc:docMk/>
            <pc:sldMk cId="0" sldId="258"/>
            <ac:spMk id="12" creationId="{00000000-0000-0000-0000-000000000000}"/>
          </ac:spMkLst>
        </pc:spChg>
        <pc:spChg chg="mod topLvl">
          <ac:chgData name="소윤 박" userId="70971e6901662f5b" providerId="LiveId" clId="{7BB15472-935D-4F68-BDBD-63C6062A63E3}" dt="2025-12-09T21:45:28.576" v="510" actId="1076"/>
          <ac:spMkLst>
            <pc:docMk/>
            <pc:sldMk cId="0" sldId="258"/>
            <ac:spMk id="13" creationId="{00000000-0000-0000-0000-000000000000}"/>
          </ac:spMkLst>
        </pc:spChg>
        <pc:spChg chg="mod ord">
          <ac:chgData name="소윤 박" userId="70971e6901662f5b" providerId="LiveId" clId="{7BB15472-935D-4F68-BDBD-63C6062A63E3}" dt="2025-12-09T21:46:42.809" v="542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소윤 박" userId="70971e6901662f5b" providerId="LiveId" clId="{7BB15472-935D-4F68-BDBD-63C6062A63E3}" dt="2025-12-09T21:42:24.122" v="437" actId="1076"/>
          <ac:spMkLst>
            <pc:docMk/>
            <pc:sldMk cId="0" sldId="258"/>
            <ac:spMk id="16" creationId="{00000000-0000-0000-0000-000000000000}"/>
          </ac:spMkLst>
        </pc:spChg>
        <pc:spChg chg="mod ord">
          <ac:chgData name="소윤 박" userId="70971e6901662f5b" providerId="LiveId" clId="{7BB15472-935D-4F68-BDBD-63C6062A63E3}" dt="2025-12-09T21:45:56.872" v="522" actId="1076"/>
          <ac:spMkLst>
            <pc:docMk/>
            <pc:sldMk cId="0" sldId="258"/>
            <ac:spMk id="18" creationId="{00000000-0000-0000-0000-000000000000}"/>
          </ac:spMkLst>
        </pc:spChg>
        <pc:spChg chg="del">
          <ac:chgData name="소윤 박" userId="70971e6901662f5b" providerId="LiveId" clId="{7BB15472-935D-4F68-BDBD-63C6062A63E3}" dt="2025-12-09T21:44:37.983" v="495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소윤 박" userId="70971e6901662f5b" providerId="LiveId" clId="{7BB15472-935D-4F68-BDBD-63C6062A63E3}" dt="2025-12-09T21:44:37.983" v="495" actId="478"/>
          <ac:spMkLst>
            <pc:docMk/>
            <pc:sldMk cId="0" sldId="258"/>
            <ac:spMk id="20" creationId="{00000000-0000-0000-0000-000000000000}"/>
          </ac:spMkLst>
        </pc:spChg>
        <pc:spChg chg="mod">
          <ac:chgData name="소윤 박" userId="70971e6901662f5b" providerId="LiveId" clId="{7BB15472-935D-4F68-BDBD-63C6062A63E3}" dt="2025-12-09T21:47:02.737" v="553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소윤 박" userId="70971e6901662f5b" providerId="LiveId" clId="{7BB15472-935D-4F68-BDBD-63C6062A63E3}" dt="2025-12-09T21:47:33.160" v="586" actId="20577"/>
          <ac:spMkLst>
            <pc:docMk/>
            <pc:sldMk cId="0" sldId="258"/>
            <ac:spMk id="22" creationId="{00000000-0000-0000-0000-000000000000}"/>
          </ac:spMkLst>
        </pc:spChg>
        <pc:spChg chg="del">
          <ac:chgData name="소윤 박" userId="70971e6901662f5b" providerId="LiveId" clId="{7BB15472-935D-4F68-BDBD-63C6062A63E3}" dt="2025-12-09T21:43:48.374" v="484" actId="478"/>
          <ac:spMkLst>
            <pc:docMk/>
            <pc:sldMk cId="0" sldId="258"/>
            <ac:spMk id="23" creationId="{00000000-0000-0000-0000-000000000000}"/>
          </ac:spMkLst>
        </pc:spChg>
        <pc:spChg chg="mod">
          <ac:chgData name="소윤 박" userId="70971e6901662f5b" providerId="LiveId" clId="{7BB15472-935D-4F68-BDBD-63C6062A63E3}" dt="2025-12-09T21:42:03.762" v="436" actId="20577"/>
          <ac:spMkLst>
            <pc:docMk/>
            <pc:sldMk cId="0" sldId="258"/>
            <ac:spMk id="24" creationId="{00000000-0000-0000-0000-000000000000}"/>
          </ac:spMkLst>
        </pc:spChg>
        <pc:spChg chg="mod ord">
          <ac:chgData name="소윤 박" userId="70971e6901662f5b" providerId="LiveId" clId="{7BB15472-935D-4F68-BDBD-63C6062A63E3}" dt="2025-12-09T21:46:40.071" v="541" actId="1076"/>
          <ac:spMkLst>
            <pc:docMk/>
            <pc:sldMk cId="0" sldId="258"/>
            <ac:spMk id="25" creationId="{00000000-0000-0000-0000-000000000000}"/>
          </ac:spMkLst>
        </pc:spChg>
        <pc:spChg chg="topLvl">
          <ac:chgData name="소윤 박" userId="70971e6901662f5b" providerId="LiveId" clId="{7BB15472-935D-4F68-BDBD-63C6062A63E3}" dt="2025-12-09T21:47:56.671" v="592" actId="478"/>
          <ac:spMkLst>
            <pc:docMk/>
            <pc:sldMk cId="0" sldId="258"/>
            <ac:spMk id="31" creationId="{00000000-0000-0000-0000-000000000000}"/>
          </ac:spMkLst>
        </pc:spChg>
        <pc:spChg chg="del topLvl">
          <ac:chgData name="소윤 박" userId="70971e6901662f5b" providerId="LiveId" clId="{7BB15472-935D-4F68-BDBD-63C6062A63E3}" dt="2025-12-09T21:47:56.671" v="592" actId="478"/>
          <ac:spMkLst>
            <pc:docMk/>
            <pc:sldMk cId="0" sldId="258"/>
            <ac:spMk id="32" creationId="{00000000-0000-0000-0000-000000000000}"/>
          </ac:spMkLst>
        </pc:spChg>
        <pc:spChg chg="mod">
          <ac:chgData name="소윤 박" userId="70971e6901662f5b" providerId="LiveId" clId="{7BB15472-935D-4F68-BDBD-63C6062A63E3}" dt="2025-12-09T21:50:15.181" v="643" actId="20577"/>
          <ac:spMkLst>
            <pc:docMk/>
            <pc:sldMk cId="0" sldId="258"/>
            <ac:spMk id="37" creationId="{00000000-0000-0000-0000-000000000000}"/>
          </ac:spMkLst>
        </pc:spChg>
        <pc:spChg chg="mod">
          <ac:chgData name="소윤 박" userId="70971e6901662f5b" providerId="LiveId" clId="{7BB15472-935D-4F68-BDBD-63C6062A63E3}" dt="2025-12-09T21:44:46.123" v="497"/>
          <ac:spMkLst>
            <pc:docMk/>
            <pc:sldMk cId="0" sldId="258"/>
            <ac:spMk id="39" creationId="{28C8EFDC-3004-53AD-8028-3D691DBF1141}"/>
          </ac:spMkLst>
        </pc:spChg>
        <pc:spChg chg="mod">
          <ac:chgData name="소윤 박" userId="70971e6901662f5b" providerId="LiveId" clId="{7BB15472-935D-4F68-BDBD-63C6062A63E3}" dt="2025-12-09T21:44:46.123" v="497"/>
          <ac:spMkLst>
            <pc:docMk/>
            <pc:sldMk cId="0" sldId="258"/>
            <ac:spMk id="40" creationId="{07F3734E-959A-3165-DBA7-66BD6CE5E62F}"/>
          </ac:spMkLst>
        </pc:spChg>
        <pc:spChg chg="mod">
          <ac:chgData name="소윤 박" userId="70971e6901662f5b" providerId="LiveId" clId="{7BB15472-935D-4F68-BDBD-63C6062A63E3}" dt="2025-12-09T21:45:36.579" v="512" actId="20577"/>
          <ac:spMkLst>
            <pc:docMk/>
            <pc:sldMk cId="0" sldId="258"/>
            <ac:spMk id="42" creationId="{42069AB0-A125-E3FE-2646-1578F4834E8F}"/>
          </ac:spMkLst>
        </pc:spChg>
        <pc:spChg chg="mod">
          <ac:chgData name="소윤 박" userId="70971e6901662f5b" providerId="LiveId" clId="{7BB15472-935D-4F68-BDBD-63C6062A63E3}" dt="2025-12-09T21:45:01.326" v="502"/>
          <ac:spMkLst>
            <pc:docMk/>
            <pc:sldMk cId="0" sldId="258"/>
            <ac:spMk id="43" creationId="{5C47FDE1-021A-2F6A-8354-8C81A80AF12D}"/>
          </ac:spMkLst>
        </pc:spChg>
        <pc:spChg chg="add mod">
          <ac:chgData name="소윤 박" userId="70971e6901662f5b" providerId="LiveId" clId="{7BB15472-935D-4F68-BDBD-63C6062A63E3}" dt="2025-12-09T21:45:28.576" v="510" actId="1076"/>
          <ac:spMkLst>
            <pc:docMk/>
            <pc:sldMk cId="0" sldId="258"/>
            <ac:spMk id="44" creationId="{1AC1EF64-7BEF-8ED9-A765-4006B8E290AE}"/>
          </ac:spMkLst>
        </pc:spChg>
        <pc:spChg chg="add mod">
          <ac:chgData name="소윤 박" userId="70971e6901662f5b" providerId="LiveId" clId="{7BB15472-935D-4F68-BDBD-63C6062A63E3}" dt="2025-12-09T21:45:28.576" v="510" actId="1076"/>
          <ac:spMkLst>
            <pc:docMk/>
            <pc:sldMk cId="0" sldId="258"/>
            <ac:spMk id="45" creationId="{F5DF1BF4-57B8-D448-2FB2-C1C4C4783144}"/>
          </ac:spMkLst>
        </pc:spChg>
        <pc:spChg chg="add del mod">
          <ac:chgData name="소윤 박" userId="70971e6901662f5b" providerId="LiveId" clId="{7BB15472-935D-4F68-BDBD-63C6062A63E3}" dt="2025-12-09T21:45:59.671" v="523" actId="478"/>
          <ac:spMkLst>
            <pc:docMk/>
            <pc:sldMk cId="0" sldId="258"/>
            <ac:spMk id="46" creationId="{4C88B9B1-9FA0-3599-3A6D-6F050D6CA76E}"/>
          </ac:spMkLst>
        </pc:spChg>
        <pc:spChg chg="mod topLvl">
          <ac:chgData name="소윤 박" userId="70971e6901662f5b" providerId="LiveId" clId="{7BB15472-935D-4F68-BDBD-63C6062A63E3}" dt="2025-12-09T21:45:50.981" v="519" actId="1076"/>
          <ac:spMkLst>
            <pc:docMk/>
            <pc:sldMk cId="0" sldId="258"/>
            <ac:spMk id="48" creationId="{B2234FF2-FDEA-7293-9F9E-5071FBD17DC7}"/>
          </ac:spMkLst>
        </pc:spChg>
        <pc:spChg chg="mod topLvl">
          <ac:chgData name="소윤 박" userId="70971e6901662f5b" providerId="LiveId" clId="{7BB15472-935D-4F68-BDBD-63C6062A63E3}" dt="2025-12-09T21:45:45.998" v="515" actId="165"/>
          <ac:spMkLst>
            <pc:docMk/>
            <pc:sldMk cId="0" sldId="258"/>
            <ac:spMk id="49" creationId="{3B307FDC-88E3-C1D4-C3A8-A37B7030725F}"/>
          </ac:spMkLst>
        </pc:spChg>
        <pc:spChg chg="add mod">
          <ac:chgData name="소윤 박" userId="70971e6901662f5b" providerId="LiveId" clId="{7BB15472-935D-4F68-BDBD-63C6062A63E3}" dt="2025-12-09T21:46:12.164" v="534" actId="20577"/>
          <ac:spMkLst>
            <pc:docMk/>
            <pc:sldMk cId="0" sldId="258"/>
            <ac:spMk id="50" creationId="{78E903E5-113B-9E18-1810-75DF72BCF402}"/>
          </ac:spMkLst>
        </pc:spChg>
        <pc:spChg chg="add mod">
          <ac:chgData name="소윤 박" userId="70971e6901662f5b" providerId="LiveId" clId="{7BB15472-935D-4F68-BDBD-63C6062A63E3}" dt="2025-12-09T21:47:22.358" v="566" actId="20577"/>
          <ac:spMkLst>
            <pc:docMk/>
            <pc:sldMk cId="0" sldId="258"/>
            <ac:spMk id="51" creationId="{AC43F22A-7BC5-B5D4-09AC-C78989883667}"/>
          </ac:spMkLst>
        </pc:spChg>
        <pc:spChg chg="add del mod">
          <ac:chgData name="소윤 박" userId="70971e6901662f5b" providerId="LiveId" clId="{7BB15472-935D-4F68-BDBD-63C6062A63E3}" dt="2025-12-09T21:45:48.084" v="516" actId="478"/>
          <ac:spMkLst>
            <pc:docMk/>
            <pc:sldMk cId="0" sldId="258"/>
            <ac:spMk id="52" creationId="{8797B28D-53B1-726E-465C-C7F4DAFECD43}"/>
          </ac:spMkLst>
        </pc:spChg>
        <pc:spChg chg="add mod">
          <ac:chgData name="소윤 박" userId="70971e6901662f5b" providerId="LiveId" clId="{7BB15472-935D-4F68-BDBD-63C6062A63E3}" dt="2025-12-09T21:47:57.139" v="593"/>
          <ac:spMkLst>
            <pc:docMk/>
            <pc:sldMk cId="0" sldId="258"/>
            <ac:spMk id="53" creationId="{E6751FC9-6B10-71E5-D931-B7B4B8562B44}"/>
          </ac:spMkLst>
        </pc:spChg>
        <pc:grpChg chg="mod">
          <ac:chgData name="소윤 박" userId="70971e6901662f5b" providerId="LiveId" clId="{7BB15472-935D-4F68-BDBD-63C6062A63E3}" dt="2025-12-09T21:44:55.076" v="501" actId="1076"/>
          <ac:grpSpMkLst>
            <pc:docMk/>
            <pc:sldMk cId="0" sldId="258"/>
            <ac:grpSpMk id="2" creationId="{00000000-0000-0000-0000-000000000000}"/>
          </ac:grpSpMkLst>
        </pc:grpChg>
        <pc:grpChg chg="del">
          <ac:chgData name="소윤 박" userId="70971e6901662f5b" providerId="LiveId" clId="{7BB15472-935D-4F68-BDBD-63C6062A63E3}" dt="2025-12-09T21:44:33.627" v="493" actId="478"/>
          <ac:grpSpMkLst>
            <pc:docMk/>
            <pc:sldMk cId="0" sldId="258"/>
            <ac:grpSpMk id="6" creationId="{00000000-0000-0000-0000-000000000000}"/>
          </ac:grpSpMkLst>
        </pc:grpChg>
        <pc:grpChg chg="del mod">
          <ac:chgData name="소윤 박" userId="70971e6901662f5b" providerId="LiveId" clId="{7BB15472-935D-4F68-BDBD-63C6062A63E3}" dt="2025-12-09T21:44:40.281" v="496" actId="478"/>
          <ac:grpSpMkLst>
            <pc:docMk/>
            <pc:sldMk cId="0" sldId="258"/>
            <ac:grpSpMk id="11" creationId="{00000000-0000-0000-0000-000000000000}"/>
          </ac:grpSpMkLst>
        </pc:grpChg>
        <pc:grpChg chg="mod">
          <ac:chgData name="소윤 박" userId="70971e6901662f5b" providerId="LiveId" clId="{7BB15472-935D-4F68-BDBD-63C6062A63E3}" dt="2025-12-09T21:43:26.466" v="480" actId="1076"/>
          <ac:grpSpMkLst>
            <pc:docMk/>
            <pc:sldMk cId="0" sldId="258"/>
            <ac:grpSpMk id="15" creationId="{00000000-0000-0000-0000-000000000000}"/>
          </ac:grpSpMkLst>
        </pc:grpChg>
        <pc:grpChg chg="del">
          <ac:chgData name="소윤 박" userId="70971e6901662f5b" providerId="LiveId" clId="{7BB15472-935D-4F68-BDBD-63C6062A63E3}" dt="2025-12-09T21:47:56.671" v="592" actId="478"/>
          <ac:grpSpMkLst>
            <pc:docMk/>
            <pc:sldMk cId="0" sldId="258"/>
            <ac:grpSpMk id="30" creationId="{00000000-0000-0000-0000-000000000000}"/>
          </ac:grpSpMkLst>
        </pc:grpChg>
        <pc:grpChg chg="add mod">
          <ac:chgData name="소윤 박" userId="70971e6901662f5b" providerId="LiveId" clId="{7BB15472-935D-4F68-BDBD-63C6062A63E3}" dt="2025-12-09T21:44:50.124" v="499" actId="1076"/>
          <ac:grpSpMkLst>
            <pc:docMk/>
            <pc:sldMk cId="0" sldId="258"/>
            <ac:grpSpMk id="38" creationId="{E4F706A6-E089-838F-0EEB-FA368D460E64}"/>
          </ac:grpSpMkLst>
        </pc:grpChg>
        <pc:grpChg chg="add mod">
          <ac:chgData name="소윤 박" userId="70971e6901662f5b" providerId="LiveId" clId="{7BB15472-935D-4F68-BDBD-63C6062A63E3}" dt="2025-12-09T21:46:34.325" v="540" actId="1076"/>
          <ac:grpSpMkLst>
            <pc:docMk/>
            <pc:sldMk cId="0" sldId="258"/>
            <ac:grpSpMk id="41" creationId="{C68A58BE-6012-5B16-5E2E-2D9E03964D9C}"/>
          </ac:grpSpMkLst>
        </pc:grpChg>
        <pc:grpChg chg="add del mod">
          <ac:chgData name="소윤 박" userId="70971e6901662f5b" providerId="LiveId" clId="{7BB15472-935D-4F68-BDBD-63C6062A63E3}" dt="2025-12-09T21:45:45.998" v="515" actId="165"/>
          <ac:grpSpMkLst>
            <pc:docMk/>
            <pc:sldMk cId="0" sldId="258"/>
            <ac:grpSpMk id="47" creationId="{0007F0EF-C3E4-96CA-D423-5D4450E6CD0E}"/>
          </ac:grpSpMkLst>
        </pc:grpChg>
      </pc:sldChg>
      <pc:sldChg chg="addSp delSp modSp mod">
        <pc:chgData name="소윤 박" userId="70971e6901662f5b" providerId="LiveId" clId="{7BB15472-935D-4F68-BDBD-63C6062A63E3}" dt="2025-12-09T22:24:45.153" v="1512" actId="1076"/>
        <pc:sldMkLst>
          <pc:docMk/>
          <pc:sldMk cId="0" sldId="259"/>
        </pc:sldMkLst>
        <pc:spChg chg="del">
          <ac:chgData name="소윤 박" userId="70971e6901662f5b" providerId="LiveId" clId="{7BB15472-935D-4F68-BDBD-63C6062A63E3}" dt="2025-12-09T22:19:03.453" v="1265" actId="478"/>
          <ac:spMkLst>
            <pc:docMk/>
            <pc:sldMk cId="0" sldId="259"/>
            <ac:spMk id="15" creationId="{00000000-0000-0000-0000-000000000000}"/>
          </ac:spMkLst>
        </pc:spChg>
        <pc:spChg chg="add del">
          <ac:chgData name="소윤 박" userId="70971e6901662f5b" providerId="LiveId" clId="{7BB15472-935D-4F68-BDBD-63C6062A63E3}" dt="2025-12-09T22:18:08.565" v="1258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소윤 박" userId="70971e6901662f5b" providerId="LiveId" clId="{7BB15472-935D-4F68-BDBD-63C6062A63E3}" dt="2025-12-09T22:19:24.138" v="1270" actId="478"/>
          <ac:spMkLst>
            <pc:docMk/>
            <pc:sldMk cId="0" sldId="259"/>
            <ac:spMk id="17" creationId="{00000000-0000-0000-0000-000000000000}"/>
          </ac:spMkLst>
        </pc:spChg>
        <pc:spChg chg="mod">
          <ac:chgData name="소윤 박" userId="70971e6901662f5b" providerId="LiveId" clId="{7BB15472-935D-4F68-BDBD-63C6062A63E3}" dt="2025-12-09T22:23:51.449" v="1490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소윤 박" userId="70971e6901662f5b" providerId="LiveId" clId="{7BB15472-935D-4F68-BDBD-63C6062A63E3}" dt="2025-12-09T22:24:39.748" v="1510" actId="11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소윤 박" userId="70971e6901662f5b" providerId="LiveId" clId="{7BB15472-935D-4F68-BDBD-63C6062A63E3}" dt="2025-12-09T22:20:32.832" v="1301" actId="25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소윤 박" userId="70971e6901662f5b" providerId="LiveId" clId="{7BB15472-935D-4F68-BDBD-63C6062A63E3}" dt="2025-12-09T22:20:23.238" v="1296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소윤 박" userId="70971e6901662f5b" providerId="LiveId" clId="{7BB15472-935D-4F68-BDBD-63C6062A63E3}" dt="2025-12-09T22:20:03.799" v="1287" actId="255"/>
          <ac:spMkLst>
            <pc:docMk/>
            <pc:sldMk cId="0" sldId="259"/>
            <ac:spMk id="22" creationId="{00000000-0000-0000-0000-000000000000}"/>
          </ac:spMkLst>
        </pc:spChg>
        <pc:spChg chg="del">
          <ac:chgData name="소윤 박" userId="70971e6901662f5b" providerId="LiveId" clId="{7BB15472-935D-4F68-BDBD-63C6062A63E3}" dt="2025-12-09T22:21:51.581" v="1392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소윤 박" userId="70971e6901662f5b" providerId="LiveId" clId="{7BB15472-935D-4F68-BDBD-63C6062A63E3}" dt="2025-12-09T22:21:54.281" v="1393" actId="478"/>
          <ac:spMkLst>
            <pc:docMk/>
            <pc:sldMk cId="0" sldId="259"/>
            <ac:spMk id="24" creationId="{00000000-0000-0000-0000-000000000000}"/>
          </ac:spMkLst>
        </pc:spChg>
        <pc:spChg chg="mod">
          <ac:chgData name="소윤 박" userId="70971e6901662f5b" providerId="LiveId" clId="{7BB15472-935D-4F68-BDBD-63C6062A63E3}" dt="2025-12-09T22:24:45.153" v="1512" actId="107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소윤 박" userId="70971e6901662f5b" providerId="LiveId" clId="{7BB15472-935D-4F68-BDBD-63C6062A63E3}" dt="2025-12-09T22:16:43.747" v="124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소윤 박" userId="70971e6901662f5b" providerId="LiveId" clId="{7BB15472-935D-4F68-BDBD-63C6062A63E3}" dt="2025-12-09T22:16:49.454" v="1251" actId="20577"/>
          <ac:spMkLst>
            <pc:docMk/>
            <pc:sldMk cId="0" sldId="259"/>
            <ac:spMk id="35" creationId="{00000000-0000-0000-0000-000000000000}"/>
          </ac:spMkLst>
        </pc:spChg>
        <pc:spChg chg="add mod">
          <ac:chgData name="소윤 박" userId="70971e6901662f5b" providerId="LiveId" clId="{7BB15472-935D-4F68-BDBD-63C6062A63E3}" dt="2025-12-09T22:16:30.145" v="1243"/>
          <ac:spMkLst>
            <pc:docMk/>
            <pc:sldMk cId="0" sldId="259"/>
            <ac:spMk id="36" creationId="{3DFBE327-BAB4-C805-A9BA-14C332812BC4}"/>
          </ac:spMkLst>
        </pc:spChg>
        <pc:spChg chg="add del mod">
          <ac:chgData name="소윤 박" userId="70971e6901662f5b" providerId="LiveId" clId="{7BB15472-935D-4F68-BDBD-63C6062A63E3}" dt="2025-12-09T22:16:34.515" v="1245" actId="21"/>
          <ac:spMkLst>
            <pc:docMk/>
            <pc:sldMk cId="0" sldId="259"/>
            <ac:spMk id="37" creationId="{92D6E794-DCC2-09DB-BC4E-B43EB4B32269}"/>
          </ac:spMkLst>
        </pc:spChg>
        <pc:spChg chg="add del mod">
          <ac:chgData name="소윤 박" userId="70971e6901662f5b" providerId="LiveId" clId="{7BB15472-935D-4F68-BDBD-63C6062A63E3}" dt="2025-12-09T22:23:06.720" v="1472" actId="478"/>
          <ac:spMkLst>
            <pc:docMk/>
            <pc:sldMk cId="0" sldId="259"/>
            <ac:spMk id="38" creationId="{CC7BBBB5-99F1-434A-7B71-716377F618BF}"/>
          </ac:spMkLst>
        </pc:spChg>
        <pc:spChg chg="add mod">
          <ac:chgData name="소윤 박" userId="70971e6901662f5b" providerId="LiveId" clId="{7BB15472-935D-4F68-BDBD-63C6062A63E3}" dt="2025-12-09T22:23:16.316" v="1477" actId="1076"/>
          <ac:spMkLst>
            <pc:docMk/>
            <pc:sldMk cId="0" sldId="259"/>
            <ac:spMk id="39" creationId="{44028111-78CA-0A3D-940A-60AE15AABB96}"/>
          </ac:spMkLst>
        </pc:spChg>
        <pc:spChg chg="add mod">
          <ac:chgData name="소윤 박" userId="70971e6901662f5b" providerId="LiveId" clId="{7BB15472-935D-4F68-BDBD-63C6062A63E3}" dt="2025-12-09T22:23:13.466" v="1476" actId="1076"/>
          <ac:spMkLst>
            <pc:docMk/>
            <pc:sldMk cId="0" sldId="259"/>
            <ac:spMk id="40" creationId="{BAA81EB8-5C45-DD6E-0560-18D542D209AB}"/>
          </ac:spMkLst>
        </pc:spChg>
        <pc:grpChg chg="mod">
          <ac:chgData name="소윤 박" userId="70971e6901662f5b" providerId="LiveId" clId="{7BB15472-935D-4F68-BDBD-63C6062A63E3}" dt="2025-12-09T22:23:09.148" v="1475" actId="1076"/>
          <ac:grpSpMkLst>
            <pc:docMk/>
            <pc:sldMk cId="0" sldId="259"/>
            <ac:grpSpMk id="11" creationId="{00000000-0000-0000-0000-000000000000}"/>
          </ac:grpSpMkLst>
        </pc:grpChg>
        <pc:picChg chg="add del mod">
          <ac:chgData name="소윤 박" userId="70971e6901662f5b" providerId="LiveId" clId="{7BB15472-935D-4F68-BDBD-63C6062A63E3}" dt="2025-12-09T22:18:11.815" v="1259" actId="1076"/>
          <ac:picMkLst>
            <pc:docMk/>
            <pc:sldMk cId="0" sldId="259"/>
            <ac:picMk id="1026" creationId="{9F0C8CB7-E9C6-715C-ADAA-6696BD70DE99}"/>
          </ac:picMkLst>
        </pc:picChg>
        <pc:picChg chg="add mod">
          <ac:chgData name="소윤 박" userId="70971e6901662f5b" providerId="LiveId" clId="{7BB15472-935D-4F68-BDBD-63C6062A63E3}" dt="2025-12-09T22:19:09.654" v="1269" actId="1076"/>
          <ac:picMkLst>
            <pc:docMk/>
            <pc:sldMk cId="0" sldId="259"/>
            <ac:picMk id="1028" creationId="{7D0D3666-40A6-C912-ED48-811F6B5A9E5E}"/>
          </ac:picMkLst>
        </pc:picChg>
        <pc:picChg chg="add mod">
          <ac:chgData name="소윤 박" userId="70971e6901662f5b" providerId="LiveId" clId="{7BB15472-935D-4F68-BDBD-63C6062A63E3}" dt="2025-12-09T22:19:50.382" v="1280" actId="1076"/>
          <ac:picMkLst>
            <pc:docMk/>
            <pc:sldMk cId="0" sldId="259"/>
            <ac:picMk id="1030" creationId="{3B56B07F-B208-F0FB-A2E3-2BA9A9DF9FCF}"/>
          </ac:picMkLst>
        </pc:picChg>
      </pc:sldChg>
      <pc:sldChg chg="del">
        <pc:chgData name="소윤 박" userId="70971e6901662f5b" providerId="LiveId" clId="{7BB15472-935D-4F68-BDBD-63C6062A63E3}" dt="2025-12-09T22:15:56.919" v="1228" actId="47"/>
        <pc:sldMkLst>
          <pc:docMk/>
          <pc:sldMk cId="0" sldId="260"/>
        </pc:sldMkLst>
      </pc:sldChg>
      <pc:sldChg chg="addSp delSp modSp mod ord">
        <pc:chgData name="소윤 박" userId="70971e6901662f5b" providerId="LiveId" clId="{7BB15472-935D-4F68-BDBD-63C6062A63E3}" dt="2025-12-09T21:50:10.621" v="639" actId="20577"/>
        <pc:sldMkLst>
          <pc:docMk/>
          <pc:sldMk cId="0" sldId="261"/>
        </pc:sldMkLst>
        <pc:spChg chg="mod">
          <ac:chgData name="소윤 박" userId="70971e6901662f5b" providerId="LiveId" clId="{7BB15472-935D-4F68-BDBD-63C6062A63E3}" dt="2025-12-09T21:39:13.432" v="401" actId="20577"/>
          <ac:spMkLst>
            <pc:docMk/>
            <pc:sldMk cId="0" sldId="261"/>
            <ac:spMk id="6" creationId="{00000000-0000-0000-0000-000000000000}"/>
          </ac:spMkLst>
        </pc:spChg>
        <pc:spChg chg="del">
          <ac:chgData name="소윤 박" userId="70971e6901662f5b" providerId="LiveId" clId="{7BB15472-935D-4F68-BDBD-63C6062A63E3}" dt="2025-12-09T21:39:09.827" v="400" actId="478"/>
          <ac:spMkLst>
            <pc:docMk/>
            <pc:sldMk cId="0" sldId="261"/>
            <ac:spMk id="9" creationId="{00000000-0000-0000-0000-000000000000}"/>
          </ac:spMkLst>
        </pc:spChg>
        <pc:spChg chg="mod">
          <ac:chgData name="소윤 박" userId="70971e6901662f5b" providerId="LiveId" clId="{7BB15472-935D-4F68-BDBD-63C6062A63E3}" dt="2025-12-09T21:39:02.360" v="399" actId="113"/>
          <ac:spMkLst>
            <pc:docMk/>
            <pc:sldMk cId="0" sldId="261"/>
            <ac:spMk id="10" creationId="{00000000-0000-0000-0000-000000000000}"/>
          </ac:spMkLst>
        </pc:spChg>
        <pc:spChg chg="topLvl">
          <ac:chgData name="소윤 박" userId="70971e6901662f5b" providerId="LiveId" clId="{7BB15472-935D-4F68-BDBD-63C6062A63E3}" dt="2025-12-09T21:47:51.826" v="590" actId="478"/>
          <ac:spMkLst>
            <pc:docMk/>
            <pc:sldMk cId="0" sldId="261"/>
            <ac:spMk id="15" creationId="{00000000-0000-0000-0000-000000000000}"/>
          </ac:spMkLst>
        </pc:spChg>
        <pc:spChg chg="del topLvl">
          <ac:chgData name="소윤 박" userId="70971e6901662f5b" providerId="LiveId" clId="{7BB15472-935D-4F68-BDBD-63C6062A63E3}" dt="2025-12-09T21:47:51.826" v="590" actId="478"/>
          <ac:spMkLst>
            <pc:docMk/>
            <pc:sldMk cId="0" sldId="261"/>
            <ac:spMk id="16" creationId="{00000000-0000-0000-0000-000000000000}"/>
          </ac:spMkLst>
        </pc:spChg>
        <pc:spChg chg="mod">
          <ac:chgData name="소윤 박" userId="70971e6901662f5b" providerId="LiveId" clId="{7BB15472-935D-4F68-BDBD-63C6062A63E3}" dt="2025-12-09T21:50:10.621" v="639" actId="20577"/>
          <ac:spMkLst>
            <pc:docMk/>
            <pc:sldMk cId="0" sldId="261"/>
            <ac:spMk id="21" creationId="{00000000-0000-0000-0000-000000000000}"/>
          </ac:spMkLst>
        </pc:spChg>
        <pc:spChg chg="add mod">
          <ac:chgData name="소윤 박" userId="70971e6901662f5b" providerId="LiveId" clId="{7BB15472-935D-4F68-BDBD-63C6062A63E3}" dt="2025-12-09T21:41:27.582" v="419" actId="948"/>
          <ac:spMkLst>
            <pc:docMk/>
            <pc:sldMk cId="0" sldId="261"/>
            <ac:spMk id="22" creationId="{F52943FD-11F7-B23E-AB13-A82251C85610}"/>
          </ac:spMkLst>
        </pc:spChg>
        <pc:spChg chg="add mod">
          <ac:chgData name="소윤 박" userId="70971e6901662f5b" providerId="LiveId" clId="{7BB15472-935D-4F68-BDBD-63C6062A63E3}" dt="2025-12-09T21:47:52.376" v="591"/>
          <ac:spMkLst>
            <pc:docMk/>
            <pc:sldMk cId="0" sldId="261"/>
            <ac:spMk id="23" creationId="{833E3C81-587C-4455-07DB-06A440F5AFE3}"/>
          </ac:spMkLst>
        </pc:spChg>
        <pc:grpChg chg="del">
          <ac:chgData name="소윤 박" userId="70971e6901662f5b" providerId="LiveId" clId="{7BB15472-935D-4F68-BDBD-63C6062A63E3}" dt="2025-12-09T21:47:51.826" v="590" actId="478"/>
          <ac:grpSpMkLst>
            <pc:docMk/>
            <pc:sldMk cId="0" sldId="261"/>
            <ac:grpSpMk id="14" creationId="{00000000-0000-0000-0000-000000000000}"/>
          </ac:grpSpMkLst>
        </pc:grpChg>
      </pc:sldChg>
      <pc:sldChg chg="del">
        <pc:chgData name="소윤 박" userId="70971e6901662f5b" providerId="LiveId" clId="{7BB15472-935D-4F68-BDBD-63C6062A63E3}" dt="2025-12-09T22:15:56.919" v="1228" actId="47"/>
        <pc:sldMkLst>
          <pc:docMk/>
          <pc:sldMk cId="0" sldId="262"/>
        </pc:sldMkLst>
      </pc:sldChg>
      <pc:sldChg chg="del">
        <pc:chgData name="소윤 박" userId="70971e6901662f5b" providerId="LiveId" clId="{7BB15472-935D-4F68-BDBD-63C6062A63E3}" dt="2025-12-09T22:15:56.919" v="1228" actId="47"/>
        <pc:sldMkLst>
          <pc:docMk/>
          <pc:sldMk cId="0" sldId="263"/>
        </pc:sldMkLst>
      </pc:sldChg>
      <pc:sldChg chg="del">
        <pc:chgData name="소윤 박" userId="70971e6901662f5b" providerId="LiveId" clId="{7BB15472-935D-4F68-BDBD-63C6062A63E3}" dt="2025-12-09T22:15:56.919" v="1228" actId="47"/>
        <pc:sldMkLst>
          <pc:docMk/>
          <pc:sldMk cId="0" sldId="264"/>
        </pc:sldMkLst>
      </pc:sldChg>
      <pc:sldChg chg="del">
        <pc:chgData name="소윤 박" userId="70971e6901662f5b" providerId="LiveId" clId="{7BB15472-935D-4F68-BDBD-63C6062A63E3}" dt="2025-12-09T22:15:56.919" v="1228" actId="47"/>
        <pc:sldMkLst>
          <pc:docMk/>
          <pc:sldMk cId="0" sldId="265"/>
        </pc:sldMkLst>
      </pc:sldChg>
      <pc:sldChg chg="del">
        <pc:chgData name="소윤 박" userId="70971e6901662f5b" providerId="LiveId" clId="{7BB15472-935D-4F68-BDBD-63C6062A63E3}" dt="2025-12-09T22:15:56.919" v="1228" actId="47"/>
        <pc:sldMkLst>
          <pc:docMk/>
          <pc:sldMk cId="0" sldId="266"/>
        </pc:sldMkLst>
      </pc:sldChg>
      <pc:sldChg chg="del">
        <pc:chgData name="소윤 박" userId="70971e6901662f5b" providerId="LiveId" clId="{7BB15472-935D-4F68-BDBD-63C6062A63E3}" dt="2025-12-09T22:15:56.919" v="1228" actId="47"/>
        <pc:sldMkLst>
          <pc:docMk/>
          <pc:sldMk cId="0" sldId="267"/>
        </pc:sldMkLst>
      </pc:sldChg>
      <pc:sldChg chg="del">
        <pc:chgData name="소윤 박" userId="70971e6901662f5b" providerId="LiveId" clId="{7BB15472-935D-4F68-BDBD-63C6062A63E3}" dt="2025-12-09T22:15:56.919" v="1228" actId="47"/>
        <pc:sldMkLst>
          <pc:docMk/>
          <pc:sldMk cId="0" sldId="268"/>
        </pc:sldMkLst>
      </pc:sldChg>
      <pc:sldChg chg="del">
        <pc:chgData name="소윤 박" userId="70971e6901662f5b" providerId="LiveId" clId="{7BB15472-935D-4F68-BDBD-63C6062A63E3}" dt="2025-12-09T22:15:56.919" v="1228" actId="47"/>
        <pc:sldMkLst>
          <pc:docMk/>
          <pc:sldMk cId="0" sldId="269"/>
        </pc:sldMkLst>
      </pc:sldChg>
      <pc:sldChg chg="del">
        <pc:chgData name="소윤 박" userId="70971e6901662f5b" providerId="LiveId" clId="{7BB15472-935D-4F68-BDBD-63C6062A63E3}" dt="2025-12-09T22:15:56.919" v="1228" actId="47"/>
        <pc:sldMkLst>
          <pc:docMk/>
          <pc:sldMk cId="0" sldId="270"/>
        </pc:sldMkLst>
      </pc:sldChg>
      <pc:sldChg chg="del">
        <pc:chgData name="소윤 박" userId="70971e6901662f5b" providerId="LiveId" clId="{7BB15472-935D-4F68-BDBD-63C6062A63E3}" dt="2025-12-09T22:15:56.919" v="1228" actId="47"/>
        <pc:sldMkLst>
          <pc:docMk/>
          <pc:sldMk cId="0" sldId="271"/>
        </pc:sldMkLst>
      </pc:sldChg>
      <pc:sldChg chg="del">
        <pc:chgData name="소윤 박" userId="70971e6901662f5b" providerId="LiveId" clId="{7BB15472-935D-4F68-BDBD-63C6062A63E3}" dt="2025-12-09T22:15:56.919" v="1228" actId="47"/>
        <pc:sldMkLst>
          <pc:docMk/>
          <pc:sldMk cId="0" sldId="272"/>
        </pc:sldMkLst>
      </pc:sldChg>
      <pc:sldChg chg="addSp delSp modSp del mod">
        <pc:chgData name="소윤 박" userId="70971e6901662f5b" providerId="LiveId" clId="{7BB15472-935D-4F68-BDBD-63C6062A63E3}" dt="2025-12-09T22:24:08.782" v="1491" actId="47"/>
        <pc:sldMkLst>
          <pc:docMk/>
          <pc:sldMk cId="0" sldId="273"/>
        </pc:sldMkLst>
        <pc:spChg chg="del mod">
          <ac:chgData name="소윤 박" userId="70971e6901662f5b" providerId="LiveId" clId="{7BB15472-935D-4F68-BDBD-63C6062A63E3}" dt="2025-12-09T22:18:36.872" v="1262" actId="478"/>
          <ac:spMkLst>
            <pc:docMk/>
            <pc:sldMk cId="0" sldId="273"/>
            <ac:spMk id="11" creationId="{00000000-0000-0000-0000-000000000000}"/>
          </ac:spMkLst>
        </pc:spChg>
        <pc:spChg chg="del">
          <ac:chgData name="소윤 박" userId="70971e6901662f5b" providerId="LiveId" clId="{7BB15472-935D-4F68-BDBD-63C6062A63E3}" dt="2025-12-09T22:18:32.507" v="1260" actId="478"/>
          <ac:spMkLst>
            <pc:docMk/>
            <pc:sldMk cId="0" sldId="273"/>
            <ac:spMk id="12" creationId="{00000000-0000-0000-0000-000000000000}"/>
          </ac:spMkLst>
        </pc:spChg>
        <pc:picChg chg="add mod">
          <ac:chgData name="소윤 박" userId="70971e6901662f5b" providerId="LiveId" clId="{7BB15472-935D-4F68-BDBD-63C6062A63E3}" dt="2025-12-09T22:18:40.950" v="1264" actId="1076"/>
          <ac:picMkLst>
            <pc:docMk/>
            <pc:sldMk cId="0" sldId="273"/>
            <ac:picMk id="2050" creationId="{205A506F-49EE-819E-3EB7-47E3DA410C8F}"/>
          </ac:picMkLst>
        </pc:picChg>
      </pc:sldChg>
      <pc:sldChg chg="delSp modSp mod">
        <pc:chgData name="소윤 박" userId="70971e6901662f5b" providerId="LiveId" clId="{7BB15472-935D-4F68-BDBD-63C6062A63E3}" dt="2025-12-09T22:24:51.086" v="1514" actId="478"/>
        <pc:sldMkLst>
          <pc:docMk/>
          <pc:sldMk cId="0" sldId="274"/>
        </pc:sldMkLst>
        <pc:spChg chg="mod">
          <ac:chgData name="소윤 박" userId="70971e6901662f5b" providerId="LiveId" clId="{7BB15472-935D-4F68-BDBD-63C6062A63E3}" dt="2025-12-09T22:24:48.531" v="1513"/>
          <ac:spMkLst>
            <pc:docMk/>
            <pc:sldMk cId="0" sldId="274"/>
            <ac:spMk id="16" creationId="{00000000-0000-0000-0000-000000000000}"/>
          </ac:spMkLst>
        </pc:spChg>
        <pc:grpChg chg="del">
          <ac:chgData name="소윤 박" userId="70971e6901662f5b" providerId="LiveId" clId="{7BB15472-935D-4F68-BDBD-63C6062A63E3}" dt="2025-12-09T22:24:51.086" v="1514" actId="478"/>
          <ac:grpSpMkLst>
            <pc:docMk/>
            <pc:sldMk cId="0" sldId="274"/>
            <ac:grpSpMk id="19" creationId="{00000000-0000-0000-0000-000000000000}"/>
          </ac:grpSpMkLst>
        </pc:grpChg>
      </pc:sldChg>
      <pc:sldChg chg="add del setBg">
        <pc:chgData name="소윤 박" userId="70971e6901662f5b" providerId="LiveId" clId="{7BB15472-935D-4F68-BDBD-63C6062A63E3}" dt="2025-12-09T22:15:56.919" v="1228" actId="47"/>
        <pc:sldMkLst>
          <pc:docMk/>
          <pc:sldMk cId="1809866389" sldId="275"/>
        </pc:sldMkLst>
      </pc:sldChg>
      <pc:sldChg chg="add del">
        <pc:chgData name="소윤 박" userId="70971e6901662f5b" providerId="LiveId" clId="{7BB15472-935D-4F68-BDBD-63C6062A63E3}" dt="2025-12-09T22:16:00.857" v="1229" actId="47"/>
        <pc:sldMkLst>
          <pc:docMk/>
          <pc:sldMk cId="3804863674" sldId="276"/>
        </pc:sldMkLst>
      </pc:sldChg>
      <pc:sldChg chg="modSp add mod ord setBg">
        <pc:chgData name="소윤 박" userId="70971e6901662f5b" providerId="LiveId" clId="{7BB15472-935D-4F68-BDBD-63C6062A63E3}" dt="2025-12-09T21:50:20.325" v="647" actId="20577"/>
        <pc:sldMkLst>
          <pc:docMk/>
          <pc:sldMk cId="1133509670" sldId="277"/>
        </pc:sldMkLst>
        <pc:spChg chg="mod">
          <ac:chgData name="소윤 박" userId="70971e6901662f5b" providerId="LiveId" clId="{7BB15472-935D-4F68-BDBD-63C6062A63E3}" dt="2025-12-09T21:48:35.295" v="614" actId="20577"/>
          <ac:spMkLst>
            <pc:docMk/>
            <pc:sldMk cId="1133509670" sldId="277"/>
            <ac:spMk id="10" creationId="{5624D238-4B39-53F4-AFA1-35FA477028BD}"/>
          </ac:spMkLst>
        </pc:spChg>
        <pc:spChg chg="mod">
          <ac:chgData name="소윤 박" userId="70971e6901662f5b" providerId="LiveId" clId="{7BB15472-935D-4F68-BDBD-63C6062A63E3}" dt="2025-12-09T21:50:20.325" v="647" actId="20577"/>
          <ac:spMkLst>
            <pc:docMk/>
            <pc:sldMk cId="1133509670" sldId="277"/>
            <ac:spMk id="21" creationId="{A9947046-938A-8DB6-9751-DF9C6083D2D7}"/>
          </ac:spMkLst>
        </pc:spChg>
        <pc:spChg chg="mod">
          <ac:chgData name="소윤 박" userId="70971e6901662f5b" providerId="LiveId" clId="{7BB15472-935D-4F68-BDBD-63C6062A63E3}" dt="2025-12-09T21:49:05.608" v="625" actId="20577"/>
          <ac:spMkLst>
            <pc:docMk/>
            <pc:sldMk cId="1133509670" sldId="277"/>
            <ac:spMk id="22" creationId="{4502D59B-0453-55AF-5C6D-EB786D680262}"/>
          </ac:spMkLst>
        </pc:spChg>
      </pc:sldChg>
      <pc:sldChg chg="modSp add mod">
        <pc:chgData name="소윤 박" userId="70971e6901662f5b" providerId="LiveId" clId="{7BB15472-935D-4F68-BDBD-63C6062A63E3}" dt="2025-12-09T21:51:15.371" v="664" actId="20577"/>
        <pc:sldMkLst>
          <pc:docMk/>
          <pc:sldMk cId="761613888" sldId="278"/>
        </pc:sldMkLst>
        <pc:spChg chg="mod">
          <ac:chgData name="소윤 박" userId="70971e6901662f5b" providerId="LiveId" clId="{7BB15472-935D-4F68-BDBD-63C6062A63E3}" dt="2025-12-09T21:50:34.655" v="657" actId="20577"/>
          <ac:spMkLst>
            <pc:docMk/>
            <pc:sldMk cId="761613888" sldId="278"/>
            <ac:spMk id="10" creationId="{CDE43742-DE1E-AAEB-50EE-F0E69B27217C}"/>
          </ac:spMkLst>
        </pc:spChg>
        <pc:spChg chg="mod">
          <ac:chgData name="소윤 박" userId="70971e6901662f5b" providerId="LiveId" clId="{7BB15472-935D-4F68-BDBD-63C6062A63E3}" dt="2025-12-09T21:51:15.371" v="664" actId="20577"/>
          <ac:spMkLst>
            <pc:docMk/>
            <pc:sldMk cId="761613888" sldId="278"/>
            <ac:spMk id="21" creationId="{5C9D519D-8760-EF5E-232B-0FBFD0F98CB8}"/>
          </ac:spMkLst>
        </pc:spChg>
        <pc:spChg chg="mod">
          <ac:chgData name="소윤 박" userId="70971e6901662f5b" providerId="LiveId" clId="{7BB15472-935D-4F68-BDBD-63C6062A63E3}" dt="2025-12-09T21:51:02.132" v="662" actId="20577"/>
          <ac:spMkLst>
            <pc:docMk/>
            <pc:sldMk cId="761613888" sldId="278"/>
            <ac:spMk id="22" creationId="{F265C8E0-65E8-B504-1519-3AFC1A1DF990}"/>
          </ac:spMkLst>
        </pc:spChg>
      </pc:sldChg>
      <pc:sldChg chg="modSp add mod">
        <pc:chgData name="소윤 박" userId="70971e6901662f5b" providerId="LiveId" clId="{7BB15472-935D-4F68-BDBD-63C6062A63E3}" dt="2025-12-09T21:53:12.208" v="716" actId="255"/>
        <pc:sldMkLst>
          <pc:docMk/>
          <pc:sldMk cId="1047404970" sldId="279"/>
        </pc:sldMkLst>
        <pc:spChg chg="mod">
          <ac:chgData name="소윤 박" userId="70971e6901662f5b" providerId="LiveId" clId="{7BB15472-935D-4F68-BDBD-63C6062A63E3}" dt="2025-12-09T21:51:46.607" v="678"/>
          <ac:spMkLst>
            <pc:docMk/>
            <pc:sldMk cId="1047404970" sldId="279"/>
            <ac:spMk id="10" creationId="{4A560701-C64F-FCAF-3E8F-E4EA757B0516}"/>
          </ac:spMkLst>
        </pc:spChg>
        <pc:spChg chg="mod">
          <ac:chgData name="소윤 박" userId="70971e6901662f5b" providerId="LiveId" clId="{7BB15472-935D-4F68-BDBD-63C6062A63E3}" dt="2025-12-09T21:51:31.684" v="667" actId="20577"/>
          <ac:spMkLst>
            <pc:docMk/>
            <pc:sldMk cId="1047404970" sldId="279"/>
            <ac:spMk id="21" creationId="{AA2AD1E2-2141-4D20-A091-62BC0CDBF4D0}"/>
          </ac:spMkLst>
        </pc:spChg>
        <pc:spChg chg="mod">
          <ac:chgData name="소윤 박" userId="70971e6901662f5b" providerId="LiveId" clId="{7BB15472-935D-4F68-BDBD-63C6062A63E3}" dt="2025-12-09T21:53:12.208" v="716" actId="255"/>
          <ac:spMkLst>
            <pc:docMk/>
            <pc:sldMk cId="1047404970" sldId="279"/>
            <ac:spMk id="22" creationId="{86BBFED1-B36C-6CEF-CC67-57ABA7EFAB67}"/>
          </ac:spMkLst>
        </pc:spChg>
      </pc:sldChg>
      <pc:sldChg chg="addSp delSp modSp add mod ord">
        <pc:chgData name="소윤 박" userId="70971e6901662f5b" providerId="LiveId" clId="{7BB15472-935D-4F68-BDBD-63C6062A63E3}" dt="2025-12-09T22:01:18.701" v="918" actId="20577"/>
        <pc:sldMkLst>
          <pc:docMk/>
          <pc:sldMk cId="363919205" sldId="280"/>
        </pc:sldMkLst>
        <pc:spChg chg="mod">
          <ac:chgData name="소윤 박" userId="70971e6901662f5b" providerId="LiveId" clId="{7BB15472-935D-4F68-BDBD-63C6062A63E3}" dt="2025-12-09T21:54:10.794" v="754" actId="20577"/>
          <ac:spMkLst>
            <pc:docMk/>
            <pc:sldMk cId="363919205" sldId="280"/>
            <ac:spMk id="10" creationId="{FFC0BA65-A93D-3B42-6B6E-FAE03ACA6679}"/>
          </ac:spMkLst>
        </pc:spChg>
        <pc:spChg chg="add del">
          <ac:chgData name="소윤 박" userId="70971e6901662f5b" providerId="LiveId" clId="{7BB15472-935D-4F68-BDBD-63C6062A63E3}" dt="2025-12-09T21:53:47.716" v="726" actId="478"/>
          <ac:spMkLst>
            <pc:docMk/>
            <pc:sldMk cId="363919205" sldId="280"/>
            <ac:spMk id="14" creationId="{4626D86D-0AF2-6E39-5486-A2702617BFF5}"/>
          </ac:spMkLst>
        </pc:spChg>
        <pc:spChg chg="mod">
          <ac:chgData name="소윤 박" userId="70971e6901662f5b" providerId="LiveId" clId="{7BB15472-935D-4F68-BDBD-63C6062A63E3}" dt="2025-12-09T22:01:18.701" v="918" actId="20577"/>
          <ac:spMkLst>
            <pc:docMk/>
            <pc:sldMk cId="363919205" sldId="280"/>
            <ac:spMk id="21" creationId="{558F7D54-A3BF-2659-9259-608EFC9F17E3}"/>
          </ac:spMkLst>
        </pc:spChg>
        <pc:spChg chg="del mod">
          <ac:chgData name="소윤 박" userId="70971e6901662f5b" providerId="LiveId" clId="{7BB15472-935D-4F68-BDBD-63C6062A63E3}" dt="2025-12-09T21:55:07.542" v="768" actId="478"/>
          <ac:spMkLst>
            <pc:docMk/>
            <pc:sldMk cId="363919205" sldId="280"/>
            <ac:spMk id="22" creationId="{87319F38-6F05-6BAF-B1B1-F6297FC4592E}"/>
          </ac:spMkLst>
        </pc:spChg>
        <pc:graphicFrameChg chg="add mod modGraphic">
          <ac:chgData name="소윤 박" userId="70971e6901662f5b" providerId="LiveId" clId="{7BB15472-935D-4F68-BDBD-63C6062A63E3}" dt="2025-12-09T22:01:13.755" v="916" actId="1076"/>
          <ac:graphicFrameMkLst>
            <pc:docMk/>
            <pc:sldMk cId="363919205" sldId="280"/>
            <ac:graphicFrameMk id="16" creationId="{81380136-23BC-5F70-DF64-514910FB8992}"/>
          </ac:graphicFrameMkLst>
        </pc:graphicFrameChg>
      </pc:sldChg>
      <pc:sldChg chg="modSp add mod">
        <pc:chgData name="소윤 박" userId="70971e6901662f5b" providerId="LiveId" clId="{7BB15472-935D-4F68-BDBD-63C6062A63E3}" dt="2025-12-09T22:03:53.401" v="992"/>
        <pc:sldMkLst>
          <pc:docMk/>
          <pc:sldMk cId="2135820593" sldId="281"/>
        </pc:sldMkLst>
        <pc:spChg chg="mod">
          <ac:chgData name="소윤 박" userId="70971e6901662f5b" providerId="LiveId" clId="{7BB15472-935D-4F68-BDBD-63C6062A63E3}" dt="2025-12-09T22:03:53.401" v="992"/>
          <ac:spMkLst>
            <pc:docMk/>
            <pc:sldMk cId="2135820593" sldId="281"/>
            <ac:spMk id="10" creationId="{F6352054-C730-BCAE-B46A-4CD55F455567}"/>
          </ac:spMkLst>
        </pc:spChg>
        <pc:spChg chg="mod">
          <ac:chgData name="소윤 박" userId="70971e6901662f5b" providerId="LiveId" clId="{7BB15472-935D-4F68-BDBD-63C6062A63E3}" dt="2025-12-09T22:02:22.403" v="951" actId="20577"/>
          <ac:spMkLst>
            <pc:docMk/>
            <pc:sldMk cId="2135820593" sldId="281"/>
            <ac:spMk id="21" creationId="{1A95C88D-91E7-D447-422E-A1276E97A70B}"/>
          </ac:spMkLst>
        </pc:spChg>
        <pc:spChg chg="mod">
          <ac:chgData name="소윤 박" userId="70971e6901662f5b" providerId="LiveId" clId="{7BB15472-935D-4F68-BDBD-63C6062A63E3}" dt="2025-12-09T22:03:05.077" v="974" actId="20577"/>
          <ac:spMkLst>
            <pc:docMk/>
            <pc:sldMk cId="2135820593" sldId="281"/>
            <ac:spMk id="22" creationId="{642F77EA-B1C3-9A8B-7E6E-08BA1A07D94B}"/>
          </ac:spMkLst>
        </pc:spChg>
      </pc:sldChg>
      <pc:sldChg chg="addSp delSp modSp add mod ord">
        <pc:chgData name="소윤 박" userId="70971e6901662f5b" providerId="LiveId" clId="{7BB15472-935D-4F68-BDBD-63C6062A63E3}" dt="2025-12-09T22:10:38.568" v="1096"/>
        <pc:sldMkLst>
          <pc:docMk/>
          <pc:sldMk cId="1332839509" sldId="282"/>
        </pc:sldMkLst>
        <pc:spChg chg="mod">
          <ac:chgData name="소윤 박" userId="70971e6901662f5b" providerId="LiveId" clId="{7BB15472-935D-4F68-BDBD-63C6062A63E3}" dt="2025-12-09T22:05:22.068" v="1019" actId="20577"/>
          <ac:spMkLst>
            <pc:docMk/>
            <pc:sldMk cId="1332839509" sldId="282"/>
            <ac:spMk id="10" creationId="{FE1F8010-6157-F81E-B58C-31BA283C2FB2}"/>
          </ac:spMkLst>
        </pc:spChg>
        <pc:spChg chg="add mod">
          <ac:chgData name="소윤 박" userId="70971e6901662f5b" providerId="LiveId" clId="{7BB15472-935D-4F68-BDBD-63C6062A63E3}" dt="2025-12-09T22:10:38.568" v="1096"/>
          <ac:spMkLst>
            <pc:docMk/>
            <pc:sldMk cId="1332839509" sldId="282"/>
            <ac:spMk id="14" creationId="{44742E18-AAFD-3E1E-320F-7F253EDBCCB7}"/>
          </ac:spMkLst>
        </pc:spChg>
        <pc:spChg chg="mod">
          <ac:chgData name="소윤 박" userId="70971e6901662f5b" providerId="LiveId" clId="{7BB15472-935D-4F68-BDBD-63C6062A63E3}" dt="2025-12-09T22:03:14.444" v="978" actId="20577"/>
          <ac:spMkLst>
            <pc:docMk/>
            <pc:sldMk cId="1332839509" sldId="282"/>
            <ac:spMk id="21" creationId="{4DBA2886-51CD-E53F-320C-0B9FB4014EA9}"/>
          </ac:spMkLst>
        </pc:spChg>
        <pc:spChg chg="del mod">
          <ac:chgData name="소윤 박" userId="70971e6901662f5b" providerId="LiveId" clId="{7BB15472-935D-4F68-BDBD-63C6062A63E3}" dt="2025-12-09T22:06:09.983" v="1046" actId="478"/>
          <ac:spMkLst>
            <pc:docMk/>
            <pc:sldMk cId="1332839509" sldId="282"/>
            <ac:spMk id="22" creationId="{8D1E3D05-FE61-3E20-2E59-C69135BAE458}"/>
          </ac:spMkLst>
        </pc:spChg>
        <pc:graphicFrameChg chg="add del mod modGraphic">
          <ac:chgData name="소윤 박" userId="70971e6901662f5b" providerId="LiveId" clId="{7BB15472-935D-4F68-BDBD-63C6062A63E3}" dt="2025-12-09T22:10:33.946" v="1094" actId="478"/>
          <ac:graphicFrameMkLst>
            <pc:docMk/>
            <pc:sldMk cId="1332839509" sldId="282"/>
            <ac:graphicFrameMk id="9" creationId="{290F3EB3-7348-99BD-90BE-C93F62667A9E}"/>
          </ac:graphicFrameMkLst>
        </pc:graphicFrameChg>
      </pc:sldChg>
      <pc:sldChg chg="addSp delSp modSp add mod ord">
        <pc:chgData name="소윤 박" userId="70971e6901662f5b" providerId="LiveId" clId="{7BB15472-935D-4F68-BDBD-63C6062A63E3}" dt="2025-12-09T22:11:05.684" v="1102" actId="20577"/>
        <pc:sldMkLst>
          <pc:docMk/>
          <pc:sldMk cId="1843910031" sldId="283"/>
        </pc:sldMkLst>
        <pc:spChg chg="mod">
          <ac:chgData name="소윤 박" userId="70971e6901662f5b" providerId="LiveId" clId="{7BB15472-935D-4F68-BDBD-63C6062A63E3}" dt="2025-12-09T22:11:05.684" v="1102" actId="20577"/>
          <ac:spMkLst>
            <pc:docMk/>
            <pc:sldMk cId="1843910031" sldId="283"/>
            <ac:spMk id="10" creationId="{27A4ECEF-B002-5531-C6B3-80CC9987A49C}"/>
          </ac:spMkLst>
        </pc:spChg>
        <pc:spChg chg="mod">
          <ac:chgData name="소윤 박" userId="70971e6901662f5b" providerId="LiveId" clId="{7BB15472-935D-4F68-BDBD-63C6062A63E3}" dt="2025-12-09T22:05:31.920" v="1022" actId="20577"/>
          <ac:spMkLst>
            <pc:docMk/>
            <pc:sldMk cId="1843910031" sldId="283"/>
            <ac:spMk id="21" creationId="{37D12722-8D0C-1104-FC6B-1750F86A7240}"/>
          </ac:spMkLst>
        </pc:spChg>
        <pc:spChg chg="del">
          <ac:chgData name="소윤 박" userId="70971e6901662f5b" providerId="LiveId" clId="{7BB15472-935D-4F68-BDBD-63C6062A63E3}" dt="2025-12-09T22:10:37.179" v="1095" actId="21"/>
          <ac:spMkLst>
            <pc:docMk/>
            <pc:sldMk cId="1843910031" sldId="283"/>
            <ac:spMk id="22" creationId="{44742E18-AAFD-3E1E-320F-7F253EDBCCB7}"/>
          </ac:spMkLst>
        </pc:spChg>
        <pc:graphicFrameChg chg="add mod">
          <ac:chgData name="소윤 박" userId="70971e6901662f5b" providerId="LiveId" clId="{7BB15472-935D-4F68-BDBD-63C6062A63E3}" dt="2025-12-09T22:10:47.873" v="1098"/>
          <ac:graphicFrameMkLst>
            <pc:docMk/>
            <pc:sldMk cId="1843910031" sldId="283"/>
            <ac:graphicFrameMk id="9" creationId="{0A5DF0F4-C896-6051-A367-97088DC093D0}"/>
          </ac:graphicFrameMkLst>
        </pc:graphicFrameChg>
      </pc:sldChg>
      <pc:sldChg chg="delSp add del mod">
        <pc:chgData name="소윤 박" userId="70971e6901662f5b" providerId="LiveId" clId="{7BB15472-935D-4F68-BDBD-63C6062A63E3}" dt="2025-12-09T22:10:54.770" v="1099" actId="47"/>
        <pc:sldMkLst>
          <pc:docMk/>
          <pc:sldMk cId="127193782" sldId="284"/>
        </pc:sldMkLst>
        <pc:graphicFrameChg chg="del">
          <ac:chgData name="소윤 박" userId="70971e6901662f5b" providerId="LiveId" clId="{7BB15472-935D-4F68-BDBD-63C6062A63E3}" dt="2025-12-09T22:10:46.739" v="1097" actId="21"/>
          <ac:graphicFrameMkLst>
            <pc:docMk/>
            <pc:sldMk cId="127193782" sldId="284"/>
            <ac:graphicFrameMk id="9" creationId="{0A5DF0F4-C896-6051-A367-97088DC093D0}"/>
          </ac:graphicFrameMkLst>
        </pc:graphicFrameChg>
      </pc:sldChg>
      <pc:sldChg chg="modSp add mod">
        <pc:chgData name="소윤 박" userId="70971e6901662f5b" providerId="LiveId" clId="{7BB15472-935D-4F68-BDBD-63C6062A63E3}" dt="2025-12-09T22:14:16.903" v="1169" actId="20577"/>
        <pc:sldMkLst>
          <pc:docMk/>
          <pc:sldMk cId="1890861068" sldId="284"/>
        </pc:sldMkLst>
        <pc:spChg chg="mod">
          <ac:chgData name="소윤 박" userId="70971e6901662f5b" providerId="LiveId" clId="{7BB15472-935D-4F68-BDBD-63C6062A63E3}" dt="2025-12-09T22:11:38.625" v="1140" actId="6549"/>
          <ac:spMkLst>
            <pc:docMk/>
            <pc:sldMk cId="1890861068" sldId="284"/>
            <ac:spMk id="10" creationId="{A94F0C77-9A02-D193-84F1-0659C84A58C8}"/>
          </ac:spMkLst>
        </pc:spChg>
        <pc:spChg chg="mod">
          <ac:chgData name="소윤 박" userId="70971e6901662f5b" providerId="LiveId" clId="{7BB15472-935D-4F68-BDBD-63C6062A63E3}" dt="2025-12-09T22:14:16.903" v="1169" actId="20577"/>
          <ac:spMkLst>
            <pc:docMk/>
            <pc:sldMk cId="1890861068" sldId="284"/>
            <ac:spMk id="21" creationId="{81919B2B-FC93-9535-A59E-046BF1E8D0D3}"/>
          </ac:spMkLst>
        </pc:spChg>
        <pc:graphicFrameChg chg="mod modGraphic">
          <ac:chgData name="소윤 박" userId="70971e6901662f5b" providerId="LiveId" clId="{7BB15472-935D-4F68-BDBD-63C6062A63E3}" dt="2025-12-09T22:13:54.387" v="1166" actId="113"/>
          <ac:graphicFrameMkLst>
            <pc:docMk/>
            <pc:sldMk cId="1890861068" sldId="284"/>
            <ac:graphicFrameMk id="16" creationId="{D92C9800-1BAC-18C8-3C17-D6D790498867}"/>
          </ac:graphicFrameMkLst>
        </pc:graphicFrameChg>
      </pc:sldChg>
      <pc:sldChg chg="add del">
        <pc:chgData name="소윤 박" userId="70971e6901662f5b" providerId="LiveId" clId="{7BB15472-935D-4F68-BDBD-63C6062A63E3}" dt="2025-12-09T22:10:56.718" v="1100" actId="47"/>
        <pc:sldMkLst>
          <pc:docMk/>
          <pc:sldMk cId="2300245571" sldId="285"/>
        </pc:sldMkLst>
      </pc:sldChg>
      <pc:sldChg chg="addSp modSp add mod ord">
        <pc:chgData name="소윤 박" userId="70971e6901662f5b" providerId="LiveId" clId="{7BB15472-935D-4F68-BDBD-63C6062A63E3}" dt="2025-12-09T22:15:36.189" v="1227" actId="20577"/>
        <pc:sldMkLst>
          <pc:docMk/>
          <pc:sldMk cId="3737325019" sldId="285"/>
        </pc:sldMkLst>
        <pc:spChg chg="mod">
          <ac:chgData name="소윤 박" userId="70971e6901662f5b" providerId="LiveId" clId="{7BB15472-935D-4F68-BDBD-63C6062A63E3}" dt="2025-12-09T22:14:41.792" v="1194" actId="20577"/>
          <ac:spMkLst>
            <pc:docMk/>
            <pc:sldMk cId="3737325019" sldId="285"/>
            <ac:spMk id="10" creationId="{6D4A43C3-4817-A154-C96C-52160AD5EECF}"/>
          </ac:spMkLst>
        </pc:spChg>
        <pc:spChg chg="mod">
          <ac:chgData name="소윤 박" userId="70971e6901662f5b" providerId="LiveId" clId="{7BB15472-935D-4F68-BDBD-63C6062A63E3}" dt="2025-12-09T22:15:14.870" v="1220"/>
          <ac:spMkLst>
            <pc:docMk/>
            <pc:sldMk cId="3737325019" sldId="285"/>
            <ac:spMk id="14" creationId="{66CF60C3-04C6-48BF-F7FD-F6699773E610}"/>
          </ac:spMkLst>
        </pc:spChg>
        <pc:spChg chg="mod">
          <ac:chgData name="소윤 박" userId="70971e6901662f5b" providerId="LiveId" clId="{7BB15472-935D-4F68-BDBD-63C6062A63E3}" dt="2025-12-09T22:15:36.189" v="1227" actId="20577"/>
          <ac:spMkLst>
            <pc:docMk/>
            <pc:sldMk cId="3737325019" sldId="285"/>
            <ac:spMk id="21" creationId="{0D8EDB66-85E6-C186-4ABF-E074BBAAD4F9}"/>
          </ac:spMkLst>
        </pc:spChg>
        <pc:graphicFrameChg chg="add mod modGraphic">
          <ac:chgData name="소윤 박" userId="70971e6901662f5b" providerId="LiveId" clId="{7BB15472-935D-4F68-BDBD-63C6062A63E3}" dt="2025-12-09T22:15:30.100" v="1225" actId="1076"/>
          <ac:graphicFrameMkLst>
            <pc:docMk/>
            <pc:sldMk cId="3737325019" sldId="285"/>
            <ac:graphicFrameMk id="9" creationId="{16711570-6AA9-FF18-E1EA-EACBAFCC46B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88258-4EE4-4FB6-8F59-5ECD43969A0D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882A1-9E7E-4BB8-8606-9AFEF5C4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399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882A1-9E7E-4BB8-8606-9AFEF5C461D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37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10" Type="http://schemas.openxmlformats.org/officeDocument/2006/relationships/image" Target="../media/image20.png"/><Relationship Id="rId4" Type="http://schemas.openxmlformats.org/officeDocument/2006/relationships/image" Target="../media/image9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10.sv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4906978" y="9043238"/>
            <a:ext cx="2571397" cy="430125"/>
          </a:xfrm>
          <a:custGeom>
            <a:avLst/>
            <a:gdLst/>
            <a:ahLst/>
            <a:cxnLst/>
            <a:rect l="l" t="t" r="r" b="b"/>
            <a:pathLst>
              <a:path w="2571397" h="430125">
                <a:moveTo>
                  <a:pt x="0" y="0"/>
                </a:moveTo>
                <a:lnTo>
                  <a:pt x="2571397" y="0"/>
                </a:lnTo>
                <a:lnTo>
                  <a:pt x="2571397" y="430124"/>
                </a:lnTo>
                <a:lnTo>
                  <a:pt x="0" y="43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15757" y="3078565"/>
            <a:ext cx="17056485" cy="352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35"/>
              </a:lnSpc>
            </a:pPr>
            <a:r>
              <a:rPr lang="en-US" sz="17163" dirty="0" err="1">
                <a:solidFill>
                  <a:srgbClr val="211F1C"/>
                </a:solidFill>
                <a:latin typeface="Anton"/>
              </a:rPr>
              <a:t>XSS</a:t>
            </a:r>
            <a:endParaRPr lang="en-US" sz="17163" dirty="0">
              <a:solidFill>
                <a:srgbClr val="211F1C"/>
              </a:solidFill>
              <a:latin typeface="Anton"/>
            </a:endParaRPr>
          </a:p>
          <a:p>
            <a:pPr algn="ctr">
              <a:lnSpc>
                <a:spcPts val="10099"/>
              </a:lnSpc>
            </a:pPr>
            <a:r>
              <a:rPr lang="en-US" sz="9999" dirty="0">
                <a:solidFill>
                  <a:srgbClr val="211F1C"/>
                </a:solidFill>
                <a:latin typeface="Anton"/>
              </a:rPr>
              <a:t>Cross Site Scripting</a:t>
            </a:r>
          </a:p>
        </p:txBody>
      </p:sp>
      <p:sp>
        <p:nvSpPr>
          <p:cNvPr id="7" name="Freeform 7"/>
          <p:cNvSpPr/>
          <p:nvPr/>
        </p:nvSpPr>
        <p:spPr>
          <a:xfrm>
            <a:off x="2358180" y="4165025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9" name="Freeform 9"/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5575306" y="4165025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365121" y="812085"/>
            <a:ext cx="1557758" cy="1331175"/>
          </a:xfrm>
          <a:custGeom>
            <a:avLst/>
            <a:gdLst/>
            <a:ahLst/>
            <a:cxnLst/>
            <a:rect l="l" t="t" r="r" b="b"/>
            <a:pathLst>
              <a:path w="1557758" h="1331175">
                <a:moveTo>
                  <a:pt x="0" y="0"/>
                </a:moveTo>
                <a:lnTo>
                  <a:pt x="1557758" y="0"/>
                </a:lnTo>
                <a:lnTo>
                  <a:pt x="1557758" y="1331176"/>
                </a:lnTo>
                <a:lnTo>
                  <a:pt x="0" y="13311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2331304" y="6371070"/>
            <a:ext cx="3818320" cy="820637"/>
            <a:chOff x="57404" y="466417"/>
            <a:chExt cx="5091093" cy="1094183"/>
          </a:xfrm>
        </p:grpSpPr>
        <p:sp>
          <p:nvSpPr>
            <p:cNvPr id="15" name="Freeform 15"/>
            <p:cNvSpPr/>
            <p:nvPr/>
          </p:nvSpPr>
          <p:spPr>
            <a:xfrm rot="-646737">
              <a:off x="57404" y="466417"/>
              <a:ext cx="5091093" cy="1094183"/>
            </a:xfrm>
            <a:custGeom>
              <a:avLst/>
              <a:gdLst/>
              <a:ahLst/>
              <a:cxnLst/>
              <a:rect l="l" t="t" r="r" b="b"/>
              <a:pathLst>
                <a:path w="5091093" h="1094183">
                  <a:moveTo>
                    <a:pt x="0" y="0"/>
                  </a:moveTo>
                  <a:lnTo>
                    <a:pt x="5091093" y="0"/>
                  </a:lnTo>
                  <a:lnTo>
                    <a:pt x="5091093" y="1094183"/>
                  </a:lnTo>
                  <a:lnTo>
                    <a:pt x="0" y="1094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4367" t="-175930" r="-8781" b="-423912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 rot="20953263">
              <a:off x="895063" y="642051"/>
              <a:ext cx="3402541" cy="667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2"/>
                </a:lnSpc>
                <a:spcBef>
                  <a:spcPct val="0"/>
                </a:spcBef>
              </a:pPr>
              <a:endParaRPr lang="en-US" sz="2770" spc="407" dirty="0">
                <a:solidFill>
                  <a:srgbClr val="FFFFFF"/>
                </a:solidFill>
                <a:latin typeface="Courier Prime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410230" y="6582316"/>
            <a:ext cx="5629370" cy="355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000" spc="294" dirty="0">
                <a:solidFill>
                  <a:srgbClr val="000000"/>
                </a:solidFill>
                <a:latin typeface="Nunito Sans Expanded Semi-Bold"/>
                <a:ea typeface="Nunito Sans Expanded Semi-Bold"/>
              </a:rPr>
              <a:t>RED Team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09625" y="9043238"/>
            <a:ext cx="2880627" cy="432385"/>
            <a:chOff x="0" y="0"/>
            <a:chExt cx="8296205" cy="12452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96205" cy="1245268"/>
            </a:xfrm>
            <a:custGeom>
              <a:avLst/>
              <a:gdLst/>
              <a:ahLst/>
              <a:cxnLst/>
              <a:rect l="l" t="t" r="r" b="b"/>
              <a:pathLst>
                <a:path w="8296205" h="1245268">
                  <a:moveTo>
                    <a:pt x="83315" y="0"/>
                  </a:moveTo>
                  <a:lnTo>
                    <a:pt x="8212890" y="0"/>
                  </a:lnTo>
                  <a:cubicBezTo>
                    <a:pt x="8258904" y="0"/>
                    <a:pt x="8296205" y="37301"/>
                    <a:pt x="8296205" y="83315"/>
                  </a:cubicBezTo>
                  <a:lnTo>
                    <a:pt x="8296205" y="1161953"/>
                  </a:lnTo>
                  <a:cubicBezTo>
                    <a:pt x="8296205" y="1207966"/>
                    <a:pt x="8258904" y="1245268"/>
                    <a:pt x="8212890" y="1245268"/>
                  </a:cubicBezTo>
                  <a:lnTo>
                    <a:pt x="83315" y="1245268"/>
                  </a:lnTo>
                  <a:cubicBezTo>
                    <a:pt x="37301" y="1245268"/>
                    <a:pt x="0" y="1207966"/>
                    <a:pt x="0" y="1161953"/>
                  </a:cubicBezTo>
                  <a:lnTo>
                    <a:pt x="0" y="83315"/>
                  </a:lnTo>
                  <a:cubicBezTo>
                    <a:pt x="0" y="37301"/>
                    <a:pt x="37301" y="0"/>
                    <a:pt x="83315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296205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 err="1">
                  <a:solidFill>
                    <a:srgbClr val="211F1C"/>
                  </a:solidFill>
                  <a:latin typeface="Nunito Sans Expanded Semi-Bold"/>
                </a:rPr>
                <a:t>XSS</a:t>
              </a:r>
              <a:endParaRPr lang="en-US" sz="1439" spc="211" dirty="0">
                <a:solidFill>
                  <a:srgbClr val="211F1C"/>
                </a:solidFill>
                <a:latin typeface="Nunito Sans Expanded Semi-Bold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1/14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4906978" y="9043238"/>
            <a:ext cx="2571397" cy="430125"/>
          </a:xfrm>
          <a:custGeom>
            <a:avLst/>
            <a:gdLst/>
            <a:ahLst/>
            <a:cxnLst/>
            <a:rect l="l" t="t" r="r" b="b"/>
            <a:pathLst>
              <a:path w="2571397" h="430125">
                <a:moveTo>
                  <a:pt x="0" y="0"/>
                </a:moveTo>
                <a:lnTo>
                  <a:pt x="2571397" y="0"/>
                </a:lnTo>
                <a:lnTo>
                  <a:pt x="2571397" y="430124"/>
                </a:lnTo>
                <a:lnTo>
                  <a:pt x="0" y="43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991530" y="3712397"/>
            <a:ext cx="6667500" cy="874356"/>
            <a:chOff x="0" y="0"/>
            <a:chExt cx="2126876" cy="2789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26876" cy="278912"/>
            </a:xfrm>
            <a:custGeom>
              <a:avLst/>
              <a:gdLst/>
              <a:ahLst/>
              <a:cxnLst/>
              <a:rect l="l" t="t" r="r" b="b"/>
              <a:pathLst>
                <a:path w="2126876" h="278912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1739" spc="255" dirty="0" err="1">
                  <a:solidFill>
                    <a:srgbClr val="000000"/>
                  </a:solidFill>
                  <a:latin typeface="Nunito Sans Expanded Medium"/>
                </a:rPr>
                <a:t>XSS</a:t>
              </a:r>
              <a:r>
                <a:rPr lang="en-US" sz="1739" spc="255" dirty="0">
                  <a:solidFill>
                    <a:srgbClr val="000000"/>
                  </a:solidFill>
                  <a:latin typeface="Nunito Sans Expanded Medium"/>
                </a:rPr>
                <a:t> </a:t>
              </a:r>
              <a:r>
                <a:rPr lang="ko-KR" altLang="en-US" sz="1739" spc="255" dirty="0">
                  <a:solidFill>
                    <a:srgbClr val="000000"/>
                  </a:solidFill>
                  <a:latin typeface="Nunito Sans Expanded Medium"/>
                </a:rPr>
                <a:t>개념</a:t>
              </a:r>
              <a:endParaRPr lang="en-US" sz="1739" spc="255" dirty="0">
                <a:solidFill>
                  <a:srgbClr val="000000"/>
                </a:solidFill>
                <a:latin typeface="Nunito Sans Expanded Medium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09625" y="3712397"/>
            <a:ext cx="897095" cy="874356"/>
            <a:chOff x="0" y="0"/>
            <a:chExt cx="286166" cy="2789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6166" cy="278912"/>
            </a:xfrm>
            <a:custGeom>
              <a:avLst/>
              <a:gdLst/>
              <a:ahLst/>
              <a:cxnLst/>
              <a:rect l="l" t="t" r="r" b="b"/>
              <a:pathLst>
                <a:path w="286166" h="278912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3145"/>
                </a:lnSpc>
              </a:pPr>
              <a:r>
                <a:rPr lang="en-US" sz="2139" spc="314" dirty="0">
                  <a:solidFill>
                    <a:srgbClr val="000000"/>
                  </a:solidFill>
                  <a:latin typeface="Nunito Sans Expanded Bold"/>
                </a:rPr>
                <a:t>1.1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91530" y="4913454"/>
            <a:ext cx="6667500" cy="874356"/>
            <a:chOff x="0" y="0"/>
            <a:chExt cx="2126876" cy="2789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26876" cy="278912"/>
            </a:xfrm>
            <a:custGeom>
              <a:avLst/>
              <a:gdLst/>
              <a:ahLst/>
              <a:cxnLst/>
              <a:rect l="l" t="t" r="r" b="b"/>
              <a:pathLst>
                <a:path w="2126876" h="278912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1739" spc="255" dirty="0" err="1">
                  <a:solidFill>
                    <a:srgbClr val="000000"/>
                  </a:solidFill>
                  <a:latin typeface="Nunito Sans Expanded Medium"/>
                </a:rPr>
                <a:t>XSS</a:t>
              </a:r>
              <a:r>
                <a:rPr lang="en-US" sz="1739" spc="255" dirty="0">
                  <a:solidFill>
                    <a:srgbClr val="000000"/>
                  </a:solidFill>
                  <a:latin typeface="Nunito Sans Expanded Medium"/>
                </a:rPr>
                <a:t> </a:t>
              </a:r>
              <a:r>
                <a:rPr lang="ko-KR" altLang="en-US" sz="1739" spc="255" dirty="0">
                  <a:solidFill>
                    <a:srgbClr val="000000"/>
                  </a:solidFill>
                  <a:latin typeface="Nunito Sans Expanded Medium"/>
                </a:rPr>
                <a:t>종류</a:t>
              </a:r>
              <a:r>
                <a:rPr lang="en-US" altLang="ko-KR" sz="1739" spc="255" dirty="0">
                  <a:solidFill>
                    <a:srgbClr val="000000"/>
                  </a:solidFill>
                  <a:latin typeface="Nunito Sans Expanded Medium"/>
                </a:rPr>
                <a:t>(Stored/Reflected/DOM-Based)</a:t>
              </a:r>
              <a:endParaRPr lang="en-US" sz="1739" spc="255" dirty="0">
                <a:solidFill>
                  <a:srgbClr val="000000"/>
                </a:solidFill>
                <a:latin typeface="Nunito Sans Expanded Mediu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09625" y="4913454"/>
            <a:ext cx="897095" cy="874356"/>
            <a:chOff x="0" y="0"/>
            <a:chExt cx="286166" cy="2789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86166" cy="278912"/>
            </a:xfrm>
            <a:custGeom>
              <a:avLst/>
              <a:gdLst/>
              <a:ahLst/>
              <a:cxnLst/>
              <a:rect l="l" t="t" r="r" b="b"/>
              <a:pathLst>
                <a:path w="286166" h="278912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3145"/>
                </a:lnSpc>
              </a:pPr>
              <a:r>
                <a:rPr lang="en-US" sz="2139" spc="314" dirty="0">
                  <a:solidFill>
                    <a:srgbClr val="000000"/>
                  </a:solidFill>
                  <a:latin typeface="Nunito Sans Expanded Bold"/>
                </a:rPr>
                <a:t>1.2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91530" y="6114511"/>
            <a:ext cx="6667500" cy="874356"/>
            <a:chOff x="0" y="0"/>
            <a:chExt cx="2126876" cy="2789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26876" cy="278912"/>
            </a:xfrm>
            <a:custGeom>
              <a:avLst/>
              <a:gdLst/>
              <a:ahLst/>
              <a:cxnLst/>
              <a:rect l="l" t="t" r="r" b="b"/>
              <a:pathLst>
                <a:path w="2126876" h="278912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1739" spc="255" dirty="0" err="1">
                  <a:solidFill>
                    <a:srgbClr val="000000"/>
                  </a:solidFill>
                  <a:latin typeface="Nunito Sans Expanded Medium"/>
                </a:rPr>
                <a:t>XSS</a:t>
              </a:r>
              <a:r>
                <a:rPr lang="en-US" sz="1739" spc="255" dirty="0">
                  <a:solidFill>
                    <a:srgbClr val="000000"/>
                  </a:solidFill>
                  <a:latin typeface="Nunito Sans Expanded Medium"/>
                </a:rPr>
                <a:t> </a:t>
              </a:r>
              <a:r>
                <a:rPr lang="ko-KR" altLang="en-US" sz="1739" spc="255" dirty="0">
                  <a:solidFill>
                    <a:srgbClr val="000000"/>
                  </a:solidFill>
                  <a:latin typeface="Nunito Sans Expanded Medium"/>
                </a:rPr>
                <a:t>주요 발생 지점</a:t>
              </a:r>
              <a:endParaRPr lang="en-US" sz="1739" spc="255" dirty="0">
                <a:solidFill>
                  <a:srgbClr val="000000"/>
                </a:solidFill>
                <a:latin typeface="Nunito Sans Expanded Mediu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9625" y="6114511"/>
            <a:ext cx="897095" cy="874356"/>
            <a:chOff x="0" y="0"/>
            <a:chExt cx="286166" cy="2789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86166" cy="278912"/>
            </a:xfrm>
            <a:custGeom>
              <a:avLst/>
              <a:gdLst/>
              <a:ahLst/>
              <a:cxnLst/>
              <a:rect l="l" t="t" r="r" b="b"/>
              <a:pathLst>
                <a:path w="286166" h="278912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3145"/>
                </a:lnSpc>
              </a:pPr>
              <a:r>
                <a:rPr lang="en-US" altLang="ko-KR" sz="2139" spc="314" dirty="0">
                  <a:solidFill>
                    <a:srgbClr val="000000"/>
                  </a:solidFill>
                  <a:latin typeface="Nunito Sans Expanded Bold"/>
                </a:rPr>
                <a:t>1.</a:t>
              </a:r>
              <a:r>
                <a:rPr lang="en-US" sz="2139" spc="314" dirty="0">
                  <a:solidFill>
                    <a:srgbClr val="000000"/>
                  </a:solidFill>
                  <a:latin typeface="Nunito Sans Expanded Bold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91530" y="7315568"/>
            <a:ext cx="6667500" cy="874356"/>
            <a:chOff x="0" y="0"/>
            <a:chExt cx="2126876" cy="27891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26876" cy="278912"/>
            </a:xfrm>
            <a:custGeom>
              <a:avLst/>
              <a:gdLst/>
              <a:ahLst/>
              <a:cxnLst/>
              <a:rect l="l" t="t" r="r" b="b"/>
              <a:pathLst>
                <a:path w="2126876" h="278912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1739" spc="255" dirty="0" err="1">
                  <a:solidFill>
                    <a:srgbClr val="000000"/>
                  </a:solidFill>
                  <a:latin typeface="Nunito Sans Expanded Medium"/>
                </a:rPr>
                <a:t>XSS</a:t>
              </a:r>
              <a:r>
                <a:rPr lang="ko-KR" altLang="en-US" sz="1739" spc="255" dirty="0">
                  <a:solidFill>
                    <a:srgbClr val="000000"/>
                  </a:solidFill>
                  <a:latin typeface="Nunito Sans Expanded Medium"/>
                </a:rPr>
                <a:t> 위험 이유</a:t>
              </a:r>
              <a:endParaRPr lang="en-US" sz="1739" spc="255" dirty="0">
                <a:solidFill>
                  <a:srgbClr val="000000"/>
                </a:solidFill>
                <a:latin typeface="Nunito Sans Expanded Mediu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9625" y="7315568"/>
            <a:ext cx="897095" cy="874356"/>
            <a:chOff x="0" y="0"/>
            <a:chExt cx="286166" cy="2789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86166" cy="278912"/>
            </a:xfrm>
            <a:custGeom>
              <a:avLst/>
              <a:gdLst/>
              <a:ahLst/>
              <a:cxnLst/>
              <a:rect l="l" t="t" r="r" b="b"/>
              <a:pathLst>
                <a:path w="286166" h="278912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3145"/>
                </a:lnSpc>
              </a:pPr>
              <a:r>
                <a:rPr lang="en-US" altLang="ko-KR" sz="2139" spc="314" dirty="0">
                  <a:solidFill>
                    <a:srgbClr val="000000"/>
                  </a:solidFill>
                  <a:latin typeface="Nunito Sans Expanded Bold"/>
                </a:rPr>
                <a:t>1.</a:t>
              </a:r>
              <a:r>
                <a:rPr lang="en-US" sz="2139" spc="314" dirty="0">
                  <a:solidFill>
                    <a:srgbClr val="000000"/>
                  </a:solidFill>
                  <a:latin typeface="Nunito Sans Expanded Bold"/>
                </a:rPr>
                <a:t>4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606624" y="3712397"/>
            <a:ext cx="897095" cy="874356"/>
            <a:chOff x="0" y="0"/>
            <a:chExt cx="286166" cy="27891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86166" cy="278912"/>
            </a:xfrm>
            <a:custGeom>
              <a:avLst/>
              <a:gdLst/>
              <a:ahLst/>
              <a:cxnLst/>
              <a:rect l="l" t="t" r="r" b="b"/>
              <a:pathLst>
                <a:path w="286166" h="278912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3145"/>
                </a:lnSpc>
              </a:pPr>
              <a:r>
                <a:rPr lang="en-US" altLang="ko-KR" sz="2139" spc="314" dirty="0">
                  <a:solidFill>
                    <a:srgbClr val="000000"/>
                  </a:solidFill>
                  <a:latin typeface="Nunito Sans Expanded Bold"/>
                </a:rPr>
                <a:t>1.</a:t>
              </a:r>
              <a:r>
                <a:rPr lang="en-US" sz="2139" spc="314" dirty="0">
                  <a:solidFill>
                    <a:srgbClr val="000000"/>
                  </a:solidFill>
                  <a:latin typeface="Nunito Sans Expanded Bold"/>
                </a:rPr>
                <a:t>5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789468" y="3712397"/>
            <a:ext cx="6667500" cy="874356"/>
            <a:chOff x="0" y="0"/>
            <a:chExt cx="2126876" cy="27891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6876" cy="278912"/>
            </a:xfrm>
            <a:custGeom>
              <a:avLst/>
              <a:gdLst/>
              <a:ahLst/>
              <a:cxnLst/>
              <a:rect l="l" t="t" r="r" b="b"/>
              <a:pathLst>
                <a:path w="2126876" h="278912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1739" spc="255" dirty="0" err="1">
                  <a:solidFill>
                    <a:srgbClr val="000000"/>
                  </a:solidFill>
                  <a:latin typeface="Nunito Sans Expanded Medium"/>
                </a:rPr>
                <a:t>OWASP</a:t>
              </a:r>
              <a:r>
                <a:rPr lang="en-US" sz="1739" spc="255" dirty="0">
                  <a:solidFill>
                    <a:srgbClr val="000000"/>
                  </a:solidFill>
                  <a:latin typeface="Nunito Sans Expanded Medium"/>
                </a:rPr>
                <a:t> </a:t>
              </a:r>
              <a:r>
                <a:rPr lang="ko-KR" altLang="en-US" sz="1739" spc="255" dirty="0">
                  <a:solidFill>
                    <a:srgbClr val="000000"/>
                  </a:solidFill>
                  <a:latin typeface="Nunito Sans Expanded Medium"/>
                </a:rPr>
                <a:t>변화</a:t>
              </a:r>
              <a:endParaRPr lang="en-US" sz="1739" spc="255" dirty="0">
                <a:solidFill>
                  <a:srgbClr val="000000"/>
                </a:solidFill>
                <a:latin typeface="Nunito Sans Expanded Mediu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606624" y="4913454"/>
            <a:ext cx="897095" cy="874356"/>
            <a:chOff x="0" y="0"/>
            <a:chExt cx="286166" cy="27891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86166" cy="278912"/>
            </a:xfrm>
            <a:custGeom>
              <a:avLst/>
              <a:gdLst/>
              <a:ahLst/>
              <a:cxnLst/>
              <a:rect l="l" t="t" r="r" b="b"/>
              <a:pathLst>
                <a:path w="286166" h="278912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3145"/>
                </a:lnSpc>
              </a:pPr>
              <a:r>
                <a:rPr lang="en-US" sz="2139" spc="314" dirty="0">
                  <a:solidFill>
                    <a:srgbClr val="000000"/>
                  </a:solidFill>
                  <a:latin typeface="Nunito Sans Expanded Bold"/>
                </a:rPr>
                <a:t>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789468" y="4913454"/>
            <a:ext cx="6667500" cy="874356"/>
            <a:chOff x="0" y="0"/>
            <a:chExt cx="2126876" cy="27891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26876" cy="278912"/>
            </a:xfrm>
            <a:custGeom>
              <a:avLst/>
              <a:gdLst/>
              <a:ahLst/>
              <a:cxnLst/>
              <a:rect l="l" t="t" r="r" b="b"/>
              <a:pathLst>
                <a:path w="2126876" h="278912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marL="0" lvl="0" indent="0" algn="ctr">
                <a:lnSpc>
                  <a:spcPts val="2557"/>
                </a:lnSpc>
                <a:spcBef>
                  <a:spcPct val="0"/>
                </a:spcBef>
              </a:pPr>
              <a:r>
                <a:rPr lang="en-US" sz="1739" spc="255" dirty="0">
                  <a:solidFill>
                    <a:srgbClr val="000000"/>
                  </a:solidFill>
                  <a:latin typeface="Nunito Sans Expanded Medium"/>
                </a:rPr>
                <a:t>HTML/</a:t>
              </a:r>
              <a:r>
                <a:rPr lang="en-US" sz="1739" spc="255" dirty="0" err="1">
                  <a:solidFill>
                    <a:srgbClr val="000000"/>
                  </a:solidFill>
                  <a:latin typeface="Nunito Sans Expanded Medium"/>
                </a:rPr>
                <a:t>Javascript</a:t>
              </a:r>
              <a:r>
                <a:rPr lang="en-US" sz="1739" spc="255" dirty="0">
                  <a:solidFill>
                    <a:srgbClr val="000000"/>
                  </a:solidFill>
                  <a:latin typeface="Nunito Sans Expanded Medium"/>
                </a:rPr>
                <a:t>/CSS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606624" y="6114511"/>
            <a:ext cx="897095" cy="874356"/>
            <a:chOff x="0" y="0"/>
            <a:chExt cx="286166" cy="27891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86166" cy="278912"/>
            </a:xfrm>
            <a:custGeom>
              <a:avLst/>
              <a:gdLst/>
              <a:ahLst/>
              <a:cxnLst/>
              <a:rect l="l" t="t" r="r" b="b"/>
              <a:pathLst>
                <a:path w="286166" h="278912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3145"/>
                </a:lnSpc>
              </a:pPr>
              <a:r>
                <a:rPr lang="en-US" sz="2139" spc="314" dirty="0">
                  <a:solidFill>
                    <a:srgbClr val="000000"/>
                  </a:solidFill>
                  <a:latin typeface="Nunito Sans Expanded Bold"/>
                </a:rPr>
                <a:t>3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789468" y="6114511"/>
            <a:ext cx="6667500" cy="874356"/>
            <a:chOff x="0" y="0"/>
            <a:chExt cx="2126876" cy="27891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26876" cy="278912"/>
            </a:xfrm>
            <a:custGeom>
              <a:avLst/>
              <a:gdLst/>
              <a:ahLst/>
              <a:cxnLst/>
              <a:rect l="l" t="t" r="r" b="b"/>
              <a:pathLst>
                <a:path w="2126876" h="278912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1739" spc="255" dirty="0" err="1">
                  <a:solidFill>
                    <a:srgbClr val="000000"/>
                  </a:solidFill>
                  <a:latin typeface="Nunito Sans Expanded Medium"/>
                </a:rPr>
                <a:t>XSS</a:t>
              </a:r>
              <a:r>
                <a:rPr lang="en-US" sz="1739" spc="255" dirty="0">
                  <a:solidFill>
                    <a:srgbClr val="000000"/>
                  </a:solidFill>
                  <a:latin typeface="Nunito Sans Expanded Medium"/>
                </a:rPr>
                <a:t> </a:t>
              </a:r>
              <a:r>
                <a:rPr lang="ko-KR" altLang="en-US" sz="1739" spc="255" dirty="0">
                  <a:solidFill>
                    <a:srgbClr val="000000"/>
                  </a:solidFill>
                  <a:latin typeface="Nunito Sans Expanded Medium"/>
                </a:rPr>
                <a:t>방지 대책</a:t>
              </a:r>
              <a:endParaRPr lang="en-US" sz="1739" spc="255" dirty="0">
                <a:solidFill>
                  <a:srgbClr val="000000"/>
                </a:solidFill>
                <a:latin typeface="Nunito Sans Expanded Medium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606624" y="7315568"/>
            <a:ext cx="897095" cy="874356"/>
            <a:chOff x="0" y="0"/>
            <a:chExt cx="286166" cy="27891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86166" cy="278912"/>
            </a:xfrm>
            <a:custGeom>
              <a:avLst/>
              <a:gdLst/>
              <a:ahLst/>
              <a:cxnLst/>
              <a:rect l="l" t="t" r="r" b="b"/>
              <a:pathLst>
                <a:path w="286166" h="278912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3145"/>
                </a:lnSpc>
              </a:pPr>
              <a:r>
                <a:rPr lang="en-US" sz="2139" spc="314" dirty="0">
                  <a:solidFill>
                    <a:srgbClr val="000000"/>
                  </a:solidFill>
                  <a:latin typeface="Nunito Sans Expanded Bold"/>
                </a:rPr>
                <a:t>4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789468" y="7315568"/>
            <a:ext cx="6667500" cy="874356"/>
            <a:chOff x="0" y="0"/>
            <a:chExt cx="2126876" cy="27891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126876" cy="278912"/>
            </a:xfrm>
            <a:custGeom>
              <a:avLst/>
              <a:gdLst/>
              <a:ahLst/>
              <a:cxnLst/>
              <a:rect l="l" t="t" r="r" b="b"/>
              <a:pathLst>
                <a:path w="2126876" h="278912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2557"/>
                </a:lnSpc>
              </a:pPr>
              <a:r>
                <a:rPr lang="ko-KR" altLang="en-US" sz="1739" spc="255" dirty="0">
                  <a:solidFill>
                    <a:srgbClr val="000000"/>
                  </a:solidFill>
                  <a:latin typeface="Nunito Sans Expanded Medium"/>
                </a:rPr>
                <a:t>실습 </a:t>
              </a:r>
              <a:r>
                <a:rPr lang="en-US" altLang="ko-KR" sz="1739" spc="255" dirty="0">
                  <a:solidFill>
                    <a:srgbClr val="000000"/>
                  </a:solidFill>
                  <a:latin typeface="Nunito Sans Expanded Medium"/>
                </a:rPr>
                <a:t>with. </a:t>
              </a:r>
              <a:r>
                <a:rPr lang="en-US" altLang="ko-KR" sz="1739" spc="255" dirty="0" err="1">
                  <a:solidFill>
                    <a:srgbClr val="000000"/>
                  </a:solidFill>
                  <a:latin typeface="Nunito Sans Expanded Medium"/>
                </a:rPr>
                <a:t>WebGoat&amp;DVWA</a:t>
              </a:r>
              <a:endParaRPr lang="en-US" sz="1739" spc="255" dirty="0">
                <a:solidFill>
                  <a:srgbClr val="000000"/>
                </a:solidFill>
                <a:latin typeface="Nunito Sans Expanded Medium"/>
              </a:endParaRPr>
            </a:p>
          </p:txBody>
        </p:sp>
      </p:grpSp>
      <p:sp>
        <p:nvSpPr>
          <p:cNvPr id="54" name="Freeform 54"/>
          <p:cNvSpPr/>
          <p:nvPr/>
        </p:nvSpPr>
        <p:spPr>
          <a:xfrm>
            <a:off x="16486423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809625" y="1883890"/>
            <a:ext cx="11890034" cy="112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75"/>
              </a:lnSpc>
              <a:spcBef>
                <a:spcPct val="0"/>
              </a:spcBef>
            </a:pPr>
            <a:r>
              <a:rPr lang="en-US" sz="8392">
                <a:solidFill>
                  <a:srgbClr val="211F1C"/>
                </a:solidFill>
                <a:latin typeface="Anton"/>
              </a:rPr>
              <a:t>CONTENT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57" name="Freeform 57"/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8" name="Freeform 58"/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0" name="Freeform 60"/>
          <p:cNvSpPr/>
          <p:nvPr/>
        </p:nvSpPr>
        <p:spPr>
          <a:xfrm>
            <a:off x="809625" y="9043238"/>
            <a:ext cx="2880627" cy="432385"/>
          </a:xfrm>
          <a:custGeom>
            <a:avLst/>
            <a:gdLst/>
            <a:ahLst/>
            <a:cxnLst/>
            <a:rect l="l" t="t" r="r" b="b"/>
            <a:pathLst>
              <a:path w="8296205" h="1245268">
                <a:moveTo>
                  <a:pt x="83315" y="0"/>
                </a:moveTo>
                <a:lnTo>
                  <a:pt x="8212890" y="0"/>
                </a:lnTo>
                <a:cubicBezTo>
                  <a:pt x="8258904" y="0"/>
                  <a:pt x="8296205" y="37301"/>
                  <a:pt x="8296205" y="83315"/>
                </a:cubicBezTo>
                <a:lnTo>
                  <a:pt x="8296205" y="1161953"/>
                </a:lnTo>
                <a:cubicBezTo>
                  <a:pt x="8296205" y="1207966"/>
                  <a:pt x="8258904" y="1245268"/>
                  <a:pt x="8212890" y="1245268"/>
                </a:cubicBezTo>
                <a:lnTo>
                  <a:pt x="83315" y="1245268"/>
                </a:lnTo>
                <a:cubicBezTo>
                  <a:pt x="37301" y="1245268"/>
                  <a:pt x="0" y="1207966"/>
                  <a:pt x="0" y="1161953"/>
                </a:cubicBezTo>
                <a:lnTo>
                  <a:pt x="0" y="83315"/>
                </a:lnTo>
                <a:cubicBezTo>
                  <a:pt x="0" y="37301"/>
                  <a:pt x="37301" y="0"/>
                  <a:pt x="83315" y="0"/>
                </a:cubicBezTo>
                <a:close/>
              </a:path>
            </a:pathLst>
          </a:custGeom>
          <a:solidFill>
            <a:srgbClr val="F1F1F1"/>
          </a:solidFill>
          <a:ln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2" name="Freeform 62"/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4" name="Group 64"/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2/14</a:t>
              </a:r>
            </a:p>
          </p:txBody>
        </p:sp>
      </p:grpSp>
      <p:sp>
        <p:nvSpPr>
          <p:cNvPr id="68" name="TextBox 20">
            <a:extLst>
              <a:ext uri="{FF2B5EF4-FFF2-40B4-BE49-F238E27FC236}">
                <a16:creationId xmlns:a16="http://schemas.microsoft.com/office/drawing/2014/main" id="{5439B4A7-0AB5-DF4E-37EF-28996AB3C825}"/>
              </a:ext>
            </a:extLst>
          </p:cNvPr>
          <p:cNvSpPr txBox="1"/>
          <p:nvPr/>
        </p:nvSpPr>
        <p:spPr>
          <a:xfrm>
            <a:off x="809625" y="9030009"/>
            <a:ext cx="2880627" cy="445614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marL="0" lvl="0" indent="0" algn="ctr">
              <a:lnSpc>
                <a:spcPts val="2116"/>
              </a:lnSpc>
              <a:spcBef>
                <a:spcPct val="0"/>
              </a:spcBef>
            </a:pPr>
            <a:r>
              <a:rPr lang="en-US" sz="1439" spc="211" dirty="0" err="1">
                <a:solidFill>
                  <a:srgbClr val="211F1C"/>
                </a:solidFill>
                <a:latin typeface="Nunito Sans Expanded Semi-Bold"/>
              </a:rPr>
              <a:t>XSS</a:t>
            </a:r>
            <a:endParaRPr lang="en-US" sz="1439" spc="211" dirty="0">
              <a:solidFill>
                <a:srgbClr val="211F1C"/>
              </a:solidFill>
              <a:latin typeface="Nunito Sans Expanded Semi-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5136398" y="638734"/>
            <a:ext cx="12832078" cy="9009533"/>
            <a:chOff x="0" y="0"/>
            <a:chExt cx="4093324" cy="28739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93324" cy="2873964"/>
            </a:xfrm>
            <a:custGeom>
              <a:avLst/>
              <a:gdLst/>
              <a:ahLst/>
              <a:cxnLst/>
              <a:rect l="l" t="t" r="r" b="b"/>
              <a:pathLst>
                <a:path w="4093324" h="2873964">
                  <a:moveTo>
                    <a:pt x="21720" y="0"/>
                  </a:moveTo>
                  <a:lnTo>
                    <a:pt x="4071604" y="0"/>
                  </a:lnTo>
                  <a:cubicBezTo>
                    <a:pt x="4083600" y="0"/>
                    <a:pt x="4093324" y="9724"/>
                    <a:pt x="4093324" y="21720"/>
                  </a:cubicBezTo>
                  <a:lnTo>
                    <a:pt x="4093324" y="2852245"/>
                  </a:lnTo>
                  <a:cubicBezTo>
                    <a:pt x="4093324" y="2864240"/>
                    <a:pt x="4083600" y="2873964"/>
                    <a:pt x="4071604" y="2873964"/>
                  </a:cubicBezTo>
                  <a:lnTo>
                    <a:pt x="21720" y="2873964"/>
                  </a:lnTo>
                  <a:cubicBezTo>
                    <a:pt x="9724" y="2873964"/>
                    <a:pt x="0" y="2864240"/>
                    <a:pt x="0" y="2852245"/>
                  </a:cubicBezTo>
                  <a:lnTo>
                    <a:pt x="0" y="21720"/>
                  </a:lnTo>
                  <a:cubicBezTo>
                    <a:pt x="0" y="9724"/>
                    <a:pt x="9724" y="0"/>
                    <a:pt x="2172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93324" cy="291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09625" y="1928438"/>
            <a:ext cx="4136273" cy="1828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9"/>
              </a:lnSpc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1.1</a:t>
            </a:r>
          </a:p>
          <a:p>
            <a:pPr marL="0" lvl="0" indent="0" algn="l">
              <a:lnSpc>
                <a:spcPts val="7069"/>
              </a:lnSpc>
              <a:spcBef>
                <a:spcPct val="0"/>
              </a:spcBef>
            </a:pPr>
            <a:r>
              <a:rPr lang="en-US" sz="6999" dirty="0" err="1">
                <a:solidFill>
                  <a:srgbClr val="211F1C"/>
                </a:solidFill>
                <a:latin typeface="Anton"/>
              </a:rPr>
              <a:t>XSS</a:t>
            </a:r>
            <a:r>
              <a:rPr lang="en-US" sz="6999" dirty="0">
                <a:solidFill>
                  <a:srgbClr val="211F1C"/>
                </a:solidFill>
                <a:latin typeface="Anton"/>
              </a:rPr>
              <a:t> </a:t>
            </a:r>
            <a:r>
              <a:rPr lang="ko-KR" altLang="en-US" sz="6999" b="1" dirty="0">
                <a:solidFill>
                  <a:srgbClr val="211F1C"/>
                </a:solidFill>
                <a:latin typeface="Anton"/>
              </a:rPr>
              <a:t>개념</a:t>
            </a:r>
            <a:endParaRPr lang="en-US" sz="6999" b="1" dirty="0">
              <a:solidFill>
                <a:srgbClr val="211F1C"/>
              </a:solidFill>
              <a:latin typeface="Anton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12" name="Freeform 12"/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809625" y="9043238"/>
            <a:ext cx="2880627" cy="432385"/>
          </a:xfrm>
          <a:custGeom>
            <a:avLst/>
            <a:gdLst/>
            <a:ahLst/>
            <a:cxnLst/>
            <a:rect l="l" t="t" r="r" b="b"/>
            <a:pathLst>
              <a:path w="8296205" h="1245268">
                <a:moveTo>
                  <a:pt x="83315" y="0"/>
                </a:moveTo>
                <a:lnTo>
                  <a:pt x="8212890" y="0"/>
                </a:lnTo>
                <a:cubicBezTo>
                  <a:pt x="8258904" y="0"/>
                  <a:pt x="8296205" y="37301"/>
                  <a:pt x="8296205" y="83315"/>
                </a:cubicBezTo>
                <a:lnTo>
                  <a:pt x="8296205" y="1161953"/>
                </a:lnTo>
                <a:cubicBezTo>
                  <a:pt x="8296205" y="1207966"/>
                  <a:pt x="8258904" y="1245268"/>
                  <a:pt x="8212890" y="1245268"/>
                </a:cubicBezTo>
                <a:lnTo>
                  <a:pt x="83315" y="1245268"/>
                </a:lnTo>
                <a:cubicBezTo>
                  <a:pt x="37301" y="1245268"/>
                  <a:pt x="0" y="1207966"/>
                  <a:pt x="0" y="1161953"/>
                </a:cubicBezTo>
                <a:lnTo>
                  <a:pt x="0" y="83315"/>
                </a:lnTo>
                <a:cubicBezTo>
                  <a:pt x="0" y="37301"/>
                  <a:pt x="37301" y="0"/>
                  <a:pt x="83315" y="0"/>
                </a:cubicBezTo>
                <a:close/>
              </a:path>
            </a:pathLst>
          </a:custGeom>
          <a:solidFill>
            <a:srgbClr val="F1F1F1"/>
          </a:solidFill>
          <a:ln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17" name="Freeform 17"/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3/14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52943FD-11F7-B23E-AB13-A82251C85610}"/>
              </a:ext>
            </a:extLst>
          </p:cNvPr>
          <p:cNvSpPr txBox="1"/>
          <p:nvPr/>
        </p:nvSpPr>
        <p:spPr>
          <a:xfrm>
            <a:off x="5562600" y="1257300"/>
            <a:ext cx="115824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ko-KR" sz="4000" dirty="0"/>
              <a:t>크로스사이트 </a:t>
            </a:r>
            <a:r>
              <a:rPr lang="ko-KR" altLang="ko-KR" sz="4000" dirty="0" err="1"/>
              <a:t>스크립팅</a:t>
            </a:r>
            <a:r>
              <a:rPr lang="en-US" altLang="ko-KR" sz="4000" dirty="0"/>
              <a:t> </a:t>
            </a:r>
            <a:r>
              <a:rPr lang="en-US" altLang="ko-KR" sz="4000" dirty="0" err="1"/>
              <a:t>XSS</a:t>
            </a:r>
            <a:r>
              <a:rPr lang="en-US" altLang="ko-KR" sz="4000" dirty="0"/>
              <a:t> Cross Site Scripting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ko-KR" sz="4000" dirty="0"/>
              <a:t>공격자가 웹사이트에 악성 스크립트를 삽입하여</a:t>
            </a:r>
            <a:r>
              <a:rPr lang="en-US" altLang="ko-KR" sz="4000" dirty="0"/>
              <a:t>, </a:t>
            </a:r>
            <a:r>
              <a:rPr lang="ko-KR" altLang="ko-KR" sz="4000" dirty="0"/>
              <a:t>다른 사용자의 브라우저에 해당 스크립트를 실행</a:t>
            </a:r>
            <a:r>
              <a:rPr lang="en-US" altLang="ko-KR" sz="4000" dirty="0"/>
              <a:t> </a:t>
            </a:r>
            <a:r>
              <a:rPr lang="ko-KR" altLang="ko-KR" sz="4000" dirty="0"/>
              <a:t>시켜서 공격</a:t>
            </a:r>
            <a:endParaRPr lang="en-US" altLang="ko-KR" sz="4000" dirty="0"/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클라이언트</a:t>
            </a:r>
            <a:r>
              <a:rPr lang="en-US" altLang="ko-KR" sz="4000" dirty="0"/>
              <a:t>(</a:t>
            </a:r>
            <a:r>
              <a:rPr lang="ko-KR" altLang="en-US" sz="4000" dirty="0"/>
              <a:t>사용자</a:t>
            </a:r>
            <a:r>
              <a:rPr lang="en-US" altLang="ko-KR" sz="4000" dirty="0"/>
              <a:t>)</a:t>
            </a:r>
            <a:r>
              <a:rPr lang="ko-KR" altLang="en-US" sz="4000" dirty="0"/>
              <a:t>를 대상으로 한 공격</a:t>
            </a:r>
            <a:endParaRPr lang="ko-KR" altLang="ko-KR" sz="4000" dirty="0"/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833E3C81-587C-4455-07DB-06A440F5AFE3}"/>
              </a:ext>
            </a:extLst>
          </p:cNvPr>
          <p:cNvSpPr txBox="1"/>
          <p:nvPr/>
        </p:nvSpPr>
        <p:spPr>
          <a:xfrm>
            <a:off x="809625" y="9030009"/>
            <a:ext cx="2880627" cy="445614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marL="0" lvl="0" indent="0" algn="ctr">
              <a:lnSpc>
                <a:spcPts val="2116"/>
              </a:lnSpc>
              <a:spcBef>
                <a:spcPct val="0"/>
              </a:spcBef>
            </a:pPr>
            <a:r>
              <a:rPr lang="en-US" sz="1439" spc="211" dirty="0" err="1">
                <a:solidFill>
                  <a:srgbClr val="211F1C"/>
                </a:solidFill>
                <a:latin typeface="Nunito Sans Expanded Semi-Bold"/>
              </a:rPr>
              <a:t>XSS</a:t>
            </a:r>
            <a:endParaRPr lang="en-US" sz="1439" spc="211" dirty="0">
              <a:solidFill>
                <a:srgbClr val="211F1C"/>
              </a:solidFill>
              <a:latin typeface="Nunito Sans Expanded Semi-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4906978" y="9045498"/>
            <a:ext cx="2571397" cy="430125"/>
          </a:xfrm>
          <a:custGeom>
            <a:avLst/>
            <a:gdLst/>
            <a:ahLst/>
            <a:cxnLst/>
            <a:rect l="l" t="t" r="r" b="b"/>
            <a:pathLst>
              <a:path w="2571397" h="430125">
                <a:moveTo>
                  <a:pt x="0" y="0"/>
                </a:moveTo>
                <a:lnTo>
                  <a:pt x="2571397" y="0"/>
                </a:lnTo>
                <a:lnTo>
                  <a:pt x="2571397" y="430124"/>
                </a:lnTo>
                <a:lnTo>
                  <a:pt x="0" y="4301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647032" y="3567980"/>
            <a:ext cx="4993936" cy="49363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16"/>
              </a:lnSpc>
            </a:pPr>
            <a:endParaRPr/>
          </a:p>
        </p:txBody>
      </p:sp>
      <p:grpSp>
        <p:nvGrpSpPr>
          <p:cNvPr id="15" name="Group 15"/>
          <p:cNvGrpSpPr/>
          <p:nvPr/>
        </p:nvGrpSpPr>
        <p:grpSpPr>
          <a:xfrm>
            <a:off x="12470990" y="3525002"/>
            <a:ext cx="5007385" cy="4936390"/>
            <a:chOff x="-3542" y="-38100"/>
            <a:chExt cx="1318817" cy="1300119"/>
          </a:xfrm>
        </p:grpSpPr>
        <p:sp>
          <p:nvSpPr>
            <p:cNvPr id="16" name="Freeform 16"/>
            <p:cNvSpPr/>
            <p:nvPr/>
          </p:nvSpPr>
          <p:spPr>
            <a:xfrm>
              <a:off x="-3542" y="0"/>
              <a:ext cx="1315275" cy="1262019"/>
            </a:xfrm>
            <a:custGeom>
              <a:avLst/>
              <a:gdLst/>
              <a:ahLst/>
              <a:cxnLst/>
              <a:rect l="l" t="t" r="r" b="b"/>
              <a:pathLst>
                <a:path w="1315275" h="1262019">
                  <a:moveTo>
                    <a:pt x="55810" y="0"/>
                  </a:moveTo>
                  <a:lnTo>
                    <a:pt x="1259466" y="0"/>
                  </a:lnTo>
                  <a:cubicBezTo>
                    <a:pt x="1274268" y="0"/>
                    <a:pt x="1288463" y="5880"/>
                    <a:pt x="1298929" y="16346"/>
                  </a:cubicBezTo>
                  <a:cubicBezTo>
                    <a:pt x="1309396" y="26813"/>
                    <a:pt x="1315275" y="41008"/>
                    <a:pt x="1315275" y="55810"/>
                  </a:cubicBezTo>
                  <a:lnTo>
                    <a:pt x="1315275" y="1206210"/>
                  </a:lnTo>
                  <a:cubicBezTo>
                    <a:pt x="1315275" y="1221011"/>
                    <a:pt x="1309396" y="1235207"/>
                    <a:pt x="1298929" y="1245673"/>
                  </a:cubicBezTo>
                  <a:cubicBezTo>
                    <a:pt x="1288463" y="1256139"/>
                    <a:pt x="1274268" y="1262019"/>
                    <a:pt x="1259466" y="1262019"/>
                  </a:cubicBezTo>
                  <a:lnTo>
                    <a:pt x="55810" y="1262019"/>
                  </a:lnTo>
                  <a:cubicBezTo>
                    <a:pt x="41008" y="1262019"/>
                    <a:pt x="26813" y="1256139"/>
                    <a:pt x="16346" y="1245673"/>
                  </a:cubicBezTo>
                  <a:cubicBezTo>
                    <a:pt x="5880" y="1235207"/>
                    <a:pt x="0" y="1221011"/>
                    <a:pt x="0" y="1206210"/>
                  </a:cubicBezTo>
                  <a:lnTo>
                    <a:pt x="0" y="55810"/>
                  </a:lnTo>
                  <a:cubicBezTo>
                    <a:pt x="0" y="41008"/>
                    <a:pt x="5880" y="26813"/>
                    <a:pt x="16346" y="16346"/>
                  </a:cubicBezTo>
                  <a:cubicBezTo>
                    <a:pt x="26813" y="5880"/>
                    <a:pt x="41008" y="0"/>
                    <a:pt x="5581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15275" cy="1300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070625" y="6127398"/>
            <a:ext cx="3815171" cy="375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4000" spc="250" dirty="0">
                <a:solidFill>
                  <a:srgbClr val="211F1C"/>
                </a:solidFill>
                <a:latin typeface="Anton"/>
              </a:rPr>
              <a:t>DOM-Based </a:t>
            </a:r>
            <a:r>
              <a:rPr lang="en-US" sz="4000" spc="250" dirty="0" err="1">
                <a:solidFill>
                  <a:srgbClr val="211F1C"/>
                </a:solidFill>
                <a:latin typeface="Anton"/>
              </a:rPr>
              <a:t>XSS</a:t>
            </a:r>
            <a:endParaRPr lang="en-US" sz="4000" spc="250" dirty="0">
              <a:solidFill>
                <a:srgbClr val="211F1C"/>
              </a:solidFill>
              <a:latin typeface="Anto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852937" y="6691398"/>
            <a:ext cx="4256939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7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211F1C"/>
                </a:solidFill>
                <a:latin typeface="Roboto Mono"/>
              </a:rPr>
              <a:t>DOM</a:t>
            </a:r>
            <a:r>
              <a:rPr lang="ko-KR" altLang="en-US" sz="2800" dirty="0">
                <a:solidFill>
                  <a:srgbClr val="211F1C"/>
                </a:solidFill>
                <a:latin typeface="Roboto Mono"/>
              </a:rPr>
              <a:t>객체형 </a:t>
            </a:r>
            <a:r>
              <a:rPr lang="en-US" altLang="ko-KR" sz="2800" dirty="0" err="1">
                <a:solidFill>
                  <a:srgbClr val="211F1C"/>
                </a:solidFill>
                <a:latin typeface="Roboto Mono"/>
              </a:rPr>
              <a:t>XSS</a:t>
            </a:r>
            <a:endParaRPr lang="en-US" sz="2800" dirty="0">
              <a:solidFill>
                <a:srgbClr val="211F1C"/>
              </a:solidFill>
              <a:latin typeface="Roboto Mono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144165" y="1374852"/>
            <a:ext cx="13999670" cy="112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75"/>
              </a:lnSpc>
              <a:spcBef>
                <a:spcPct val="0"/>
              </a:spcBef>
            </a:pPr>
            <a:r>
              <a:rPr lang="en-US" sz="8392" dirty="0" err="1">
                <a:solidFill>
                  <a:srgbClr val="211F1C"/>
                </a:solidFill>
                <a:latin typeface="Anton"/>
              </a:rPr>
              <a:t>XSS</a:t>
            </a:r>
            <a:r>
              <a:rPr lang="ko-KR" altLang="en-US" sz="8392" dirty="0">
                <a:solidFill>
                  <a:srgbClr val="211F1C"/>
                </a:solidFill>
                <a:latin typeface="Anton"/>
              </a:rPr>
              <a:t> </a:t>
            </a:r>
            <a:r>
              <a:rPr lang="ko-KR" altLang="en-US" sz="8392" b="1" dirty="0">
                <a:solidFill>
                  <a:srgbClr val="211F1C"/>
                </a:solidFill>
                <a:latin typeface="Anton"/>
              </a:rPr>
              <a:t>종류</a:t>
            </a:r>
            <a:endParaRPr lang="en-US" sz="8392" dirty="0">
              <a:solidFill>
                <a:srgbClr val="211F1C"/>
              </a:solidFill>
              <a:latin typeface="Anton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6486423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28" name="Freeform 28"/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1" name="Freeform 31"/>
          <p:cNvSpPr/>
          <p:nvPr/>
        </p:nvSpPr>
        <p:spPr>
          <a:xfrm>
            <a:off x="809625" y="9043238"/>
            <a:ext cx="2880627" cy="432385"/>
          </a:xfrm>
          <a:custGeom>
            <a:avLst/>
            <a:gdLst/>
            <a:ahLst/>
            <a:cxnLst/>
            <a:rect l="l" t="t" r="r" b="b"/>
            <a:pathLst>
              <a:path w="8296205" h="1245268">
                <a:moveTo>
                  <a:pt x="83315" y="0"/>
                </a:moveTo>
                <a:lnTo>
                  <a:pt x="8212890" y="0"/>
                </a:lnTo>
                <a:cubicBezTo>
                  <a:pt x="8258904" y="0"/>
                  <a:pt x="8296205" y="37301"/>
                  <a:pt x="8296205" y="83315"/>
                </a:cubicBezTo>
                <a:lnTo>
                  <a:pt x="8296205" y="1161953"/>
                </a:lnTo>
                <a:cubicBezTo>
                  <a:pt x="8296205" y="1207966"/>
                  <a:pt x="8258904" y="1245268"/>
                  <a:pt x="8212890" y="1245268"/>
                </a:cubicBezTo>
                <a:lnTo>
                  <a:pt x="83315" y="1245268"/>
                </a:lnTo>
                <a:cubicBezTo>
                  <a:pt x="37301" y="1245268"/>
                  <a:pt x="0" y="1207966"/>
                  <a:pt x="0" y="1161953"/>
                </a:cubicBezTo>
                <a:lnTo>
                  <a:pt x="0" y="83315"/>
                </a:lnTo>
                <a:cubicBezTo>
                  <a:pt x="0" y="37301"/>
                  <a:pt x="37301" y="0"/>
                  <a:pt x="83315" y="0"/>
                </a:cubicBezTo>
                <a:close/>
              </a:path>
            </a:pathLst>
          </a:custGeom>
          <a:solidFill>
            <a:srgbClr val="F1F1F1"/>
          </a:solidFill>
          <a:ln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33" name="Freeform 33"/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4/14</a:t>
              </a: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C68A58BE-6012-5B16-5E2E-2D9E03964D9C}"/>
              </a:ext>
            </a:extLst>
          </p:cNvPr>
          <p:cNvGrpSpPr/>
          <p:nvPr/>
        </p:nvGrpSpPr>
        <p:grpSpPr>
          <a:xfrm>
            <a:off x="6698500" y="3574704"/>
            <a:ext cx="5007385" cy="4936390"/>
            <a:chOff x="-3542" y="-38100"/>
            <a:chExt cx="1318817" cy="1300119"/>
          </a:xfrm>
        </p:grpSpPr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42069AB0-A125-E3FE-2646-1578F4834E8F}"/>
                </a:ext>
              </a:extLst>
            </p:cNvPr>
            <p:cNvSpPr/>
            <p:nvPr/>
          </p:nvSpPr>
          <p:spPr>
            <a:xfrm>
              <a:off x="-3542" y="0"/>
              <a:ext cx="1315275" cy="1262019"/>
            </a:xfrm>
            <a:custGeom>
              <a:avLst/>
              <a:gdLst/>
              <a:ahLst/>
              <a:cxnLst/>
              <a:rect l="l" t="t" r="r" b="b"/>
              <a:pathLst>
                <a:path w="1315275" h="1262019">
                  <a:moveTo>
                    <a:pt x="55810" y="0"/>
                  </a:moveTo>
                  <a:lnTo>
                    <a:pt x="1259466" y="0"/>
                  </a:lnTo>
                  <a:cubicBezTo>
                    <a:pt x="1274268" y="0"/>
                    <a:pt x="1288463" y="5880"/>
                    <a:pt x="1298929" y="16346"/>
                  </a:cubicBezTo>
                  <a:cubicBezTo>
                    <a:pt x="1309396" y="26813"/>
                    <a:pt x="1315275" y="41008"/>
                    <a:pt x="1315275" y="55810"/>
                  </a:cubicBezTo>
                  <a:lnTo>
                    <a:pt x="1315275" y="1206210"/>
                  </a:lnTo>
                  <a:cubicBezTo>
                    <a:pt x="1315275" y="1221011"/>
                    <a:pt x="1309396" y="1235207"/>
                    <a:pt x="1298929" y="1245673"/>
                  </a:cubicBezTo>
                  <a:cubicBezTo>
                    <a:pt x="1288463" y="1256139"/>
                    <a:pt x="1274268" y="1262019"/>
                    <a:pt x="1259466" y="1262019"/>
                  </a:cubicBezTo>
                  <a:lnTo>
                    <a:pt x="55810" y="1262019"/>
                  </a:lnTo>
                  <a:cubicBezTo>
                    <a:pt x="41008" y="1262019"/>
                    <a:pt x="26813" y="1256139"/>
                    <a:pt x="16346" y="1245673"/>
                  </a:cubicBezTo>
                  <a:cubicBezTo>
                    <a:pt x="5880" y="1235207"/>
                    <a:pt x="0" y="1221011"/>
                    <a:pt x="0" y="1206210"/>
                  </a:cubicBezTo>
                  <a:lnTo>
                    <a:pt x="0" y="55810"/>
                  </a:lnTo>
                  <a:cubicBezTo>
                    <a:pt x="0" y="41008"/>
                    <a:pt x="5880" y="26813"/>
                    <a:pt x="16346" y="16346"/>
                  </a:cubicBezTo>
                  <a:cubicBezTo>
                    <a:pt x="26813" y="5880"/>
                    <a:pt x="41008" y="0"/>
                    <a:pt x="5581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5C47FDE1-021A-2F6A-8354-8C81A80AF12D}"/>
                </a:ext>
              </a:extLst>
            </p:cNvPr>
            <p:cNvSpPr txBox="1"/>
            <p:nvPr/>
          </p:nvSpPr>
          <p:spPr>
            <a:xfrm>
              <a:off x="0" y="-38100"/>
              <a:ext cx="1315275" cy="1300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44" name="TextBox 21">
            <a:extLst>
              <a:ext uri="{FF2B5EF4-FFF2-40B4-BE49-F238E27FC236}">
                <a16:creationId xmlns:a16="http://schemas.microsoft.com/office/drawing/2014/main" id="{1AC1EF64-7BEF-8ED9-A765-4006B8E290AE}"/>
              </a:ext>
            </a:extLst>
          </p:cNvPr>
          <p:cNvSpPr txBox="1"/>
          <p:nvPr/>
        </p:nvSpPr>
        <p:spPr>
          <a:xfrm>
            <a:off x="7521879" y="6191045"/>
            <a:ext cx="3374074" cy="375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4000" spc="250" dirty="0">
                <a:solidFill>
                  <a:srgbClr val="211F1C"/>
                </a:solidFill>
                <a:latin typeface="Anton"/>
              </a:rPr>
              <a:t>Reflected </a:t>
            </a:r>
            <a:r>
              <a:rPr lang="en-US" sz="4000" spc="250" dirty="0" err="1">
                <a:solidFill>
                  <a:srgbClr val="211F1C"/>
                </a:solidFill>
                <a:latin typeface="Anton"/>
              </a:rPr>
              <a:t>XSS</a:t>
            </a:r>
            <a:endParaRPr lang="en-US" sz="4000" spc="250" dirty="0">
              <a:solidFill>
                <a:srgbClr val="211F1C"/>
              </a:solidFill>
              <a:latin typeface="Anton"/>
            </a:endParaRPr>
          </a:p>
        </p:txBody>
      </p:sp>
      <p:sp>
        <p:nvSpPr>
          <p:cNvPr id="45" name="TextBox 22">
            <a:extLst>
              <a:ext uri="{FF2B5EF4-FFF2-40B4-BE49-F238E27FC236}">
                <a16:creationId xmlns:a16="http://schemas.microsoft.com/office/drawing/2014/main" id="{F5DF1BF4-57B8-D448-2FB2-C1C4C4783144}"/>
              </a:ext>
            </a:extLst>
          </p:cNvPr>
          <p:cNvSpPr txBox="1"/>
          <p:nvPr/>
        </p:nvSpPr>
        <p:spPr>
          <a:xfrm>
            <a:off x="7080447" y="6741100"/>
            <a:ext cx="4256939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7"/>
              </a:lnSpc>
              <a:spcBef>
                <a:spcPct val="0"/>
              </a:spcBef>
            </a:pPr>
            <a:r>
              <a:rPr lang="ko-KR" altLang="en-US" sz="2800" dirty="0">
                <a:solidFill>
                  <a:srgbClr val="211F1C"/>
                </a:solidFill>
                <a:latin typeface="Roboto Mono"/>
              </a:rPr>
              <a:t>반사형 </a:t>
            </a:r>
            <a:r>
              <a:rPr lang="en-US" altLang="ko-KR" sz="2800" dirty="0" err="1">
                <a:solidFill>
                  <a:srgbClr val="211F1C"/>
                </a:solidFill>
                <a:latin typeface="Roboto Mono"/>
              </a:rPr>
              <a:t>XSS</a:t>
            </a:r>
            <a:endParaRPr lang="en-US" sz="2800" dirty="0">
              <a:solidFill>
                <a:srgbClr val="211F1C"/>
              </a:solidFill>
              <a:latin typeface="Roboto Mono"/>
            </a:endParaRPr>
          </a:p>
        </p:txBody>
      </p:sp>
      <p:sp>
        <p:nvSpPr>
          <p:cNvPr id="48" name="Freeform 16">
            <a:extLst>
              <a:ext uri="{FF2B5EF4-FFF2-40B4-BE49-F238E27FC236}">
                <a16:creationId xmlns:a16="http://schemas.microsoft.com/office/drawing/2014/main" id="{B2234FF2-FDEA-7293-9F9E-5071FBD17DC7}"/>
              </a:ext>
            </a:extLst>
          </p:cNvPr>
          <p:cNvSpPr/>
          <p:nvPr/>
        </p:nvSpPr>
        <p:spPr>
          <a:xfrm>
            <a:off x="1063616" y="3728329"/>
            <a:ext cx="4993936" cy="4791729"/>
          </a:xfrm>
          <a:custGeom>
            <a:avLst/>
            <a:gdLst/>
            <a:ahLst/>
            <a:cxnLst/>
            <a:rect l="l" t="t" r="r" b="b"/>
            <a:pathLst>
              <a:path w="1315275" h="1262019">
                <a:moveTo>
                  <a:pt x="55810" y="0"/>
                </a:moveTo>
                <a:lnTo>
                  <a:pt x="1259466" y="0"/>
                </a:lnTo>
                <a:cubicBezTo>
                  <a:pt x="1274268" y="0"/>
                  <a:pt x="1288463" y="5880"/>
                  <a:pt x="1298929" y="16346"/>
                </a:cubicBezTo>
                <a:cubicBezTo>
                  <a:pt x="1309396" y="26813"/>
                  <a:pt x="1315275" y="41008"/>
                  <a:pt x="1315275" y="55810"/>
                </a:cubicBezTo>
                <a:lnTo>
                  <a:pt x="1315275" y="1206210"/>
                </a:lnTo>
                <a:cubicBezTo>
                  <a:pt x="1315275" y="1221011"/>
                  <a:pt x="1309396" y="1235207"/>
                  <a:pt x="1298929" y="1245673"/>
                </a:cubicBezTo>
                <a:cubicBezTo>
                  <a:pt x="1288463" y="1256139"/>
                  <a:pt x="1274268" y="1262019"/>
                  <a:pt x="1259466" y="1262019"/>
                </a:cubicBezTo>
                <a:lnTo>
                  <a:pt x="55810" y="1262019"/>
                </a:lnTo>
                <a:cubicBezTo>
                  <a:pt x="41008" y="1262019"/>
                  <a:pt x="26813" y="1256139"/>
                  <a:pt x="16346" y="1245673"/>
                </a:cubicBezTo>
                <a:cubicBezTo>
                  <a:pt x="5880" y="1235207"/>
                  <a:pt x="0" y="1221011"/>
                  <a:pt x="0" y="1206210"/>
                </a:cubicBezTo>
                <a:lnTo>
                  <a:pt x="0" y="55810"/>
                </a:lnTo>
                <a:cubicBezTo>
                  <a:pt x="0" y="41008"/>
                  <a:pt x="5880" y="26813"/>
                  <a:pt x="16346" y="16346"/>
                </a:cubicBezTo>
                <a:cubicBezTo>
                  <a:pt x="26813" y="5880"/>
                  <a:pt x="41008" y="0"/>
                  <a:pt x="55810" y="0"/>
                </a:cubicBezTo>
                <a:close/>
              </a:path>
            </a:pathLst>
          </a:custGeom>
          <a:solidFill>
            <a:srgbClr val="F1F1F1"/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49" name="TextBox 17">
            <a:extLst>
              <a:ext uri="{FF2B5EF4-FFF2-40B4-BE49-F238E27FC236}">
                <a16:creationId xmlns:a16="http://schemas.microsoft.com/office/drawing/2014/main" id="{3B307FDC-88E3-C1D4-C3A8-A37B7030725F}"/>
              </a:ext>
            </a:extLst>
          </p:cNvPr>
          <p:cNvSpPr txBox="1"/>
          <p:nvPr/>
        </p:nvSpPr>
        <p:spPr>
          <a:xfrm>
            <a:off x="1077065" y="3583668"/>
            <a:ext cx="4993936" cy="49363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16"/>
              </a:lnSpc>
            </a:pPr>
            <a:endParaRPr/>
          </a:p>
        </p:txBody>
      </p:sp>
      <p:sp>
        <p:nvSpPr>
          <p:cNvPr id="50" name="TextBox 21">
            <a:extLst>
              <a:ext uri="{FF2B5EF4-FFF2-40B4-BE49-F238E27FC236}">
                <a16:creationId xmlns:a16="http://schemas.microsoft.com/office/drawing/2014/main" id="{78E903E5-113B-9E18-1810-75DF72BCF402}"/>
              </a:ext>
            </a:extLst>
          </p:cNvPr>
          <p:cNvSpPr txBox="1"/>
          <p:nvPr/>
        </p:nvSpPr>
        <p:spPr>
          <a:xfrm>
            <a:off x="1886995" y="6200009"/>
            <a:ext cx="3374074" cy="375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4000" spc="250" dirty="0">
                <a:solidFill>
                  <a:srgbClr val="211F1C"/>
                </a:solidFill>
                <a:latin typeface="Anton"/>
              </a:rPr>
              <a:t>Stored </a:t>
            </a:r>
            <a:r>
              <a:rPr lang="en-US" sz="4000" spc="250" dirty="0" err="1">
                <a:solidFill>
                  <a:srgbClr val="211F1C"/>
                </a:solidFill>
                <a:latin typeface="Anton"/>
              </a:rPr>
              <a:t>XSS</a:t>
            </a:r>
            <a:endParaRPr lang="en-US" sz="4000" spc="250" dirty="0">
              <a:solidFill>
                <a:srgbClr val="211F1C"/>
              </a:solidFill>
              <a:latin typeface="Anton"/>
            </a:endParaRPr>
          </a:p>
        </p:txBody>
      </p:sp>
      <p:sp>
        <p:nvSpPr>
          <p:cNvPr id="51" name="TextBox 22">
            <a:extLst>
              <a:ext uri="{FF2B5EF4-FFF2-40B4-BE49-F238E27FC236}">
                <a16:creationId xmlns:a16="http://schemas.microsoft.com/office/drawing/2014/main" id="{AC43F22A-7BC5-B5D4-09AC-C78989883667}"/>
              </a:ext>
            </a:extLst>
          </p:cNvPr>
          <p:cNvSpPr txBox="1"/>
          <p:nvPr/>
        </p:nvSpPr>
        <p:spPr>
          <a:xfrm>
            <a:off x="1445563" y="6750064"/>
            <a:ext cx="4256939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7"/>
              </a:lnSpc>
              <a:spcBef>
                <a:spcPct val="0"/>
              </a:spcBef>
            </a:pPr>
            <a:r>
              <a:rPr lang="ko-KR" altLang="en-US" sz="2800" dirty="0">
                <a:solidFill>
                  <a:srgbClr val="211F1C"/>
                </a:solidFill>
                <a:latin typeface="Roboto Mono"/>
              </a:rPr>
              <a:t>저장형 </a:t>
            </a:r>
            <a:r>
              <a:rPr lang="en-US" altLang="ko-KR" sz="2800" dirty="0" err="1">
                <a:solidFill>
                  <a:srgbClr val="211F1C"/>
                </a:solidFill>
                <a:latin typeface="Roboto Mono"/>
              </a:rPr>
              <a:t>XSS</a:t>
            </a:r>
            <a:endParaRPr lang="en-US" sz="2800" dirty="0">
              <a:solidFill>
                <a:srgbClr val="211F1C"/>
              </a:solidFill>
              <a:latin typeface="Roboto Mono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2707462" y="4163374"/>
            <a:ext cx="1549878" cy="1549878"/>
          </a:xfrm>
          <a:custGeom>
            <a:avLst/>
            <a:gdLst/>
            <a:ahLst/>
            <a:cxnLst/>
            <a:rect l="l" t="t" r="r" b="b"/>
            <a:pathLst>
              <a:path w="1549878" h="1549878">
                <a:moveTo>
                  <a:pt x="0" y="0"/>
                </a:moveTo>
                <a:lnTo>
                  <a:pt x="1549878" y="0"/>
                </a:lnTo>
                <a:lnTo>
                  <a:pt x="1549878" y="1549879"/>
                </a:lnTo>
                <a:lnTo>
                  <a:pt x="0" y="15498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971314" y="4275045"/>
            <a:ext cx="1871328" cy="1299722"/>
          </a:xfrm>
          <a:custGeom>
            <a:avLst/>
            <a:gdLst/>
            <a:ahLst/>
            <a:cxnLst/>
            <a:rect l="l" t="t" r="r" b="b"/>
            <a:pathLst>
              <a:path w="1871328" h="1299722">
                <a:moveTo>
                  <a:pt x="0" y="0"/>
                </a:moveTo>
                <a:lnTo>
                  <a:pt x="1871328" y="0"/>
                </a:lnTo>
                <a:lnTo>
                  <a:pt x="1871328" y="1299722"/>
                </a:lnTo>
                <a:lnTo>
                  <a:pt x="0" y="12997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Freeform 25"/>
          <p:cNvSpPr/>
          <p:nvPr/>
        </p:nvSpPr>
        <p:spPr>
          <a:xfrm>
            <a:off x="8378470" y="4344061"/>
            <a:ext cx="1531059" cy="1414141"/>
          </a:xfrm>
          <a:custGeom>
            <a:avLst/>
            <a:gdLst/>
            <a:ahLst/>
            <a:cxnLst/>
            <a:rect l="l" t="t" r="r" b="b"/>
            <a:pathLst>
              <a:path w="1531059" h="1414141">
                <a:moveTo>
                  <a:pt x="0" y="0"/>
                </a:moveTo>
                <a:lnTo>
                  <a:pt x="1531059" y="0"/>
                </a:lnTo>
                <a:lnTo>
                  <a:pt x="1531059" y="1414142"/>
                </a:lnTo>
                <a:lnTo>
                  <a:pt x="0" y="141414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53" name="TextBox 20">
            <a:extLst>
              <a:ext uri="{FF2B5EF4-FFF2-40B4-BE49-F238E27FC236}">
                <a16:creationId xmlns:a16="http://schemas.microsoft.com/office/drawing/2014/main" id="{E6751FC9-6B10-71E5-D931-B7B4B8562B44}"/>
              </a:ext>
            </a:extLst>
          </p:cNvPr>
          <p:cNvSpPr txBox="1"/>
          <p:nvPr/>
        </p:nvSpPr>
        <p:spPr>
          <a:xfrm>
            <a:off x="809625" y="9030009"/>
            <a:ext cx="2880627" cy="445614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marL="0" lvl="0" indent="0" algn="ctr">
              <a:lnSpc>
                <a:spcPts val="2116"/>
              </a:lnSpc>
              <a:spcBef>
                <a:spcPct val="0"/>
              </a:spcBef>
            </a:pPr>
            <a:r>
              <a:rPr lang="en-US" sz="1439" spc="211" dirty="0" err="1">
                <a:solidFill>
                  <a:srgbClr val="211F1C"/>
                </a:solidFill>
                <a:latin typeface="Nunito Sans Expanded Semi-Bold"/>
              </a:rPr>
              <a:t>XSS</a:t>
            </a:r>
            <a:endParaRPr lang="en-US" sz="1439" spc="211" dirty="0">
              <a:solidFill>
                <a:srgbClr val="211F1C"/>
              </a:solidFill>
              <a:latin typeface="Nunito Sans Expanded Semi-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140FB-FD72-6DC1-0817-15CA0B73E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1DB7486-167A-7976-6417-D246072B882D}"/>
              </a:ext>
            </a:extLst>
          </p:cNvPr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CC99BA2-603B-1F04-5EDD-9453BC5CC19F}"/>
                </a:ext>
              </a:extLst>
            </p:cNvPr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95834E5-ABA5-EA0F-CF3F-F7E6403D11C8}"/>
                </a:ext>
              </a:extLst>
            </p:cNvPr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1D6B9B5-F873-5728-F14A-671FC8FBD079}"/>
              </a:ext>
            </a:extLst>
          </p:cNvPr>
          <p:cNvGrpSpPr/>
          <p:nvPr/>
        </p:nvGrpSpPr>
        <p:grpSpPr>
          <a:xfrm>
            <a:off x="5136398" y="638734"/>
            <a:ext cx="12832078" cy="9009533"/>
            <a:chOff x="0" y="0"/>
            <a:chExt cx="4093324" cy="28739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EC6F54D-18F2-E1E4-BB0F-D753BDE7B931}"/>
                </a:ext>
              </a:extLst>
            </p:cNvPr>
            <p:cNvSpPr/>
            <p:nvPr/>
          </p:nvSpPr>
          <p:spPr>
            <a:xfrm>
              <a:off x="0" y="0"/>
              <a:ext cx="4093324" cy="2873964"/>
            </a:xfrm>
            <a:custGeom>
              <a:avLst/>
              <a:gdLst/>
              <a:ahLst/>
              <a:cxnLst/>
              <a:rect l="l" t="t" r="r" b="b"/>
              <a:pathLst>
                <a:path w="4093324" h="2873964">
                  <a:moveTo>
                    <a:pt x="21720" y="0"/>
                  </a:moveTo>
                  <a:lnTo>
                    <a:pt x="4071604" y="0"/>
                  </a:lnTo>
                  <a:cubicBezTo>
                    <a:pt x="4083600" y="0"/>
                    <a:pt x="4093324" y="9724"/>
                    <a:pt x="4093324" y="21720"/>
                  </a:cubicBezTo>
                  <a:lnTo>
                    <a:pt x="4093324" y="2852245"/>
                  </a:lnTo>
                  <a:cubicBezTo>
                    <a:pt x="4093324" y="2864240"/>
                    <a:pt x="4083600" y="2873964"/>
                    <a:pt x="4071604" y="2873964"/>
                  </a:cubicBezTo>
                  <a:lnTo>
                    <a:pt x="21720" y="2873964"/>
                  </a:lnTo>
                  <a:cubicBezTo>
                    <a:pt x="9724" y="2873964"/>
                    <a:pt x="0" y="2864240"/>
                    <a:pt x="0" y="2852245"/>
                  </a:cubicBezTo>
                  <a:lnTo>
                    <a:pt x="0" y="21720"/>
                  </a:lnTo>
                  <a:cubicBezTo>
                    <a:pt x="0" y="9724"/>
                    <a:pt x="9724" y="0"/>
                    <a:pt x="2172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B9F0B63-1724-F585-0CE6-C79F25EAC851}"/>
                </a:ext>
              </a:extLst>
            </p:cNvPr>
            <p:cNvSpPr txBox="1"/>
            <p:nvPr/>
          </p:nvSpPr>
          <p:spPr>
            <a:xfrm>
              <a:off x="0" y="-38100"/>
              <a:ext cx="4093324" cy="291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23317CC-9D52-B31C-C23A-295632B5C5DD}"/>
              </a:ext>
            </a:extLst>
          </p:cNvPr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624D238-4B39-53F4-AFA1-35FA477028BD}"/>
              </a:ext>
            </a:extLst>
          </p:cNvPr>
          <p:cNvSpPr txBox="1"/>
          <p:nvPr/>
        </p:nvSpPr>
        <p:spPr>
          <a:xfrm>
            <a:off x="809625" y="1928438"/>
            <a:ext cx="4136273" cy="1828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9"/>
              </a:lnSpc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1.2</a:t>
            </a:r>
          </a:p>
          <a:p>
            <a:pPr marL="0" lvl="0" indent="0" algn="l">
              <a:lnSpc>
                <a:spcPts val="7069"/>
              </a:lnSpc>
              <a:spcBef>
                <a:spcPct val="0"/>
              </a:spcBef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Stored </a:t>
            </a:r>
            <a:r>
              <a:rPr lang="en-US" sz="6999" dirty="0" err="1">
                <a:solidFill>
                  <a:srgbClr val="211F1C"/>
                </a:solidFill>
                <a:latin typeface="Anton"/>
              </a:rPr>
              <a:t>XSS</a:t>
            </a:r>
            <a:endParaRPr lang="en-US" sz="6999" b="1" dirty="0">
              <a:solidFill>
                <a:srgbClr val="211F1C"/>
              </a:solidFill>
              <a:latin typeface="Anton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C46B502-7176-673E-AFFF-78DBDFB82393}"/>
              </a:ext>
            </a:extLst>
          </p:cNvPr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B2BF562-091E-C940-442C-007FBB7F7CD2}"/>
                </a:ext>
              </a:extLst>
            </p:cNvPr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C1EB85B-30FD-F139-D229-B39915D53EDE}"/>
                </a:ext>
              </a:extLst>
            </p:cNvPr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5ABC3659-7610-495D-1A31-E9062D2695CB}"/>
              </a:ext>
            </a:extLst>
          </p:cNvPr>
          <p:cNvSpPr/>
          <p:nvPr/>
        </p:nvSpPr>
        <p:spPr>
          <a:xfrm>
            <a:off x="809625" y="9043238"/>
            <a:ext cx="2880627" cy="432385"/>
          </a:xfrm>
          <a:custGeom>
            <a:avLst/>
            <a:gdLst/>
            <a:ahLst/>
            <a:cxnLst/>
            <a:rect l="l" t="t" r="r" b="b"/>
            <a:pathLst>
              <a:path w="8296205" h="1245268">
                <a:moveTo>
                  <a:pt x="83315" y="0"/>
                </a:moveTo>
                <a:lnTo>
                  <a:pt x="8212890" y="0"/>
                </a:lnTo>
                <a:cubicBezTo>
                  <a:pt x="8258904" y="0"/>
                  <a:pt x="8296205" y="37301"/>
                  <a:pt x="8296205" y="83315"/>
                </a:cubicBezTo>
                <a:lnTo>
                  <a:pt x="8296205" y="1161953"/>
                </a:lnTo>
                <a:cubicBezTo>
                  <a:pt x="8296205" y="1207966"/>
                  <a:pt x="8258904" y="1245268"/>
                  <a:pt x="8212890" y="1245268"/>
                </a:cubicBezTo>
                <a:lnTo>
                  <a:pt x="83315" y="1245268"/>
                </a:lnTo>
                <a:cubicBezTo>
                  <a:pt x="37301" y="1245268"/>
                  <a:pt x="0" y="1207966"/>
                  <a:pt x="0" y="1161953"/>
                </a:cubicBezTo>
                <a:lnTo>
                  <a:pt x="0" y="83315"/>
                </a:lnTo>
                <a:cubicBezTo>
                  <a:pt x="0" y="37301"/>
                  <a:pt x="37301" y="0"/>
                  <a:pt x="83315" y="0"/>
                </a:cubicBezTo>
                <a:close/>
              </a:path>
            </a:pathLst>
          </a:custGeom>
          <a:solidFill>
            <a:srgbClr val="F1F1F1"/>
          </a:solidFill>
          <a:ln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F79438A-9C15-128D-5F0E-CA9CE8E6AD46}"/>
              </a:ext>
            </a:extLst>
          </p:cNvPr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E82AC6D4-5236-AD6F-BC6B-BB45791639EC}"/>
              </a:ext>
            </a:extLst>
          </p:cNvPr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888BEF0-98CB-0E0D-08DA-EA8B9CFF0790}"/>
              </a:ext>
            </a:extLst>
          </p:cNvPr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1D8F34B-A38D-2502-D15B-735DF30A962C}"/>
                </a:ext>
              </a:extLst>
            </p:cNvPr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9947046-938A-8DB6-9751-DF9C6083D2D7}"/>
                </a:ext>
              </a:extLst>
            </p:cNvPr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5/14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502D59B-0453-55AF-5C6D-EB786D680262}"/>
              </a:ext>
            </a:extLst>
          </p:cNvPr>
          <p:cNvSpPr txBox="1"/>
          <p:nvPr/>
        </p:nvSpPr>
        <p:spPr>
          <a:xfrm>
            <a:off x="5562599" y="1257300"/>
            <a:ext cx="11915775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저장형</a:t>
            </a:r>
            <a:r>
              <a:rPr lang="en-US" altLang="ko-KR" sz="4000" dirty="0"/>
              <a:t> 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악성 스크립트를 웹 브라우저 서버의 데이터베이스나 파일시스템에 저장하고 해당 게시물을 열람하는 사용자에게 스크립트가 실행됨</a:t>
            </a:r>
            <a:endParaRPr lang="en-US" altLang="ko-KR" sz="4000" dirty="0"/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CC6D6CAB-D899-0689-BECA-9E8BF0297C73}"/>
              </a:ext>
            </a:extLst>
          </p:cNvPr>
          <p:cNvSpPr txBox="1"/>
          <p:nvPr/>
        </p:nvSpPr>
        <p:spPr>
          <a:xfrm>
            <a:off x="809625" y="9030009"/>
            <a:ext cx="2880627" cy="445614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marL="0" lvl="0" indent="0" algn="ctr">
              <a:lnSpc>
                <a:spcPts val="2116"/>
              </a:lnSpc>
              <a:spcBef>
                <a:spcPct val="0"/>
              </a:spcBef>
            </a:pPr>
            <a:r>
              <a:rPr lang="en-US" sz="1439" spc="211" dirty="0" err="1">
                <a:solidFill>
                  <a:srgbClr val="211F1C"/>
                </a:solidFill>
                <a:latin typeface="Nunito Sans Expanded Semi-Bold"/>
              </a:rPr>
              <a:t>XSS</a:t>
            </a:r>
            <a:endParaRPr lang="en-US" sz="1439" spc="211" dirty="0">
              <a:solidFill>
                <a:srgbClr val="211F1C"/>
              </a:solidFill>
              <a:latin typeface="Nunito Sans Expanded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133509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33959-DCC8-FF84-2A34-B8273768F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3176E3-997D-C3EB-8D51-9FE64EFD514C}"/>
              </a:ext>
            </a:extLst>
          </p:cNvPr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5A942D-9ECE-B741-768A-55DB919A8E50}"/>
                </a:ext>
              </a:extLst>
            </p:cNvPr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FE49560-249F-1FA3-CDEC-892D35AF4044}"/>
                </a:ext>
              </a:extLst>
            </p:cNvPr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18F8606-B150-784A-DCE4-7912AB5881CE}"/>
              </a:ext>
            </a:extLst>
          </p:cNvPr>
          <p:cNvGrpSpPr/>
          <p:nvPr/>
        </p:nvGrpSpPr>
        <p:grpSpPr>
          <a:xfrm>
            <a:off x="5136398" y="638734"/>
            <a:ext cx="12832078" cy="9009533"/>
            <a:chOff x="0" y="0"/>
            <a:chExt cx="4093324" cy="28739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DA3A2A3-D4E8-7CB6-831F-9BFE3A66D0C2}"/>
                </a:ext>
              </a:extLst>
            </p:cNvPr>
            <p:cNvSpPr/>
            <p:nvPr/>
          </p:nvSpPr>
          <p:spPr>
            <a:xfrm>
              <a:off x="0" y="0"/>
              <a:ext cx="4093324" cy="2873964"/>
            </a:xfrm>
            <a:custGeom>
              <a:avLst/>
              <a:gdLst/>
              <a:ahLst/>
              <a:cxnLst/>
              <a:rect l="l" t="t" r="r" b="b"/>
              <a:pathLst>
                <a:path w="4093324" h="2873964">
                  <a:moveTo>
                    <a:pt x="21720" y="0"/>
                  </a:moveTo>
                  <a:lnTo>
                    <a:pt x="4071604" y="0"/>
                  </a:lnTo>
                  <a:cubicBezTo>
                    <a:pt x="4083600" y="0"/>
                    <a:pt x="4093324" y="9724"/>
                    <a:pt x="4093324" y="21720"/>
                  </a:cubicBezTo>
                  <a:lnTo>
                    <a:pt x="4093324" y="2852245"/>
                  </a:lnTo>
                  <a:cubicBezTo>
                    <a:pt x="4093324" y="2864240"/>
                    <a:pt x="4083600" y="2873964"/>
                    <a:pt x="4071604" y="2873964"/>
                  </a:cubicBezTo>
                  <a:lnTo>
                    <a:pt x="21720" y="2873964"/>
                  </a:lnTo>
                  <a:cubicBezTo>
                    <a:pt x="9724" y="2873964"/>
                    <a:pt x="0" y="2864240"/>
                    <a:pt x="0" y="2852245"/>
                  </a:cubicBezTo>
                  <a:lnTo>
                    <a:pt x="0" y="21720"/>
                  </a:lnTo>
                  <a:cubicBezTo>
                    <a:pt x="0" y="9724"/>
                    <a:pt x="9724" y="0"/>
                    <a:pt x="2172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CE216C8-683A-EF3A-F62A-8DE855086871}"/>
                </a:ext>
              </a:extLst>
            </p:cNvPr>
            <p:cNvSpPr txBox="1"/>
            <p:nvPr/>
          </p:nvSpPr>
          <p:spPr>
            <a:xfrm>
              <a:off x="0" y="-38100"/>
              <a:ext cx="4093324" cy="291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42F6896E-4AAB-21D5-F838-8FEB526CB582}"/>
              </a:ext>
            </a:extLst>
          </p:cNvPr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DE43742-DE1E-AAEB-50EE-F0E69B27217C}"/>
              </a:ext>
            </a:extLst>
          </p:cNvPr>
          <p:cNvSpPr txBox="1"/>
          <p:nvPr/>
        </p:nvSpPr>
        <p:spPr>
          <a:xfrm>
            <a:off x="809625" y="1928438"/>
            <a:ext cx="4136273" cy="273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9"/>
              </a:lnSpc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1.2</a:t>
            </a:r>
          </a:p>
          <a:p>
            <a:pPr marL="0" lvl="0" indent="0" algn="l">
              <a:lnSpc>
                <a:spcPts val="7069"/>
              </a:lnSpc>
              <a:spcBef>
                <a:spcPct val="0"/>
              </a:spcBef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Reflected </a:t>
            </a:r>
            <a:r>
              <a:rPr lang="en-US" sz="6999" dirty="0" err="1">
                <a:solidFill>
                  <a:srgbClr val="211F1C"/>
                </a:solidFill>
                <a:latin typeface="Anton"/>
              </a:rPr>
              <a:t>XSS</a:t>
            </a:r>
            <a:endParaRPr lang="en-US" sz="6999" b="1" dirty="0">
              <a:solidFill>
                <a:srgbClr val="211F1C"/>
              </a:solidFill>
              <a:latin typeface="Anton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A31DE2F-03AC-F0D6-E114-DA5DB99C5E65}"/>
              </a:ext>
            </a:extLst>
          </p:cNvPr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859874D-9A43-0DBE-1210-FC5543E0FE1E}"/>
                </a:ext>
              </a:extLst>
            </p:cNvPr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18A3B72-43CE-22E4-0454-248B9EDF0B6E}"/>
                </a:ext>
              </a:extLst>
            </p:cNvPr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8E29013A-56B8-435F-C528-DCA27505E093}"/>
              </a:ext>
            </a:extLst>
          </p:cNvPr>
          <p:cNvSpPr/>
          <p:nvPr/>
        </p:nvSpPr>
        <p:spPr>
          <a:xfrm>
            <a:off x="809625" y="9043238"/>
            <a:ext cx="2880627" cy="432385"/>
          </a:xfrm>
          <a:custGeom>
            <a:avLst/>
            <a:gdLst/>
            <a:ahLst/>
            <a:cxnLst/>
            <a:rect l="l" t="t" r="r" b="b"/>
            <a:pathLst>
              <a:path w="8296205" h="1245268">
                <a:moveTo>
                  <a:pt x="83315" y="0"/>
                </a:moveTo>
                <a:lnTo>
                  <a:pt x="8212890" y="0"/>
                </a:lnTo>
                <a:cubicBezTo>
                  <a:pt x="8258904" y="0"/>
                  <a:pt x="8296205" y="37301"/>
                  <a:pt x="8296205" y="83315"/>
                </a:cubicBezTo>
                <a:lnTo>
                  <a:pt x="8296205" y="1161953"/>
                </a:lnTo>
                <a:cubicBezTo>
                  <a:pt x="8296205" y="1207966"/>
                  <a:pt x="8258904" y="1245268"/>
                  <a:pt x="8212890" y="1245268"/>
                </a:cubicBezTo>
                <a:lnTo>
                  <a:pt x="83315" y="1245268"/>
                </a:lnTo>
                <a:cubicBezTo>
                  <a:pt x="37301" y="1245268"/>
                  <a:pt x="0" y="1207966"/>
                  <a:pt x="0" y="1161953"/>
                </a:cubicBezTo>
                <a:lnTo>
                  <a:pt x="0" y="83315"/>
                </a:lnTo>
                <a:cubicBezTo>
                  <a:pt x="0" y="37301"/>
                  <a:pt x="37301" y="0"/>
                  <a:pt x="83315" y="0"/>
                </a:cubicBezTo>
                <a:close/>
              </a:path>
            </a:pathLst>
          </a:custGeom>
          <a:solidFill>
            <a:srgbClr val="F1F1F1"/>
          </a:solidFill>
          <a:ln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D01384C6-AAA4-094C-EC0E-03DE0349A488}"/>
              </a:ext>
            </a:extLst>
          </p:cNvPr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C8EB8FC-F859-9182-465D-3437790132C4}"/>
              </a:ext>
            </a:extLst>
          </p:cNvPr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C709618-0B8B-80E6-0892-12509FE7C3C6}"/>
              </a:ext>
            </a:extLst>
          </p:cNvPr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7C7AB807-16A1-4723-22CC-06E7F959D280}"/>
                </a:ext>
              </a:extLst>
            </p:cNvPr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C9D519D-8760-EF5E-232B-0FBFD0F98CB8}"/>
                </a:ext>
              </a:extLst>
            </p:cNvPr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6/14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265C8E0-65E8-B504-1519-3AFC1A1DF990}"/>
              </a:ext>
            </a:extLst>
          </p:cNvPr>
          <p:cNvSpPr txBox="1"/>
          <p:nvPr/>
        </p:nvSpPr>
        <p:spPr>
          <a:xfrm>
            <a:off x="5562599" y="1257300"/>
            <a:ext cx="11915775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반사형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사용자 요청으로 인한 악성 콘텐츠가 웹 브라우저에 표시됨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악성 스크립트가 담긴 </a:t>
            </a:r>
            <a:r>
              <a:rPr lang="en-US" altLang="ko-KR" sz="4000" dirty="0"/>
              <a:t>URL</a:t>
            </a:r>
            <a:r>
              <a:rPr lang="ko-KR" altLang="en-US" sz="4000" dirty="0"/>
              <a:t>을 생성하여 메일 등을 통해 사용자에게 전달한 후 실행하도록 함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9C29B0E6-6F2C-CC56-EA1A-C7616C79E10E}"/>
              </a:ext>
            </a:extLst>
          </p:cNvPr>
          <p:cNvSpPr txBox="1"/>
          <p:nvPr/>
        </p:nvSpPr>
        <p:spPr>
          <a:xfrm>
            <a:off x="809625" y="9030009"/>
            <a:ext cx="2880627" cy="445614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marL="0" lvl="0" indent="0" algn="ctr">
              <a:lnSpc>
                <a:spcPts val="2116"/>
              </a:lnSpc>
              <a:spcBef>
                <a:spcPct val="0"/>
              </a:spcBef>
            </a:pPr>
            <a:r>
              <a:rPr lang="en-US" sz="1439" spc="211" dirty="0" err="1">
                <a:solidFill>
                  <a:srgbClr val="211F1C"/>
                </a:solidFill>
                <a:latin typeface="Nunito Sans Expanded Semi-Bold"/>
              </a:rPr>
              <a:t>XSS</a:t>
            </a:r>
            <a:endParaRPr lang="en-US" sz="1439" spc="211" dirty="0">
              <a:solidFill>
                <a:srgbClr val="211F1C"/>
              </a:solidFill>
              <a:latin typeface="Nunito Sans Expanded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761613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E2DD7-5C54-B313-DFE9-70EA37D7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978248-F4BB-57F8-0F38-7F31FE52336D}"/>
              </a:ext>
            </a:extLst>
          </p:cNvPr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8C85D46-00AA-FB10-C2A3-1326245A7ED3}"/>
                </a:ext>
              </a:extLst>
            </p:cNvPr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FC57A36-2134-B8D4-B76E-D0ABB17F39C0}"/>
                </a:ext>
              </a:extLst>
            </p:cNvPr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D5FE38D-443C-B3A8-A1D3-744C742657F4}"/>
              </a:ext>
            </a:extLst>
          </p:cNvPr>
          <p:cNvGrpSpPr/>
          <p:nvPr/>
        </p:nvGrpSpPr>
        <p:grpSpPr>
          <a:xfrm>
            <a:off x="5136398" y="638734"/>
            <a:ext cx="12832078" cy="9009533"/>
            <a:chOff x="0" y="0"/>
            <a:chExt cx="4093324" cy="28739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71F5A8E-22B3-E776-40DD-209CC56DA52E}"/>
                </a:ext>
              </a:extLst>
            </p:cNvPr>
            <p:cNvSpPr/>
            <p:nvPr/>
          </p:nvSpPr>
          <p:spPr>
            <a:xfrm>
              <a:off x="0" y="0"/>
              <a:ext cx="4093324" cy="2873964"/>
            </a:xfrm>
            <a:custGeom>
              <a:avLst/>
              <a:gdLst/>
              <a:ahLst/>
              <a:cxnLst/>
              <a:rect l="l" t="t" r="r" b="b"/>
              <a:pathLst>
                <a:path w="4093324" h="2873964">
                  <a:moveTo>
                    <a:pt x="21720" y="0"/>
                  </a:moveTo>
                  <a:lnTo>
                    <a:pt x="4071604" y="0"/>
                  </a:lnTo>
                  <a:cubicBezTo>
                    <a:pt x="4083600" y="0"/>
                    <a:pt x="4093324" y="9724"/>
                    <a:pt x="4093324" y="21720"/>
                  </a:cubicBezTo>
                  <a:lnTo>
                    <a:pt x="4093324" y="2852245"/>
                  </a:lnTo>
                  <a:cubicBezTo>
                    <a:pt x="4093324" y="2864240"/>
                    <a:pt x="4083600" y="2873964"/>
                    <a:pt x="4071604" y="2873964"/>
                  </a:cubicBezTo>
                  <a:lnTo>
                    <a:pt x="21720" y="2873964"/>
                  </a:lnTo>
                  <a:cubicBezTo>
                    <a:pt x="9724" y="2873964"/>
                    <a:pt x="0" y="2864240"/>
                    <a:pt x="0" y="2852245"/>
                  </a:cubicBezTo>
                  <a:lnTo>
                    <a:pt x="0" y="21720"/>
                  </a:lnTo>
                  <a:cubicBezTo>
                    <a:pt x="0" y="9724"/>
                    <a:pt x="9724" y="0"/>
                    <a:pt x="2172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31076D9-7D31-DD04-002D-69D547E25725}"/>
                </a:ext>
              </a:extLst>
            </p:cNvPr>
            <p:cNvSpPr txBox="1"/>
            <p:nvPr/>
          </p:nvSpPr>
          <p:spPr>
            <a:xfrm>
              <a:off x="0" y="-38100"/>
              <a:ext cx="4093324" cy="291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C335BDDD-0CBA-5F1F-2211-89D00B162B82}"/>
              </a:ext>
            </a:extLst>
          </p:cNvPr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A560701-C64F-FCAF-3E8F-E4EA757B0516}"/>
              </a:ext>
            </a:extLst>
          </p:cNvPr>
          <p:cNvSpPr txBox="1"/>
          <p:nvPr/>
        </p:nvSpPr>
        <p:spPr>
          <a:xfrm>
            <a:off x="809625" y="1928438"/>
            <a:ext cx="4136273" cy="273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9"/>
              </a:lnSpc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1.2</a:t>
            </a:r>
          </a:p>
          <a:p>
            <a:pPr marL="0" lvl="0" indent="0" algn="l">
              <a:lnSpc>
                <a:spcPts val="7069"/>
              </a:lnSpc>
              <a:spcBef>
                <a:spcPct val="0"/>
              </a:spcBef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DOM-Based </a:t>
            </a:r>
            <a:r>
              <a:rPr lang="en-US" sz="6999" dirty="0" err="1">
                <a:solidFill>
                  <a:srgbClr val="211F1C"/>
                </a:solidFill>
                <a:latin typeface="Anton"/>
              </a:rPr>
              <a:t>XSS</a:t>
            </a:r>
            <a:endParaRPr lang="en-US" sz="6999" b="1" dirty="0">
              <a:solidFill>
                <a:srgbClr val="211F1C"/>
              </a:solidFill>
              <a:latin typeface="Anton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09CA882-086A-D704-8DCE-D1ADEA693A23}"/>
              </a:ext>
            </a:extLst>
          </p:cNvPr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988E2BA-A795-A6F9-8A75-9D0157E50E57}"/>
                </a:ext>
              </a:extLst>
            </p:cNvPr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860C1C9D-6873-4229-D931-5D7222532CE2}"/>
                </a:ext>
              </a:extLst>
            </p:cNvPr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14C56426-4865-60E1-AAE5-971259AA22D6}"/>
              </a:ext>
            </a:extLst>
          </p:cNvPr>
          <p:cNvSpPr/>
          <p:nvPr/>
        </p:nvSpPr>
        <p:spPr>
          <a:xfrm>
            <a:off x="809625" y="9043238"/>
            <a:ext cx="2880627" cy="432385"/>
          </a:xfrm>
          <a:custGeom>
            <a:avLst/>
            <a:gdLst/>
            <a:ahLst/>
            <a:cxnLst/>
            <a:rect l="l" t="t" r="r" b="b"/>
            <a:pathLst>
              <a:path w="8296205" h="1245268">
                <a:moveTo>
                  <a:pt x="83315" y="0"/>
                </a:moveTo>
                <a:lnTo>
                  <a:pt x="8212890" y="0"/>
                </a:lnTo>
                <a:cubicBezTo>
                  <a:pt x="8258904" y="0"/>
                  <a:pt x="8296205" y="37301"/>
                  <a:pt x="8296205" y="83315"/>
                </a:cubicBezTo>
                <a:lnTo>
                  <a:pt x="8296205" y="1161953"/>
                </a:lnTo>
                <a:cubicBezTo>
                  <a:pt x="8296205" y="1207966"/>
                  <a:pt x="8258904" y="1245268"/>
                  <a:pt x="8212890" y="1245268"/>
                </a:cubicBezTo>
                <a:lnTo>
                  <a:pt x="83315" y="1245268"/>
                </a:lnTo>
                <a:cubicBezTo>
                  <a:pt x="37301" y="1245268"/>
                  <a:pt x="0" y="1207966"/>
                  <a:pt x="0" y="1161953"/>
                </a:cubicBezTo>
                <a:lnTo>
                  <a:pt x="0" y="83315"/>
                </a:lnTo>
                <a:cubicBezTo>
                  <a:pt x="0" y="37301"/>
                  <a:pt x="37301" y="0"/>
                  <a:pt x="83315" y="0"/>
                </a:cubicBezTo>
                <a:close/>
              </a:path>
            </a:pathLst>
          </a:custGeom>
          <a:solidFill>
            <a:srgbClr val="F1F1F1"/>
          </a:solidFill>
          <a:ln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695E984F-FDE0-35A3-2E67-067B564FE67F}"/>
              </a:ext>
            </a:extLst>
          </p:cNvPr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80A17B6-C75E-F7CA-0D2A-AE8F5DB4CD5E}"/>
              </a:ext>
            </a:extLst>
          </p:cNvPr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780EB54-CF57-1937-FAB9-E9416E78BF6B}"/>
              </a:ext>
            </a:extLst>
          </p:cNvPr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AFD063A-1E4C-78C1-62F6-E94858431895}"/>
                </a:ext>
              </a:extLst>
            </p:cNvPr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A2AD1E2-2141-4D20-A091-62BC0CDBF4D0}"/>
                </a:ext>
              </a:extLst>
            </p:cNvPr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7/14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6BBFED1-B36C-6CEF-CC67-57ABA7EFAB67}"/>
              </a:ext>
            </a:extLst>
          </p:cNvPr>
          <p:cNvSpPr txBox="1"/>
          <p:nvPr/>
        </p:nvSpPr>
        <p:spPr>
          <a:xfrm>
            <a:off x="5334001" y="1257300"/>
            <a:ext cx="124206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en-US" altLang="ko-KR" sz="3600" dirty="0"/>
              <a:t>DOM (Document Object Model) : </a:t>
            </a:r>
            <a:r>
              <a:rPr lang="ko-KR" altLang="en-US" sz="3600" dirty="0"/>
              <a:t>문서 객체 모델</a:t>
            </a:r>
            <a:r>
              <a:rPr lang="en-US" altLang="ko-KR" sz="3600" dirty="0"/>
              <a:t>, </a:t>
            </a:r>
            <a:r>
              <a:rPr lang="ko-KR" altLang="en-US" sz="3600" dirty="0"/>
              <a:t>웹페이지 내에 있는 모든 객체들을 조작</a:t>
            </a:r>
            <a:r>
              <a:rPr lang="en-US" altLang="ko-KR" sz="3600" dirty="0"/>
              <a:t>, </a:t>
            </a:r>
            <a:r>
              <a:rPr lang="ko-KR" altLang="en-US" sz="3600" dirty="0"/>
              <a:t>관리할 수 있는 계층 구조형태의 모델 </a:t>
            </a:r>
            <a:r>
              <a:rPr lang="en-US" altLang="ko-KR" sz="3600" dirty="0"/>
              <a:t>(+</a:t>
            </a:r>
            <a:r>
              <a:rPr lang="ko-KR" altLang="en-US" sz="3600" dirty="0"/>
              <a:t>추가 설명</a:t>
            </a:r>
            <a:r>
              <a:rPr lang="en-US" altLang="ko-KR" sz="3600" dirty="0"/>
              <a:t>)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3600" dirty="0"/>
              <a:t>서버와의 상호작용 없이</a:t>
            </a:r>
            <a:r>
              <a:rPr lang="en-US" altLang="ko-KR" sz="3600" dirty="0"/>
              <a:t>, </a:t>
            </a:r>
            <a:r>
              <a:rPr lang="ko-KR" altLang="en-US" sz="3600" dirty="0"/>
              <a:t>클라이언트 측의 자바스크립트가 </a:t>
            </a:r>
            <a:r>
              <a:rPr lang="en-US" altLang="ko-KR" sz="3600" dirty="0"/>
              <a:t>DOM</a:t>
            </a:r>
            <a:r>
              <a:rPr lang="ko-KR" altLang="en-US" sz="3600" dirty="0"/>
              <a:t>을 조작하는 과정에서 발생하는 취약점을 이용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3600" dirty="0"/>
              <a:t>웹 브라우저의 응답페이지에 포함된 자바스크립트가 동작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56B3120B-F14F-07E4-747C-B0AEA2EF1B4B}"/>
              </a:ext>
            </a:extLst>
          </p:cNvPr>
          <p:cNvSpPr txBox="1"/>
          <p:nvPr/>
        </p:nvSpPr>
        <p:spPr>
          <a:xfrm>
            <a:off x="809625" y="9030009"/>
            <a:ext cx="2880627" cy="445614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marL="0" lvl="0" indent="0" algn="ctr">
              <a:lnSpc>
                <a:spcPts val="2116"/>
              </a:lnSpc>
              <a:spcBef>
                <a:spcPct val="0"/>
              </a:spcBef>
            </a:pPr>
            <a:r>
              <a:rPr lang="en-US" sz="1439" spc="211" dirty="0" err="1">
                <a:solidFill>
                  <a:srgbClr val="211F1C"/>
                </a:solidFill>
                <a:latin typeface="Nunito Sans Expanded Semi-Bold"/>
              </a:rPr>
              <a:t>XSS</a:t>
            </a:r>
            <a:endParaRPr lang="en-US" sz="1439" spc="211" dirty="0">
              <a:solidFill>
                <a:srgbClr val="211F1C"/>
              </a:solidFill>
              <a:latin typeface="Nunito Sans Expanded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047404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706C-511A-2542-12D9-278145F4C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D828B8-D150-96DF-5674-10EEA1B18A0A}"/>
              </a:ext>
            </a:extLst>
          </p:cNvPr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88FFA67-9891-6469-A6CC-50A0D2FCE990}"/>
                </a:ext>
              </a:extLst>
            </p:cNvPr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0350CDD-9E01-22C1-ADAD-D3AA1C7BBDD3}"/>
                </a:ext>
              </a:extLst>
            </p:cNvPr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C2E791D-03B1-2620-2E0A-818D06BF5E6B}"/>
              </a:ext>
            </a:extLst>
          </p:cNvPr>
          <p:cNvGrpSpPr/>
          <p:nvPr/>
        </p:nvGrpSpPr>
        <p:grpSpPr>
          <a:xfrm>
            <a:off x="5136398" y="638734"/>
            <a:ext cx="12832078" cy="9009533"/>
            <a:chOff x="0" y="0"/>
            <a:chExt cx="4093324" cy="28739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5A05AF6-A82B-AD10-64A1-EAA6DD24028B}"/>
                </a:ext>
              </a:extLst>
            </p:cNvPr>
            <p:cNvSpPr/>
            <p:nvPr/>
          </p:nvSpPr>
          <p:spPr>
            <a:xfrm>
              <a:off x="0" y="0"/>
              <a:ext cx="4093324" cy="2873964"/>
            </a:xfrm>
            <a:custGeom>
              <a:avLst/>
              <a:gdLst/>
              <a:ahLst/>
              <a:cxnLst/>
              <a:rect l="l" t="t" r="r" b="b"/>
              <a:pathLst>
                <a:path w="4093324" h="2873964">
                  <a:moveTo>
                    <a:pt x="21720" y="0"/>
                  </a:moveTo>
                  <a:lnTo>
                    <a:pt x="4071604" y="0"/>
                  </a:lnTo>
                  <a:cubicBezTo>
                    <a:pt x="4083600" y="0"/>
                    <a:pt x="4093324" y="9724"/>
                    <a:pt x="4093324" y="21720"/>
                  </a:cubicBezTo>
                  <a:lnTo>
                    <a:pt x="4093324" y="2852245"/>
                  </a:lnTo>
                  <a:cubicBezTo>
                    <a:pt x="4093324" y="2864240"/>
                    <a:pt x="4083600" y="2873964"/>
                    <a:pt x="4071604" y="2873964"/>
                  </a:cubicBezTo>
                  <a:lnTo>
                    <a:pt x="21720" y="2873964"/>
                  </a:lnTo>
                  <a:cubicBezTo>
                    <a:pt x="9724" y="2873964"/>
                    <a:pt x="0" y="2864240"/>
                    <a:pt x="0" y="2852245"/>
                  </a:cubicBezTo>
                  <a:lnTo>
                    <a:pt x="0" y="21720"/>
                  </a:lnTo>
                  <a:cubicBezTo>
                    <a:pt x="0" y="9724"/>
                    <a:pt x="9724" y="0"/>
                    <a:pt x="2172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915A459-835D-2129-0522-B1BDC5981E60}"/>
                </a:ext>
              </a:extLst>
            </p:cNvPr>
            <p:cNvSpPr txBox="1"/>
            <p:nvPr/>
          </p:nvSpPr>
          <p:spPr>
            <a:xfrm>
              <a:off x="0" y="-38100"/>
              <a:ext cx="4093324" cy="291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1F28FE8A-8FD5-D809-0929-C8AC6AA780A7}"/>
              </a:ext>
            </a:extLst>
          </p:cNvPr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FC0BA65-A93D-3B42-6B6E-FAE03ACA6679}"/>
              </a:ext>
            </a:extLst>
          </p:cNvPr>
          <p:cNvSpPr txBox="1"/>
          <p:nvPr/>
        </p:nvSpPr>
        <p:spPr>
          <a:xfrm>
            <a:off x="809625" y="1928438"/>
            <a:ext cx="4136273" cy="364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9"/>
              </a:lnSpc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1.2</a:t>
            </a:r>
          </a:p>
          <a:p>
            <a:pPr marL="0" lvl="0" indent="0" algn="l">
              <a:lnSpc>
                <a:spcPts val="7069"/>
              </a:lnSpc>
              <a:spcBef>
                <a:spcPct val="0"/>
              </a:spcBef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Reflected</a:t>
            </a:r>
          </a:p>
          <a:p>
            <a:pPr marL="0" lvl="0" indent="0" algn="l">
              <a:lnSpc>
                <a:spcPts val="7069"/>
              </a:lnSpc>
              <a:spcBef>
                <a:spcPct val="0"/>
              </a:spcBef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Vs</a:t>
            </a:r>
          </a:p>
          <a:p>
            <a:pPr marL="0" lvl="0" indent="0" algn="l">
              <a:lnSpc>
                <a:spcPts val="7069"/>
              </a:lnSpc>
              <a:spcBef>
                <a:spcPct val="0"/>
              </a:spcBef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DOM-Based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E2DBA1A-7912-7BF0-82CB-3617FB6D6EBE}"/>
              </a:ext>
            </a:extLst>
          </p:cNvPr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5ECE875-ACE6-103E-3BAE-DB2CD3D7FD9E}"/>
                </a:ext>
              </a:extLst>
            </p:cNvPr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844977D-E74E-4A94-FF80-BC39E6DE98B9}"/>
                </a:ext>
              </a:extLst>
            </p:cNvPr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5ABC09C6-DF48-2CC3-8C48-47B2912991CE}"/>
              </a:ext>
            </a:extLst>
          </p:cNvPr>
          <p:cNvSpPr/>
          <p:nvPr/>
        </p:nvSpPr>
        <p:spPr>
          <a:xfrm>
            <a:off x="809625" y="9043238"/>
            <a:ext cx="2880627" cy="432385"/>
          </a:xfrm>
          <a:custGeom>
            <a:avLst/>
            <a:gdLst/>
            <a:ahLst/>
            <a:cxnLst/>
            <a:rect l="l" t="t" r="r" b="b"/>
            <a:pathLst>
              <a:path w="8296205" h="1245268">
                <a:moveTo>
                  <a:pt x="83315" y="0"/>
                </a:moveTo>
                <a:lnTo>
                  <a:pt x="8212890" y="0"/>
                </a:lnTo>
                <a:cubicBezTo>
                  <a:pt x="8258904" y="0"/>
                  <a:pt x="8296205" y="37301"/>
                  <a:pt x="8296205" y="83315"/>
                </a:cubicBezTo>
                <a:lnTo>
                  <a:pt x="8296205" y="1161953"/>
                </a:lnTo>
                <a:cubicBezTo>
                  <a:pt x="8296205" y="1207966"/>
                  <a:pt x="8258904" y="1245268"/>
                  <a:pt x="8212890" y="1245268"/>
                </a:cubicBezTo>
                <a:lnTo>
                  <a:pt x="83315" y="1245268"/>
                </a:lnTo>
                <a:cubicBezTo>
                  <a:pt x="37301" y="1245268"/>
                  <a:pt x="0" y="1207966"/>
                  <a:pt x="0" y="1161953"/>
                </a:cubicBezTo>
                <a:lnTo>
                  <a:pt x="0" y="83315"/>
                </a:lnTo>
                <a:cubicBezTo>
                  <a:pt x="0" y="37301"/>
                  <a:pt x="37301" y="0"/>
                  <a:pt x="83315" y="0"/>
                </a:cubicBezTo>
                <a:close/>
              </a:path>
            </a:pathLst>
          </a:custGeom>
          <a:solidFill>
            <a:srgbClr val="F1F1F1"/>
          </a:solidFill>
          <a:ln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5A7E97A-5EB5-F91E-11D9-F7BD94E717F4}"/>
              </a:ext>
            </a:extLst>
          </p:cNvPr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729F93D9-681C-2115-95FF-ECCE544008ED}"/>
              </a:ext>
            </a:extLst>
          </p:cNvPr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1F26446-2411-2DBB-7BC2-09623047ADF6}"/>
              </a:ext>
            </a:extLst>
          </p:cNvPr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8BAAAC9-F2D1-1008-B639-0C10DB4AC6B5}"/>
                </a:ext>
              </a:extLst>
            </p:cNvPr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58F7D54-A3BF-2659-9259-608EFC9F17E3}"/>
                </a:ext>
              </a:extLst>
            </p:cNvPr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8/14</a:t>
              </a:r>
            </a:p>
          </p:txBody>
        </p:sp>
      </p:grpSp>
      <p:sp>
        <p:nvSpPr>
          <p:cNvPr id="23" name="TextBox 20">
            <a:extLst>
              <a:ext uri="{FF2B5EF4-FFF2-40B4-BE49-F238E27FC236}">
                <a16:creationId xmlns:a16="http://schemas.microsoft.com/office/drawing/2014/main" id="{7EB94206-81AD-FD03-E94E-98F9168B4868}"/>
              </a:ext>
            </a:extLst>
          </p:cNvPr>
          <p:cNvSpPr txBox="1"/>
          <p:nvPr/>
        </p:nvSpPr>
        <p:spPr>
          <a:xfrm>
            <a:off x="809625" y="9030009"/>
            <a:ext cx="2880627" cy="445614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marL="0" lvl="0" indent="0" algn="ctr">
              <a:lnSpc>
                <a:spcPts val="2116"/>
              </a:lnSpc>
              <a:spcBef>
                <a:spcPct val="0"/>
              </a:spcBef>
            </a:pPr>
            <a:r>
              <a:rPr lang="en-US" sz="1439" spc="211" dirty="0" err="1">
                <a:solidFill>
                  <a:srgbClr val="211F1C"/>
                </a:solidFill>
                <a:latin typeface="Nunito Sans Expanded Semi-Bold"/>
              </a:rPr>
              <a:t>XSS</a:t>
            </a:r>
            <a:endParaRPr lang="en-US" sz="1439" spc="211" dirty="0">
              <a:solidFill>
                <a:srgbClr val="211F1C"/>
              </a:solidFill>
              <a:latin typeface="Nunito Sans Expanded Semi-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1380136-23BC-5F70-DF64-514910FB8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000476"/>
              </p:ext>
            </p:extLst>
          </p:nvPr>
        </p:nvGraphicFramePr>
        <p:xfrm>
          <a:off x="5342437" y="2169042"/>
          <a:ext cx="12420000" cy="5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0682">
                  <a:extLst>
                    <a:ext uri="{9D8B030D-6E8A-4147-A177-3AD203B41FA5}">
                      <a16:colId xmlns:a16="http://schemas.microsoft.com/office/drawing/2014/main" val="889177333"/>
                    </a:ext>
                  </a:extLst>
                </a:gridCol>
                <a:gridCol w="5389659">
                  <a:extLst>
                    <a:ext uri="{9D8B030D-6E8A-4147-A177-3AD203B41FA5}">
                      <a16:colId xmlns:a16="http://schemas.microsoft.com/office/drawing/2014/main" val="1509755183"/>
                    </a:ext>
                  </a:extLst>
                </a:gridCol>
                <a:gridCol w="5389659">
                  <a:extLst>
                    <a:ext uri="{9D8B030D-6E8A-4147-A177-3AD203B41FA5}">
                      <a16:colId xmlns:a16="http://schemas.microsoft.com/office/drawing/2014/main" val="1437422588"/>
                    </a:ext>
                  </a:extLst>
                </a:gridCol>
              </a:tblGrid>
              <a:tr h="771434">
                <a:tc>
                  <a:txBody>
                    <a:bodyPr/>
                    <a:lstStyle/>
                    <a:p>
                      <a:pPr latinLnBrk="1"/>
                      <a:endParaRPr lang="ko-KR" altLang="en-US" sz="3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/>
                        <a:t>Reflected</a:t>
                      </a:r>
                      <a:endParaRPr lang="ko-KR" altLang="en-US" sz="3200" b="1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/>
                        <a:t>DOM-Based</a:t>
                      </a:r>
                      <a:endParaRPr lang="ko-KR" altLang="en-US" sz="3200" b="1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154310"/>
                  </a:ext>
                </a:extLst>
              </a:tr>
              <a:tr h="771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b="1" dirty="0"/>
                        <a:t>공통점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b="0" dirty="0"/>
                        <a:t>악성스크립트가 담긴 </a:t>
                      </a:r>
                      <a:r>
                        <a:rPr lang="en-US" altLang="ko-KR" sz="2800" b="0" dirty="0"/>
                        <a:t>URL</a:t>
                      </a:r>
                      <a:r>
                        <a:rPr lang="ko-KR" altLang="en-US" sz="2800" b="0" dirty="0"/>
                        <a:t>을 이용해서 공격함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69651"/>
                  </a:ext>
                </a:extLst>
              </a:tr>
              <a:tr h="77143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3200" b="1" dirty="0"/>
                        <a:t>차이점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2800" b="0" dirty="0" err="1"/>
                        <a:t>입력값이</a:t>
                      </a:r>
                      <a:r>
                        <a:rPr lang="ko-KR" altLang="ko-KR" sz="2800" b="0" dirty="0"/>
                        <a:t> 서버로 전송됨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2800" b="0" dirty="0" err="1"/>
                        <a:t>입력값이</a:t>
                      </a:r>
                      <a:r>
                        <a:rPr lang="ko-KR" altLang="ko-KR" sz="2800" b="0" dirty="0"/>
                        <a:t> 서버로 가지 않음</a:t>
                      </a:r>
                      <a:endParaRPr lang="ko-KR" altLang="en-US" sz="2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061828"/>
                  </a:ext>
                </a:extLst>
              </a:tr>
              <a:tr h="1827051">
                <a:tc vMerge="1">
                  <a:txBody>
                    <a:bodyPr/>
                    <a:lstStyle/>
                    <a:p>
                      <a:pPr latinLnBrk="1"/>
                      <a:endParaRPr lang="ko-KR" altLang="en-US" sz="3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2800" b="0" dirty="0"/>
                        <a:t>서버가 그 값을</a:t>
                      </a:r>
                      <a:r>
                        <a:rPr lang="en-US" altLang="ko-KR" sz="2800" b="0" dirty="0"/>
                        <a:t> HTML </a:t>
                      </a:r>
                      <a:r>
                        <a:rPr lang="ko-KR" altLang="ko-KR" sz="2800" b="0" dirty="0"/>
                        <a:t>응답에 그대로 넣어 브라우저로 보내고</a:t>
                      </a:r>
                      <a:r>
                        <a:rPr lang="en-US" altLang="ko-KR" sz="2800" b="0" dirty="0"/>
                        <a:t> </a:t>
                      </a:r>
                      <a:r>
                        <a:rPr lang="ko-KR" altLang="ko-KR" sz="2800" b="0" dirty="0"/>
                        <a:t>브라우저에서 스크립트가 실행됨</a:t>
                      </a:r>
                      <a:endParaRPr lang="ko-KR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b="0" dirty="0"/>
                        <a:t>JavaScript</a:t>
                      </a:r>
                      <a:r>
                        <a:rPr lang="ko-KR" altLang="ko-KR" sz="2800" b="0" dirty="0"/>
                        <a:t>가 클라이언트</a:t>
                      </a:r>
                      <a:r>
                        <a:rPr lang="en-US" altLang="ko-KR" sz="2800" b="0" dirty="0"/>
                        <a:t>(</a:t>
                      </a:r>
                      <a:r>
                        <a:rPr lang="ko-KR" altLang="ko-KR" sz="2800" b="0" dirty="0"/>
                        <a:t>브라우저</a:t>
                      </a:r>
                      <a:r>
                        <a:rPr lang="en-US" altLang="ko-KR" sz="2800" b="0" dirty="0"/>
                        <a:t>)</a:t>
                      </a:r>
                      <a:r>
                        <a:rPr lang="ko-KR" altLang="ko-KR" sz="2800" b="0" dirty="0"/>
                        <a:t>에서</a:t>
                      </a:r>
                      <a:r>
                        <a:rPr lang="en-US" altLang="ko-KR" sz="2800" b="0" dirty="0"/>
                        <a:t> URL </a:t>
                      </a:r>
                      <a:r>
                        <a:rPr lang="ko-KR" altLang="ko-KR" sz="2800" b="0" dirty="0"/>
                        <a:t>값을 읽어 그대로</a:t>
                      </a:r>
                      <a:r>
                        <a:rPr lang="en-US" altLang="ko-KR" sz="2800" b="0" dirty="0"/>
                        <a:t> HTML</a:t>
                      </a:r>
                      <a:r>
                        <a:rPr lang="ko-KR" altLang="ko-KR" sz="2800" b="0" dirty="0"/>
                        <a:t>에 삽입하며 실행됨</a:t>
                      </a:r>
                      <a:endParaRPr lang="ko-KR" altLang="en-US" sz="2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981383"/>
                  </a:ext>
                </a:extLst>
              </a:tr>
              <a:tr h="1258647">
                <a:tc vMerge="1">
                  <a:txBody>
                    <a:bodyPr/>
                    <a:lstStyle/>
                    <a:p>
                      <a:pPr latinLnBrk="1"/>
                      <a:endParaRPr lang="ko-KR" altLang="en-US" sz="3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="0" dirty="0"/>
                        <a:t>➡ </a:t>
                      </a:r>
                      <a:r>
                        <a:rPr lang="ko-KR" altLang="ko-KR" sz="2800" b="0" dirty="0"/>
                        <a:t>서버가 반사</a:t>
                      </a:r>
                      <a:r>
                        <a:rPr lang="en-US" altLang="ko-KR" sz="2800" b="0" dirty="0"/>
                        <a:t>(reflect) </a:t>
                      </a:r>
                      <a:r>
                        <a:rPr lang="ko-KR" altLang="ko-KR" sz="2800" b="0" dirty="0"/>
                        <a:t>하는 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b="0" dirty="0"/>
                        <a:t>➡ </a:t>
                      </a:r>
                      <a:r>
                        <a:rPr lang="ko-KR" altLang="ko-KR" sz="2800" b="0" dirty="0"/>
                        <a:t>브라우저 내부</a:t>
                      </a:r>
                      <a:r>
                        <a:rPr lang="en-US" altLang="ko-KR" sz="2800" b="0" dirty="0"/>
                        <a:t>(DOM)</a:t>
                      </a:r>
                      <a:r>
                        <a:rPr lang="ko-KR" altLang="ko-KR" sz="2800" b="0" dirty="0"/>
                        <a:t>에서 직접 발생하는</a:t>
                      </a:r>
                      <a:r>
                        <a:rPr lang="en-US" altLang="ko-KR" sz="2800" b="0" dirty="0"/>
                        <a:t> </a:t>
                      </a:r>
                      <a:r>
                        <a:rPr lang="en-US" altLang="ko-KR" sz="2800" b="0" dirty="0" err="1"/>
                        <a:t>XSS</a:t>
                      </a:r>
                      <a:endParaRPr lang="ko-KR" altLang="en-US" sz="2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233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919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3CB5-55A8-9566-2996-CC8A0FF41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9AC4814-2D64-7E3A-AFD3-ADD56D4EE7B7}"/>
              </a:ext>
            </a:extLst>
          </p:cNvPr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A171D3-324D-D0D6-7BDC-C922A0E480D5}"/>
                </a:ext>
              </a:extLst>
            </p:cNvPr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F92D1AE-2B6B-C55B-1676-CD0B56464625}"/>
                </a:ext>
              </a:extLst>
            </p:cNvPr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4FCB052-2761-9468-D8BA-FD5C2D5D8FAA}"/>
              </a:ext>
            </a:extLst>
          </p:cNvPr>
          <p:cNvGrpSpPr/>
          <p:nvPr/>
        </p:nvGrpSpPr>
        <p:grpSpPr>
          <a:xfrm>
            <a:off x="5136398" y="638734"/>
            <a:ext cx="12832078" cy="9009533"/>
            <a:chOff x="0" y="0"/>
            <a:chExt cx="4093324" cy="28739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F665370-3D91-4824-E08C-8F4BCB8CAC4E}"/>
                </a:ext>
              </a:extLst>
            </p:cNvPr>
            <p:cNvSpPr/>
            <p:nvPr/>
          </p:nvSpPr>
          <p:spPr>
            <a:xfrm>
              <a:off x="0" y="0"/>
              <a:ext cx="4093324" cy="2873964"/>
            </a:xfrm>
            <a:custGeom>
              <a:avLst/>
              <a:gdLst/>
              <a:ahLst/>
              <a:cxnLst/>
              <a:rect l="l" t="t" r="r" b="b"/>
              <a:pathLst>
                <a:path w="4093324" h="2873964">
                  <a:moveTo>
                    <a:pt x="21720" y="0"/>
                  </a:moveTo>
                  <a:lnTo>
                    <a:pt x="4071604" y="0"/>
                  </a:lnTo>
                  <a:cubicBezTo>
                    <a:pt x="4083600" y="0"/>
                    <a:pt x="4093324" y="9724"/>
                    <a:pt x="4093324" y="21720"/>
                  </a:cubicBezTo>
                  <a:lnTo>
                    <a:pt x="4093324" y="2852245"/>
                  </a:lnTo>
                  <a:cubicBezTo>
                    <a:pt x="4093324" y="2864240"/>
                    <a:pt x="4083600" y="2873964"/>
                    <a:pt x="4071604" y="2873964"/>
                  </a:cubicBezTo>
                  <a:lnTo>
                    <a:pt x="21720" y="2873964"/>
                  </a:lnTo>
                  <a:cubicBezTo>
                    <a:pt x="9724" y="2873964"/>
                    <a:pt x="0" y="2864240"/>
                    <a:pt x="0" y="2852245"/>
                  </a:cubicBezTo>
                  <a:lnTo>
                    <a:pt x="0" y="21720"/>
                  </a:lnTo>
                  <a:cubicBezTo>
                    <a:pt x="0" y="9724"/>
                    <a:pt x="9724" y="0"/>
                    <a:pt x="2172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18A7F0C-BDEB-9855-C31D-26ABC3202E52}"/>
                </a:ext>
              </a:extLst>
            </p:cNvPr>
            <p:cNvSpPr txBox="1"/>
            <p:nvPr/>
          </p:nvSpPr>
          <p:spPr>
            <a:xfrm>
              <a:off x="0" y="-38100"/>
              <a:ext cx="4093324" cy="291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679A0753-BDE4-CCAB-C8C6-E724B669BAE6}"/>
              </a:ext>
            </a:extLst>
          </p:cNvPr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6352054-C730-BCAE-B46A-4CD55F455567}"/>
              </a:ext>
            </a:extLst>
          </p:cNvPr>
          <p:cNvSpPr txBox="1"/>
          <p:nvPr/>
        </p:nvSpPr>
        <p:spPr>
          <a:xfrm>
            <a:off x="809625" y="1928438"/>
            <a:ext cx="4136273" cy="273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9"/>
              </a:lnSpc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1.3</a:t>
            </a:r>
            <a:endParaRPr lang="en-US" sz="6999" b="1" dirty="0">
              <a:solidFill>
                <a:srgbClr val="211F1C"/>
              </a:solidFill>
              <a:latin typeface="Anton"/>
            </a:endParaRPr>
          </a:p>
          <a:p>
            <a:pPr>
              <a:lnSpc>
                <a:spcPts val="7069"/>
              </a:lnSpc>
            </a:pPr>
            <a:r>
              <a:rPr lang="en-US" altLang="ko-KR" sz="6999" dirty="0" err="1">
                <a:solidFill>
                  <a:srgbClr val="211F1C"/>
                </a:solidFill>
                <a:latin typeface="Anton"/>
              </a:rPr>
              <a:t>XSS</a:t>
            </a:r>
            <a:r>
              <a:rPr lang="en-US" altLang="ko-KR" sz="6999" b="1" dirty="0">
                <a:solidFill>
                  <a:srgbClr val="211F1C"/>
                </a:solidFill>
                <a:latin typeface="Anton"/>
              </a:rPr>
              <a:t> </a:t>
            </a:r>
            <a:r>
              <a:rPr lang="ko-KR" altLang="en-US" sz="6999" b="1" dirty="0">
                <a:solidFill>
                  <a:srgbClr val="211F1C"/>
                </a:solidFill>
                <a:latin typeface="Anton"/>
              </a:rPr>
              <a:t>주요 </a:t>
            </a:r>
            <a:endParaRPr lang="en-US" altLang="ko-KR" sz="6999" b="1" dirty="0">
              <a:solidFill>
                <a:srgbClr val="211F1C"/>
              </a:solidFill>
              <a:latin typeface="Anton"/>
            </a:endParaRPr>
          </a:p>
          <a:p>
            <a:pPr algn="l">
              <a:lnSpc>
                <a:spcPts val="7069"/>
              </a:lnSpc>
            </a:pPr>
            <a:r>
              <a:rPr lang="ko-KR" altLang="en-US" sz="6999" b="1" dirty="0">
                <a:solidFill>
                  <a:srgbClr val="211F1C"/>
                </a:solidFill>
                <a:latin typeface="Anton"/>
              </a:rPr>
              <a:t>발생 지점</a:t>
            </a:r>
            <a:endParaRPr lang="en-US" sz="6999" b="1" dirty="0">
              <a:solidFill>
                <a:srgbClr val="211F1C"/>
              </a:solidFill>
              <a:latin typeface="Anton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C058490-1A45-0F35-0BF9-0AD6BB0A5316}"/>
              </a:ext>
            </a:extLst>
          </p:cNvPr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4ABD0F8-6E81-FFC1-E39F-EB5F6AADC1F1}"/>
                </a:ext>
              </a:extLst>
            </p:cNvPr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DBF1724-8FF2-221B-C99B-680ED0E6308A}"/>
                </a:ext>
              </a:extLst>
            </p:cNvPr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F52256DE-BB8F-025B-580C-4305B3492D79}"/>
              </a:ext>
            </a:extLst>
          </p:cNvPr>
          <p:cNvSpPr/>
          <p:nvPr/>
        </p:nvSpPr>
        <p:spPr>
          <a:xfrm>
            <a:off x="809625" y="9043238"/>
            <a:ext cx="2880627" cy="432385"/>
          </a:xfrm>
          <a:custGeom>
            <a:avLst/>
            <a:gdLst/>
            <a:ahLst/>
            <a:cxnLst/>
            <a:rect l="l" t="t" r="r" b="b"/>
            <a:pathLst>
              <a:path w="8296205" h="1245268">
                <a:moveTo>
                  <a:pt x="83315" y="0"/>
                </a:moveTo>
                <a:lnTo>
                  <a:pt x="8212890" y="0"/>
                </a:lnTo>
                <a:cubicBezTo>
                  <a:pt x="8258904" y="0"/>
                  <a:pt x="8296205" y="37301"/>
                  <a:pt x="8296205" y="83315"/>
                </a:cubicBezTo>
                <a:lnTo>
                  <a:pt x="8296205" y="1161953"/>
                </a:lnTo>
                <a:cubicBezTo>
                  <a:pt x="8296205" y="1207966"/>
                  <a:pt x="8258904" y="1245268"/>
                  <a:pt x="8212890" y="1245268"/>
                </a:cubicBezTo>
                <a:lnTo>
                  <a:pt x="83315" y="1245268"/>
                </a:lnTo>
                <a:cubicBezTo>
                  <a:pt x="37301" y="1245268"/>
                  <a:pt x="0" y="1207966"/>
                  <a:pt x="0" y="1161953"/>
                </a:cubicBezTo>
                <a:lnTo>
                  <a:pt x="0" y="83315"/>
                </a:lnTo>
                <a:cubicBezTo>
                  <a:pt x="0" y="37301"/>
                  <a:pt x="37301" y="0"/>
                  <a:pt x="83315" y="0"/>
                </a:cubicBezTo>
                <a:close/>
              </a:path>
            </a:pathLst>
          </a:custGeom>
          <a:solidFill>
            <a:srgbClr val="F1F1F1"/>
          </a:solidFill>
          <a:ln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39AB1E6A-C459-D036-3E94-390488092224}"/>
              </a:ext>
            </a:extLst>
          </p:cNvPr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897339CF-CA4D-D765-8ABE-42C9E9925BD0}"/>
              </a:ext>
            </a:extLst>
          </p:cNvPr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AFE93BD-0C43-124B-D648-3EAC1942BB18}"/>
              </a:ext>
            </a:extLst>
          </p:cNvPr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96C6BDC5-DB23-C6A2-241D-CD46E790BF31}"/>
                </a:ext>
              </a:extLst>
            </p:cNvPr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A95C88D-91E7-D447-422E-A1276E97A70B}"/>
                </a:ext>
              </a:extLst>
            </p:cNvPr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9/14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42F77EA-B1C3-9A8B-7E6E-08BA1A07D94B}"/>
              </a:ext>
            </a:extLst>
          </p:cNvPr>
          <p:cNvSpPr txBox="1"/>
          <p:nvPr/>
        </p:nvSpPr>
        <p:spPr>
          <a:xfrm>
            <a:off x="5562599" y="1257300"/>
            <a:ext cx="11915775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입력창에 넣은 데이터를 다시 화면에 출력하는 곳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사용자가 입력한 내용을 포함한 오류 메시지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여러 사용자들이 자유롭게 이용하는 게시판</a:t>
            </a:r>
            <a:r>
              <a:rPr lang="en-US" altLang="ko-KR" sz="4000" dirty="0"/>
              <a:t>&amp;</a:t>
            </a:r>
            <a:r>
              <a:rPr lang="ko-KR" altLang="en-US" sz="4000" dirty="0"/>
              <a:t>댓글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en-US" altLang="ko-KR" sz="4000" dirty="0"/>
              <a:t>HTTP </a:t>
            </a:r>
            <a:r>
              <a:rPr lang="ko-KR" altLang="en-US" sz="4000" dirty="0"/>
              <a:t>헤더</a:t>
            </a:r>
            <a:endParaRPr lang="en-US" altLang="ko-KR" sz="4000" dirty="0"/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등등</a:t>
            </a:r>
            <a:endParaRPr lang="en-US" altLang="ko-KR" sz="4000" dirty="0"/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endParaRPr lang="en-US" altLang="ko-KR" sz="4000" dirty="0"/>
          </a:p>
          <a:p>
            <a:pPr marL="74250">
              <a:spcBef>
                <a:spcPts val="3000"/>
              </a:spcBef>
            </a:pPr>
            <a:r>
              <a:rPr lang="en-US" altLang="ko-KR" sz="4000" dirty="0"/>
              <a:t>&gt;&gt; </a:t>
            </a:r>
            <a:r>
              <a:rPr lang="ko-KR" altLang="ko-KR" sz="4000" dirty="0"/>
              <a:t>사용자가 입력한 내용을 그대로 보여주는 곳이</a:t>
            </a:r>
            <a:r>
              <a:rPr lang="en-US" altLang="ko-KR" sz="4000" dirty="0"/>
              <a:t> </a:t>
            </a:r>
            <a:r>
              <a:rPr lang="en-US" altLang="ko-KR" sz="4000" dirty="0" err="1"/>
              <a:t>xss</a:t>
            </a:r>
            <a:r>
              <a:rPr lang="ko-KR" altLang="ko-KR" sz="4000" dirty="0"/>
              <a:t>의 취약점이 생기기 쉽다</a:t>
            </a:r>
            <a:endParaRPr lang="en-US" altLang="ko-KR" sz="4000" dirty="0"/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F0E8498E-4C79-37CA-4B42-B3EA1875ACB2}"/>
              </a:ext>
            </a:extLst>
          </p:cNvPr>
          <p:cNvSpPr txBox="1"/>
          <p:nvPr/>
        </p:nvSpPr>
        <p:spPr>
          <a:xfrm>
            <a:off x="809625" y="9030009"/>
            <a:ext cx="2880627" cy="445614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marL="0" lvl="0" indent="0" algn="ctr">
              <a:lnSpc>
                <a:spcPts val="2116"/>
              </a:lnSpc>
              <a:spcBef>
                <a:spcPct val="0"/>
              </a:spcBef>
            </a:pPr>
            <a:r>
              <a:rPr lang="en-US" sz="1439" spc="211" dirty="0" err="1">
                <a:solidFill>
                  <a:srgbClr val="211F1C"/>
                </a:solidFill>
                <a:latin typeface="Nunito Sans Expanded Semi-Bold"/>
              </a:rPr>
              <a:t>XSS</a:t>
            </a:r>
            <a:endParaRPr lang="en-US" sz="1439" spc="211" dirty="0">
              <a:solidFill>
                <a:srgbClr val="211F1C"/>
              </a:solidFill>
              <a:latin typeface="Nunito Sans Expanded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135820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A1826-E177-8FDA-84C0-7BB702698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C58C3C6-0B2B-CE0E-B0E9-97570B23AC33}"/>
              </a:ext>
            </a:extLst>
          </p:cNvPr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D0A5379-5CAC-1617-C635-A501A357209B}"/>
                </a:ext>
              </a:extLst>
            </p:cNvPr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EDD5205-B19E-EC3C-F599-0D949BF5F7C9}"/>
                </a:ext>
              </a:extLst>
            </p:cNvPr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562DB94-5898-1373-B973-809D9569BA4E}"/>
              </a:ext>
            </a:extLst>
          </p:cNvPr>
          <p:cNvGrpSpPr/>
          <p:nvPr/>
        </p:nvGrpSpPr>
        <p:grpSpPr>
          <a:xfrm>
            <a:off x="5136398" y="638734"/>
            <a:ext cx="12832078" cy="9009533"/>
            <a:chOff x="0" y="0"/>
            <a:chExt cx="4093324" cy="28739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521EE06-E487-1D56-D9B8-4BD36F65243A}"/>
                </a:ext>
              </a:extLst>
            </p:cNvPr>
            <p:cNvSpPr/>
            <p:nvPr/>
          </p:nvSpPr>
          <p:spPr>
            <a:xfrm>
              <a:off x="0" y="0"/>
              <a:ext cx="4093324" cy="2873964"/>
            </a:xfrm>
            <a:custGeom>
              <a:avLst/>
              <a:gdLst/>
              <a:ahLst/>
              <a:cxnLst/>
              <a:rect l="l" t="t" r="r" b="b"/>
              <a:pathLst>
                <a:path w="4093324" h="2873964">
                  <a:moveTo>
                    <a:pt x="21720" y="0"/>
                  </a:moveTo>
                  <a:lnTo>
                    <a:pt x="4071604" y="0"/>
                  </a:lnTo>
                  <a:cubicBezTo>
                    <a:pt x="4083600" y="0"/>
                    <a:pt x="4093324" y="9724"/>
                    <a:pt x="4093324" y="21720"/>
                  </a:cubicBezTo>
                  <a:lnTo>
                    <a:pt x="4093324" y="2852245"/>
                  </a:lnTo>
                  <a:cubicBezTo>
                    <a:pt x="4093324" y="2864240"/>
                    <a:pt x="4083600" y="2873964"/>
                    <a:pt x="4071604" y="2873964"/>
                  </a:cubicBezTo>
                  <a:lnTo>
                    <a:pt x="21720" y="2873964"/>
                  </a:lnTo>
                  <a:cubicBezTo>
                    <a:pt x="9724" y="2873964"/>
                    <a:pt x="0" y="2864240"/>
                    <a:pt x="0" y="2852245"/>
                  </a:cubicBezTo>
                  <a:lnTo>
                    <a:pt x="0" y="21720"/>
                  </a:lnTo>
                  <a:cubicBezTo>
                    <a:pt x="0" y="9724"/>
                    <a:pt x="9724" y="0"/>
                    <a:pt x="2172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3B031D-23BB-FAF7-B03A-DE7C01FAED76}"/>
                </a:ext>
              </a:extLst>
            </p:cNvPr>
            <p:cNvSpPr txBox="1"/>
            <p:nvPr/>
          </p:nvSpPr>
          <p:spPr>
            <a:xfrm>
              <a:off x="0" y="-38100"/>
              <a:ext cx="4093324" cy="291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96FE667-02A2-6A75-C53E-2C2D766B27FB}"/>
              </a:ext>
            </a:extLst>
          </p:cNvPr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E1F8010-6157-F81E-B58C-31BA283C2FB2}"/>
              </a:ext>
            </a:extLst>
          </p:cNvPr>
          <p:cNvSpPr txBox="1"/>
          <p:nvPr/>
        </p:nvSpPr>
        <p:spPr>
          <a:xfrm>
            <a:off x="809625" y="1928438"/>
            <a:ext cx="4136273" cy="273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9"/>
              </a:lnSpc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1.4</a:t>
            </a:r>
            <a:endParaRPr lang="en-US" sz="6999" b="1" dirty="0">
              <a:solidFill>
                <a:srgbClr val="211F1C"/>
              </a:solidFill>
              <a:latin typeface="Anton"/>
            </a:endParaRPr>
          </a:p>
          <a:p>
            <a:pPr algn="l">
              <a:lnSpc>
                <a:spcPts val="7069"/>
              </a:lnSpc>
            </a:pPr>
            <a:r>
              <a:rPr lang="en-US" altLang="ko-KR" sz="6999" dirty="0" err="1">
                <a:solidFill>
                  <a:srgbClr val="211F1C"/>
                </a:solidFill>
                <a:latin typeface="Anton"/>
              </a:rPr>
              <a:t>XSS</a:t>
            </a:r>
            <a:r>
              <a:rPr lang="en-US" altLang="ko-KR" sz="6999" b="1" dirty="0">
                <a:solidFill>
                  <a:srgbClr val="211F1C"/>
                </a:solidFill>
                <a:latin typeface="Anton"/>
              </a:rPr>
              <a:t> </a:t>
            </a:r>
          </a:p>
          <a:p>
            <a:pPr algn="l">
              <a:lnSpc>
                <a:spcPts val="7069"/>
              </a:lnSpc>
            </a:pPr>
            <a:r>
              <a:rPr lang="ko-KR" altLang="en-US" sz="6999" b="1" dirty="0">
                <a:solidFill>
                  <a:srgbClr val="211F1C"/>
                </a:solidFill>
                <a:latin typeface="Anton"/>
              </a:rPr>
              <a:t>위험 이유</a:t>
            </a:r>
            <a:endParaRPr lang="en-US" sz="6999" b="1" dirty="0">
              <a:solidFill>
                <a:srgbClr val="211F1C"/>
              </a:solidFill>
              <a:latin typeface="Anton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4E3EC90-1199-1774-4ADF-8A505DE77358}"/>
              </a:ext>
            </a:extLst>
          </p:cNvPr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654E725-0A09-5EDB-4FC5-4745F5EFFF47}"/>
                </a:ext>
              </a:extLst>
            </p:cNvPr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3B46214-0817-2EA6-1A62-0A8CDDB685CD}"/>
                </a:ext>
              </a:extLst>
            </p:cNvPr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05ABC001-66C8-ACFB-3DBE-BFE7A80EF74D}"/>
              </a:ext>
            </a:extLst>
          </p:cNvPr>
          <p:cNvSpPr/>
          <p:nvPr/>
        </p:nvSpPr>
        <p:spPr>
          <a:xfrm>
            <a:off x="809625" y="9043238"/>
            <a:ext cx="2880627" cy="432385"/>
          </a:xfrm>
          <a:custGeom>
            <a:avLst/>
            <a:gdLst/>
            <a:ahLst/>
            <a:cxnLst/>
            <a:rect l="l" t="t" r="r" b="b"/>
            <a:pathLst>
              <a:path w="8296205" h="1245268">
                <a:moveTo>
                  <a:pt x="83315" y="0"/>
                </a:moveTo>
                <a:lnTo>
                  <a:pt x="8212890" y="0"/>
                </a:lnTo>
                <a:cubicBezTo>
                  <a:pt x="8258904" y="0"/>
                  <a:pt x="8296205" y="37301"/>
                  <a:pt x="8296205" y="83315"/>
                </a:cubicBezTo>
                <a:lnTo>
                  <a:pt x="8296205" y="1161953"/>
                </a:lnTo>
                <a:cubicBezTo>
                  <a:pt x="8296205" y="1207966"/>
                  <a:pt x="8258904" y="1245268"/>
                  <a:pt x="8212890" y="1245268"/>
                </a:cubicBezTo>
                <a:lnTo>
                  <a:pt x="83315" y="1245268"/>
                </a:lnTo>
                <a:cubicBezTo>
                  <a:pt x="37301" y="1245268"/>
                  <a:pt x="0" y="1207966"/>
                  <a:pt x="0" y="1161953"/>
                </a:cubicBezTo>
                <a:lnTo>
                  <a:pt x="0" y="83315"/>
                </a:lnTo>
                <a:cubicBezTo>
                  <a:pt x="0" y="37301"/>
                  <a:pt x="37301" y="0"/>
                  <a:pt x="83315" y="0"/>
                </a:cubicBezTo>
                <a:close/>
              </a:path>
            </a:pathLst>
          </a:custGeom>
          <a:solidFill>
            <a:srgbClr val="F1F1F1"/>
          </a:solidFill>
          <a:ln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91ACDD75-8061-7451-3509-6F61FDA54FC5}"/>
              </a:ext>
            </a:extLst>
          </p:cNvPr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2251E879-91DF-FE23-1842-4106A818C3CA}"/>
              </a:ext>
            </a:extLst>
          </p:cNvPr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CE8D7318-712C-7341-2782-D818806928DE}"/>
              </a:ext>
            </a:extLst>
          </p:cNvPr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ED8B331-8BB6-1D98-47BC-6A0D1EABA892}"/>
                </a:ext>
              </a:extLst>
            </p:cNvPr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4DBA2886-51CD-E53F-320C-0B9FB4014EA9}"/>
                </a:ext>
              </a:extLst>
            </p:cNvPr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10/14</a:t>
              </a:r>
            </a:p>
          </p:txBody>
        </p:sp>
      </p:grpSp>
      <p:sp>
        <p:nvSpPr>
          <p:cNvPr id="23" name="TextBox 20">
            <a:extLst>
              <a:ext uri="{FF2B5EF4-FFF2-40B4-BE49-F238E27FC236}">
                <a16:creationId xmlns:a16="http://schemas.microsoft.com/office/drawing/2014/main" id="{36097AF8-8F10-EABD-7DD2-A4D1F8819586}"/>
              </a:ext>
            </a:extLst>
          </p:cNvPr>
          <p:cNvSpPr txBox="1"/>
          <p:nvPr/>
        </p:nvSpPr>
        <p:spPr>
          <a:xfrm>
            <a:off x="809625" y="9030009"/>
            <a:ext cx="2880627" cy="445614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marL="0" lvl="0" indent="0" algn="ctr">
              <a:lnSpc>
                <a:spcPts val="2116"/>
              </a:lnSpc>
              <a:spcBef>
                <a:spcPct val="0"/>
              </a:spcBef>
            </a:pPr>
            <a:r>
              <a:rPr lang="en-US" sz="1439" spc="211" dirty="0" err="1">
                <a:solidFill>
                  <a:srgbClr val="211F1C"/>
                </a:solidFill>
                <a:latin typeface="Nunito Sans Expanded Semi-Bold"/>
              </a:rPr>
              <a:t>XSS</a:t>
            </a:r>
            <a:endParaRPr lang="en-US" sz="1439" spc="211" dirty="0">
              <a:solidFill>
                <a:srgbClr val="211F1C"/>
              </a:solidFill>
              <a:latin typeface="Nunito Sans Expanded Semi-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742E18-AAFD-3E1E-320F-7F253EDBCCB7}"/>
              </a:ext>
            </a:extLst>
          </p:cNvPr>
          <p:cNvSpPr txBox="1"/>
          <p:nvPr/>
        </p:nvSpPr>
        <p:spPr>
          <a:xfrm>
            <a:off x="5562599" y="1257300"/>
            <a:ext cx="11915775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세션 쿠키 탈취 </a:t>
            </a:r>
            <a:r>
              <a:rPr lang="en-US" altLang="ko-KR" sz="4000" dirty="0"/>
              <a:t>(</a:t>
            </a:r>
            <a:r>
              <a:rPr lang="ko-KR" altLang="en-US" sz="4000" dirty="0"/>
              <a:t>가장 대표적인 사례</a:t>
            </a:r>
            <a:r>
              <a:rPr lang="en-US" altLang="ko-KR" sz="4000" dirty="0"/>
              <a:t>)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사용자 몰래 요청을 만들어 서버로 보냄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가짜 입력창을 만들어 개인정보 훔치기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악성 사이트로 강제 이동</a:t>
            </a:r>
            <a:r>
              <a:rPr lang="en-US" altLang="ko-KR" sz="4000" dirty="0"/>
              <a:t>(</a:t>
            </a:r>
            <a:r>
              <a:rPr lang="ko-KR" altLang="en-US" sz="4000" dirty="0"/>
              <a:t>피싱 사이트 등</a:t>
            </a:r>
            <a:r>
              <a:rPr lang="en-US" altLang="ko-KR" sz="4000" dirty="0"/>
              <a:t>)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사용자처럼 행동하는 요청을 생성</a:t>
            </a:r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등등</a:t>
            </a:r>
          </a:p>
        </p:txBody>
      </p:sp>
    </p:spTree>
    <p:extLst>
      <p:ext uri="{BB962C8B-B14F-4D97-AF65-F5344CB8AC3E}">
        <p14:creationId xmlns:p14="http://schemas.microsoft.com/office/powerpoint/2010/main" val="1332839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A7B0B-DB6A-7BAB-D898-55CA9C592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BEF8C2E-99AD-D5D4-9727-8A8F2E503109}"/>
              </a:ext>
            </a:extLst>
          </p:cNvPr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B946590-B639-6CC1-E9D5-E0E5BAE34E83}"/>
                </a:ext>
              </a:extLst>
            </p:cNvPr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1196BAC-26C8-389D-13C8-7D81FBD4DD85}"/>
                </a:ext>
              </a:extLst>
            </p:cNvPr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4E16C23-5931-4841-88D2-19ADCAC8CCFD}"/>
              </a:ext>
            </a:extLst>
          </p:cNvPr>
          <p:cNvGrpSpPr/>
          <p:nvPr/>
        </p:nvGrpSpPr>
        <p:grpSpPr>
          <a:xfrm>
            <a:off x="5136398" y="638734"/>
            <a:ext cx="12832078" cy="9009533"/>
            <a:chOff x="0" y="0"/>
            <a:chExt cx="4093324" cy="28739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23B7239-62B4-CE0C-E471-E6EB141E4537}"/>
                </a:ext>
              </a:extLst>
            </p:cNvPr>
            <p:cNvSpPr/>
            <p:nvPr/>
          </p:nvSpPr>
          <p:spPr>
            <a:xfrm>
              <a:off x="0" y="0"/>
              <a:ext cx="4093324" cy="2873964"/>
            </a:xfrm>
            <a:custGeom>
              <a:avLst/>
              <a:gdLst/>
              <a:ahLst/>
              <a:cxnLst/>
              <a:rect l="l" t="t" r="r" b="b"/>
              <a:pathLst>
                <a:path w="4093324" h="2873964">
                  <a:moveTo>
                    <a:pt x="21720" y="0"/>
                  </a:moveTo>
                  <a:lnTo>
                    <a:pt x="4071604" y="0"/>
                  </a:lnTo>
                  <a:cubicBezTo>
                    <a:pt x="4083600" y="0"/>
                    <a:pt x="4093324" y="9724"/>
                    <a:pt x="4093324" y="21720"/>
                  </a:cubicBezTo>
                  <a:lnTo>
                    <a:pt x="4093324" y="2852245"/>
                  </a:lnTo>
                  <a:cubicBezTo>
                    <a:pt x="4093324" y="2864240"/>
                    <a:pt x="4083600" y="2873964"/>
                    <a:pt x="4071604" y="2873964"/>
                  </a:cubicBezTo>
                  <a:lnTo>
                    <a:pt x="21720" y="2873964"/>
                  </a:lnTo>
                  <a:cubicBezTo>
                    <a:pt x="9724" y="2873964"/>
                    <a:pt x="0" y="2864240"/>
                    <a:pt x="0" y="2852245"/>
                  </a:cubicBezTo>
                  <a:lnTo>
                    <a:pt x="0" y="21720"/>
                  </a:lnTo>
                  <a:cubicBezTo>
                    <a:pt x="0" y="9724"/>
                    <a:pt x="9724" y="0"/>
                    <a:pt x="2172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2515279-2323-6D86-BAFC-AEB77A26B2D5}"/>
                </a:ext>
              </a:extLst>
            </p:cNvPr>
            <p:cNvSpPr txBox="1"/>
            <p:nvPr/>
          </p:nvSpPr>
          <p:spPr>
            <a:xfrm>
              <a:off x="0" y="-38100"/>
              <a:ext cx="4093324" cy="291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C477203E-0B09-E8B4-1857-39C6C5DB320A}"/>
              </a:ext>
            </a:extLst>
          </p:cNvPr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7A4ECEF-B002-5531-C6B3-80CC9987A49C}"/>
              </a:ext>
            </a:extLst>
          </p:cNvPr>
          <p:cNvSpPr txBox="1"/>
          <p:nvPr/>
        </p:nvSpPr>
        <p:spPr>
          <a:xfrm>
            <a:off x="809624" y="1928438"/>
            <a:ext cx="4326773" cy="2731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69"/>
              </a:lnSpc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1.5</a:t>
            </a:r>
            <a:endParaRPr lang="en-US" sz="6999" b="1" dirty="0">
              <a:solidFill>
                <a:srgbClr val="211F1C"/>
              </a:solidFill>
              <a:latin typeface="Anton"/>
            </a:endParaRPr>
          </a:p>
          <a:p>
            <a:pPr algn="l">
              <a:lnSpc>
                <a:spcPts val="7069"/>
              </a:lnSpc>
            </a:pPr>
            <a:r>
              <a:rPr lang="en-US" altLang="ko-KR" sz="6999" dirty="0" err="1">
                <a:solidFill>
                  <a:srgbClr val="211F1C"/>
                </a:solidFill>
                <a:latin typeface="Anton"/>
              </a:rPr>
              <a:t>XSS</a:t>
            </a:r>
            <a:r>
              <a:rPr lang="en-US" altLang="ko-KR" sz="6999" b="1" dirty="0">
                <a:solidFill>
                  <a:srgbClr val="211F1C"/>
                </a:solidFill>
                <a:latin typeface="Anton"/>
              </a:rPr>
              <a:t> </a:t>
            </a:r>
          </a:p>
          <a:p>
            <a:pPr algn="l">
              <a:lnSpc>
                <a:spcPts val="7069"/>
              </a:lnSpc>
            </a:pPr>
            <a:r>
              <a:rPr lang="en-US" sz="6999" dirty="0" err="1">
                <a:solidFill>
                  <a:srgbClr val="211F1C"/>
                </a:solidFill>
                <a:latin typeface="Anton"/>
              </a:rPr>
              <a:t>OWASP</a:t>
            </a:r>
            <a:r>
              <a:rPr lang="en-US" sz="6999" dirty="0">
                <a:solidFill>
                  <a:srgbClr val="211F1C"/>
                </a:solidFill>
                <a:latin typeface="Anton"/>
              </a:rPr>
              <a:t> </a:t>
            </a:r>
            <a:r>
              <a:rPr lang="ko-KR" altLang="en-US" sz="6999" b="1" dirty="0">
                <a:solidFill>
                  <a:srgbClr val="211F1C"/>
                </a:solidFill>
                <a:latin typeface="Anton"/>
              </a:rPr>
              <a:t>변화</a:t>
            </a:r>
            <a:endParaRPr lang="en-US" sz="6999" dirty="0">
              <a:solidFill>
                <a:srgbClr val="211F1C"/>
              </a:solidFill>
              <a:latin typeface="Anton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4FD97C-6873-12BD-0F5B-72EEDC3FA251}"/>
              </a:ext>
            </a:extLst>
          </p:cNvPr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9545EC6-FD13-6452-8995-AF1D55628E3F}"/>
                </a:ext>
              </a:extLst>
            </p:cNvPr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5A6380D-1C5D-77D7-8DD9-3D183D14CEC6}"/>
                </a:ext>
              </a:extLst>
            </p:cNvPr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B2725994-397E-20AF-0984-76E730C2671A}"/>
              </a:ext>
            </a:extLst>
          </p:cNvPr>
          <p:cNvSpPr/>
          <p:nvPr/>
        </p:nvSpPr>
        <p:spPr>
          <a:xfrm>
            <a:off x="809625" y="9043238"/>
            <a:ext cx="2880627" cy="432385"/>
          </a:xfrm>
          <a:custGeom>
            <a:avLst/>
            <a:gdLst/>
            <a:ahLst/>
            <a:cxnLst/>
            <a:rect l="l" t="t" r="r" b="b"/>
            <a:pathLst>
              <a:path w="8296205" h="1245268">
                <a:moveTo>
                  <a:pt x="83315" y="0"/>
                </a:moveTo>
                <a:lnTo>
                  <a:pt x="8212890" y="0"/>
                </a:lnTo>
                <a:cubicBezTo>
                  <a:pt x="8258904" y="0"/>
                  <a:pt x="8296205" y="37301"/>
                  <a:pt x="8296205" y="83315"/>
                </a:cubicBezTo>
                <a:lnTo>
                  <a:pt x="8296205" y="1161953"/>
                </a:lnTo>
                <a:cubicBezTo>
                  <a:pt x="8296205" y="1207966"/>
                  <a:pt x="8258904" y="1245268"/>
                  <a:pt x="8212890" y="1245268"/>
                </a:cubicBezTo>
                <a:lnTo>
                  <a:pt x="83315" y="1245268"/>
                </a:lnTo>
                <a:cubicBezTo>
                  <a:pt x="37301" y="1245268"/>
                  <a:pt x="0" y="1207966"/>
                  <a:pt x="0" y="1161953"/>
                </a:cubicBezTo>
                <a:lnTo>
                  <a:pt x="0" y="83315"/>
                </a:lnTo>
                <a:cubicBezTo>
                  <a:pt x="0" y="37301"/>
                  <a:pt x="37301" y="0"/>
                  <a:pt x="83315" y="0"/>
                </a:cubicBezTo>
                <a:close/>
              </a:path>
            </a:pathLst>
          </a:custGeom>
          <a:solidFill>
            <a:srgbClr val="F1F1F1"/>
          </a:solidFill>
          <a:ln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DEF75F44-B39F-65B6-B41B-5DE959E10FDF}"/>
              </a:ext>
            </a:extLst>
          </p:cNvPr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928C440-C558-BAE7-5C21-F3E0D16EA142}"/>
              </a:ext>
            </a:extLst>
          </p:cNvPr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3179E5E-651C-BAA7-754E-B1E7231A9EF0}"/>
              </a:ext>
            </a:extLst>
          </p:cNvPr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082065D0-7EB2-FEAB-EB60-817F028DA051}"/>
                </a:ext>
              </a:extLst>
            </p:cNvPr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7D12722-8D0C-1104-FC6B-1750F86A7240}"/>
                </a:ext>
              </a:extLst>
            </p:cNvPr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11/14</a:t>
              </a:r>
            </a:p>
          </p:txBody>
        </p:sp>
      </p:grpSp>
      <p:sp>
        <p:nvSpPr>
          <p:cNvPr id="23" name="TextBox 20">
            <a:extLst>
              <a:ext uri="{FF2B5EF4-FFF2-40B4-BE49-F238E27FC236}">
                <a16:creationId xmlns:a16="http://schemas.microsoft.com/office/drawing/2014/main" id="{5E57AE1B-A309-B331-CBC7-4EC5EC8A577B}"/>
              </a:ext>
            </a:extLst>
          </p:cNvPr>
          <p:cNvSpPr txBox="1"/>
          <p:nvPr/>
        </p:nvSpPr>
        <p:spPr>
          <a:xfrm>
            <a:off x="809625" y="9030009"/>
            <a:ext cx="2880627" cy="445614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marL="0" lvl="0" indent="0" algn="ctr">
              <a:lnSpc>
                <a:spcPts val="2116"/>
              </a:lnSpc>
              <a:spcBef>
                <a:spcPct val="0"/>
              </a:spcBef>
            </a:pPr>
            <a:r>
              <a:rPr lang="en-US" sz="1439" spc="211" dirty="0" err="1">
                <a:solidFill>
                  <a:srgbClr val="211F1C"/>
                </a:solidFill>
                <a:latin typeface="Nunito Sans Expanded Semi-Bold"/>
              </a:rPr>
              <a:t>XSS</a:t>
            </a:r>
            <a:endParaRPr lang="en-US" sz="1439" spc="211" dirty="0">
              <a:solidFill>
                <a:srgbClr val="211F1C"/>
              </a:solidFill>
              <a:latin typeface="Nunito Sans Expanded Semi-Bold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A5DF0F4-C896-6051-A367-97088DC093D0}"/>
              </a:ext>
            </a:extLst>
          </p:cNvPr>
          <p:cNvGraphicFramePr>
            <a:graphicFrameLocks noGrp="1"/>
          </p:cNvGraphicFramePr>
          <p:nvPr/>
        </p:nvGraphicFramePr>
        <p:xfrm>
          <a:off x="5389636" y="2646195"/>
          <a:ext cx="12325602" cy="40275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6164">
                  <a:extLst>
                    <a:ext uri="{9D8B030D-6E8A-4147-A177-3AD203B41FA5}">
                      <a16:colId xmlns:a16="http://schemas.microsoft.com/office/drawing/2014/main" val="201090378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1509755183"/>
                    </a:ext>
                  </a:extLst>
                </a:gridCol>
                <a:gridCol w="6085638">
                  <a:extLst>
                    <a:ext uri="{9D8B030D-6E8A-4147-A177-3AD203B41FA5}">
                      <a16:colId xmlns:a16="http://schemas.microsoft.com/office/drawing/2014/main" val="1437422588"/>
                    </a:ext>
                  </a:extLst>
                </a:gridCol>
              </a:tblGrid>
              <a:tr h="8287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800" b="1" dirty="0">
                          <a:latin typeface="+mn-ea"/>
                          <a:ea typeface="+mn-ea"/>
                        </a:rPr>
                        <a:t>연도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 err="1">
                          <a:latin typeface="+mn-ea"/>
                          <a:ea typeface="+mn-ea"/>
                        </a:rPr>
                        <a:t>OWASP</a:t>
                      </a:r>
                      <a:r>
                        <a:rPr lang="en-US" sz="2800" b="1" dirty="0">
                          <a:latin typeface="+mn-ea"/>
                          <a:ea typeface="+mn-ea"/>
                        </a:rPr>
                        <a:t> Top 10</a:t>
                      </a:r>
                      <a:endParaRPr lang="ko-KR" altLang="en-US" sz="2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800" b="1" dirty="0">
                          <a:latin typeface="+mn-ea"/>
                          <a:ea typeface="+mn-ea"/>
                        </a:rPr>
                        <a:t>특징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154310"/>
                  </a:ext>
                </a:extLst>
              </a:tr>
              <a:tr h="1066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400" b="1" dirty="0">
                          <a:latin typeface="+mn-ea"/>
                          <a:ea typeface="+mn-ea"/>
                        </a:rPr>
                        <a:t>2010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 err="1">
                          <a:latin typeface="+mn-ea"/>
                          <a:ea typeface="+mn-ea"/>
                        </a:rPr>
                        <a:t>A2</a:t>
                      </a:r>
                      <a:r>
                        <a:rPr lang="en-US" sz="2400" b="0" dirty="0">
                          <a:latin typeface="+mn-ea"/>
                          <a:ea typeface="+mn-ea"/>
                        </a:rPr>
                        <a:t> – Cross-Site Scripting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400">
                          <a:latin typeface="+mn-ea"/>
                          <a:ea typeface="+mn-ea"/>
                        </a:rPr>
                        <a:t>매우 심각하고 널리 퍼진 취약점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061828"/>
                  </a:ext>
                </a:extLst>
              </a:tr>
              <a:tr h="1066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400" b="1" dirty="0">
                          <a:latin typeface="+mn-ea"/>
                          <a:ea typeface="+mn-ea"/>
                        </a:rPr>
                        <a:t>2017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 err="1">
                          <a:latin typeface="+mn-ea"/>
                          <a:ea typeface="+mn-ea"/>
                        </a:rPr>
                        <a:t>A7</a:t>
                      </a:r>
                      <a:r>
                        <a:rPr lang="en-US" sz="2400" b="0" dirty="0">
                          <a:latin typeface="+mn-ea"/>
                          <a:ea typeface="+mn-ea"/>
                        </a:rPr>
                        <a:t> – Cross-Site Scripting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400" dirty="0">
                          <a:latin typeface="+mn-ea"/>
                          <a:ea typeface="+mn-ea"/>
                        </a:rPr>
                        <a:t>여전히 심각하지만 프레임워크 발전으로 빈도 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981383"/>
                  </a:ext>
                </a:extLst>
              </a:tr>
              <a:tr h="1066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400" b="1" dirty="0">
                          <a:latin typeface="+mn-ea"/>
                          <a:ea typeface="+mn-ea"/>
                        </a:rPr>
                        <a:t>2021(</a:t>
                      </a:r>
                      <a:r>
                        <a:rPr lang="ko-KR" altLang="en-US" sz="2400" b="1" dirty="0">
                          <a:latin typeface="+mn-ea"/>
                          <a:ea typeface="+mn-ea"/>
                        </a:rPr>
                        <a:t>현재</a:t>
                      </a:r>
                      <a:r>
                        <a:rPr lang="en-US" altLang="ko-KR" sz="24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 err="1">
                          <a:latin typeface="+mn-ea"/>
                          <a:ea typeface="+mn-ea"/>
                        </a:rPr>
                        <a:t>A03</a:t>
                      </a:r>
                      <a:r>
                        <a:rPr lang="en-US" sz="2400" b="0" dirty="0">
                          <a:latin typeface="+mn-ea"/>
                          <a:ea typeface="+mn-ea"/>
                        </a:rPr>
                        <a:t> – Injection</a:t>
                      </a:r>
                      <a:r>
                        <a:rPr lang="ko-KR" altLang="en-US" sz="2400" b="0" dirty="0">
                          <a:latin typeface="+mn-ea"/>
                          <a:ea typeface="+mn-ea"/>
                        </a:rPr>
                        <a:t>에 통합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400" dirty="0" err="1">
                          <a:latin typeface="+mn-ea"/>
                          <a:ea typeface="+mn-ea"/>
                        </a:rPr>
                        <a:t>XSS</a:t>
                      </a:r>
                      <a:r>
                        <a:rPr lang="ko-KR" altLang="en-US" sz="2400" dirty="0">
                          <a:latin typeface="+mn-ea"/>
                          <a:ea typeface="+mn-ea"/>
                        </a:rPr>
                        <a:t>는 </a:t>
                      </a:r>
                      <a:r>
                        <a:rPr lang="ko-KR" altLang="en-US" sz="2400" dirty="0" err="1">
                          <a:latin typeface="+mn-ea"/>
                          <a:ea typeface="+mn-ea"/>
                        </a:rPr>
                        <a:t>인젝션</a:t>
                      </a:r>
                      <a:r>
                        <a:rPr lang="ko-KR" altLang="en-US" sz="2400" dirty="0">
                          <a:latin typeface="+mn-ea"/>
                          <a:ea typeface="+mn-ea"/>
                        </a:rPr>
                        <a:t> 취약점의 한 종류로 통합됨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233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910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97AB7-63A3-6EF1-E22D-0E5B6ADB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9922973-D301-8577-F679-21A04749E423}"/>
              </a:ext>
            </a:extLst>
          </p:cNvPr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77088F-ED01-98F5-F722-9036961D2F66}"/>
                </a:ext>
              </a:extLst>
            </p:cNvPr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052D278-56EE-A841-56F7-9A57EA8A1D64}"/>
                </a:ext>
              </a:extLst>
            </p:cNvPr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1892FF0-28D2-97E4-3719-D360D5CAF59F}"/>
              </a:ext>
            </a:extLst>
          </p:cNvPr>
          <p:cNvGrpSpPr/>
          <p:nvPr/>
        </p:nvGrpSpPr>
        <p:grpSpPr>
          <a:xfrm>
            <a:off x="5136398" y="638734"/>
            <a:ext cx="12832078" cy="9009533"/>
            <a:chOff x="0" y="0"/>
            <a:chExt cx="4093324" cy="28739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6116735-75AC-4246-6FE6-0DDBAA0A0DF6}"/>
                </a:ext>
              </a:extLst>
            </p:cNvPr>
            <p:cNvSpPr/>
            <p:nvPr/>
          </p:nvSpPr>
          <p:spPr>
            <a:xfrm>
              <a:off x="0" y="0"/>
              <a:ext cx="4093324" cy="2873964"/>
            </a:xfrm>
            <a:custGeom>
              <a:avLst/>
              <a:gdLst/>
              <a:ahLst/>
              <a:cxnLst/>
              <a:rect l="l" t="t" r="r" b="b"/>
              <a:pathLst>
                <a:path w="4093324" h="2873964">
                  <a:moveTo>
                    <a:pt x="21720" y="0"/>
                  </a:moveTo>
                  <a:lnTo>
                    <a:pt x="4071604" y="0"/>
                  </a:lnTo>
                  <a:cubicBezTo>
                    <a:pt x="4083600" y="0"/>
                    <a:pt x="4093324" y="9724"/>
                    <a:pt x="4093324" y="21720"/>
                  </a:cubicBezTo>
                  <a:lnTo>
                    <a:pt x="4093324" y="2852245"/>
                  </a:lnTo>
                  <a:cubicBezTo>
                    <a:pt x="4093324" y="2864240"/>
                    <a:pt x="4083600" y="2873964"/>
                    <a:pt x="4071604" y="2873964"/>
                  </a:cubicBezTo>
                  <a:lnTo>
                    <a:pt x="21720" y="2873964"/>
                  </a:lnTo>
                  <a:cubicBezTo>
                    <a:pt x="9724" y="2873964"/>
                    <a:pt x="0" y="2864240"/>
                    <a:pt x="0" y="2852245"/>
                  </a:cubicBezTo>
                  <a:lnTo>
                    <a:pt x="0" y="21720"/>
                  </a:lnTo>
                  <a:cubicBezTo>
                    <a:pt x="0" y="9724"/>
                    <a:pt x="9724" y="0"/>
                    <a:pt x="2172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89EB89D-CA04-E935-FE75-9D5DC742AC78}"/>
                </a:ext>
              </a:extLst>
            </p:cNvPr>
            <p:cNvSpPr txBox="1"/>
            <p:nvPr/>
          </p:nvSpPr>
          <p:spPr>
            <a:xfrm>
              <a:off x="0" y="-38100"/>
              <a:ext cx="4093324" cy="291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B0303CE0-E855-C705-CC0D-4AF73F9E98C4}"/>
              </a:ext>
            </a:extLst>
          </p:cNvPr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94F0C77-9A02-D193-84F1-0659C84A58C8}"/>
              </a:ext>
            </a:extLst>
          </p:cNvPr>
          <p:cNvSpPr txBox="1"/>
          <p:nvPr/>
        </p:nvSpPr>
        <p:spPr>
          <a:xfrm>
            <a:off x="809625" y="1928438"/>
            <a:ext cx="4136273" cy="364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9"/>
              </a:lnSpc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2</a:t>
            </a:r>
          </a:p>
          <a:p>
            <a:pPr marL="0" lvl="0" indent="0" algn="l">
              <a:lnSpc>
                <a:spcPts val="7069"/>
              </a:lnSpc>
              <a:spcBef>
                <a:spcPct val="0"/>
              </a:spcBef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HTML</a:t>
            </a:r>
          </a:p>
          <a:p>
            <a:pPr marL="0" lvl="0" indent="0" algn="l">
              <a:lnSpc>
                <a:spcPts val="7069"/>
              </a:lnSpc>
              <a:spcBef>
                <a:spcPct val="0"/>
              </a:spcBef>
            </a:pPr>
            <a:r>
              <a:rPr lang="en-US" sz="6999" dirty="0" err="1">
                <a:solidFill>
                  <a:srgbClr val="211F1C"/>
                </a:solidFill>
                <a:latin typeface="Anton"/>
              </a:rPr>
              <a:t>Javascript</a:t>
            </a:r>
            <a:endParaRPr lang="en-US" sz="6999" dirty="0">
              <a:solidFill>
                <a:srgbClr val="211F1C"/>
              </a:solidFill>
              <a:latin typeface="Anton"/>
            </a:endParaRPr>
          </a:p>
          <a:p>
            <a:pPr marL="0" lvl="0" indent="0" algn="l">
              <a:lnSpc>
                <a:spcPts val="7069"/>
              </a:lnSpc>
              <a:spcBef>
                <a:spcPct val="0"/>
              </a:spcBef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CSS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A4960BA-8CA7-6046-96B4-DE5076FE183B}"/>
              </a:ext>
            </a:extLst>
          </p:cNvPr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41948EB-77BB-FB8F-57B7-41C934CBE966}"/>
                </a:ext>
              </a:extLst>
            </p:cNvPr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AB4D423E-D8DA-AFDE-E986-302B3B29356B}"/>
                </a:ext>
              </a:extLst>
            </p:cNvPr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DC7457A-C545-A74C-AD78-C73E0227B46B}"/>
              </a:ext>
            </a:extLst>
          </p:cNvPr>
          <p:cNvSpPr/>
          <p:nvPr/>
        </p:nvSpPr>
        <p:spPr>
          <a:xfrm>
            <a:off x="809625" y="9043238"/>
            <a:ext cx="2880627" cy="432385"/>
          </a:xfrm>
          <a:custGeom>
            <a:avLst/>
            <a:gdLst/>
            <a:ahLst/>
            <a:cxnLst/>
            <a:rect l="l" t="t" r="r" b="b"/>
            <a:pathLst>
              <a:path w="8296205" h="1245268">
                <a:moveTo>
                  <a:pt x="83315" y="0"/>
                </a:moveTo>
                <a:lnTo>
                  <a:pt x="8212890" y="0"/>
                </a:lnTo>
                <a:cubicBezTo>
                  <a:pt x="8258904" y="0"/>
                  <a:pt x="8296205" y="37301"/>
                  <a:pt x="8296205" y="83315"/>
                </a:cubicBezTo>
                <a:lnTo>
                  <a:pt x="8296205" y="1161953"/>
                </a:lnTo>
                <a:cubicBezTo>
                  <a:pt x="8296205" y="1207966"/>
                  <a:pt x="8258904" y="1245268"/>
                  <a:pt x="8212890" y="1245268"/>
                </a:cubicBezTo>
                <a:lnTo>
                  <a:pt x="83315" y="1245268"/>
                </a:lnTo>
                <a:cubicBezTo>
                  <a:pt x="37301" y="1245268"/>
                  <a:pt x="0" y="1207966"/>
                  <a:pt x="0" y="1161953"/>
                </a:cubicBezTo>
                <a:lnTo>
                  <a:pt x="0" y="83315"/>
                </a:lnTo>
                <a:cubicBezTo>
                  <a:pt x="0" y="37301"/>
                  <a:pt x="37301" y="0"/>
                  <a:pt x="83315" y="0"/>
                </a:cubicBezTo>
                <a:close/>
              </a:path>
            </a:pathLst>
          </a:custGeom>
          <a:solidFill>
            <a:srgbClr val="F1F1F1"/>
          </a:solidFill>
          <a:ln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A5B96B15-F895-F2AA-48E0-F747A88D5319}"/>
              </a:ext>
            </a:extLst>
          </p:cNvPr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A02E66E0-4447-4004-EDE4-F4CDBFC6466C}"/>
              </a:ext>
            </a:extLst>
          </p:cNvPr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6C6C46-608D-9AB7-7111-D567F080DB55}"/>
              </a:ext>
            </a:extLst>
          </p:cNvPr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6219406-A764-7406-3658-C0281CF38140}"/>
                </a:ext>
              </a:extLst>
            </p:cNvPr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81919B2B-FC93-9535-A59E-046BF1E8D0D3}"/>
                </a:ext>
              </a:extLst>
            </p:cNvPr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12/14</a:t>
              </a:r>
            </a:p>
          </p:txBody>
        </p:sp>
      </p:grpSp>
      <p:sp>
        <p:nvSpPr>
          <p:cNvPr id="23" name="TextBox 20">
            <a:extLst>
              <a:ext uri="{FF2B5EF4-FFF2-40B4-BE49-F238E27FC236}">
                <a16:creationId xmlns:a16="http://schemas.microsoft.com/office/drawing/2014/main" id="{7116086C-1F4A-CC9E-71DD-D3FF85B7D3FE}"/>
              </a:ext>
            </a:extLst>
          </p:cNvPr>
          <p:cNvSpPr txBox="1"/>
          <p:nvPr/>
        </p:nvSpPr>
        <p:spPr>
          <a:xfrm>
            <a:off x="809625" y="9030009"/>
            <a:ext cx="2880627" cy="445614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marL="0" lvl="0" indent="0" algn="ctr">
              <a:lnSpc>
                <a:spcPts val="2116"/>
              </a:lnSpc>
              <a:spcBef>
                <a:spcPct val="0"/>
              </a:spcBef>
            </a:pPr>
            <a:r>
              <a:rPr lang="en-US" sz="1439" spc="211" dirty="0" err="1">
                <a:solidFill>
                  <a:srgbClr val="211F1C"/>
                </a:solidFill>
                <a:latin typeface="Nunito Sans Expanded Semi-Bold"/>
              </a:rPr>
              <a:t>XSS</a:t>
            </a:r>
            <a:endParaRPr lang="en-US" sz="1439" spc="211" dirty="0">
              <a:solidFill>
                <a:srgbClr val="211F1C"/>
              </a:solidFill>
              <a:latin typeface="Nunito Sans Expanded Semi-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92C9800-1BAC-18C8-3C17-D6D790498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366601"/>
              </p:ext>
            </p:extLst>
          </p:nvPr>
        </p:nvGraphicFramePr>
        <p:xfrm>
          <a:off x="5342437" y="2169042"/>
          <a:ext cx="12135941" cy="56414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7963">
                  <a:extLst>
                    <a:ext uri="{9D8B030D-6E8A-4147-A177-3AD203B41FA5}">
                      <a16:colId xmlns:a16="http://schemas.microsoft.com/office/drawing/2014/main" val="150975518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998420396"/>
                    </a:ext>
                  </a:extLst>
                </a:gridCol>
                <a:gridCol w="3702052">
                  <a:extLst>
                    <a:ext uri="{9D8B030D-6E8A-4147-A177-3AD203B41FA5}">
                      <a16:colId xmlns:a16="http://schemas.microsoft.com/office/drawing/2014/main" val="3086015055"/>
                    </a:ext>
                  </a:extLst>
                </a:gridCol>
                <a:gridCol w="3489326">
                  <a:extLst>
                    <a:ext uri="{9D8B030D-6E8A-4147-A177-3AD203B41FA5}">
                      <a16:colId xmlns:a16="http://schemas.microsoft.com/office/drawing/2014/main" val="1437422588"/>
                    </a:ext>
                  </a:extLst>
                </a:gridCol>
              </a:tblGrid>
              <a:tr h="9402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800" b="1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latin typeface="+mn-ea"/>
                          <a:ea typeface="+mn-ea"/>
                        </a:rPr>
                        <a:t>HTML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latin typeface="+mn-ea"/>
                          <a:ea typeface="+mn-ea"/>
                        </a:rPr>
                        <a:t>JavaScript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2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CSS</a:t>
                      </a:r>
                      <a:endParaRPr lang="en-US" altLang="ko-KR" sz="28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154310"/>
                  </a:ext>
                </a:extLst>
              </a:tr>
              <a:tr h="9402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>
                          <a:latin typeface="+mn-ea"/>
                          <a:ea typeface="+mn-ea"/>
                        </a:rPr>
                        <a:t>역할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400" b="0" dirty="0">
                          <a:latin typeface="+mn-ea"/>
                          <a:ea typeface="+mn-ea"/>
                        </a:rPr>
                        <a:t>웹페이지의 뼈대</a:t>
                      </a:r>
                      <a:r>
                        <a:rPr lang="en-US" altLang="ko-KR" sz="24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400" b="0" dirty="0">
                          <a:latin typeface="+mn-ea"/>
                          <a:ea typeface="+mn-ea"/>
                        </a:rPr>
                        <a:t>구조</a:t>
                      </a:r>
                      <a:r>
                        <a:rPr lang="en-US" altLang="ko-KR" sz="2400" b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24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400" b="0" dirty="0">
                          <a:latin typeface="+mn-ea"/>
                          <a:ea typeface="+mn-ea"/>
                        </a:rPr>
                        <a:t>웹페이지의 동작</a:t>
                      </a:r>
                      <a:r>
                        <a:rPr lang="en-US" altLang="ko-KR" sz="24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400" b="0" dirty="0">
                          <a:latin typeface="+mn-ea"/>
                          <a:ea typeface="+mn-ea"/>
                        </a:rPr>
                        <a:t>기능</a:t>
                      </a:r>
                      <a:r>
                        <a:rPr lang="en-US" altLang="ko-KR" sz="2400" b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24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buNone/>
                      </a:pPr>
                      <a:r>
                        <a:rPr lang="ko-KR" altLang="en-US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웹페이지의 디자인</a:t>
                      </a:r>
                      <a:endParaRPr lang="en-US" altLang="ko-KR" sz="24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algn="l" rtl="0" eaLnBrk="1" fontAlgn="ctr" latinLnBrk="1" hangingPunct="1">
                        <a:buNone/>
                      </a:pPr>
                      <a:r>
                        <a:rPr lang="en-US" altLang="ko-KR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스타일</a:t>
                      </a:r>
                      <a:r>
                        <a:rPr lang="en-US" altLang="ko-KR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24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061828"/>
                  </a:ext>
                </a:extLst>
              </a:tr>
              <a:tr h="22268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>
                          <a:latin typeface="+mn-ea"/>
                          <a:ea typeface="+mn-ea"/>
                        </a:rPr>
                        <a:t>무엇을 하는가</a:t>
                      </a:r>
                      <a:r>
                        <a:rPr lang="en-US" altLang="ko-KR" sz="2400" b="1" dirty="0">
                          <a:latin typeface="+mn-ea"/>
                          <a:ea typeface="+mn-ea"/>
                        </a:rPr>
                        <a:t>?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400" b="0" dirty="0">
                          <a:latin typeface="+mn-ea"/>
                          <a:ea typeface="+mn-ea"/>
                        </a:rPr>
                        <a:t>글</a:t>
                      </a:r>
                      <a:r>
                        <a:rPr lang="en-US" altLang="ko-KR" sz="24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b="0" dirty="0">
                          <a:latin typeface="+mn-ea"/>
                          <a:ea typeface="+mn-ea"/>
                        </a:rPr>
                        <a:t>이미지</a:t>
                      </a:r>
                      <a:r>
                        <a:rPr lang="en-US" altLang="ko-KR" sz="24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b="0" dirty="0">
                          <a:latin typeface="+mn-ea"/>
                          <a:ea typeface="+mn-ea"/>
                        </a:rPr>
                        <a:t>버튼 등 요소 배치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400" b="0" dirty="0">
                          <a:latin typeface="+mn-ea"/>
                          <a:ea typeface="+mn-ea"/>
                        </a:rPr>
                        <a:t>버튼 클릭</a:t>
                      </a:r>
                      <a:r>
                        <a:rPr lang="en-US" altLang="ko-KR" sz="24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b="0" dirty="0">
                          <a:latin typeface="+mn-ea"/>
                          <a:ea typeface="+mn-ea"/>
                        </a:rPr>
                        <a:t>입력 처리</a:t>
                      </a:r>
                      <a:r>
                        <a:rPr lang="en-US" altLang="ko-KR" sz="24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b="0" dirty="0">
                          <a:latin typeface="+mn-ea"/>
                          <a:ea typeface="+mn-ea"/>
                        </a:rPr>
                        <a:t>동적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buNone/>
                      </a:pPr>
                      <a:r>
                        <a:rPr lang="ko-KR" altLang="en-US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색상</a:t>
                      </a:r>
                      <a:r>
                        <a:rPr lang="en-US" altLang="ko-KR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크기</a:t>
                      </a:r>
                      <a:r>
                        <a:rPr lang="en-US" altLang="ko-KR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정렬</a:t>
                      </a:r>
                      <a:r>
                        <a:rPr lang="en-US" altLang="ko-KR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애니메이션 설정</a:t>
                      </a:r>
                      <a:endParaRPr lang="ko-KR" altLang="en-US" sz="24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981383"/>
                  </a:ext>
                </a:extLst>
              </a:tr>
              <a:tr h="15340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>
                          <a:latin typeface="+mn-ea"/>
                          <a:ea typeface="+mn-ea"/>
                        </a:rPr>
                        <a:t>예시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+mn-ea"/>
                          <a:ea typeface="+mn-ea"/>
                        </a:rPr>
                        <a:t>&lt;div&gt;, &lt;p&gt;, &lt;img&gt;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+mn-ea"/>
                          <a:ea typeface="+mn-ea"/>
                        </a:rPr>
                        <a:t>alert(), </a:t>
                      </a:r>
                      <a:r>
                        <a:rPr lang="en-US" sz="2400" dirty="0" err="1">
                          <a:latin typeface="+mn-ea"/>
                          <a:ea typeface="+mn-ea"/>
                        </a:rPr>
                        <a:t>document.querySelector</a:t>
                      </a:r>
                      <a:r>
                        <a:rPr lang="en-US" sz="2400" dirty="0">
                          <a:latin typeface="+mn-ea"/>
                          <a:ea typeface="+mn-ea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buNone/>
                      </a:pPr>
                      <a:r>
                        <a:rPr lang="en-US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color: red;, font-size: </a:t>
                      </a:r>
                      <a:r>
                        <a:rPr lang="en-US" sz="2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20px</a:t>
                      </a:r>
                      <a:r>
                        <a:rPr lang="en-US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;</a:t>
                      </a:r>
                      <a:endParaRPr lang="en-US" altLang="ko-KR" sz="24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233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861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B8DD9-4B49-835D-37D2-33E5961D9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E9B27A2-5400-A1A6-E258-3BA55B54AE1F}"/>
              </a:ext>
            </a:extLst>
          </p:cNvPr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8C3F25C-607A-28BF-AE08-9320D94229A6}"/>
                </a:ext>
              </a:extLst>
            </p:cNvPr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BB9B442-16C8-D700-A3F7-B22120B0301E}"/>
                </a:ext>
              </a:extLst>
            </p:cNvPr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4D3820D-D149-A58F-C170-83C223548B12}"/>
              </a:ext>
            </a:extLst>
          </p:cNvPr>
          <p:cNvGrpSpPr/>
          <p:nvPr/>
        </p:nvGrpSpPr>
        <p:grpSpPr>
          <a:xfrm>
            <a:off x="5136398" y="638734"/>
            <a:ext cx="12832078" cy="9009533"/>
            <a:chOff x="0" y="0"/>
            <a:chExt cx="4093324" cy="28739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CB6B744-752B-5E2B-209A-34A8B83594BA}"/>
                </a:ext>
              </a:extLst>
            </p:cNvPr>
            <p:cNvSpPr/>
            <p:nvPr/>
          </p:nvSpPr>
          <p:spPr>
            <a:xfrm>
              <a:off x="0" y="0"/>
              <a:ext cx="4093324" cy="2873964"/>
            </a:xfrm>
            <a:custGeom>
              <a:avLst/>
              <a:gdLst/>
              <a:ahLst/>
              <a:cxnLst/>
              <a:rect l="l" t="t" r="r" b="b"/>
              <a:pathLst>
                <a:path w="4093324" h="2873964">
                  <a:moveTo>
                    <a:pt x="21720" y="0"/>
                  </a:moveTo>
                  <a:lnTo>
                    <a:pt x="4071604" y="0"/>
                  </a:lnTo>
                  <a:cubicBezTo>
                    <a:pt x="4083600" y="0"/>
                    <a:pt x="4093324" y="9724"/>
                    <a:pt x="4093324" y="21720"/>
                  </a:cubicBezTo>
                  <a:lnTo>
                    <a:pt x="4093324" y="2852245"/>
                  </a:lnTo>
                  <a:cubicBezTo>
                    <a:pt x="4093324" y="2864240"/>
                    <a:pt x="4083600" y="2873964"/>
                    <a:pt x="4071604" y="2873964"/>
                  </a:cubicBezTo>
                  <a:lnTo>
                    <a:pt x="21720" y="2873964"/>
                  </a:lnTo>
                  <a:cubicBezTo>
                    <a:pt x="9724" y="2873964"/>
                    <a:pt x="0" y="2864240"/>
                    <a:pt x="0" y="2852245"/>
                  </a:cubicBezTo>
                  <a:lnTo>
                    <a:pt x="0" y="21720"/>
                  </a:lnTo>
                  <a:cubicBezTo>
                    <a:pt x="0" y="9724"/>
                    <a:pt x="9724" y="0"/>
                    <a:pt x="2172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3FA228-CD0C-5003-A73C-24062F187405}"/>
                </a:ext>
              </a:extLst>
            </p:cNvPr>
            <p:cNvSpPr txBox="1"/>
            <p:nvPr/>
          </p:nvSpPr>
          <p:spPr>
            <a:xfrm>
              <a:off x="0" y="-38100"/>
              <a:ext cx="4093324" cy="291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171AF2D-87B3-BCE7-60D4-B501327344CD}"/>
              </a:ext>
            </a:extLst>
          </p:cNvPr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D4A43C3-4817-A154-C96C-52160AD5EECF}"/>
              </a:ext>
            </a:extLst>
          </p:cNvPr>
          <p:cNvSpPr txBox="1"/>
          <p:nvPr/>
        </p:nvSpPr>
        <p:spPr>
          <a:xfrm>
            <a:off x="809625" y="1928438"/>
            <a:ext cx="4136273" cy="273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9"/>
              </a:lnSpc>
            </a:pPr>
            <a:r>
              <a:rPr lang="en-US" sz="6999" dirty="0">
                <a:solidFill>
                  <a:srgbClr val="211F1C"/>
                </a:solidFill>
                <a:latin typeface="Anton"/>
              </a:rPr>
              <a:t>3</a:t>
            </a:r>
            <a:endParaRPr lang="en-US" sz="6999" b="1" dirty="0">
              <a:solidFill>
                <a:srgbClr val="211F1C"/>
              </a:solidFill>
              <a:latin typeface="Anton"/>
            </a:endParaRPr>
          </a:p>
          <a:p>
            <a:pPr algn="l">
              <a:lnSpc>
                <a:spcPts val="7069"/>
              </a:lnSpc>
            </a:pPr>
            <a:r>
              <a:rPr lang="en-US" altLang="ko-KR" sz="6999" dirty="0" err="1">
                <a:solidFill>
                  <a:srgbClr val="211F1C"/>
                </a:solidFill>
                <a:latin typeface="Anton"/>
              </a:rPr>
              <a:t>XSS</a:t>
            </a:r>
            <a:r>
              <a:rPr lang="en-US" altLang="ko-KR" sz="6999" b="1" dirty="0">
                <a:solidFill>
                  <a:srgbClr val="211F1C"/>
                </a:solidFill>
                <a:latin typeface="Anton"/>
              </a:rPr>
              <a:t> </a:t>
            </a:r>
          </a:p>
          <a:p>
            <a:pPr algn="l">
              <a:lnSpc>
                <a:spcPts val="7069"/>
              </a:lnSpc>
            </a:pPr>
            <a:r>
              <a:rPr lang="ko-KR" altLang="en-US" sz="6999" b="1" dirty="0">
                <a:solidFill>
                  <a:srgbClr val="211F1C"/>
                </a:solidFill>
                <a:latin typeface="Anton"/>
              </a:rPr>
              <a:t>방지 대책</a:t>
            </a:r>
            <a:endParaRPr lang="en-US" sz="6999" b="1" dirty="0">
              <a:solidFill>
                <a:srgbClr val="211F1C"/>
              </a:solidFill>
              <a:latin typeface="Anton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23CFBAD-5B58-854D-2368-43E73DDD14A6}"/>
              </a:ext>
            </a:extLst>
          </p:cNvPr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AE89A2A-60E3-7906-18D0-734660406E61}"/>
                </a:ext>
              </a:extLst>
            </p:cNvPr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78ABA2FD-A714-2304-EB13-23810B24D96E}"/>
                </a:ext>
              </a:extLst>
            </p:cNvPr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26C87734-365C-92C3-CC31-90727AC81C35}"/>
              </a:ext>
            </a:extLst>
          </p:cNvPr>
          <p:cNvSpPr/>
          <p:nvPr/>
        </p:nvSpPr>
        <p:spPr>
          <a:xfrm>
            <a:off x="809625" y="9043238"/>
            <a:ext cx="2880627" cy="432385"/>
          </a:xfrm>
          <a:custGeom>
            <a:avLst/>
            <a:gdLst/>
            <a:ahLst/>
            <a:cxnLst/>
            <a:rect l="l" t="t" r="r" b="b"/>
            <a:pathLst>
              <a:path w="8296205" h="1245268">
                <a:moveTo>
                  <a:pt x="83315" y="0"/>
                </a:moveTo>
                <a:lnTo>
                  <a:pt x="8212890" y="0"/>
                </a:lnTo>
                <a:cubicBezTo>
                  <a:pt x="8258904" y="0"/>
                  <a:pt x="8296205" y="37301"/>
                  <a:pt x="8296205" y="83315"/>
                </a:cubicBezTo>
                <a:lnTo>
                  <a:pt x="8296205" y="1161953"/>
                </a:lnTo>
                <a:cubicBezTo>
                  <a:pt x="8296205" y="1207966"/>
                  <a:pt x="8258904" y="1245268"/>
                  <a:pt x="8212890" y="1245268"/>
                </a:cubicBezTo>
                <a:lnTo>
                  <a:pt x="83315" y="1245268"/>
                </a:lnTo>
                <a:cubicBezTo>
                  <a:pt x="37301" y="1245268"/>
                  <a:pt x="0" y="1207966"/>
                  <a:pt x="0" y="1161953"/>
                </a:cubicBezTo>
                <a:lnTo>
                  <a:pt x="0" y="83315"/>
                </a:lnTo>
                <a:cubicBezTo>
                  <a:pt x="0" y="37301"/>
                  <a:pt x="37301" y="0"/>
                  <a:pt x="83315" y="0"/>
                </a:cubicBezTo>
                <a:close/>
              </a:path>
            </a:pathLst>
          </a:custGeom>
          <a:solidFill>
            <a:srgbClr val="F1F1F1"/>
          </a:solidFill>
          <a:ln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E80BC40B-63CD-1352-88CB-408BD647CB1A}"/>
              </a:ext>
            </a:extLst>
          </p:cNvPr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F5898B1F-8603-1802-6471-05C2D1268DA2}"/>
              </a:ext>
            </a:extLst>
          </p:cNvPr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99B1C69-EE93-C566-8042-5A00303D48B7}"/>
              </a:ext>
            </a:extLst>
          </p:cNvPr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BD09559-72E4-EC68-4BD2-9C8AE863F6AF}"/>
                </a:ext>
              </a:extLst>
            </p:cNvPr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D8EDB66-85E6-C186-4ABF-E074BBAAD4F9}"/>
                </a:ext>
              </a:extLst>
            </p:cNvPr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13/14</a:t>
              </a:r>
            </a:p>
          </p:txBody>
        </p:sp>
      </p:grpSp>
      <p:sp>
        <p:nvSpPr>
          <p:cNvPr id="23" name="TextBox 20">
            <a:extLst>
              <a:ext uri="{FF2B5EF4-FFF2-40B4-BE49-F238E27FC236}">
                <a16:creationId xmlns:a16="http://schemas.microsoft.com/office/drawing/2014/main" id="{75785194-1F3E-B049-B14B-60B73F67CBB5}"/>
              </a:ext>
            </a:extLst>
          </p:cNvPr>
          <p:cNvSpPr txBox="1"/>
          <p:nvPr/>
        </p:nvSpPr>
        <p:spPr>
          <a:xfrm>
            <a:off x="809625" y="9030009"/>
            <a:ext cx="2880627" cy="445614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marL="0" lvl="0" indent="0" algn="ctr">
              <a:lnSpc>
                <a:spcPts val="2116"/>
              </a:lnSpc>
              <a:spcBef>
                <a:spcPct val="0"/>
              </a:spcBef>
            </a:pPr>
            <a:r>
              <a:rPr lang="en-US" sz="1439" spc="211" dirty="0" err="1">
                <a:solidFill>
                  <a:srgbClr val="211F1C"/>
                </a:solidFill>
                <a:latin typeface="Nunito Sans Expanded Semi-Bold"/>
              </a:rPr>
              <a:t>XSS</a:t>
            </a:r>
            <a:endParaRPr lang="en-US" sz="1439" spc="211" dirty="0">
              <a:solidFill>
                <a:srgbClr val="211F1C"/>
              </a:solidFill>
              <a:latin typeface="Nunito Sans Expanded Semi-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CF60C3-04C6-48BF-F7FD-F6699773E610}"/>
              </a:ext>
            </a:extLst>
          </p:cNvPr>
          <p:cNvSpPr txBox="1"/>
          <p:nvPr/>
        </p:nvSpPr>
        <p:spPr>
          <a:xfrm>
            <a:off x="5562599" y="1257300"/>
            <a:ext cx="11915775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en-US" altLang="ko-KR" sz="4000" dirty="0" err="1"/>
              <a:t>php</a:t>
            </a:r>
            <a:r>
              <a:rPr lang="ko-KR" altLang="en-US" sz="4000" dirty="0"/>
              <a:t>에서 제공하는 </a:t>
            </a:r>
            <a:r>
              <a:rPr lang="en-US" altLang="ko-KR" sz="4000" b="1" dirty="0" err="1"/>
              <a:t>htmlspecialchars</a:t>
            </a:r>
            <a:r>
              <a:rPr lang="en-US" altLang="ko-KR" sz="4000" dirty="0"/>
              <a:t> </a:t>
            </a:r>
            <a:r>
              <a:rPr lang="ko-KR" altLang="en-US" sz="4000" dirty="0"/>
              <a:t>함수를 사용하면 됨</a:t>
            </a:r>
            <a:endParaRPr lang="en-US" altLang="ko-KR" sz="4000" dirty="0"/>
          </a:p>
          <a:p>
            <a:pPr marL="360000" indent="-285750">
              <a:spcBef>
                <a:spcPts val="3000"/>
              </a:spcBef>
              <a:buFont typeface="Wingdings" panose="05000000000000000000" pitchFamily="2" charset="2"/>
              <a:buChar char="u"/>
            </a:pPr>
            <a:r>
              <a:rPr lang="ko-KR" altLang="en-US" sz="4000" dirty="0"/>
              <a:t>이 함수는 </a:t>
            </a:r>
            <a:r>
              <a:rPr lang="en-US" altLang="ko-KR" sz="4000" dirty="0"/>
              <a:t>&lt;, &gt;, &amp; </a:t>
            </a:r>
            <a:r>
              <a:rPr lang="ko-KR" altLang="en-US" sz="4000" dirty="0"/>
              <a:t>등의 특수문자들을 </a:t>
            </a:r>
            <a:r>
              <a:rPr lang="en-US" altLang="ko-KR" sz="4000" dirty="0"/>
              <a:t>html </a:t>
            </a:r>
            <a:r>
              <a:rPr lang="ko-KR" altLang="en-US" sz="4000" dirty="0"/>
              <a:t>엔티티로 변환해준 뒤 바뀐 문자열을 반환해 줌</a:t>
            </a:r>
            <a:endParaRPr lang="en-US" altLang="ko-KR" sz="40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6711570-6AA9-FF18-E1EA-EACBAFCC4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841029"/>
              </p:ext>
            </p:extLst>
          </p:nvPr>
        </p:nvGraphicFramePr>
        <p:xfrm>
          <a:off x="6392044" y="4558143"/>
          <a:ext cx="10504478" cy="44850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2239">
                  <a:extLst>
                    <a:ext uri="{9D8B030D-6E8A-4147-A177-3AD203B41FA5}">
                      <a16:colId xmlns:a16="http://schemas.microsoft.com/office/drawing/2014/main" val="878761167"/>
                    </a:ext>
                  </a:extLst>
                </a:gridCol>
                <a:gridCol w="5252239">
                  <a:extLst>
                    <a:ext uri="{9D8B030D-6E8A-4147-A177-3AD203B41FA5}">
                      <a16:colId xmlns:a16="http://schemas.microsoft.com/office/drawing/2014/main" val="2339332794"/>
                    </a:ext>
                  </a:extLst>
                </a:gridCol>
              </a:tblGrid>
              <a:tr h="8970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600" dirty="0">
                          <a:solidFill>
                            <a:schemeClr val="tx1"/>
                          </a:solidFill>
                          <a:effectLst/>
                        </a:rPr>
                        <a:t>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>
                          <a:solidFill>
                            <a:schemeClr val="tx1"/>
                          </a:solidFill>
                          <a:effectLst/>
                        </a:rPr>
                        <a:t> &amp;amp;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762180"/>
                  </a:ext>
                </a:extLst>
              </a:tr>
              <a:tr h="8970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600" b="1" dirty="0">
                          <a:solidFill>
                            <a:schemeClr val="tx1"/>
                          </a:solidFill>
                          <a:effectLst/>
                        </a:rPr>
                        <a:t>""</a:t>
                      </a:r>
                      <a:endParaRPr lang="ko-KR" altLang="en-US" sz="3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>
                          <a:solidFill>
                            <a:schemeClr val="tx1"/>
                          </a:solidFill>
                          <a:effectLst/>
                        </a:rPr>
                        <a:t> &amp;quot;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615105"/>
                  </a:ext>
                </a:extLst>
              </a:tr>
              <a:tr h="8970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600" b="1" dirty="0">
                          <a:solidFill>
                            <a:schemeClr val="tx1"/>
                          </a:solidFill>
                          <a:effectLst/>
                        </a:rPr>
                        <a:t>''</a:t>
                      </a:r>
                      <a:endParaRPr lang="ko-KR" altLang="en-US" sz="3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3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altLang="ko-KR" sz="3600" dirty="0">
                          <a:solidFill>
                            <a:schemeClr val="tx1"/>
                          </a:solidFill>
                          <a:effectLst/>
                        </a:rPr>
                        <a:t>&amp;#039;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8935440"/>
                  </a:ext>
                </a:extLst>
              </a:tr>
              <a:tr h="8970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600" b="1">
                          <a:solidFill>
                            <a:schemeClr val="tx1"/>
                          </a:solidFill>
                          <a:effectLst/>
                        </a:rPr>
                        <a:t>&lt;</a:t>
                      </a:r>
                      <a:endParaRPr lang="ko-KR" altLang="en-US" sz="3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dirty="0">
                          <a:solidFill>
                            <a:schemeClr val="tx1"/>
                          </a:solidFill>
                          <a:effectLst/>
                        </a:rPr>
                        <a:t> &amp;</a:t>
                      </a:r>
                      <a:r>
                        <a:rPr lang="en-US" sz="3600" dirty="0" err="1">
                          <a:solidFill>
                            <a:schemeClr val="tx1"/>
                          </a:solidFill>
                          <a:effectLst/>
                        </a:rPr>
                        <a:t>lt</a:t>
                      </a:r>
                      <a:r>
                        <a:rPr lang="en-US" sz="3600" dirty="0">
                          <a:solidFill>
                            <a:schemeClr val="tx1"/>
                          </a:solidFill>
                          <a:effectLst/>
                        </a:rPr>
                        <a:t>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652962"/>
                  </a:ext>
                </a:extLst>
              </a:tr>
              <a:tr h="8970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600" b="1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lang="ko-KR" altLang="en-US" sz="3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dirty="0">
                          <a:solidFill>
                            <a:schemeClr val="tx1"/>
                          </a:solidFill>
                          <a:effectLst/>
                        </a:rPr>
                        <a:t> &amp;</a:t>
                      </a:r>
                      <a:r>
                        <a:rPr lang="en-US" sz="3600" dirty="0" err="1">
                          <a:solidFill>
                            <a:schemeClr val="tx1"/>
                          </a:solidFill>
                          <a:effectLst/>
                        </a:rPr>
                        <a:t>gt</a:t>
                      </a:r>
                      <a:r>
                        <a:rPr lang="en-US" sz="3600" dirty="0">
                          <a:solidFill>
                            <a:schemeClr val="tx1"/>
                          </a:solidFill>
                          <a:effectLst/>
                        </a:rPr>
                        <a:t>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366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325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5680141" y="638734"/>
            <a:ext cx="3629110" cy="9009533"/>
            <a:chOff x="0" y="0"/>
            <a:chExt cx="1157655" cy="28739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57655" cy="2873964"/>
            </a:xfrm>
            <a:custGeom>
              <a:avLst/>
              <a:gdLst/>
              <a:ahLst/>
              <a:cxnLst/>
              <a:rect l="l" t="t" r="r" b="b"/>
              <a:pathLst>
                <a:path w="1157655" h="2873964">
                  <a:moveTo>
                    <a:pt x="76798" y="0"/>
                  </a:moveTo>
                  <a:lnTo>
                    <a:pt x="1080857" y="0"/>
                  </a:lnTo>
                  <a:cubicBezTo>
                    <a:pt x="1123271" y="0"/>
                    <a:pt x="1157655" y="34384"/>
                    <a:pt x="1157655" y="76798"/>
                  </a:cubicBezTo>
                  <a:lnTo>
                    <a:pt x="1157655" y="2797166"/>
                  </a:lnTo>
                  <a:cubicBezTo>
                    <a:pt x="1157655" y="2817534"/>
                    <a:pt x="1149564" y="2837068"/>
                    <a:pt x="1135161" y="2851471"/>
                  </a:cubicBezTo>
                  <a:cubicBezTo>
                    <a:pt x="1120759" y="2865873"/>
                    <a:pt x="1101225" y="2873964"/>
                    <a:pt x="1080857" y="2873964"/>
                  </a:cubicBezTo>
                  <a:lnTo>
                    <a:pt x="76798" y="2873964"/>
                  </a:lnTo>
                  <a:cubicBezTo>
                    <a:pt x="34384" y="2873964"/>
                    <a:pt x="0" y="2839581"/>
                    <a:pt x="0" y="2797166"/>
                  </a:cubicBezTo>
                  <a:lnTo>
                    <a:pt x="0" y="76798"/>
                  </a:lnTo>
                  <a:cubicBezTo>
                    <a:pt x="0" y="56430"/>
                    <a:pt x="8091" y="36896"/>
                    <a:pt x="22494" y="22494"/>
                  </a:cubicBezTo>
                  <a:cubicBezTo>
                    <a:pt x="36896" y="8091"/>
                    <a:pt x="56430" y="0"/>
                    <a:pt x="7679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57655" cy="291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64703" y="638734"/>
            <a:ext cx="3629110" cy="9009533"/>
            <a:chOff x="0" y="0"/>
            <a:chExt cx="1157655" cy="28739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7655" cy="2873964"/>
            </a:xfrm>
            <a:custGeom>
              <a:avLst/>
              <a:gdLst/>
              <a:ahLst/>
              <a:cxnLst/>
              <a:rect l="l" t="t" r="r" b="b"/>
              <a:pathLst>
                <a:path w="1157655" h="2873964">
                  <a:moveTo>
                    <a:pt x="76798" y="0"/>
                  </a:moveTo>
                  <a:lnTo>
                    <a:pt x="1080857" y="0"/>
                  </a:lnTo>
                  <a:cubicBezTo>
                    <a:pt x="1123271" y="0"/>
                    <a:pt x="1157655" y="34384"/>
                    <a:pt x="1157655" y="76798"/>
                  </a:cubicBezTo>
                  <a:lnTo>
                    <a:pt x="1157655" y="2797166"/>
                  </a:lnTo>
                  <a:cubicBezTo>
                    <a:pt x="1157655" y="2817534"/>
                    <a:pt x="1149564" y="2837068"/>
                    <a:pt x="1135161" y="2851471"/>
                  </a:cubicBezTo>
                  <a:cubicBezTo>
                    <a:pt x="1120759" y="2865873"/>
                    <a:pt x="1101225" y="2873964"/>
                    <a:pt x="1080857" y="2873964"/>
                  </a:cubicBezTo>
                  <a:lnTo>
                    <a:pt x="76798" y="2873964"/>
                  </a:lnTo>
                  <a:cubicBezTo>
                    <a:pt x="34384" y="2873964"/>
                    <a:pt x="0" y="2839581"/>
                    <a:pt x="0" y="2797166"/>
                  </a:cubicBezTo>
                  <a:lnTo>
                    <a:pt x="0" y="76798"/>
                  </a:lnTo>
                  <a:cubicBezTo>
                    <a:pt x="0" y="56430"/>
                    <a:pt x="8091" y="36896"/>
                    <a:pt x="22494" y="22494"/>
                  </a:cubicBezTo>
                  <a:cubicBezTo>
                    <a:pt x="36896" y="8091"/>
                    <a:pt x="56430" y="0"/>
                    <a:pt x="7679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57655" cy="291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849265" y="638734"/>
            <a:ext cx="3629110" cy="9009533"/>
            <a:chOff x="0" y="0"/>
            <a:chExt cx="1157655" cy="28739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7655" cy="2873964"/>
            </a:xfrm>
            <a:custGeom>
              <a:avLst/>
              <a:gdLst/>
              <a:ahLst/>
              <a:cxnLst/>
              <a:rect l="l" t="t" r="r" b="b"/>
              <a:pathLst>
                <a:path w="1157655" h="2873964">
                  <a:moveTo>
                    <a:pt x="76798" y="0"/>
                  </a:moveTo>
                  <a:lnTo>
                    <a:pt x="1080857" y="0"/>
                  </a:lnTo>
                  <a:cubicBezTo>
                    <a:pt x="1123271" y="0"/>
                    <a:pt x="1157655" y="34384"/>
                    <a:pt x="1157655" y="76798"/>
                  </a:cubicBezTo>
                  <a:lnTo>
                    <a:pt x="1157655" y="2797166"/>
                  </a:lnTo>
                  <a:cubicBezTo>
                    <a:pt x="1157655" y="2817534"/>
                    <a:pt x="1149564" y="2837068"/>
                    <a:pt x="1135161" y="2851471"/>
                  </a:cubicBezTo>
                  <a:cubicBezTo>
                    <a:pt x="1120759" y="2865873"/>
                    <a:pt x="1101225" y="2873964"/>
                    <a:pt x="1080857" y="2873964"/>
                  </a:cubicBezTo>
                  <a:lnTo>
                    <a:pt x="76798" y="2873964"/>
                  </a:lnTo>
                  <a:cubicBezTo>
                    <a:pt x="34384" y="2873964"/>
                    <a:pt x="0" y="2839581"/>
                    <a:pt x="0" y="2797166"/>
                  </a:cubicBezTo>
                  <a:lnTo>
                    <a:pt x="0" y="76798"/>
                  </a:lnTo>
                  <a:cubicBezTo>
                    <a:pt x="0" y="56430"/>
                    <a:pt x="8091" y="36896"/>
                    <a:pt x="22494" y="22494"/>
                  </a:cubicBezTo>
                  <a:cubicBezTo>
                    <a:pt x="36896" y="8091"/>
                    <a:pt x="56430" y="0"/>
                    <a:pt x="7679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57655" cy="291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09625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977295" y="4455472"/>
            <a:ext cx="3117607" cy="258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 dirty="0">
                <a:solidFill>
                  <a:srgbClr val="211F1C"/>
                </a:solidFill>
                <a:latin typeface="+mn-ea"/>
              </a:rPr>
              <a:t>&gt; 12/9 </a:t>
            </a:r>
            <a:r>
              <a:rPr lang="ko-KR" altLang="en-US" sz="2800" dirty="0">
                <a:solidFill>
                  <a:srgbClr val="211F1C"/>
                </a:solidFill>
                <a:latin typeface="+mn-ea"/>
              </a:rPr>
              <a:t>실습</a:t>
            </a:r>
            <a:r>
              <a:rPr lang="en-US" altLang="ko-KR" sz="2800" dirty="0">
                <a:solidFill>
                  <a:srgbClr val="211F1C"/>
                </a:solidFill>
                <a:latin typeface="+mn-ea"/>
              </a:rPr>
              <a:t>&lt;</a:t>
            </a:r>
          </a:p>
          <a:p>
            <a:pPr algn="l"/>
            <a:r>
              <a:rPr lang="ko-KR" altLang="en-US" sz="2800" dirty="0">
                <a:solidFill>
                  <a:srgbClr val="211F1C"/>
                </a:solidFill>
                <a:latin typeface="+mn-ea"/>
              </a:rPr>
              <a:t>네트워크 맵 사용</a:t>
            </a:r>
            <a:endParaRPr lang="en-US" altLang="ko-KR" sz="2800" dirty="0">
              <a:solidFill>
                <a:srgbClr val="211F1C"/>
              </a:solidFill>
              <a:latin typeface="+mn-ea"/>
            </a:endParaRPr>
          </a:p>
          <a:p>
            <a:pPr algn="l"/>
            <a:endParaRPr lang="en-US" sz="2800" dirty="0">
              <a:solidFill>
                <a:srgbClr val="211F1C"/>
              </a:solidFill>
              <a:latin typeface="+mn-ea"/>
            </a:endParaRPr>
          </a:p>
          <a:p>
            <a:pPr algn="l"/>
            <a:r>
              <a:rPr lang="en-US" sz="2800" dirty="0">
                <a:solidFill>
                  <a:srgbClr val="211F1C"/>
                </a:solidFill>
                <a:latin typeface="+mn-ea"/>
              </a:rPr>
              <a:t>Kali</a:t>
            </a:r>
          </a:p>
          <a:p>
            <a:pPr algn="l"/>
            <a:r>
              <a:rPr lang="en-US" sz="2800" dirty="0">
                <a:solidFill>
                  <a:srgbClr val="211F1C"/>
                </a:solidFill>
                <a:latin typeface="+mn-ea"/>
              </a:rPr>
              <a:t>Rocky</a:t>
            </a:r>
          </a:p>
          <a:p>
            <a:pPr algn="l"/>
            <a:r>
              <a:rPr lang="en-US" sz="2800" dirty="0" err="1">
                <a:solidFill>
                  <a:srgbClr val="211F1C"/>
                </a:solidFill>
                <a:latin typeface="+mn-ea"/>
              </a:rPr>
              <a:t>Windows10</a:t>
            </a:r>
            <a:endParaRPr lang="en-US" sz="2800" dirty="0">
              <a:solidFill>
                <a:srgbClr val="211F1C"/>
              </a:solidFill>
              <a:latin typeface="+mn-ea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09625" y="1928438"/>
            <a:ext cx="4938387" cy="2739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70"/>
              </a:lnSpc>
              <a:spcBef>
                <a:spcPct val="0"/>
              </a:spcBef>
            </a:pPr>
            <a:r>
              <a:rPr lang="en-US" altLang="ko-KR" sz="7000" b="1" dirty="0">
                <a:solidFill>
                  <a:srgbClr val="211F1C"/>
                </a:solidFill>
                <a:latin typeface="Anton"/>
              </a:rPr>
              <a:t>4.</a:t>
            </a:r>
          </a:p>
          <a:p>
            <a:pPr marL="0" lvl="0" indent="0" algn="l">
              <a:lnSpc>
                <a:spcPts val="7070"/>
              </a:lnSpc>
              <a:spcBef>
                <a:spcPct val="0"/>
              </a:spcBef>
            </a:pPr>
            <a:r>
              <a:rPr lang="ko-KR" altLang="en-US" sz="7000" b="1" dirty="0">
                <a:solidFill>
                  <a:srgbClr val="211F1C"/>
                </a:solidFill>
                <a:latin typeface="Anton"/>
              </a:rPr>
              <a:t>실습</a:t>
            </a:r>
            <a:endParaRPr lang="en-US" altLang="ko-KR" sz="7000" b="1" dirty="0">
              <a:solidFill>
                <a:srgbClr val="211F1C"/>
              </a:solidFill>
              <a:latin typeface="Anton"/>
            </a:endParaRPr>
          </a:p>
          <a:p>
            <a:pPr marL="0" lvl="0" indent="0" algn="l">
              <a:lnSpc>
                <a:spcPts val="7070"/>
              </a:lnSpc>
              <a:spcBef>
                <a:spcPct val="0"/>
              </a:spcBef>
            </a:pPr>
            <a:r>
              <a:rPr lang="ko-KR" altLang="en-US" sz="7000" b="1" dirty="0">
                <a:solidFill>
                  <a:srgbClr val="211F1C"/>
                </a:solidFill>
                <a:latin typeface="Anton"/>
              </a:rPr>
              <a:t>문제풀이</a:t>
            </a:r>
            <a:endParaRPr lang="en-US" sz="7000" b="1" dirty="0">
              <a:solidFill>
                <a:srgbClr val="211F1C"/>
              </a:solidFill>
              <a:latin typeface="Anton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977295" y="3791210"/>
            <a:ext cx="3076204" cy="375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4000" spc="250" dirty="0">
                <a:solidFill>
                  <a:srgbClr val="211F1C"/>
                </a:solidFill>
                <a:latin typeface="Anton"/>
              </a:rPr>
              <a:t>GNS3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27699" y="3791210"/>
            <a:ext cx="3076204" cy="375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4000" spc="250" dirty="0" err="1">
                <a:solidFill>
                  <a:srgbClr val="211F1C"/>
                </a:solidFill>
                <a:latin typeface="Anton"/>
              </a:rPr>
              <a:t>WEBGOAT</a:t>
            </a:r>
            <a:endParaRPr lang="en-US" sz="4000" spc="250" dirty="0">
              <a:solidFill>
                <a:srgbClr val="211F1C"/>
              </a:solidFill>
              <a:latin typeface="Anto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139521" y="3791210"/>
            <a:ext cx="3076204" cy="375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4000" spc="250" dirty="0" err="1">
                <a:solidFill>
                  <a:srgbClr val="211F1C"/>
                </a:solidFill>
                <a:latin typeface="Anton"/>
              </a:rPr>
              <a:t>DVWA</a:t>
            </a:r>
            <a:endParaRPr lang="en-US" sz="4000" spc="250" dirty="0">
              <a:solidFill>
                <a:srgbClr val="211F1C"/>
              </a:solidFill>
              <a:latin typeface="Anton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26" name="Freeform 26"/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809625" y="9030009"/>
            <a:ext cx="2880627" cy="445614"/>
            <a:chOff x="0" y="-38100"/>
            <a:chExt cx="8296205" cy="128336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296205" cy="1245268"/>
            </a:xfrm>
            <a:custGeom>
              <a:avLst/>
              <a:gdLst/>
              <a:ahLst/>
              <a:cxnLst/>
              <a:rect l="l" t="t" r="r" b="b"/>
              <a:pathLst>
                <a:path w="8296205" h="1245268">
                  <a:moveTo>
                    <a:pt x="83315" y="0"/>
                  </a:moveTo>
                  <a:lnTo>
                    <a:pt x="8212890" y="0"/>
                  </a:lnTo>
                  <a:cubicBezTo>
                    <a:pt x="8258904" y="0"/>
                    <a:pt x="8296205" y="37301"/>
                    <a:pt x="8296205" y="83315"/>
                  </a:cubicBezTo>
                  <a:lnTo>
                    <a:pt x="8296205" y="1161953"/>
                  </a:lnTo>
                  <a:cubicBezTo>
                    <a:pt x="8296205" y="1207966"/>
                    <a:pt x="8258904" y="1245268"/>
                    <a:pt x="8212890" y="1245268"/>
                  </a:cubicBezTo>
                  <a:lnTo>
                    <a:pt x="83315" y="1245268"/>
                  </a:lnTo>
                  <a:cubicBezTo>
                    <a:pt x="37301" y="1245268"/>
                    <a:pt x="0" y="1207966"/>
                    <a:pt x="0" y="1161953"/>
                  </a:cubicBezTo>
                  <a:lnTo>
                    <a:pt x="0" y="83315"/>
                  </a:lnTo>
                  <a:cubicBezTo>
                    <a:pt x="0" y="37301"/>
                    <a:pt x="37301" y="0"/>
                    <a:pt x="83315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8296205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lvl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altLang="ko-KR" sz="1439" spc="211" dirty="0" err="1">
                  <a:solidFill>
                    <a:srgbClr val="211F1C"/>
                  </a:solidFill>
                  <a:latin typeface="Nunito Sans Expanded Semi-Bold"/>
                </a:rPr>
                <a:t>XSS</a:t>
              </a:r>
              <a:endParaRPr lang="en-US" sz="1439" spc="211" dirty="0">
                <a:solidFill>
                  <a:srgbClr val="211F1C"/>
                </a:solidFill>
                <a:latin typeface="Nunito Sans Expanded Semi-Bold"/>
              </a:endParaRPr>
            </a:p>
          </p:txBody>
        </p:sp>
      </p:grpSp>
      <p:sp>
        <p:nvSpPr>
          <p:cNvPr id="31" name="Freeform 31"/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3879846" y="9043238"/>
            <a:ext cx="1066053" cy="432385"/>
            <a:chOff x="0" y="0"/>
            <a:chExt cx="3070231" cy="124526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070231" cy="1245268"/>
            </a:xfrm>
            <a:custGeom>
              <a:avLst/>
              <a:gdLst/>
              <a:ahLst/>
              <a:cxnLst/>
              <a:rect l="l" t="t" r="r" b="b"/>
              <a:pathLst>
                <a:path w="3070231" h="1245268">
                  <a:moveTo>
                    <a:pt x="225129" y="0"/>
                  </a:moveTo>
                  <a:lnTo>
                    <a:pt x="2845102" y="0"/>
                  </a:lnTo>
                  <a:cubicBezTo>
                    <a:pt x="2969438" y="0"/>
                    <a:pt x="3070231" y="100794"/>
                    <a:pt x="3070231" y="225129"/>
                  </a:cubicBezTo>
                  <a:lnTo>
                    <a:pt x="3070231" y="1020139"/>
                  </a:lnTo>
                  <a:cubicBezTo>
                    <a:pt x="3070231" y="1144474"/>
                    <a:pt x="2969438" y="1245268"/>
                    <a:pt x="2845102" y="1245268"/>
                  </a:cubicBezTo>
                  <a:lnTo>
                    <a:pt x="225129" y="1245268"/>
                  </a:lnTo>
                  <a:cubicBezTo>
                    <a:pt x="100794" y="1245268"/>
                    <a:pt x="0" y="1144474"/>
                    <a:pt x="0" y="1020139"/>
                  </a:cubicBezTo>
                  <a:lnTo>
                    <a:pt x="0" y="225129"/>
                  </a:lnTo>
                  <a:cubicBezTo>
                    <a:pt x="0" y="100794"/>
                    <a:pt x="100794" y="0"/>
                    <a:pt x="225129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3070231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marL="0" lvl="0" indent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sz="1439" spc="211" dirty="0">
                  <a:solidFill>
                    <a:srgbClr val="211F1C"/>
                  </a:solidFill>
                  <a:latin typeface="Nunito Sans Expanded Semi-Bold"/>
                </a:rPr>
                <a:t>14/14</a:t>
              </a:r>
            </a:p>
          </p:txBody>
        </p:sp>
      </p:grpSp>
      <p:pic>
        <p:nvPicPr>
          <p:cNvPr id="1026" name="Picture 2" descr="OWASP WebGoat (@OWASP_WebGoat) / Posts / X">
            <a:extLst>
              <a:ext uri="{FF2B5EF4-FFF2-40B4-BE49-F238E27FC236}">
                <a16:creationId xmlns:a16="http://schemas.microsoft.com/office/drawing/2014/main" id="{9F0C8CB7-E9C6-715C-ADAA-6696BD70D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2801" y="1009079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NS3 - 위키백과, 우리 모두의 백과사전">
            <a:extLst>
              <a:ext uri="{FF2B5EF4-FFF2-40B4-BE49-F238E27FC236}">
                <a16:creationId xmlns:a16="http://schemas.microsoft.com/office/drawing/2014/main" id="{7D0D3666-40A6-C912-ED48-811F6B5A9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254" y="1216738"/>
            <a:ext cx="2005830" cy="200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can DVWA Application for Vulnerabilities | Acunetix">
            <a:extLst>
              <a:ext uri="{FF2B5EF4-FFF2-40B4-BE49-F238E27FC236}">
                <a16:creationId xmlns:a16="http://schemas.microsoft.com/office/drawing/2014/main" id="{3B56B07F-B208-F0FB-A2E3-2BA9A9DF9F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24" t="8425" r="26176" b="56300"/>
          <a:stretch>
            <a:fillRect/>
          </a:stretch>
        </p:blipFill>
        <p:spPr bwMode="auto">
          <a:xfrm>
            <a:off x="14066266" y="1156335"/>
            <a:ext cx="3195108" cy="199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18">
            <a:extLst>
              <a:ext uri="{FF2B5EF4-FFF2-40B4-BE49-F238E27FC236}">
                <a16:creationId xmlns:a16="http://schemas.microsoft.com/office/drawing/2014/main" id="{44028111-78CA-0A3D-940A-60AE15AABB96}"/>
              </a:ext>
            </a:extLst>
          </p:cNvPr>
          <p:cNvSpPr txBox="1"/>
          <p:nvPr/>
        </p:nvSpPr>
        <p:spPr>
          <a:xfrm>
            <a:off x="14179767" y="4650653"/>
            <a:ext cx="3117607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ko-KR" altLang="en-US" sz="2800" dirty="0">
                <a:solidFill>
                  <a:srgbClr val="211F1C"/>
                </a:solidFill>
                <a:latin typeface="+mn-ea"/>
              </a:rPr>
              <a:t>서버</a:t>
            </a:r>
            <a:r>
              <a:rPr lang="en-US" sz="2800" dirty="0">
                <a:solidFill>
                  <a:srgbClr val="211F1C"/>
                </a:solidFill>
                <a:latin typeface="+mn-ea"/>
              </a:rPr>
              <a:t>: Rocky</a:t>
            </a:r>
          </a:p>
          <a:p>
            <a:pPr algn="l"/>
            <a:r>
              <a:rPr lang="ko-KR" altLang="en-US" sz="2800" dirty="0">
                <a:solidFill>
                  <a:srgbClr val="211F1C"/>
                </a:solidFill>
                <a:latin typeface="+mn-ea"/>
              </a:rPr>
              <a:t>실행</a:t>
            </a:r>
            <a:r>
              <a:rPr lang="en-US" altLang="ko-KR" sz="2800" dirty="0">
                <a:solidFill>
                  <a:srgbClr val="211F1C"/>
                </a:solidFill>
                <a:latin typeface="+mn-ea"/>
              </a:rPr>
              <a:t>: </a:t>
            </a:r>
            <a:r>
              <a:rPr lang="en-US" sz="2800" dirty="0" err="1">
                <a:solidFill>
                  <a:srgbClr val="211F1C"/>
                </a:solidFill>
                <a:latin typeface="+mn-ea"/>
              </a:rPr>
              <a:t>Windows10</a:t>
            </a:r>
            <a:endParaRPr lang="en-US" sz="2800" dirty="0">
              <a:solidFill>
                <a:srgbClr val="211F1C"/>
              </a:solidFill>
              <a:latin typeface="+mn-ea"/>
            </a:endParaRP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BAA81EB8-5C45-DD6E-0560-18D542D209AB}"/>
              </a:ext>
            </a:extLst>
          </p:cNvPr>
          <p:cNvSpPr txBox="1"/>
          <p:nvPr/>
        </p:nvSpPr>
        <p:spPr>
          <a:xfrm>
            <a:off x="10127699" y="4652894"/>
            <a:ext cx="3117607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ko-KR" altLang="en-US" sz="2800" dirty="0">
                <a:solidFill>
                  <a:srgbClr val="211F1C"/>
                </a:solidFill>
                <a:latin typeface="+mn-ea"/>
              </a:rPr>
              <a:t>서버</a:t>
            </a:r>
            <a:r>
              <a:rPr lang="en-US" sz="2800" dirty="0">
                <a:solidFill>
                  <a:srgbClr val="211F1C"/>
                </a:solidFill>
                <a:latin typeface="+mn-ea"/>
              </a:rPr>
              <a:t>: Rocky</a:t>
            </a:r>
          </a:p>
          <a:p>
            <a:pPr algn="l"/>
            <a:r>
              <a:rPr lang="ko-KR" altLang="en-US" sz="2800" dirty="0">
                <a:solidFill>
                  <a:srgbClr val="211F1C"/>
                </a:solidFill>
                <a:latin typeface="+mn-ea"/>
              </a:rPr>
              <a:t>실행</a:t>
            </a:r>
            <a:r>
              <a:rPr lang="en-US" altLang="ko-KR" sz="2800" dirty="0">
                <a:solidFill>
                  <a:srgbClr val="211F1C"/>
                </a:solidFill>
                <a:latin typeface="+mn-ea"/>
              </a:rPr>
              <a:t>: </a:t>
            </a:r>
            <a:r>
              <a:rPr lang="en-US" sz="2800" dirty="0" err="1">
                <a:solidFill>
                  <a:srgbClr val="211F1C"/>
                </a:solidFill>
                <a:latin typeface="+mn-ea"/>
              </a:rPr>
              <a:t>Windows10</a:t>
            </a:r>
            <a:endParaRPr lang="en-US" sz="2800" dirty="0">
              <a:solidFill>
                <a:srgbClr val="211F1C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519790" y="4109190"/>
            <a:ext cx="11248419" cy="1562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748"/>
              </a:lnSpc>
              <a:spcBef>
                <a:spcPct val="0"/>
              </a:spcBef>
            </a:pPr>
            <a:r>
              <a:rPr lang="en-US" sz="11632" u="none" strike="noStrike">
                <a:solidFill>
                  <a:srgbClr val="211F1C"/>
                </a:solidFill>
                <a:latin typeface="Anton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99672" y="5786489"/>
            <a:ext cx="7669606" cy="52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000">
                <a:solidFill>
                  <a:srgbClr val="211F1C"/>
                </a:solidFill>
                <a:latin typeface="Roboto Mono Bold"/>
              </a:rPr>
              <a:t>- .... .- -. -.-  -.-- --- ..-</a:t>
            </a:r>
          </a:p>
        </p:txBody>
      </p:sp>
      <p:sp>
        <p:nvSpPr>
          <p:cNvPr id="7" name="Freeform 7"/>
          <p:cNvSpPr/>
          <p:nvPr/>
        </p:nvSpPr>
        <p:spPr>
          <a:xfrm>
            <a:off x="8282303" y="2236423"/>
            <a:ext cx="1723393" cy="1472718"/>
          </a:xfrm>
          <a:custGeom>
            <a:avLst/>
            <a:gdLst/>
            <a:ahLst/>
            <a:cxnLst/>
            <a:rect l="l" t="t" r="r" b="b"/>
            <a:pathLst>
              <a:path w="1723393" h="1472718">
                <a:moveTo>
                  <a:pt x="0" y="0"/>
                </a:moveTo>
                <a:lnTo>
                  <a:pt x="1723394" y="0"/>
                </a:lnTo>
                <a:lnTo>
                  <a:pt x="1723394" y="1472717"/>
                </a:lnTo>
                <a:lnTo>
                  <a:pt x="0" y="1472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906978" y="9043238"/>
            <a:ext cx="2571397" cy="430125"/>
          </a:xfrm>
          <a:custGeom>
            <a:avLst/>
            <a:gdLst/>
            <a:ahLst/>
            <a:cxnLst/>
            <a:rect l="l" t="t" r="r" b="b"/>
            <a:pathLst>
              <a:path w="2571397" h="430125">
                <a:moveTo>
                  <a:pt x="0" y="0"/>
                </a:moveTo>
                <a:lnTo>
                  <a:pt x="2571397" y="0"/>
                </a:lnTo>
                <a:lnTo>
                  <a:pt x="2571397" y="430124"/>
                </a:lnTo>
                <a:lnTo>
                  <a:pt x="0" y="430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358180" y="4608658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575306" y="4608658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028700" y="9215776"/>
            <a:ext cx="2482996" cy="257586"/>
            <a:chOff x="0" y="0"/>
            <a:chExt cx="3310662" cy="343448"/>
          </a:xfrm>
        </p:grpSpPr>
        <p:sp>
          <p:nvSpPr>
            <p:cNvPr id="12" name="Freeform 12"/>
            <p:cNvSpPr/>
            <p:nvPr/>
          </p:nvSpPr>
          <p:spPr>
            <a:xfrm>
              <a:off x="2968720" y="0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2" y="0"/>
                  </a:lnTo>
                  <a:lnTo>
                    <a:pt x="341942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1507"/>
              <a:ext cx="341941" cy="341941"/>
            </a:xfrm>
            <a:custGeom>
              <a:avLst/>
              <a:gdLst/>
              <a:ahLst/>
              <a:cxnLst/>
              <a:rect l="l" t="t" r="r" b="b"/>
              <a:pathLst>
                <a:path w="341941" h="341941">
                  <a:moveTo>
                    <a:pt x="0" y="0"/>
                  </a:moveTo>
                  <a:lnTo>
                    <a:pt x="341941" y="0"/>
                  </a:lnTo>
                  <a:lnTo>
                    <a:pt x="341941" y="341941"/>
                  </a:lnTo>
                  <a:lnTo>
                    <a:pt x="0" y="341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809625" y="9043238"/>
            <a:ext cx="2880627" cy="432385"/>
            <a:chOff x="0" y="0"/>
            <a:chExt cx="8296205" cy="12452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296205" cy="1245268"/>
            </a:xfrm>
            <a:custGeom>
              <a:avLst/>
              <a:gdLst/>
              <a:ahLst/>
              <a:cxnLst/>
              <a:rect l="l" t="t" r="r" b="b"/>
              <a:pathLst>
                <a:path w="8296205" h="1245268">
                  <a:moveTo>
                    <a:pt x="83315" y="0"/>
                  </a:moveTo>
                  <a:lnTo>
                    <a:pt x="8212890" y="0"/>
                  </a:lnTo>
                  <a:cubicBezTo>
                    <a:pt x="8258904" y="0"/>
                    <a:pt x="8296205" y="37301"/>
                    <a:pt x="8296205" y="83315"/>
                  </a:cubicBezTo>
                  <a:lnTo>
                    <a:pt x="8296205" y="1161953"/>
                  </a:lnTo>
                  <a:cubicBezTo>
                    <a:pt x="8296205" y="1207966"/>
                    <a:pt x="8258904" y="1245268"/>
                    <a:pt x="8212890" y="1245268"/>
                  </a:cubicBezTo>
                  <a:lnTo>
                    <a:pt x="83315" y="1245268"/>
                  </a:lnTo>
                  <a:cubicBezTo>
                    <a:pt x="37301" y="1245268"/>
                    <a:pt x="0" y="1207966"/>
                    <a:pt x="0" y="1161953"/>
                  </a:cubicBezTo>
                  <a:lnTo>
                    <a:pt x="0" y="83315"/>
                  </a:lnTo>
                  <a:cubicBezTo>
                    <a:pt x="0" y="37301"/>
                    <a:pt x="37301" y="0"/>
                    <a:pt x="83315" y="0"/>
                  </a:cubicBezTo>
                  <a:close/>
                </a:path>
              </a:pathLst>
            </a:custGeom>
            <a:solidFill>
              <a:srgbClr val="F1F1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296205" cy="1283368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lvl="0" algn="ctr">
                <a:lnSpc>
                  <a:spcPts val="2116"/>
                </a:lnSpc>
                <a:spcBef>
                  <a:spcPct val="0"/>
                </a:spcBef>
              </a:pPr>
              <a:r>
                <a:rPr lang="en-US" altLang="ko-KR" sz="1439" spc="211" dirty="0" err="1">
                  <a:solidFill>
                    <a:srgbClr val="211F1C"/>
                  </a:solidFill>
                  <a:latin typeface="Nunito Sans Expanded Semi-Bold"/>
                </a:rPr>
                <a:t>XSS</a:t>
              </a:r>
              <a:endParaRPr lang="en-US" sz="1439" spc="211" dirty="0">
                <a:solidFill>
                  <a:srgbClr val="211F1C"/>
                </a:solidFill>
                <a:latin typeface="Nunito Sans Expanded Semi-Bold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3234981" y="913063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08440" y="9131767"/>
            <a:ext cx="256456" cy="256456"/>
          </a:xfrm>
          <a:custGeom>
            <a:avLst/>
            <a:gdLst/>
            <a:ahLst/>
            <a:cxnLst/>
            <a:rect l="l" t="t" r="r" b="b"/>
            <a:pathLst>
              <a:path w="256456" h="256456">
                <a:moveTo>
                  <a:pt x="0" y="0"/>
                </a:moveTo>
                <a:lnTo>
                  <a:pt x="256456" y="0"/>
                </a:lnTo>
                <a:lnTo>
                  <a:pt x="256456" y="256456"/>
                </a:lnTo>
                <a:lnTo>
                  <a:pt x="0" y="2564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574</Words>
  <Application>Microsoft Office PowerPoint</Application>
  <PresentationFormat>사용자 지정</PresentationFormat>
  <Paragraphs>179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7" baseType="lpstr">
      <vt:lpstr>Anton</vt:lpstr>
      <vt:lpstr>Nunito Sans Expanded Medium</vt:lpstr>
      <vt:lpstr>Wingdings</vt:lpstr>
      <vt:lpstr>Nunito Sans Expanded Bold</vt:lpstr>
      <vt:lpstr>Calibri</vt:lpstr>
      <vt:lpstr>Roboto Mono</vt:lpstr>
      <vt:lpstr>Roboto Mono Bold</vt:lpstr>
      <vt:lpstr>Arial</vt:lpstr>
      <vt:lpstr>맑은 고딕</vt:lpstr>
      <vt:lpstr>Courier Prime</vt:lpstr>
      <vt:lpstr>Nunito Sans Expanded Semi-Bold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business project presentation</dc:title>
  <dc:creator>박소윤</dc:creator>
  <cp:lastModifiedBy>소윤 박</cp:lastModifiedBy>
  <cp:revision>2</cp:revision>
  <dcterms:created xsi:type="dcterms:W3CDTF">2006-08-16T00:00:00Z</dcterms:created>
  <dcterms:modified xsi:type="dcterms:W3CDTF">2025-12-09T22:25:29Z</dcterms:modified>
  <dc:identifier>DAGGx7Wy8WI</dc:identifier>
</cp:coreProperties>
</file>