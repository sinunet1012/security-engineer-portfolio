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4"/>
    <p:sldId id="269" r:id="rId5"/>
    <p:sldId id="271" r:id="rId6"/>
    <p:sldId id="263" r:id="rId7"/>
    <p:sldId id="264" r:id="rId8"/>
    <p:sldId id="265" r:id="rId9"/>
    <p:sldId id="267" r:id="rId10"/>
    <p:sldId id="266" r:id="rId11"/>
    <p:sldId id="268" r:id="rId12"/>
    <p:sldId id="27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CE987-A15A-4F2B-BA61-1601CA516D8B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09C-FCC6-4128-B0B5-0CBCE863F0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52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DB09C-FCC6-4128-B0B5-0CBCE863F02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968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2887-AEF1-62CF-B9CF-A7E97080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4D7932-6D49-1D21-DA82-AFD6E633D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86BBE8-18B4-A712-67A4-3CCEEF617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C7F9A-C1F8-3713-8569-49AA719D1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DB09C-FCC6-4128-B0B5-0CBCE863F02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203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6461-38BF-78D0-9E93-0CC965643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056AA-89A1-DBD6-51CA-4B42D2D4A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5E9A68-D8A2-4544-913A-2970F7950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99F44D-FA51-AC0F-7AC8-7786ABFCA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DB09C-FCC6-4128-B0B5-0CBCE863F02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09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F6260-162D-A365-4C7C-4A1AEE544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4F2A3-617A-C262-155C-9B8BBC6A6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BD5BB0-F4F8-AFF1-DA5F-FAB45ABA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D5FDA2-3FB1-2617-F0B4-AEAAA61A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50DC8-C50C-C2D8-D3EB-4D04A355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707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BBB74B-1F84-6946-1428-A05884B9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531766-DCE7-E32D-99E4-2C46EAE29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838193-13E4-3DA1-174E-DE1A2240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768A5-8980-A254-25DD-98FCD051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162C9C-4B96-DB04-D444-9F6CC489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93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C7365-CAF2-C202-A3C5-BFD9FD56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5468DA-38C4-0B0B-3450-0E4350276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5C29F-3954-0B6E-C376-1959328B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878D7D-A1EA-E491-D69F-9B3B8833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4717E-B0BB-EE65-D962-993C71A1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139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B5FAE-3247-BC9F-7C38-CDD500AF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6489-9EE2-846B-C3E4-D208C5A80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19948A-7084-A996-8E3C-162AC7A76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22F333-8038-5BD5-4DB8-49FFAD97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75CA5-1F34-0668-2716-82AE777E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0EFCFB-EA48-8D53-D665-83164C3A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11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962CC-9712-A814-50E1-598EDE4F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50D82-48EA-A750-EE78-6903F190C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171A69-8FAC-5D38-0D4D-8957F5ACD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A85E46-1650-6CB3-F42B-F19CA8E34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134C38-8A0A-7C24-6A25-42D3D5B11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F650B8-622C-76D1-D269-E67631C5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7135F0-8177-6A27-8288-EAAE91F4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DA1B2A-047E-F830-E9DD-2C7B13D8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78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0F3A4-6686-BFC5-2F59-56A2E653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92F933-7FDA-4D4C-A9CD-59C461AA0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1461EB-16B3-34A0-951F-F9CEE57B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F023BA-C7F8-01D9-878A-D451791F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45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DD3907-DB4E-E209-20CF-88860874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2785A1-5CB0-8EBF-E546-43B58E06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41C3C5-657F-BF1C-D7FB-C3D1D163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23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68BA6-B99C-6496-FF22-10D2997B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FF0757-4094-3C5D-5338-03D72EE10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C0E3A6-9464-6EC0-F9DF-9BD26BAA5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6424E9-10C2-6B9A-ADA1-194ED243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CEA27F-4AFA-662B-6089-549CA0AA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A74324-E124-0365-6AD6-E8955934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42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A8896-CADA-BDA3-4B3A-2F64B9E68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9F076F-E7D7-48BF-6C41-88B2247C0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7D1382-AB6C-F4EA-9560-5FB45F009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479982-A12D-597E-66F0-D8E0B4F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28BDCC-220B-FD45-720E-F13FDBCB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B6D38E-BC4D-FFA4-89DC-3FFBCAE7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951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71978-058F-69C2-544C-058C0D4A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9880A4-6B87-CEA5-CB35-2379F1925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D5F82A-2FD3-B5DF-F5F5-D0D286B67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CDF985-2C39-45C5-84DC-9C814F97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069CB-CB3D-E3C1-BBAC-CF03D041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4421AE-9431-BFE7-E249-C07B75DA8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F75664-9A31-EF9E-157E-6D4C22858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1E121-5B71-A6C7-CE3A-AE1830AD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05B77-1872-5480-0920-2B1CDE52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26352E-BC79-561C-9541-85748AD7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668915-5C11-1C9A-ED7B-D42C9653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6902CD-EBF7-9AA2-5E26-8B0669335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99997-AEE9-B091-357A-ACE92A8C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79309-328C-4346-B750-28FF08FEF3E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CE3C0-2884-C091-0E40-CB9B6D427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C06A0-7F34-B05B-67DF-CD5234A7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1277-3400-4A4C-97CE-6887B8627E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77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A29C662-CFA9-260E-FCB8-EB621FD724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C0E78B-35F8-33E6-2103-82547CFEC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3350" y="2327275"/>
            <a:ext cx="4305300" cy="1274763"/>
          </a:xfrm>
          <a:solidFill>
            <a:schemeClr val="bg1"/>
          </a:solidFill>
        </p:spPr>
        <p:txBody>
          <a:bodyPr/>
          <a:lstStyle/>
          <a:p>
            <a:r>
              <a:rPr lang="en-US" altLang="ko-KR" b="1" dirty="0" err="1"/>
              <a:t>BurpSuite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A3485E-9444-7121-0BF2-A3A89EC24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425" y="3602038"/>
            <a:ext cx="1835150" cy="398462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en-US" altLang="ko-KR" dirty="0"/>
              <a:t>RED Team.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075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39F32EF-078B-F341-FC8B-47E2417657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5A691E-E2B7-863A-8EE8-EBC4D013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 err="1"/>
              <a:t>BurpSuite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무엇일까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69FC0-E028-DE7E-EC26-6351FA57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10250742" cy="1862315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대표적인 웹 애플리케이션 보안 테스트 도구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웹 취약점 진단 도구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여러가지 웹 취약점에 대한 진단 도구로 </a:t>
            </a:r>
            <a:r>
              <a:rPr lang="ko-KR" altLang="en-US" dirty="0" err="1"/>
              <a:t>모의해킹에</a:t>
            </a:r>
            <a:r>
              <a:rPr lang="ko-KR" altLang="en-US" dirty="0"/>
              <a:t> 필수적인 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7CFF24-8941-E06D-1593-4199363AF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384" y="3612718"/>
            <a:ext cx="2494692" cy="249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E411-A2EB-BA9A-7B21-3547DB2F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52C3F2D-A592-2ECF-760A-C8C7581FD5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58A2D1-8B7C-945E-1148-67452A81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C11F0-CA45-42EB-2161-A6A13CCC2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10250742" cy="323413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브라우저와 애플리케이션 사이에 전송된 요청과 응답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&gt; </a:t>
            </a:r>
            <a:r>
              <a:rPr lang="ko-KR" altLang="en-US" dirty="0"/>
              <a:t>검사하고 수정 가능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 err="1"/>
              <a:t>인젝션</a:t>
            </a:r>
            <a:r>
              <a:rPr lang="ko-KR" altLang="en-US" dirty="0"/>
              <a:t> 결함</a:t>
            </a:r>
            <a:r>
              <a:rPr lang="en-US" altLang="ko-KR" dirty="0"/>
              <a:t>, </a:t>
            </a:r>
            <a:r>
              <a:rPr lang="ko-KR" altLang="en-US" dirty="0"/>
              <a:t>인증 문제 및 기타 유형의 취약성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 &gt; </a:t>
            </a:r>
            <a:r>
              <a:rPr lang="ko-KR" altLang="en-US" dirty="0"/>
              <a:t>식별하는데 유용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FC64DD-65C7-968F-041B-840BDEB60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041" y="3718301"/>
            <a:ext cx="2691879" cy="26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8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216A-6071-54D4-5214-BBABB72C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4441954-1B46-E757-2EEA-7B81910A3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700E9E3-F63D-A02C-5113-F6BAEDBA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8019B-51B4-C683-D6F9-03E4CDBD5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11456811" cy="190835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&gt; Proxy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웹 브라우저와 웹 서버 </a:t>
            </a:r>
            <a:r>
              <a:rPr lang="ko-KR" altLang="en-US" u="sng" dirty="0"/>
              <a:t>중간</a:t>
            </a:r>
            <a:r>
              <a:rPr lang="ko-KR" altLang="en-US" dirty="0"/>
              <a:t>에 위치하여 패킷을 확인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가장 자주 사용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03C3E5-296E-8F8E-4A4E-643372E6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150" y="3106737"/>
            <a:ext cx="6598750" cy="32432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6994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0264-478D-4DBB-68A6-D9EB6EF3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5617664-D318-FFFF-C159-CB84C29225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61FCE915-C509-5EF0-CF37-BE5A7D0FAFEE}"/>
              </a:ext>
            </a:extLst>
          </p:cNvPr>
          <p:cNvSpPr txBox="1">
            <a:spLocks/>
          </p:cNvSpPr>
          <p:nvPr/>
        </p:nvSpPr>
        <p:spPr>
          <a:xfrm>
            <a:off x="852407" y="2707356"/>
            <a:ext cx="10879809" cy="29522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dirty="0"/>
              <a:t>Proxy X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029ED6-5C0F-57D0-35E9-EF8E35723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/>
              <a:t>Proxy </a:t>
            </a:r>
            <a:r>
              <a:rPr lang="ko-KR" altLang="en-US" dirty="0" err="1"/>
              <a:t>서버란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4DC572-1498-C384-CAFD-A9E3A13D6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6"/>
            <a:ext cx="11456811" cy="126584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&gt; Proxy</a:t>
            </a:r>
            <a:r>
              <a:rPr lang="en-US" altLang="ko-KR" dirty="0"/>
              <a:t> </a:t>
            </a:r>
            <a:r>
              <a:rPr lang="ko-KR" altLang="en-US" dirty="0"/>
              <a:t>서버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클라이언트와 서버가 중간에 거쳐가는 서버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704E60-A871-4893-DD09-FDFA2E30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478" y="3233979"/>
            <a:ext cx="1842003" cy="1842003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D957E2F-F311-9BA0-F823-EC7D40F32597}"/>
              </a:ext>
            </a:extLst>
          </p:cNvPr>
          <p:cNvCxnSpPr>
            <a:cxnSpLocks/>
          </p:cNvCxnSpPr>
          <p:nvPr/>
        </p:nvCxnSpPr>
        <p:spPr>
          <a:xfrm>
            <a:off x="4809641" y="4216974"/>
            <a:ext cx="257271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0421FB22-9533-8778-602F-C03FFC5B3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876" y="3429000"/>
            <a:ext cx="1842003" cy="1842003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DA985DD5-F188-03AD-A23A-A02450C05C4A}"/>
              </a:ext>
            </a:extLst>
          </p:cNvPr>
          <p:cNvGrpSpPr/>
          <p:nvPr/>
        </p:nvGrpSpPr>
        <p:grpSpPr>
          <a:xfrm>
            <a:off x="958313" y="2844258"/>
            <a:ext cx="10879809" cy="2952257"/>
            <a:chOff x="805913" y="2691858"/>
            <a:chExt cx="10879809" cy="2952257"/>
          </a:xfrm>
        </p:grpSpPr>
        <p:sp>
          <p:nvSpPr>
            <p:cNvPr id="32" name="내용 개체 틀 2">
              <a:extLst>
                <a:ext uri="{FF2B5EF4-FFF2-40B4-BE49-F238E27FC236}">
                  <a16:creationId xmlns:a16="http://schemas.microsoft.com/office/drawing/2014/main" id="{FFBFD5A8-B23A-0222-C4B3-DC59DF4FAAE0}"/>
                </a:ext>
              </a:extLst>
            </p:cNvPr>
            <p:cNvSpPr txBox="1">
              <a:spLocks/>
            </p:cNvSpPr>
            <p:nvPr/>
          </p:nvSpPr>
          <p:spPr>
            <a:xfrm>
              <a:off x="805913" y="2691858"/>
              <a:ext cx="10879809" cy="2952257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en-US" altLang="ko-KR" dirty="0"/>
                <a:t>Proxy O</a:t>
              </a: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251989D-8081-E62D-A155-3FA701F95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24482" y="3262482"/>
              <a:ext cx="1842003" cy="1842003"/>
            </a:xfrm>
            <a:prstGeom prst="rect">
              <a:avLst/>
            </a:prstGeom>
          </p:spPr>
        </p:pic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A9B29C10-65CF-3256-AF6B-301AADF4AF46}"/>
                </a:ext>
              </a:extLst>
            </p:cNvPr>
            <p:cNvCxnSpPr>
              <a:cxnSpLocks/>
            </p:cNvCxnSpPr>
            <p:nvPr/>
          </p:nvCxnSpPr>
          <p:spPr>
            <a:xfrm>
              <a:off x="2987691" y="4258446"/>
              <a:ext cx="2250736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011607A-C8BC-6961-8E0E-1533F87D3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7372" y="3429000"/>
              <a:ext cx="1842003" cy="1842003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A977B624-D208-7D35-7F00-EC276D161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05255" y="3611943"/>
              <a:ext cx="1507745" cy="1507745"/>
            </a:xfrm>
            <a:prstGeom prst="rect">
              <a:avLst/>
            </a:prstGeom>
          </p:spPr>
        </p:pic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57A3DE31-9E9C-608C-FF3B-1FCFEF968EC9}"/>
                </a:ext>
              </a:extLst>
            </p:cNvPr>
            <p:cNvCxnSpPr>
              <a:cxnSpLocks/>
            </p:cNvCxnSpPr>
            <p:nvPr/>
          </p:nvCxnSpPr>
          <p:spPr>
            <a:xfrm>
              <a:off x="7030166" y="4208309"/>
              <a:ext cx="2250736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194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22B2-51E3-A7B5-D587-A550B0B67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0C6BD1C-6CDC-CBBC-1D1E-12EFDD8CE6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58FC68E-8A75-3052-AFD3-F876DFD3E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368228-2520-078F-2605-C880FBD06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11456811" cy="223061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&gt; Intruder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웹 애플리케이션에 대해 사용자가 정의한 자동화 공격을 수행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특정 파라미터 값을 순차적으로 자동 변경하며 응답의 변화를 분석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- Brute Force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68EA2D-583E-CCB9-1BEA-071EC2A82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690" y="3136316"/>
            <a:ext cx="7677221" cy="31743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8318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D085-A83C-5005-7D28-98C5A910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448D67A-697D-F851-DAA4-E91CCE00D3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B2EAF2-F34F-1E4A-CD84-CBB3DF10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2E77D-12EF-A621-FCDF-1843A9785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6"/>
            <a:ext cx="11456811" cy="2392954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&gt; </a:t>
            </a:r>
            <a:r>
              <a:rPr lang="en-US" altLang="ko-KR" b="1" dirty="0" err="1"/>
              <a:t>Reapeater</a:t>
            </a:r>
            <a:r>
              <a:rPr lang="en-US" altLang="ko-KR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여러 개의 변조된 </a:t>
            </a:r>
            <a:r>
              <a:rPr lang="en-US" altLang="ko-KR" dirty="0"/>
              <a:t>HTTP </a:t>
            </a:r>
            <a:r>
              <a:rPr lang="ko-KR" altLang="en-US" dirty="0"/>
              <a:t>요청을 전송해 웹 애플리케이션의 응답을 분석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변조된 요청에 대한 응답 바로 확인 가능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- SQL Injection(Blind)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0D5AE4-32D2-089B-BEED-52CD2168D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61" y="3429000"/>
            <a:ext cx="5381143" cy="29668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3079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0995-55BA-9291-8FB8-EB25889A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12F6771-0AD5-0D10-2BCA-4184CA4C56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0" y="-9697"/>
            <a:ext cx="12197208" cy="70327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95ACC9-A0E7-3234-41B3-7EE27A2DA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163688"/>
            <a:ext cx="5991578" cy="103469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A50A7-AF21-1866-319C-97ED654B8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11456811" cy="177010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dirty="0"/>
              <a:t>&gt; Decoder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암호화된 데이터를 복호화 </a:t>
            </a:r>
            <a:r>
              <a:rPr lang="en-US" altLang="ko-KR" dirty="0"/>
              <a:t>or </a:t>
            </a:r>
            <a:r>
              <a:rPr lang="ko-KR" altLang="en-US" dirty="0" err="1"/>
              <a:t>평문의</a:t>
            </a:r>
            <a:r>
              <a:rPr lang="ko-KR" altLang="en-US" dirty="0"/>
              <a:t> 데이터를 암호화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 err="1"/>
              <a:t>url</a:t>
            </a:r>
            <a:r>
              <a:rPr lang="en-US" altLang="ko-KR" dirty="0"/>
              <a:t>, base64 </a:t>
            </a:r>
            <a:r>
              <a:rPr lang="ko-KR" altLang="en-US" dirty="0"/>
              <a:t>등 다양한 형식의 인코딩과 디코딩을 제공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94476D-B619-1F11-1CEB-9F4E18EDB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47" y="3402190"/>
            <a:ext cx="6874764" cy="270651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514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E153-1B5A-48F3-0428-4988898E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7C38CF-F911-026B-6FC9-07A131FA3F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-92467" y="-106469"/>
            <a:ext cx="12284467" cy="701811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5ED2DEE2-BEF3-3C60-BF7C-BE64AFFA9291}"/>
              </a:ext>
            </a:extLst>
          </p:cNvPr>
          <p:cNvSpPr txBox="1">
            <a:spLocks/>
          </p:cNvSpPr>
          <p:nvPr/>
        </p:nvSpPr>
        <p:spPr>
          <a:xfrm>
            <a:off x="3943350" y="2327275"/>
            <a:ext cx="4305300" cy="12747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6000" b="1" dirty="0" err="1"/>
              <a:t>BurpSuite</a:t>
            </a:r>
            <a:endParaRPr lang="ko-KR" altLang="en-US" sz="6000" b="1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14D36C60-34DC-D740-4864-41FD8FEBC1E7}"/>
              </a:ext>
            </a:extLst>
          </p:cNvPr>
          <p:cNvSpPr txBox="1">
            <a:spLocks/>
          </p:cNvSpPr>
          <p:nvPr/>
        </p:nvSpPr>
        <p:spPr>
          <a:xfrm>
            <a:off x="5178425" y="3602038"/>
            <a:ext cx="1835150" cy="3984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400" dirty="0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37745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069EF1-B2E4-BCCD-2B21-C6E0046D8F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-92467" y="-106469"/>
            <a:ext cx="12284467" cy="7018111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026AC00-9010-21BC-63D7-55E237E6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9" y="331304"/>
            <a:ext cx="7826268" cy="62285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r>
              <a:rPr lang="en-US" altLang="ko-KR" dirty="0"/>
              <a:t>1 – </a:t>
            </a:r>
            <a:r>
              <a:rPr lang="ko-KR" altLang="en-US" dirty="0"/>
              <a:t>초기 설정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80168CB-09ED-C93A-0AC1-0543FEB4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7203415" cy="333385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arenR"/>
            </a:pPr>
            <a:r>
              <a:rPr lang="en-US" altLang="ko-KR" dirty="0"/>
              <a:t>Kali</a:t>
            </a:r>
            <a:r>
              <a:rPr lang="ko-KR" altLang="en-US" dirty="0"/>
              <a:t>에서  </a:t>
            </a:r>
            <a:r>
              <a:rPr lang="en-US" altLang="ko-KR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514350" indent="-514350">
              <a:lnSpc>
                <a:spcPct val="100000"/>
              </a:lnSpc>
              <a:buAutoNum type="arabicParenR"/>
            </a:pPr>
            <a:r>
              <a:rPr lang="en-US" altLang="ko-KR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프록시 설정</a:t>
            </a:r>
            <a:endParaRPr lang="en-US" altLang="ko-KR" dirty="0"/>
          </a:p>
          <a:p>
            <a:pPr marL="514350" indent="-514350">
              <a:lnSpc>
                <a:spcPct val="100000"/>
              </a:lnSpc>
              <a:buAutoNum type="arabicParenR"/>
            </a:pPr>
            <a:r>
              <a:rPr lang="ko-KR" altLang="en-US" dirty="0"/>
              <a:t>실습할 피해자 서버 프록시 설정</a:t>
            </a:r>
            <a:endParaRPr lang="en-US" altLang="ko-KR" dirty="0"/>
          </a:p>
          <a:p>
            <a:pPr marL="514350" indent="-514350">
              <a:lnSpc>
                <a:spcPct val="100000"/>
              </a:lnSpc>
              <a:buAutoNum type="arabicParenR"/>
            </a:pPr>
            <a:r>
              <a:rPr lang="en-US" altLang="ko-KR" dirty="0"/>
              <a:t>BrupSuite </a:t>
            </a:r>
            <a:r>
              <a:rPr lang="ko-KR" altLang="en-US" dirty="0"/>
              <a:t>작동 확인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u="sng" dirty="0"/>
              <a:t> &gt; </a:t>
            </a:r>
            <a:r>
              <a:rPr lang="ko-KR" altLang="en-US" u="sng" dirty="0"/>
              <a:t>실시간으로 발표자와 같이 진행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1772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B517-8EBA-9442-CD18-71B2334D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A7B8D50-C5F2-4ED0-2FEA-64037E9706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-92467" y="-106469"/>
            <a:ext cx="12284467" cy="7018111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4505154-35BC-D0F4-D9FE-BC84356B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8" y="331304"/>
            <a:ext cx="8263589" cy="62285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r>
              <a:rPr lang="en-US" altLang="ko-KR" dirty="0"/>
              <a:t>2 – Intercept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ACDCA04-01BC-5E79-2C19-03E36F068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7203415" cy="333385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AutoNum type="arabicParenR"/>
            </a:pPr>
            <a:r>
              <a:rPr lang="en-US" altLang="ko-KR" dirty="0"/>
              <a:t>Proxy</a:t>
            </a:r>
            <a:r>
              <a:rPr lang="ko-KR" altLang="en-US" dirty="0"/>
              <a:t>를 이용하여 요청 및 응답 보기</a:t>
            </a:r>
            <a:endParaRPr lang="en-US" altLang="ko-KR" dirty="0"/>
          </a:p>
          <a:p>
            <a:pPr marL="514350" indent="-514350">
              <a:lnSpc>
                <a:spcPct val="100000"/>
              </a:lnSpc>
              <a:buAutoNum type="arabicParenR"/>
            </a:pPr>
            <a:r>
              <a:rPr lang="en-US" altLang="ko-KR" dirty="0"/>
              <a:t>DVWA </a:t>
            </a:r>
            <a:r>
              <a:rPr lang="ko-KR" altLang="en-US" dirty="0"/>
              <a:t>에서 로그인 정보 확인</a:t>
            </a:r>
            <a:endParaRPr lang="en-US" altLang="ko-KR" dirty="0"/>
          </a:p>
          <a:p>
            <a:pPr marL="514350" indent="-514350">
              <a:lnSpc>
                <a:spcPct val="100000"/>
              </a:lnSpc>
              <a:buAutoNum type="arabicParenR"/>
            </a:pPr>
            <a:r>
              <a:rPr lang="ko-KR" altLang="en-US" dirty="0"/>
              <a:t>정보 수정 후 포워딩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b="1" u="sng" dirty="0"/>
              <a:t> &gt; </a:t>
            </a:r>
            <a:r>
              <a:rPr lang="ko-KR" altLang="en-US" u="sng" dirty="0"/>
              <a:t>실시간으로 발표자와 같이 진행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1914627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EF2D-CC20-4731-2B38-2AA55FDF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0DE2D2-3A19-F772-BE48-7AA9F0B2A9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-92467" y="-106469"/>
            <a:ext cx="12284467" cy="7018111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8D654AF-DCD4-6E74-97C5-C5BA767B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88" y="331304"/>
            <a:ext cx="8263589" cy="622853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altLang="ko-KR" b="1" dirty="0" err="1"/>
              <a:t>BurpSuite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r>
              <a:rPr lang="en-US" altLang="ko-KR" dirty="0"/>
              <a:t>3 – </a:t>
            </a:r>
            <a:r>
              <a:rPr lang="en-US" altLang="ko-KR" dirty="0" err="1"/>
              <a:t>BeeBox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EFC5630-7A7F-DA85-D13E-0036163A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9" y="1198385"/>
            <a:ext cx="7203415" cy="89388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b="1" u="sng" dirty="0"/>
              <a:t>&gt; </a:t>
            </a:r>
            <a:r>
              <a:rPr lang="ko-KR" altLang="en-US" u="sng" dirty="0"/>
              <a:t>실시간으로 발표자와 같이 진행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215898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228</Words>
  <Application>Microsoft Office PowerPoint</Application>
  <PresentationFormat>와이드스크린</PresentationFormat>
  <Paragraphs>52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BurpSuite</vt:lpstr>
      <vt:lpstr>BurpSuite는 무엇일까?</vt:lpstr>
      <vt:lpstr>BurpSuite 주요 기능</vt:lpstr>
      <vt:lpstr>BurpSuite 주요 기능</vt:lpstr>
      <vt:lpstr>Proxy 서버란?</vt:lpstr>
      <vt:lpstr>BurpSuite 주요 기능</vt:lpstr>
      <vt:lpstr>BurpSuite 주요 기능</vt:lpstr>
      <vt:lpstr>BurpSuite 주요 기능</vt:lpstr>
      <vt:lpstr>PowerPoint 프레젠테이션</vt:lpstr>
      <vt:lpstr>BurpSuite 실습1 – 초기 설정</vt:lpstr>
      <vt:lpstr>BurpSuite 실습2 – Intercept</vt:lpstr>
      <vt:lpstr>BurpSuite 실습3 – BeeBox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7</cp:revision>
  <dcterms:created xsi:type="dcterms:W3CDTF">2025-11-20T10:16:52Z</dcterms:created>
  <dcterms:modified xsi:type="dcterms:W3CDTF">2025-11-21T01:02:33Z</dcterms:modified>
</cp:coreProperties>
</file>