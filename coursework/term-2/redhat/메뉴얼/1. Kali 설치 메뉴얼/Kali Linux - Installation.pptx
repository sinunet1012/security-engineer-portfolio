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6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17:1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3304 2421 24575,'-141'0'0,"-771"-35"0,659 0 0,3-12 0,-332-107 0,-228-57 0,667 177 0,133 32 0,-1-1 0,0 0 0,1-1 0,0 0 0,-1-1 0,2 0 0,-1-1 0,1 0 0,-1 0 0,2-1 0,-1 0 0,1-1 0,0 0 0,1 0 0,0-1 0,0 1 0,0-2 0,1 1 0,1-1 0,0 1 0,0-2 0,1 1 0,0 0 0,-3-16 0,2 6 0,2 0 0,0 0 0,1 0 0,1-1 0,1 1 0,1-1 0,0 1 0,2-1 0,0 1 0,1 0 0,2 0 0,0 1 0,1-1 0,15-30 0,6-2 0,2 0 0,2 2 0,73-87 0,-35 56 0,3 2 0,167-135 0,-186 173 0,3 2 0,1 3 0,1 3 0,2 2 0,1 3 0,73-23 0,10 11 0,2 7 0,186-19 0,314 9 0,-562 41 0,0 4 0,-1 4 0,1 3 0,83 21 0,-119-18 0,-1 2 0,-1 3 0,0 2 0,-1 2 0,-1 1 0,-1 3 0,-1 1 0,39 33 0,-16-5 0,-3 2 0,-3 3 0,-2 2 0,-3 3 0,-3 2 0,82 137 0,-101-142 0,-2 1 0,-4 1 0,-2 1 0,-2 2 0,-4 0 0,-3 2 0,-2-1 0,8 125 0,-21-167 0,-1 0 0,0 1 0,-2-1 0,-1 0 0,-2 0 0,0 0 0,-1-1 0,-1 1 0,-2-2 0,0 1 0,-2-1 0,0-1 0,-2 0 0,0 0 0,-1-1 0,-1-1 0,-1 0 0,-29 26 0,22-24 0,0-1 0,-1-2 0,-1 0 0,-1-2 0,-1-1 0,0-1 0,-1-1 0,0-1 0,-1-2 0,-1 0 0,1-3 0,-2 0 0,1-2 0,-56 4 0,-592-8 0,389-8 0,116 2 0,-1-8 0,2-8 0,0-7 0,-259-75 0,-256-145 0,662 234 0,0 0 0,1-2 0,1 0 0,-42-37 0,-68-84 0,120 120 0,-1 0 0,2-2 0,0 0 0,1 0 0,1-1 0,1 0 0,0 0 0,2-1 0,0 0 0,1-1 0,1 0 0,1 0 0,1 0 0,1 0 0,1 0 0,0 0 0,2-1 0,1 1 0,0 0 0,1 0 0,10-31 0,-7 33 0,2 0 0,0 1 0,1 1 0,1-1 0,0 1 0,1 1 0,1 0 0,1 0 0,0 2 0,1-1 0,0 2 0,1 0 0,1 0 0,0 2 0,19-11 0,16-6 0,0 2 0,2 3 0,0 2 0,60-15 0,41-1 0,261-30 0,-152 30 0,-16-8 0,146-21 0,-316 58 0,1 2 0,-1 4 0,83 9 0,-126-2 0,0 1 0,-1 2 0,0 1 0,0 1 0,-1 2 0,37 20 0,172 111 0,-105-57 0,-118-76 0,75 46 0,107 82 0,-173-117 0,-1 1 0,-2 2 0,0 0 0,-2 2 0,0 0 0,-2 1 0,-1 2 0,19 38 0,-19-24 0,-1 2 0,-3 0 0,-1 1 0,-3 0 0,-2 1 0,-1 0 0,1 74 0,-8-78 0,-2 0 0,-2 0 0,-2 0 0,-2 0 0,-1 0 0,-3-1 0,-1-1 0,-26 59 0,30-85 0,0 1 0,-1-1 0,0-1 0,-1 0 0,-1 0 0,0-1 0,-1 0 0,0-1 0,-1 0 0,-1-1 0,-25 16 0,18-15 0,-1-2 0,0 0 0,-1-1 0,0-1 0,-1-1 0,1-1 0,-46 5 0,-26-3 0,-181-8 0,-98-33 0,314 27 0,-460-65 0,406 48 0,1-5 0,-170-66 0,170 47 0,2-5 0,2-4 0,3-6 0,2-3 0,4-6 0,-111-100 0,-103-147 0,250 242 0,3-3 0,-76-132 0,121 185 0,2-2 0,0 0 0,2-1 0,1-1 0,1 1 0,2-1 0,1-1 0,-6-61 0,13 77 0,1-1 0,1 1 0,1-1 0,0 1 0,1 0 0,0 0 0,1 0 0,1 1 0,0 0 0,1 0 0,1 0 0,0 1 0,1 0 0,0 1 0,1-1 0,20-18 0,7-3 0,0 2 0,2 2 0,1 1 0,52-27 0,18-4 0,4 5 0,2 5 0,2 5 0,170-41 0,-127 49 0,2 8 0,317-16 0,-390 43 0,0 4 0,0 3 0,-1 5 0,1 4 0,-2 3 0,0 4 0,-2 4 0,0 4 0,104 51 0,-165-67 0,0 0 0,-1 1 0,-1 2 0,-1 0 0,0 2 0,-1 0 0,-1 1 0,0 1 0,-2 1 0,0 1 0,17 29 0,26 67 0,-6 2 0,54 175 0,-70-184 0,-11-32 0,-4 1 0,-3 1 0,-4 1 0,11 126 0,-26-161 0,-1 1 0,-3 0 0,-2 0 0,-2 0 0,-2-1 0,-2 0 0,-2 0 0,-2-1 0,-25 56 0,25-71 0,-2 0 0,-1-1 0,-1-1 0,-29 34 0,35-49 0,-1 0 0,0-1 0,-1 0 0,-1-1 0,0-1 0,-1 0 0,0-1 0,0-1 0,-34 13 0,-16 0 0,0-4 0,-1-3 0,-1-2 0,-93 4 0,14-10 0,-149-13 0,14-17-1365,32-7-5461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C879D-6CB2-0EB0-CFEB-DB59EAFE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9A1B20-E3A7-F1CE-80F7-0CEE490B7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896F0-E63E-B3E4-7F8E-4F0988F08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8CCE45-2FFC-38E0-64D5-7692C2CE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54E70E-6614-D77B-689F-09650783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005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42BE-5FF7-C8FD-9279-3995B527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C72FC-2E95-6F74-3D27-E849D9EB4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802DD-0F64-B4A9-6E93-67E2BCF1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80174-6E1E-21A9-10B5-6E148106E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0CBBF2-FD70-3DBD-79A1-A5CE0CE5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46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F0C03-4562-CCD0-B3CB-C6BF3345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31FBB7-1B40-6BF9-9912-9DCF1F5B7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A9937-587B-F0EA-EE1D-A1F97678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8D9F90-82A8-DE7B-E023-A7C5C951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BE4A7A-5946-9EC4-273B-2C197DD5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56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AB067-EF28-5151-DEA3-051C1046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7309F4-BB88-DC6D-4F31-30586E8E1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8D2D90-E7B7-5FD7-C551-1D027AB47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51978-0BFE-2570-47CE-0A9B4C50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28EBEB-1B2B-36E4-2F01-16941EA3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D3C62C-98AD-683E-03F4-6B7066C2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72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07B87-AAD2-3364-6177-EF03A6DB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11DE6-607C-AEF7-9594-BB65E2E8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7A2053-E608-0A88-3296-0B8B97597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3B6BB9-2113-45D6-9B68-9A9652F75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5ACEFA-188C-7A53-2652-7F361392C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98B2B1-B5D3-5329-27A4-3BB4463B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7BF102-B3B4-3C47-8A28-D0130CC9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EF01AA-4028-63FF-F2AA-6A208EC8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5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5F4DE-A351-EC82-45F2-FC847D26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D2DCE6-C08C-6DE6-74E4-4E86E222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0AEF79-3DBB-B9AC-C949-ABF63C0E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974FDB-7027-0356-4AD4-3897C5EF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63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65FDB5-1359-0DBD-C0E8-29223EC5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5DA7FE-4AFB-3E43-F7B8-E370BF88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06C42-EB38-7671-7C9F-AC25DD9A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23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19F4D-C071-6E4F-9118-9784F70F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45D13-A4A4-54FC-ED77-5C775CCE2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814431-F35D-0387-063E-0A9975737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8D4FB2-9E8F-90D0-86B4-C4709EB6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392ABF-8CF5-6258-6631-A05AA511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23FB81-5966-6EEB-13B4-6169C17B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C6117-69AA-8F2B-6F1F-7145F702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66F908-979F-4972-E260-D7DB48671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BADE2A-41D9-6B93-F4FB-74F7A4610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6DBBB-B4A7-DB50-AE7A-8561C5DF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2999E2-736D-3B35-94CC-93A6A54D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E9C8D4-0DC0-FA28-3A3F-87F0EE40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08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6C973-46B9-887E-96CF-8DAF322F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4E294D-EC14-B943-B30D-151D3CC9C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F8D26-E597-4A15-1E9C-56A59D01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B6D1C-7B95-9C17-3B57-48B20182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987EA-B176-3DFC-C69D-C1F1FD9B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38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7EB151-67B4-9F2A-6148-C06B76733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0FAA10-8E0B-3BEE-002C-AD27F78D7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0F170-254B-CC97-343A-172AD10C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63E12-13CA-99AB-CF68-D684AF79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F6F396-2CB9-C931-1494-FE2A9D09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75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EFFA20-32D5-BC5D-9187-5DB9B54E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3A4D08-E72F-5505-D4EB-C389635A7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1DEFDB-0BE0-A28C-5AA6-245B52A1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AE7D2-A5E0-477A-B147-E06044D9626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603BA-365F-E3B3-1D36-B48372C35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BEB07-BA81-1575-608B-7B83DE4C3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F8840-A424-4B51-B8AB-035A9664B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04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2D74B-A4E5-E31F-4066-346F25F96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Kali Linux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D08255-F7C2-7925-2E82-656D7DAC1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RedHat 28.</a:t>
            </a:r>
            <a:r>
              <a:rPr lang="ko-KR" altLang="en-US" sz="1800" dirty="0"/>
              <a:t> 한준희</a:t>
            </a:r>
          </a:p>
        </p:txBody>
      </p:sp>
    </p:spTree>
    <p:extLst>
      <p:ext uri="{BB962C8B-B14F-4D97-AF65-F5344CB8AC3E}">
        <p14:creationId xmlns:p14="http://schemas.microsoft.com/office/powerpoint/2010/main" val="43131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2E2ED-97E0-7E1F-A8A8-3D26678E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Kali</a:t>
            </a:r>
            <a:r>
              <a:rPr lang="ko-KR" altLang="en-US" dirty="0"/>
              <a:t> </a:t>
            </a:r>
            <a:r>
              <a:rPr lang="en-US" altLang="ko-KR" dirty="0" err="1"/>
              <a:t>linux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9FDD32-BAB1-284E-C356-E56AE435D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Kali</a:t>
            </a:r>
            <a:r>
              <a:rPr lang="ko-KR" altLang="en-US" sz="2000" dirty="0"/>
              <a:t>는 </a:t>
            </a:r>
            <a:r>
              <a:rPr lang="en-US" altLang="ko-KR" sz="2000" dirty="0"/>
              <a:t>Offensive Security</a:t>
            </a:r>
            <a:r>
              <a:rPr lang="ko-KR" altLang="en-US" sz="2000" dirty="0"/>
              <a:t>가 개발하고 유지하는 </a:t>
            </a:r>
            <a:r>
              <a:rPr lang="ko-KR" altLang="en-US" sz="2000" dirty="0" err="1"/>
              <a:t>데비안기반</a:t>
            </a:r>
            <a:r>
              <a:rPr lang="ko-KR" altLang="en-US" sz="2000" dirty="0"/>
              <a:t> 오픈소스  리눅스이다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침투 테스트</a:t>
            </a:r>
            <a:r>
              <a:rPr lang="en-US" altLang="ko-KR" sz="2000" dirty="0"/>
              <a:t>, </a:t>
            </a:r>
            <a:r>
              <a:rPr lang="ko-KR" altLang="en-US" sz="2000" dirty="0"/>
              <a:t>보안감사</a:t>
            </a:r>
            <a:r>
              <a:rPr lang="en-US" altLang="ko-KR" sz="2000" dirty="0"/>
              <a:t>, </a:t>
            </a:r>
            <a:r>
              <a:rPr lang="ko-KR" altLang="en-US" sz="2000" dirty="0"/>
              <a:t>디지털 포렌식</a:t>
            </a:r>
            <a:endParaRPr lang="en-US" altLang="ko-KR" sz="2000" dirty="0"/>
          </a:p>
          <a:p>
            <a:r>
              <a:rPr lang="ko-KR" altLang="en-US" sz="2000" dirty="0"/>
              <a:t>보안관련 툴이 기본 탑재</a:t>
            </a:r>
          </a:p>
        </p:txBody>
      </p:sp>
      <p:pic>
        <p:nvPicPr>
          <p:cNvPr id="2050" name="Picture 2" descr="Kali Linux Master - Google Play 앱">
            <a:extLst>
              <a:ext uri="{FF2B5EF4-FFF2-40B4-BE49-F238E27FC236}">
                <a16:creationId xmlns:a16="http://schemas.microsoft.com/office/drawing/2014/main" id="{189D6A5A-5051-FB81-A054-8F1272986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701" y="3848476"/>
            <a:ext cx="2218099" cy="221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08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0F8BD-1E91-0036-E38A-29B8FBD8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Purple</a:t>
            </a:r>
            <a:r>
              <a:rPr lang="ko-KR" altLang="en-US" dirty="0"/>
              <a:t>은 또 </a:t>
            </a:r>
            <a:r>
              <a:rPr lang="ko-KR" altLang="en-US" dirty="0" err="1"/>
              <a:t>뭔가요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946E30-25F9-55CF-4847-E25ED04DB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Kali Linux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862B61-87D8-BE5B-0015-F16DB520EC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침투 테스트</a:t>
            </a:r>
            <a:r>
              <a:rPr lang="en-US" altLang="ko-KR" sz="2000" dirty="0"/>
              <a:t>, </a:t>
            </a:r>
            <a:r>
              <a:rPr lang="ko-KR" altLang="en-US" sz="2000" dirty="0"/>
              <a:t>취약점 탐색</a:t>
            </a:r>
            <a:r>
              <a:rPr lang="en-US" altLang="ko-KR" sz="2000" dirty="0"/>
              <a:t>, </a:t>
            </a:r>
            <a:r>
              <a:rPr lang="ko-KR" altLang="en-US" sz="2000" dirty="0"/>
              <a:t>공격 시나리오</a:t>
            </a:r>
            <a:br>
              <a:rPr lang="en-US" altLang="ko-KR" sz="2000" dirty="0"/>
            </a:br>
            <a:endParaRPr lang="en-US" altLang="ko-KR" sz="2000" dirty="0"/>
          </a:p>
          <a:p>
            <a:r>
              <a:rPr lang="ko-KR" altLang="en-US" sz="2000" dirty="0" err="1"/>
              <a:t>레드팀에</a:t>
            </a:r>
            <a:r>
              <a:rPr lang="ko-KR" altLang="en-US" sz="2000" dirty="0"/>
              <a:t> 적절</a:t>
            </a:r>
            <a:endParaRPr lang="en-US" altLang="ko-KR" sz="2000" dirty="0"/>
          </a:p>
          <a:p>
            <a:r>
              <a:rPr lang="ko-KR" altLang="en-US" sz="2000" dirty="0"/>
              <a:t>다양한 무선 공격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익스플로잇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프레임워크등이</a:t>
            </a:r>
            <a:r>
              <a:rPr lang="ko-KR" altLang="en-US" sz="2000" dirty="0"/>
              <a:t> 포함됨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E23BF4-F97A-FEA1-3CC8-9E4EB0694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Kali Purple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2B8E14-81A9-03A7-96B0-F05B6BF597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방어 보안</a:t>
            </a:r>
            <a:r>
              <a:rPr lang="en-US" altLang="ko-KR" sz="2000" dirty="0"/>
              <a:t>, </a:t>
            </a:r>
            <a:r>
              <a:rPr lang="ko-KR" altLang="en-US" sz="2000" dirty="0"/>
              <a:t>네트워크 모니터링</a:t>
            </a:r>
            <a:r>
              <a:rPr lang="en-US" altLang="ko-KR" sz="2000" dirty="0"/>
              <a:t>, </a:t>
            </a:r>
            <a:r>
              <a:rPr lang="ko-KR" altLang="en-US" sz="2000" dirty="0"/>
              <a:t>보안운영센터중심</a:t>
            </a:r>
            <a:endParaRPr lang="en-US" altLang="ko-KR" sz="2000" dirty="0"/>
          </a:p>
          <a:p>
            <a:r>
              <a:rPr lang="ko-KR" altLang="en-US" sz="2000" dirty="0"/>
              <a:t>블루</a:t>
            </a:r>
            <a:r>
              <a:rPr lang="en-US" altLang="ko-KR" sz="2000" dirty="0"/>
              <a:t>,</a:t>
            </a:r>
            <a:r>
              <a:rPr lang="ko-KR" altLang="en-US" sz="2000" dirty="0" err="1"/>
              <a:t>퍼플팀에</a:t>
            </a:r>
            <a:r>
              <a:rPr lang="ko-KR" altLang="en-US" sz="2000" dirty="0"/>
              <a:t> 적절</a:t>
            </a:r>
            <a:endParaRPr lang="en-US" altLang="ko-KR" sz="2000" dirty="0"/>
          </a:p>
          <a:p>
            <a:r>
              <a:rPr lang="ko-KR" altLang="en-US" sz="2000" dirty="0"/>
              <a:t>네트워크 트래픽 분석</a:t>
            </a:r>
            <a:r>
              <a:rPr lang="en-US" altLang="ko-KR" sz="2000" dirty="0"/>
              <a:t>, </a:t>
            </a:r>
            <a:r>
              <a:rPr lang="ko-KR" altLang="en-US" sz="2000" dirty="0"/>
              <a:t>로그 수집</a:t>
            </a:r>
            <a:r>
              <a:rPr lang="en-US" altLang="ko-KR" sz="2000" dirty="0"/>
              <a:t>/</a:t>
            </a:r>
            <a:r>
              <a:rPr lang="ko-KR" altLang="en-US" sz="2000" dirty="0"/>
              <a:t>분석</a:t>
            </a:r>
            <a:endParaRPr lang="en-US" altLang="ko-KR" sz="2000" dirty="0"/>
          </a:p>
          <a:p>
            <a:r>
              <a:rPr lang="en-US" altLang="ko-KR" sz="2000" dirty="0"/>
              <a:t>2~3</a:t>
            </a:r>
            <a:r>
              <a:rPr lang="ko-KR" altLang="en-US" sz="2000" dirty="0" err="1"/>
              <a:t>년전에</a:t>
            </a:r>
            <a:r>
              <a:rPr lang="ko-KR" altLang="en-US" sz="2000" dirty="0"/>
              <a:t> 칼리 </a:t>
            </a:r>
            <a:r>
              <a:rPr lang="en-US" altLang="ko-KR" sz="2000" dirty="0"/>
              <a:t>10</a:t>
            </a:r>
            <a:r>
              <a:rPr lang="ko-KR" altLang="en-US" sz="2000" dirty="0" err="1"/>
              <a:t>주년기념으로</a:t>
            </a:r>
            <a:r>
              <a:rPr lang="ko-KR" altLang="en-US" sz="2000" dirty="0"/>
              <a:t> 출시</a:t>
            </a:r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0248160-B444-0BA3-E504-0674318F3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129" y="4347369"/>
            <a:ext cx="1712229" cy="19119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D0530B-84A2-8C9F-5DF6-FC099E598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50" y="4445214"/>
            <a:ext cx="1859009" cy="213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6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554DA-E67B-42B2-F14A-4FF0FCCA88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Install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1C592D-E277-2117-9E39-61E59F84B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11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DC86F-F7D9-8C4E-2367-B463F9D0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준비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BBC011F-F35D-D7AE-BF3B-75415C47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6041" y="2081688"/>
            <a:ext cx="6379918" cy="2694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775E16-C8A7-8059-9704-9ED9A515D68A}"/>
              </a:ext>
            </a:extLst>
          </p:cNvPr>
          <p:cNvSpPr txBox="1"/>
          <p:nvPr/>
        </p:nvSpPr>
        <p:spPr>
          <a:xfrm>
            <a:off x="4208745" y="5373665"/>
            <a:ext cx="395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어제 다 다운로드 하셨겠죠</a:t>
            </a:r>
            <a:r>
              <a:rPr lang="en-US" altLang="ko-KR" dirty="0"/>
              <a:t>???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85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4483C5-9B21-253C-2545-F5DDF64A8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88" y="2166761"/>
            <a:ext cx="2924583" cy="252447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F269C6-28FD-EFB5-1C78-621BED356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329" y="1529386"/>
            <a:ext cx="4058216" cy="40867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03BFAD-014E-6B94-EEE3-7C72CA00A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22" y="1491280"/>
            <a:ext cx="4077269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9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6391DF-7979-5B3D-D276-CE0D84DE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" y="1122555"/>
            <a:ext cx="4086795" cy="40867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4D18933-3C36-CEC2-895D-0AA50B1C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003" y="1122555"/>
            <a:ext cx="4058216" cy="40963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05AE3F-92DC-044B-B68F-F6DC2BB55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257" y="1122555"/>
            <a:ext cx="4067743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7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4ABBDE-5412-704B-80E4-8692EA9C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67429"/>
            <a:ext cx="2843409" cy="6318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B5DF10-9F8A-59B9-B2E8-CB11C3F2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343" y="409669"/>
            <a:ext cx="2820345" cy="9482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6DFAA8-5AE8-F323-E764-B0226413C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688" y="251080"/>
            <a:ext cx="2672254" cy="9482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5C5165-6191-AEF7-6231-38257AAD1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674" y="409669"/>
            <a:ext cx="1885965" cy="8307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C5187B-B658-39F9-E8C0-17429A1DB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4" y="2220355"/>
            <a:ext cx="2789484" cy="22354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4476B5C-843D-7CCE-6743-E7F19811C008}"/>
                  </a:ext>
                </a:extLst>
              </p14:cNvPr>
              <p14:cNvContentPartPr/>
              <p14:nvPr/>
            </p14:nvContentPartPr>
            <p14:xfrm>
              <a:off x="1002639" y="3399588"/>
              <a:ext cx="1457280" cy="94932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4476B5C-843D-7CCE-6743-E7F19811C0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6519" y="3393468"/>
                <a:ext cx="1469520" cy="9615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6229C1A5-99A9-6933-5AF6-E80C2981D0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4268" y="2047241"/>
            <a:ext cx="5144218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46F0F6-A75C-4C0F-8AE3-9E05593E2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860" y="862603"/>
            <a:ext cx="6912280" cy="513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3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0AFEAD-CDA2-8495-0208-D1533AE7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569156"/>
            <a:ext cx="7401958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6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4E8EB2-55C6-E757-C259-82D6B7EF8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683" y="613969"/>
            <a:ext cx="6878010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53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ED6B28-62B1-7668-9911-978767975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2514472"/>
            <a:ext cx="7468642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0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585337-D6D0-E554-E865-015A491FB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8" y="2085787"/>
            <a:ext cx="7259063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5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1C53BD-5E37-2E22-BFCB-0613A8DD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2228682"/>
            <a:ext cx="7230484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5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23CFFF1-C935-CB9F-597E-33F208BC1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1952419"/>
            <a:ext cx="7344800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22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C7FE77-6D03-14EE-C13C-28E424C2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89" y="2109603"/>
            <a:ext cx="713522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2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D8348E-37CB-3625-70E1-FE376668A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70" y="1942892"/>
            <a:ext cx="4725059" cy="2972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2D450C-15AA-B250-B33F-C761B961211C}"/>
              </a:ext>
            </a:extLst>
          </p:cNvPr>
          <p:cNvSpPr txBox="1"/>
          <p:nvPr/>
        </p:nvSpPr>
        <p:spPr>
          <a:xfrm>
            <a:off x="4672209" y="4915107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자주 쓰는 </a:t>
            </a:r>
            <a:r>
              <a:rPr lang="en-US" altLang="ko-KR" dirty="0"/>
              <a:t>asd123!@ </a:t>
            </a:r>
            <a:r>
              <a:rPr lang="ko-KR" altLang="en-US" dirty="0" err="1"/>
              <a:t>하십쇼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300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31A7B9-6A81-D602-86B4-D537DA4E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27" y="2104840"/>
            <a:ext cx="5877745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19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EC261C-3455-DE31-2809-D2F03845A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1809524"/>
            <a:ext cx="7268589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9FE423-173B-3BBD-38B3-612E0081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784" y="2209630"/>
            <a:ext cx="7392432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39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C39654-5070-A0C2-FF77-95FA9AC1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618997"/>
            <a:ext cx="7468642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73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386F95-A338-FEA2-F101-DEB4800C9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552313"/>
            <a:ext cx="7487695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5768A4-F43B-9375-3C10-79A2C13CD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1680918"/>
            <a:ext cx="7354326" cy="3496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FCD5FB-5602-B187-2621-20C6204A37FB}"/>
              </a:ext>
            </a:extLst>
          </p:cNvPr>
          <p:cNvSpPr txBox="1"/>
          <p:nvPr/>
        </p:nvSpPr>
        <p:spPr>
          <a:xfrm>
            <a:off x="3394553" y="394569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5241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DC99D0-A899-A0EE-214F-6E77D9C9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8" y="535179"/>
            <a:ext cx="6873003" cy="15029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655165-160B-0827-A5F7-FA501D138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813" y="1186711"/>
            <a:ext cx="7449590" cy="36676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05A109-3BC3-123B-AA1C-6539CB7B3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922" y="4938899"/>
            <a:ext cx="7459116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3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A8A75F-4022-6BE6-E076-C747F365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66" y="609625"/>
            <a:ext cx="7421011" cy="1505160"/>
          </a:xfrm>
          <a:prstGeom prst="rect">
            <a:avLst/>
          </a:prstGeom>
        </p:spPr>
      </p:pic>
      <p:pic>
        <p:nvPicPr>
          <p:cNvPr id="1026" name="Picture 2" descr="이창미 시캘리] 마음 비우기,욕심을 지고 다닙니다... &lt; 문화·예술·연예 &lt; 라이프 &lt; 기사본문 - 한국투데이">
            <a:extLst>
              <a:ext uri="{FF2B5EF4-FFF2-40B4-BE49-F238E27FC236}">
                <a16:creationId xmlns:a16="http://schemas.microsoft.com/office/drawing/2014/main" id="{5B576DD2-8034-E1CE-E6D2-6DF7F6DB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949" y="1493728"/>
            <a:ext cx="4754647" cy="475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B39790-8AEC-7160-EE07-57B0EDA58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66" y="3429000"/>
            <a:ext cx="7135221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5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562215-CF48-DBA4-54A8-22D67C093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15" y="1892079"/>
            <a:ext cx="7297168" cy="28483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28A1328-798D-F2D7-5E62-10B220DB8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945" y="4306749"/>
            <a:ext cx="749722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8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A818C-C85B-F35D-0294-2B98FA2C8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6" y="856819"/>
            <a:ext cx="6868484" cy="24387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81C764-107F-194E-C7E6-4AB9BCFB4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46" y="3562442"/>
            <a:ext cx="3458058" cy="1924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3AB725-40AE-D90C-7617-211AEE888AAA}"/>
              </a:ext>
            </a:extLst>
          </p:cNvPr>
          <p:cNvSpPr txBox="1"/>
          <p:nvPr/>
        </p:nvSpPr>
        <p:spPr>
          <a:xfrm>
            <a:off x="4116888" y="4142742"/>
            <a:ext cx="390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본인이 추가한 </a:t>
            </a:r>
            <a:r>
              <a:rPr lang="ko-KR" altLang="en-US" dirty="0" err="1"/>
              <a:t>유저명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PW</a:t>
            </a:r>
            <a:r>
              <a:rPr lang="ko-KR" altLang="en-US" dirty="0"/>
              <a:t> 입력</a:t>
            </a:r>
          </a:p>
        </p:txBody>
      </p:sp>
    </p:spTree>
    <p:extLst>
      <p:ext uri="{BB962C8B-B14F-4D97-AF65-F5344CB8AC3E}">
        <p14:creationId xmlns:p14="http://schemas.microsoft.com/office/powerpoint/2010/main" val="2182363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91C444-93A2-8F62-8AB4-0B2AD7367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07" y="409154"/>
            <a:ext cx="1124107" cy="3019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1146AE-C33C-7E8A-1C3E-AEC6C297A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59" y="3659594"/>
            <a:ext cx="543001" cy="390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A0F4F-AC3B-DD17-C53B-817549A7DEBD}"/>
              </a:ext>
            </a:extLst>
          </p:cNvPr>
          <p:cNvSpPr txBox="1"/>
          <p:nvPr/>
        </p:nvSpPr>
        <p:spPr>
          <a:xfrm>
            <a:off x="734860" y="3656462"/>
            <a:ext cx="13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Terminal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5AC8A3-829E-EEC6-DD34-2D7AD62C2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117" y="533923"/>
            <a:ext cx="4601217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12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0CA2-785A-946C-BD92-BB29D9A0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한글깨짐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4638E4-1A9C-0586-C9F4-0026532D9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한글 다운로드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9E296F-E249-C6DF-4EE8-8500181148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Sudo apt update</a:t>
            </a:r>
          </a:p>
          <a:p>
            <a:r>
              <a:rPr lang="en-US" altLang="ko-KR" dirty="0"/>
              <a:t>Sudo apt install fonts-</a:t>
            </a:r>
            <a:r>
              <a:rPr lang="en-US" altLang="ko-KR" dirty="0" err="1"/>
              <a:t>nanum</a:t>
            </a:r>
            <a:endParaRPr lang="en-US" altLang="ko-KR" dirty="0"/>
          </a:p>
          <a:p>
            <a:r>
              <a:rPr lang="en-US" altLang="ko-KR" dirty="0"/>
              <a:t>Sudo reboot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CFBD93-F36A-7C02-8E21-FC2E4075A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다운로드 </a:t>
            </a:r>
            <a:r>
              <a:rPr lang="en-US" altLang="ko-KR" dirty="0"/>
              <a:t>/ </a:t>
            </a:r>
            <a:r>
              <a:rPr lang="ko-KR" altLang="en-US" dirty="0"/>
              <a:t>문서 영어로 변경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18EC51-5903-7159-7A45-6A463EAA87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ko-KR" dirty="0"/>
              <a:t>export LANG=C</a:t>
            </a:r>
          </a:p>
          <a:p>
            <a:r>
              <a:rPr lang="en-US" altLang="ko-KR" dirty="0" err="1"/>
              <a:t>xdg</a:t>
            </a:r>
            <a:r>
              <a:rPr lang="en-US" altLang="ko-KR" dirty="0"/>
              <a:t>-user-</a:t>
            </a:r>
            <a:r>
              <a:rPr lang="en-US" altLang="ko-KR" dirty="0" err="1"/>
              <a:t>dirs</a:t>
            </a:r>
            <a:r>
              <a:rPr lang="en-US" altLang="ko-KR" dirty="0"/>
              <a:t>-</a:t>
            </a:r>
            <a:r>
              <a:rPr lang="en-US" altLang="ko-KR" dirty="0" err="1"/>
              <a:t>gtk</a:t>
            </a:r>
            <a:r>
              <a:rPr lang="en-US" altLang="ko-KR" dirty="0"/>
              <a:t>-update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예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8F229B-8A46-1A71-0EC5-57782B985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41" y="4331711"/>
            <a:ext cx="781159" cy="10097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0F5783-5FB0-60E5-2F79-62C4314F8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12" y="4331711"/>
            <a:ext cx="4059563" cy="1212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213698-CD91-AE7D-2E4B-DBB52C0B9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929" y="3459112"/>
            <a:ext cx="2924583" cy="7240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A873ED0-B801-B1E1-552B-1CD765C41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589" y="4686231"/>
            <a:ext cx="2410161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95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4FD39D-7D6E-21AF-F299-7013C7A8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365" y="1077238"/>
            <a:ext cx="8924003" cy="578076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59CDFC6-70FE-7000-036F-E640DA926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444" y="0"/>
            <a:ext cx="4086451" cy="51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70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5A835-69FB-F8C1-D1E2-136B514990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SSH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A094FF-25DF-3465-2C31-27A8C0B15A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216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91462E-532F-3028-03A0-B937A4293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38" y="838393"/>
            <a:ext cx="2638793" cy="6001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F0D5E9C-55DC-47E9-7BAD-B4713CD56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40" y="1829546"/>
            <a:ext cx="3534268" cy="7906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C5B5F7-E74E-5171-1B31-D6EA78BF5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40" y="3618168"/>
            <a:ext cx="1914792" cy="13336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D0EAAD-57FF-4D99-872E-5339F72B9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061" y="2519475"/>
            <a:ext cx="5838878" cy="318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4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DD252-640D-075D-F342-2F60A88B6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질문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CEFE80-2000-179E-F017-CE9E066F5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은 팀장님께</a:t>
            </a:r>
          </a:p>
        </p:txBody>
      </p:sp>
    </p:spTree>
    <p:extLst>
      <p:ext uri="{BB962C8B-B14F-4D97-AF65-F5344CB8AC3E}">
        <p14:creationId xmlns:p14="http://schemas.microsoft.com/office/powerpoint/2010/main" val="113409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139</Words>
  <Application>Microsoft Office PowerPoint</Application>
  <PresentationFormat>와이드스크린</PresentationFormat>
  <Paragraphs>35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맑은 고딕</vt:lpstr>
      <vt:lpstr>Arial</vt:lpstr>
      <vt:lpstr>Office 테마</vt:lpstr>
      <vt:lpstr>Kali Linux</vt:lpstr>
      <vt:lpstr>Kali linux</vt:lpstr>
      <vt:lpstr>Purple은 또 뭔가요</vt:lpstr>
      <vt:lpstr>Install</vt:lpstr>
      <vt:lpstr>파일 준비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한글깨짐</vt:lpstr>
      <vt:lpstr>PowerPoint 프레젠테이션</vt:lpstr>
      <vt:lpstr>SSH 설정.</vt:lpstr>
      <vt:lpstr>PowerPoint 프레젠테이션</vt:lpstr>
      <vt:lpstr>질문.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2</cp:revision>
  <dcterms:created xsi:type="dcterms:W3CDTF">2025-11-10T14:06:32Z</dcterms:created>
  <dcterms:modified xsi:type="dcterms:W3CDTF">2025-11-11T07:36:06Z</dcterms:modified>
</cp:coreProperties>
</file>