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4" r:id="rId21"/>
    <p:sldId id="276" r:id="rId22"/>
    <p:sldId id="278" r:id="rId23"/>
    <p:sldId id="277" r:id="rId24"/>
    <p:sldId id="279" r:id="rId2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0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C82F41-5CA3-C056-EB6E-C9C262BCE2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F52AB2B-5B53-03EB-7F04-1E5F6EC37F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83A88B5-2F57-4E61-07C2-176AB3783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3896F-3E17-4DCA-910B-2055F989BEA8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B39594-1C05-2253-A28D-31D214421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9978FC-3E8E-044F-7040-594DBABF4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BEC83-A63A-4738-8685-A9DD7D6B8A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3465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6241C0-1BCE-667E-B78A-C49DD8B9F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D516E4E-380D-9F76-3374-055BB76727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1FC0E2-E956-1E66-79F6-798D77F99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3896F-3E17-4DCA-910B-2055F989BEA8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883F1B0-0B03-0AE7-6F94-68874B525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47237F-3377-014B-0743-C47FFF63E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BEC83-A63A-4738-8685-A9DD7D6B8A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4183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6B4A7E-661F-98AB-A04B-8730DCCBE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432C7C7-9619-E224-3899-8B2062CBE8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779CFD-2C48-7951-1825-C53B5A734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3896F-3E17-4DCA-910B-2055F989BEA8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4096D0-A843-5037-78B0-3EC8E5397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43BCDA-C0FA-683F-019D-59298504F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BEC83-A63A-4738-8685-A9DD7D6B8A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5063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A9DAA2-329D-BCAD-FC96-41A4BEBA9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C03593-7618-CB43-69A1-6C074670C3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8539CE9-3D7D-BBF0-56CA-AB3DDC16EB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F295A19-1C2F-5CEB-CE91-E5D1D5464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3896F-3E17-4DCA-910B-2055F989BEA8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EE5F3E-203C-24EF-027E-66F56892E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BC4202F-5676-4CF1-2CA1-63E0B2112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BEC83-A63A-4738-8685-A9DD7D6B8A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9738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6552BA-4475-48C5-B8F7-547193C11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54095AD-ED1E-2DA8-C288-7B81687C13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8B16EF3-BBA4-98F6-3EA6-FAFD283921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087C7B2-3501-B5D5-A18B-2B17BF547D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E3C8BE3-1F6E-F405-FBDA-8D048AEEA0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4B0BEC4-E3E4-FDEC-27A1-CF73C98E1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3896F-3E17-4DCA-910B-2055F989BEA8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68E1FBA-CAE3-1CB7-59DF-4D5BC336B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7AF7A98-1AA9-09C4-5B5D-55706E710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BEC83-A63A-4738-8685-A9DD7D6B8A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9177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45FDC8-A746-9889-1955-A423AF867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FDEC0D4-AEF9-3F60-5327-64650A1B9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3896F-3E17-4DCA-910B-2055F989BEA8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621B87C-92D5-F3DE-D10C-4A6C1B9B0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E441012-0A91-CCA6-B299-46A472519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BEC83-A63A-4738-8685-A9DD7D6B8A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5923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B5188A3-B3AA-EBC8-3EC7-D1B6EAE5B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3896F-3E17-4DCA-910B-2055F989BEA8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C4F3D85-5AFE-F25B-4856-15B67FF8A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052F46-52B1-33C1-18C1-3A368DED0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BEC83-A63A-4738-8685-A9DD7D6B8A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31424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E20523-5196-D166-6B48-E58294021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A85455-8FA6-061F-75C6-0BE409FDAE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FBA163D-4DE8-CA56-841D-71C60FF64F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798613B-0632-B007-23A3-7E3C9476B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3896F-3E17-4DCA-910B-2055F989BEA8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978BBC0-93D4-DD4B-00A0-726BC9536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C6506B-854E-D8D0-5F9E-17691BF4B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BEC83-A63A-4738-8685-A9DD7D6B8A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08356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7485EE-C016-9A7B-14A5-DAD23FB87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E0E0C89-6222-1466-EC52-442618AF0C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1674778-5BE5-691C-AA38-563336D638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91CDA87-E9B8-3BE1-815F-99940BFF0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3896F-3E17-4DCA-910B-2055F989BEA8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837FA22-C2E6-5B8D-C8BF-1A1A36491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C9F8195-D159-DE2B-DBA7-E5BF35F7B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BEC83-A63A-4738-8685-A9DD7D6B8A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8454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BE59CD-9F9C-9E9D-B2FB-231F10482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F7329CD-2BC3-37E8-2DFA-92D7B7164E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708ED2-7895-08B7-B951-EE6FB9465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3896F-3E17-4DCA-910B-2055F989BEA8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B0BC3F-63BE-47D1-E9CA-221C1BB9F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DF5128-DB37-D9C0-E1BE-CE700703E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BEC83-A63A-4738-8685-A9DD7D6B8A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3653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D95E856-508A-2507-0671-0F64A274F0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DB5B668-C8A0-8C89-AEAF-0459CDD43F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ECE431A-AEBE-0A00-7CD0-CCD169051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3896F-3E17-4DCA-910B-2055F989BEA8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A6CD4C-9686-B17D-391A-D397D4E0D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FFEB55D-78EA-D6BD-EC8B-4FDF18813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BEC83-A63A-4738-8685-A9DD7D6B8A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281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79C3378-7BB7-C2AC-9542-F3351B156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426365C-F2E2-9360-9A65-F15D1279E9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6FCD94-A9C4-CEC8-2C39-4A7E7CFBB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03896F-3E17-4DCA-910B-2055F989BEA8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4F697D-0624-2967-AC5B-32510B485D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371A37-DD11-FA36-2800-E5ABB0C99D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BEC83-A63A-4738-8685-A9DD7D6B8A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5100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1726E5-C5B4-8AFA-41C9-2F4A331FDF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56F56DC-C301-445F-20B1-0413777003E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9534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E0A174-35B3-49C4-8861-74DC82F36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 descr="텍스트, 스크린샷, 메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F1993DB-5816-AEBE-DAE2-95FDEE5835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57101" y="2067449"/>
            <a:ext cx="6077798" cy="3867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356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38054B-24FC-6675-215E-354093470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7396D57-872F-D4CA-42F9-C5AB6F3CA4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99890" y="1905501"/>
            <a:ext cx="6592220" cy="4191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732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E9A54C-4A5A-C25F-AC79-F5CDF8294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 descr="텍스트, 스크린샷, 소프트웨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6CA5776-F89A-8A0F-FAC7-4F236CDFAF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18233" y="1825625"/>
            <a:ext cx="715553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388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859E58-80C8-046F-DB3F-FE4740CF5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BF8DA5B-79B7-66B2-F1FF-CEC56EBDEA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95391" y="2586634"/>
            <a:ext cx="4601217" cy="2829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1386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AD5650-C66B-3F0F-1318-67D0ADA86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567542-FB99-AF28-7B9C-E089CCFE9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 descr="텍스트, 스크린샷, 폰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524F7A8-9D61-39ED-A203-BCB7B8E99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9416" y="1932524"/>
            <a:ext cx="6573167" cy="3572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044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85F92D-1194-2A14-877C-EE3FCBFC0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B3CD22B-357F-8ECE-D852-5CCBB543C9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66627" y="2057923"/>
            <a:ext cx="6058746" cy="3886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1181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5FFD57-455F-462F-81CA-AA28AD8E4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84C53ED-763F-8D1A-1311-E3ED7F0894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95206" y="1895975"/>
            <a:ext cx="6001588" cy="4210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1663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BC2112-F767-0BBA-0AD9-CED409610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B122DAB-CD73-BF5B-89F5-71FEC25921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61864" y="3134398"/>
            <a:ext cx="6068272" cy="1733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3488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388267-2458-6B50-5E13-7D3E23B00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96D3D64-1B43-3F8F-06DF-2501E57C5F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23891" y="3529740"/>
            <a:ext cx="5144218" cy="943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3129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E42B67-316C-917D-0489-60097908E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D2F658C-5DEE-8E7D-788A-6C801D6999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21949" y="1825625"/>
            <a:ext cx="394810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0490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97D909-773E-AF16-3CFF-35B66BC8F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748FDFA-AB6C-0102-CBAD-A662E96CC8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14179" y="2429449"/>
            <a:ext cx="6563641" cy="3143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0341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05EEB8-1436-BFD2-A68D-08E648DF3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 descr="스크린샷, 텍스트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76336C4-56FB-D8D1-C6AE-3F18404300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76021" y="2057923"/>
            <a:ext cx="7039957" cy="3886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3784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5456A3-1025-4045-00D0-CEFB1CD80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 descr="텍스트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7E911B7-CFF5-2E37-2C78-C269B2B114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00128" y="3463056"/>
            <a:ext cx="4791744" cy="107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4912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25CA34-DD07-2AA7-F463-D9DB0F453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7F4068E-0F97-88E3-7F9F-9EDB341613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57206" y="3177266"/>
            <a:ext cx="5277587" cy="1648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1244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9447DB-35D8-91D6-1AFF-E16A130CF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 descr="텍스트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582981E-FC6D-BE36-2460-8D1A41553A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15433" y="1825625"/>
            <a:ext cx="456113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784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CCD165-0812-8D2A-5EB7-10D0D940E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 descr="텍스트, 스크린샷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35D00EE-47C0-353F-9897-9F4E2BC11F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50676" y="1253331"/>
            <a:ext cx="544949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8651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CA1A16-07A7-3C1E-9C56-6A62393D0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02AF366-94F4-884C-004B-CCC4D317C8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28839" y="2953398"/>
            <a:ext cx="3734321" cy="209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7758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6152EC-C9A6-8973-AA39-8099877BB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 descr="텍스트, 스크린샷, 메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B0BC1D2-C3EB-B168-C891-099194A35A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19972" y="1825625"/>
            <a:ext cx="635205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8327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3D071C-E61A-1ECE-C8ED-542025A3D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D68C0B9-8ADB-FF69-C16B-9004C998CD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18916" y="2443739"/>
            <a:ext cx="6754168" cy="3115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247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A4A133-DFE4-06B3-2DDC-671BD1364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포트 </a:t>
            </a:r>
            <a:r>
              <a:rPr lang="ko-KR" altLang="en-US" dirty="0" err="1"/>
              <a:t>시큐리티</a:t>
            </a:r>
            <a:r>
              <a:rPr lang="ko-KR" altLang="en-US" dirty="0"/>
              <a:t> </a:t>
            </a:r>
            <a:r>
              <a:rPr lang="ko-KR" altLang="en-US" dirty="0" err="1"/>
              <a:t>했을때</a:t>
            </a:r>
            <a:endParaRPr lang="ko-KR" altLang="en-US" dirty="0"/>
          </a:p>
        </p:txBody>
      </p:sp>
      <p:pic>
        <p:nvPicPr>
          <p:cNvPr id="5" name="내용 개체 틀 4" descr="스크린샷, 멀티미디어 소프트웨어, 소프트웨어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0B93F6F-9546-D6E6-EE97-A035422350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14073" y="2981976"/>
            <a:ext cx="7363853" cy="2038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5675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CCC594-C0DD-D5FB-56C4-632B48FC7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ACL</a:t>
            </a:r>
            <a:r>
              <a:rPr lang="ko-KR" altLang="en-US" dirty="0" err="1"/>
              <a:t>했을때</a:t>
            </a:r>
            <a:endParaRPr lang="ko-KR" altLang="en-US" dirty="0"/>
          </a:p>
        </p:txBody>
      </p:sp>
      <p:pic>
        <p:nvPicPr>
          <p:cNvPr id="5" name="내용 개체 틀 4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8BF6023-7FE4-ADC4-AC55-B888AE1ABD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74963" y="1825625"/>
            <a:ext cx="764207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0288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68A489-6656-CFF4-E396-6230E502C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Ip-tables</a:t>
            </a:r>
            <a:r>
              <a:rPr lang="ko-KR" altLang="en-US" dirty="0"/>
              <a:t>했을 때</a:t>
            </a:r>
            <a:r>
              <a:rPr lang="en-US" altLang="ko-KR" dirty="0"/>
              <a:t>(</a:t>
            </a:r>
            <a:r>
              <a:rPr lang="en-US" altLang="ko-KR" dirty="0" err="1"/>
              <a:t>ufw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5" name="내용 개체 틀 4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6C1E9F7-6BD8-8191-23D0-224D40A777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7381" y="1460172"/>
            <a:ext cx="7058845" cy="2524207"/>
          </a:xfrm>
          <a:prstGeom prst="rect">
            <a:avLst/>
          </a:prstGeom>
        </p:spPr>
      </p:pic>
      <p:pic>
        <p:nvPicPr>
          <p:cNvPr id="6" name="그림 5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7FAEB57-D6EC-3764-58B0-19BA3536F9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638" y="4135724"/>
            <a:ext cx="6048375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7368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EB38D6-44EB-B7D9-0E7C-210158043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Ip-tables</a:t>
            </a:r>
            <a:r>
              <a:rPr lang="ko-KR" altLang="en-US" dirty="0"/>
              <a:t>했을 때</a:t>
            </a:r>
            <a:r>
              <a:rPr lang="en-US" altLang="ko-KR" dirty="0"/>
              <a:t>(</a:t>
            </a:r>
            <a:r>
              <a:rPr lang="en-US" altLang="ko-KR" dirty="0" err="1"/>
              <a:t>ufw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5" name="내용 개체 틀 4" descr="텍스트, 폰트, 스크린샷, 브랜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3F3FFEE-90F5-7CAD-5EBE-4BCFEDBB3B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2561" y="2002600"/>
            <a:ext cx="3305175" cy="828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5665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17</Words>
  <Application>Microsoft Office PowerPoint</Application>
  <PresentationFormat>와이드스크린</PresentationFormat>
  <Paragraphs>4</Paragraphs>
  <Slides>24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2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포트 시큐리티 했을때</vt:lpstr>
      <vt:lpstr>ACL했을때</vt:lpstr>
      <vt:lpstr>Ip-tables했을 때(ufw)</vt:lpstr>
      <vt:lpstr>Ip-tables했을 때(ufw)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tjoeun</dc:creator>
  <cp:lastModifiedBy>tjoeun</cp:lastModifiedBy>
  <cp:revision>6</cp:revision>
  <dcterms:created xsi:type="dcterms:W3CDTF">2026-01-08T09:34:19Z</dcterms:created>
  <dcterms:modified xsi:type="dcterms:W3CDTF">2026-01-09T05:20:46Z</dcterms:modified>
</cp:coreProperties>
</file>