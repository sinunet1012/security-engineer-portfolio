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0" autoAdjust="0"/>
    <p:restoredTop sz="94660"/>
  </p:normalViewPr>
  <p:slideViewPr>
    <p:cSldViewPr snapToGrid="0">
      <p:cViewPr>
        <p:scale>
          <a:sx n="75" d="100"/>
          <a:sy n="75" d="100"/>
        </p:scale>
        <p:origin x="178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3FACA-BDF5-A270-15AD-F77959E8F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575DBC-7F62-ACDB-5466-AA96254E3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25C6C-E7FE-81A0-4DF6-69F62F4D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53E4B-A5C1-D8B7-932C-09C52A51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9C4B8-3546-6FD3-6143-9FA0386A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7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C306C-DF8E-12C1-28F2-E90E6A45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16E26-63F1-3053-02AA-491410918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37A71-7E53-B92B-8571-84252D52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DD98B-DC1B-A582-8E4A-3BC08159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D7AA3-3FD5-973D-DAD2-A0CE750B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29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852B2-4DDE-C5D9-0904-F402E9A1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F8A42-9FAB-5073-BA98-645DD186D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26921A-AF5E-08DC-2596-1302987B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276B94-7D48-00CC-8AAA-DC9C19B6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E4926-4CA4-C852-5CBC-FBB411F4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68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54F81-B312-B750-DEB9-8FFECA79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12F36-54A4-3F6F-972E-AEE616AA0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EAC7C-7364-7285-2820-F4B32B663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CF053-1AE1-61A4-DFF0-55D4BFF0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11B46-56CE-FE49-9D24-7A502167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BBA08E-87A1-7BB3-AD6D-BCDD8712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57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3DADE-FA7C-E70E-3427-8B3EC368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E7E91-CC6E-9C1B-B8CD-AF42680B8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4027F8-43B0-C6A4-6616-649CFA88B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6B88C0-7166-0EF0-FB4E-5DDCE0B79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539955-CC28-9BA5-BF22-3B636DB34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33A7E2-803A-B922-EFCD-A1C381CA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4E3B84-2EF9-C3C4-8D0C-D7C7CC7F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8F9E91-E7F7-B51F-17B0-58DDBA51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43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FD331-7655-D3FF-488E-728F256B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B89224-022E-FA64-DE00-2FBB61AE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DCD92B-557D-81D1-6648-8F64A10F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23FF5E-517E-B738-0960-2D15E183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6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F2DCBE-7C48-AE56-28A7-A0260D6E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9B5C90-734D-994E-E3DC-BB7D9C0E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4505F-79F0-48CA-9115-C518B21C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66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1B9D4-50A5-92DD-9FB4-F27A0E98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01F53-459A-F828-8C47-15DC5683D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B59645-3E4F-E2E9-BE29-93739EC6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42F1D3-3B46-3921-1253-49CC5E66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0D521-E525-5BD9-0DF6-D73BC9DD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EDCE6-3DFC-CDB5-1945-5E04BE11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55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E3D9F-1218-1CED-D09F-60C36EB0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72A69-0CDC-143B-BA76-E502254FA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A35CA9-9D81-1063-A937-275A46D8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7B8879-9549-D68F-8D21-7665D2A1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6D0A72-BB36-95EE-5A43-ED33E89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21EAB-73F8-6CE7-5C54-1731449E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52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0A16C-7A64-A409-DACD-8574A3B7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DD5644-B09A-5306-39EC-B4FDAD2A1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D2F7B-4813-848D-58AB-44CD7D64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BBD9A-8CB6-6FEB-A2DB-726A6B20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7E5CF-5A32-4D76-AF7E-154D019B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15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99DC88-C924-E823-653F-2654076B0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A909CA-EA08-6616-FB31-3F1207EC2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81811-434A-23CC-E04C-21A58031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8DEDB4-29AA-6A89-2FBC-6653922E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3D9327-3DB2-CEBF-CFCB-44043598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55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0C2B35-A9D0-2C00-46DC-7A9DE4E3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16807A-E01F-0B7F-B72D-58DE4E187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6D0F65-FADD-3BF3-D0F3-25429387B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8C3AC-089D-472B-995D-D6954F92504C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98DAE-8341-0CCD-5BCB-245DB25B8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2F455-F48D-632E-9C29-AEEAB462C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B060E-887D-407A-9AD8-D73718D75C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979D9D9-E30C-AB65-246A-41207814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277"/>
            <a:ext cx="12192000" cy="129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7D12B6-119E-7AD0-E64C-4458D8A4FDF0}"/>
              </a:ext>
            </a:extLst>
          </p:cNvPr>
          <p:cNvSpPr txBox="1"/>
          <p:nvPr/>
        </p:nvSpPr>
        <p:spPr>
          <a:xfrm>
            <a:off x="0" y="1323829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NMAP </a:t>
            </a:r>
            <a:r>
              <a:rPr lang="ko-KR" altLang="en-US" dirty="0"/>
              <a:t>돌렸을 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A36F8C-28CC-45E5-1833-8CFCB4D8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2849"/>
            <a:ext cx="12192000" cy="6524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90F894-3793-CB05-A1E0-2EDCAB762967}"/>
              </a:ext>
            </a:extLst>
          </p:cNvPr>
          <p:cNvSpPr txBox="1"/>
          <p:nvPr/>
        </p:nvSpPr>
        <p:spPr>
          <a:xfrm>
            <a:off x="-25020" y="3784335"/>
            <a:ext cx="6121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NMAP </a:t>
            </a:r>
            <a:r>
              <a:rPr lang="ko-KR" altLang="en-US" dirty="0"/>
              <a:t>돌렸을 때 </a:t>
            </a:r>
            <a:r>
              <a:rPr lang="en-US" altLang="ko-KR" dirty="0"/>
              <a:t>(PHP </a:t>
            </a:r>
            <a:r>
              <a:rPr lang="ko-KR" altLang="en-US" dirty="0"/>
              <a:t>버전 확인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95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29AFA-BCF6-9136-F6D4-6717AC61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 </a:t>
            </a:r>
            <a:r>
              <a:rPr lang="ko-KR" altLang="en-US" dirty="0"/>
              <a:t>취약점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1E5F9BD-E37A-A632-DAF5-1BA3A4B82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666" y="1877335"/>
            <a:ext cx="10515600" cy="3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8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8BE43-6E8E-C1AB-1144-D8FD2567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 쿠키 탈취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437AF72-9609-FE2C-C57B-394908F82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2015331"/>
            <a:ext cx="10671444" cy="156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0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454D7-7C7C-7FDC-95BE-4874022E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 (DB </a:t>
            </a:r>
            <a:r>
              <a:rPr lang="ko-KR" altLang="en-US" dirty="0"/>
              <a:t>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9BD09B-26AE-292D-0968-0918C0BA5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77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9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C650A-1089-2AE0-911E-0D005F76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 (</a:t>
            </a:r>
            <a:r>
              <a:rPr lang="ko-KR" altLang="en-US" dirty="0"/>
              <a:t>테이블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4F6EEE9-F58C-BF12-6F76-E739AF941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2300"/>
            <a:ext cx="10515600" cy="160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1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9EF4C-5F5A-FF4C-61F1-FF48120E8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 (</a:t>
            </a:r>
            <a:r>
              <a:rPr lang="ko-KR" altLang="en-US" dirty="0"/>
              <a:t>열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3A0FDE8-2EAF-22D2-31D3-3C8E5D4CB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5686"/>
            <a:ext cx="10515600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4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84499-4C5A-B66F-C391-2E5F8E71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 (</a:t>
            </a:r>
            <a:r>
              <a:rPr lang="ko-KR" altLang="en-US" dirty="0"/>
              <a:t>특정 열의 데이터 조회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A97FCC-DDFC-B91D-D181-D45F56F28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1777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BB4F80-F559-0EAA-DE70-C3DDCB14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17461"/>
            <a:ext cx="10515600" cy="57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6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2A981-4587-1AC5-EE3D-889DC86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8BFC7-040C-97C5-2E49-FD3E5AA1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2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0ACC1-0AAE-1F75-3681-3E821DF2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4B4DB-508B-E537-EEAF-764B3703D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01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와이드스크린</PresentationFormat>
  <Paragraphs>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XSS 취약점 테스트</vt:lpstr>
      <vt:lpstr>관리자 쿠키 탈취</vt:lpstr>
      <vt:lpstr>SQL Injection (DB 조회)</vt:lpstr>
      <vt:lpstr>SQL Injection (테이블 조회)</vt:lpstr>
      <vt:lpstr>SQL Injection (열 조회)</vt:lpstr>
      <vt:lpstr>SQL Injection (특정 열의 데이터 조회)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1</cp:revision>
  <dcterms:created xsi:type="dcterms:W3CDTF">2026-01-09T03:33:51Z</dcterms:created>
  <dcterms:modified xsi:type="dcterms:W3CDTF">2026-01-09T03:34:32Z</dcterms:modified>
</cp:coreProperties>
</file>