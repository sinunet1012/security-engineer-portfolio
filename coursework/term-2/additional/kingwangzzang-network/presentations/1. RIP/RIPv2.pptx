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1" r:id="rId6"/>
    <p:sldId id="260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EBB9FF-8AEB-E294-6C00-34430697D8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A104F4E-09CE-5E03-34D4-8F5C3B4863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300EA67-5F33-8ACD-E48A-BB9005F823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2BA89-0D8E-4610-8661-43DBECFF8120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AA68C84-C1A8-43AD-6199-8115B19C38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28DEED-D92E-7F1F-FD4F-160619ACA6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9192E-7E09-4AA9-926F-109998AA90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0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239018-B776-3F0D-B011-3A5B50814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4F1F0F3-6539-B734-04C2-1A26690594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66BF12A-3585-17C2-0768-2DFA073CA6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2BA89-0D8E-4610-8661-43DBECFF8120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773A506-5DC7-DE24-9B5E-2B306BBD15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072083C-C4A9-A1CD-891D-C5BBE823E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9192E-7E09-4AA9-926F-109998AA90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66771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FC623F-7CAD-CEBA-342C-CAAE126F68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000FB07-18E4-550B-23B1-AA6048F715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AD09C3B-9ED3-7960-204E-9A5E9086BE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2BA89-0D8E-4610-8661-43DBECFF8120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33AE1FC-5D0D-0979-42DF-FAAD835598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D02CD5E-BD58-4D42-EAFC-870824B3C8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9192E-7E09-4AA9-926F-109998AA90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6604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822970-B821-322D-F18E-57247FE085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0EA2CB3-19D4-2956-DC90-E9741222C3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89BBEF4-3836-AE74-5CDF-0532CCF500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F896562-ED8B-5AC7-4EF6-1781D7E7EB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2BA89-0D8E-4610-8661-43DBECFF8120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5CF5C6C-89A7-FB46-8727-ADB42F28CA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5ADEFC2-7AD6-D21B-482B-A5B1874617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9192E-7E09-4AA9-926F-109998AA90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36997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91F5F0-E3BF-B2C9-37A3-BEB209BEBB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8BFDD93-8FFA-47A1-68C6-07819591E0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875CFDA-8C5C-9EAA-C4DF-37C1076B4C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9BF2B68-22DA-7D88-FDBF-3FD358DB01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CAF8F14-2BE3-E9D3-67F0-7FCBC26868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68EC49C9-DEA1-F1C8-B484-420E87A8DC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2BA89-0D8E-4610-8661-43DBECFF8120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6D11C3F-080E-60FA-B761-632B2DF279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C193A5E-4027-3850-57E9-6F99CD586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9192E-7E09-4AA9-926F-109998AA90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71672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B4D39C-A9B8-7E6F-E77E-0F85BF77CD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C2AECC2-3B84-11B7-2841-1F4CA3F3FE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2BA89-0D8E-4610-8661-43DBECFF8120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B2F628C-C1CF-49D9-D133-7332AF99D1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AF27A7E-5B15-405D-E236-7446B4E0DF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9192E-7E09-4AA9-926F-109998AA90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42860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1795016-905D-7333-D289-669E12C4C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2BA89-0D8E-4610-8661-43DBECFF8120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CD2EE6C-3700-88BB-63CC-36D0E3D576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E4868A7-9492-DFBC-7C34-922564F23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9192E-7E09-4AA9-926F-109998AA90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68983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F46246-F3C8-0DDD-CA81-70859DB061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2064F52-18A3-6E94-B96D-19DA1DC676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40784B6-1795-90AC-8296-BAC9265B56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5A16820-62E8-0388-EF24-C5FD3EE7DB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2BA89-0D8E-4610-8661-43DBECFF8120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3B40ADA-525F-A73A-A3B2-C1419701EE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8567605-E976-F608-7AD2-A2846F7397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9192E-7E09-4AA9-926F-109998AA90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52243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2F31C8-04DA-E209-A6DF-8E50AF722B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4D36D01-DD03-4AC6-DE1E-A114A8BFE2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89534E4-E0EF-F63A-CF12-95B8003ECB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F953065-5802-0054-F5B1-F69ED801FF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2BA89-0D8E-4610-8661-43DBECFF8120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F25305B-3D93-DE7D-F166-18BD91AC20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D840372-0C55-95AB-7BC5-95391B9725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9192E-7E09-4AA9-926F-109998AA90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70932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1146EC-D3E8-1FE2-1DF2-D0CB0A809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58B88C0-12CC-A55A-6EFC-8760943F95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D08675C-DEB1-905F-E999-FB4D8CDC52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2BA89-0D8E-4610-8661-43DBECFF8120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EEDE3BB-5C9D-BBF1-50CA-9634A6BF15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41E9D59-D8C6-AB27-3818-620DCADC29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9192E-7E09-4AA9-926F-109998AA90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74367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CB8218B-5C17-9AC3-6AD4-82A626DDF64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B9867E8-49DC-9884-22F4-652A6D3402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ACD0A04-29F4-929A-20DB-B08ED0E37F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2BA89-0D8E-4610-8661-43DBECFF8120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5EA7B50-F6A5-CF1D-FB41-AC43698F5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29BF16D-AFFD-C4BA-2E9C-FCBFA79D51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9192E-7E09-4AA9-926F-109998AA90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48082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8CEF336-294C-E286-7B71-D9B8CFA5CF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AB4488A-B812-B279-9A0C-7BF518FD67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B4393A5-7998-D35E-9495-03D1B569C0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32BA89-0D8E-4610-8661-43DBECFF8120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4688D2F-E3E0-3FC0-42D4-0B18A6F6D5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04D5AAD-CE69-4FD8-BE85-8BBDF56116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69192E-7E09-4AA9-926F-109998AA90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55154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DA2E5E5-6D3C-D12E-76EF-DE4FF4FC030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RIPv2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B292B52-0A63-C3C1-279D-D70566CBE1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84072" y="4907756"/>
            <a:ext cx="9144000" cy="1655762"/>
          </a:xfrm>
        </p:spPr>
        <p:txBody>
          <a:bodyPr/>
          <a:lstStyle/>
          <a:p>
            <a:r>
              <a:rPr lang="en-US" altLang="ko-KR" dirty="0"/>
              <a:t>Blue-Network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946014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A84310C-3147-F6EB-4678-6CAA4372C9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80246"/>
            <a:ext cx="10515600" cy="5796717"/>
          </a:xfrm>
        </p:spPr>
        <p:txBody>
          <a:bodyPr/>
          <a:lstStyle/>
          <a:p>
            <a:pPr marL="0" indent="0">
              <a:buNone/>
            </a:pPr>
            <a:r>
              <a:rPr lang="en-US" altLang="ko-KR" dirty="0"/>
              <a:t>RIP</a:t>
            </a:r>
            <a:r>
              <a:rPr lang="ko-KR" altLang="en-US" dirty="0"/>
              <a:t>란</a:t>
            </a:r>
            <a:r>
              <a:rPr lang="en-US" altLang="ko-KR" dirty="0"/>
              <a:t>?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sz="2400" dirty="0"/>
              <a:t>- RIP = Routing Information Protocol</a:t>
            </a:r>
            <a:endParaRPr lang="en-US" altLang="ko-KR" sz="1400" b="0" dirty="0">
              <a:effectLst/>
            </a:endParaRPr>
          </a:p>
          <a:p>
            <a:pPr marL="0" indent="0">
              <a:buNone/>
            </a:pPr>
            <a:br>
              <a:rPr lang="en-US" altLang="ko-KR" sz="1600" dirty="0"/>
            </a:br>
            <a:endParaRPr lang="en-US" altLang="ko-KR" sz="1600" dirty="0"/>
          </a:p>
          <a:p>
            <a:pPr>
              <a:buFontTx/>
              <a:buChar char="-"/>
            </a:pPr>
            <a:r>
              <a:rPr lang="ko-KR" altLang="en-US" sz="2400" dirty="0"/>
              <a:t>거리 벡터 라우팅</a:t>
            </a:r>
            <a:r>
              <a:rPr lang="en-US" altLang="ko-KR" sz="2400" dirty="0"/>
              <a:t>(Distance Vector Routing)</a:t>
            </a:r>
          </a:p>
          <a:p>
            <a:pPr>
              <a:buFontTx/>
              <a:buChar char="-"/>
            </a:pPr>
            <a:endParaRPr lang="en-US" altLang="ko-KR" sz="2400" dirty="0"/>
          </a:p>
          <a:p>
            <a:pPr>
              <a:buFontTx/>
              <a:buChar char="-"/>
            </a:pPr>
            <a:r>
              <a:rPr lang="ko-KR" altLang="en-US" sz="2400" dirty="0"/>
              <a:t>라우팅 정보를 주기적으로 교환</a:t>
            </a:r>
            <a:endParaRPr lang="en-US" altLang="ko-KR" sz="2400" dirty="0"/>
          </a:p>
          <a:p>
            <a:pPr>
              <a:buFontTx/>
              <a:buChar char="-"/>
            </a:pPr>
            <a:endParaRPr lang="en-US" altLang="ko-KR" sz="2400" dirty="0"/>
          </a:p>
          <a:p>
            <a:pPr>
              <a:buFontTx/>
              <a:buChar char="-"/>
            </a:pPr>
            <a:r>
              <a:rPr lang="ko-KR" altLang="en-US" sz="2400" dirty="0"/>
              <a:t>데이터가 목적지까지 가는 최적의 경로를 자동으로 찾는 </a:t>
            </a:r>
            <a:endParaRPr lang="en-US" altLang="ko-KR" sz="2400" dirty="0"/>
          </a:p>
          <a:p>
            <a:pPr marL="0" indent="0">
              <a:buNone/>
            </a:pPr>
            <a:r>
              <a:rPr lang="en-US" altLang="ko-KR" sz="2400" dirty="0"/>
              <a:t>  </a:t>
            </a:r>
            <a:r>
              <a:rPr lang="ko-KR" altLang="en-US" sz="2400" dirty="0"/>
              <a:t>동적 라우팅 프로토콜</a:t>
            </a:r>
            <a:r>
              <a:rPr lang="en-US" altLang="ko-KR" sz="2400" dirty="0"/>
              <a:t>(Dynamic Routing Protocol)</a:t>
            </a:r>
          </a:p>
          <a:p>
            <a:pPr marL="0" indent="0">
              <a:buNone/>
            </a:pPr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3465773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05E005A-DE29-C877-1D66-CB04A02F40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53085"/>
            <a:ext cx="10515600" cy="5823878"/>
          </a:xfrm>
        </p:spPr>
        <p:txBody>
          <a:bodyPr/>
          <a:lstStyle/>
          <a:p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BEEE720-91C7-2296-708A-0D88FD5C7AB8}"/>
              </a:ext>
            </a:extLst>
          </p:cNvPr>
          <p:cNvSpPr/>
          <p:nvPr/>
        </p:nvSpPr>
        <p:spPr>
          <a:xfrm>
            <a:off x="3440317" y="534154"/>
            <a:ext cx="5404919" cy="114979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동적 라우팅 프로토콜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6C45F19-6247-18EC-C797-93BFDF84B816}"/>
              </a:ext>
            </a:extLst>
          </p:cNvPr>
          <p:cNvSpPr/>
          <p:nvPr/>
        </p:nvSpPr>
        <p:spPr>
          <a:xfrm>
            <a:off x="1267485" y="2399168"/>
            <a:ext cx="2978590" cy="140328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링크 상태 라우팅 프로토콜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F6F0973-6F0E-0AA8-3AFB-8754CCB66449}"/>
              </a:ext>
            </a:extLst>
          </p:cNvPr>
          <p:cNvSpPr/>
          <p:nvPr/>
        </p:nvSpPr>
        <p:spPr>
          <a:xfrm>
            <a:off x="4714494" y="2399168"/>
            <a:ext cx="3085443" cy="140328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거리 벡터 라우팅 프로토콜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949B8530-5FF4-871C-68A7-4276EA8DD19D}"/>
              </a:ext>
            </a:extLst>
          </p:cNvPr>
          <p:cNvSpPr/>
          <p:nvPr/>
        </p:nvSpPr>
        <p:spPr>
          <a:xfrm>
            <a:off x="8170473" y="2372006"/>
            <a:ext cx="2754042" cy="143044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하이브리드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DCE1F08E-D98F-E690-2958-85BACD4A847B}"/>
              </a:ext>
            </a:extLst>
          </p:cNvPr>
          <p:cNvSpPr/>
          <p:nvPr/>
        </p:nvSpPr>
        <p:spPr>
          <a:xfrm>
            <a:off x="4675360" y="4388903"/>
            <a:ext cx="3085443" cy="143044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RIP, IGRP</a:t>
            </a:r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C2C94347-EA3D-3CC4-DC2B-8BC414FDC006}"/>
              </a:ext>
            </a:extLst>
          </p:cNvPr>
          <p:cNvCxnSpPr>
            <a:cxnSpLocks/>
            <a:endCxn id="5" idx="0"/>
          </p:cNvCxnSpPr>
          <p:nvPr/>
        </p:nvCxnSpPr>
        <p:spPr>
          <a:xfrm flipH="1">
            <a:off x="2756780" y="1683945"/>
            <a:ext cx="1018515" cy="71522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D051702B-8DC1-27B0-E5A1-803E1A15AFDD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6142777" y="1683945"/>
            <a:ext cx="0" cy="71522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78BB4B47-FC63-05E6-BF84-2C672550BA50}"/>
              </a:ext>
            </a:extLst>
          </p:cNvPr>
          <p:cNvCxnSpPr>
            <a:cxnSpLocks/>
            <a:endCxn id="18" idx="0"/>
          </p:cNvCxnSpPr>
          <p:nvPr/>
        </p:nvCxnSpPr>
        <p:spPr>
          <a:xfrm>
            <a:off x="8383509" y="1683945"/>
            <a:ext cx="1163985" cy="68806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39719FAD-2ACC-699C-5AE8-A085A4E6C3B1}"/>
              </a:ext>
            </a:extLst>
          </p:cNvPr>
          <p:cNvSpPr/>
          <p:nvPr/>
        </p:nvSpPr>
        <p:spPr>
          <a:xfrm>
            <a:off x="1267485" y="4388903"/>
            <a:ext cx="2978590" cy="140328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OSPF, IS-IS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E022143D-E576-E1CA-D39F-CB12B408C90A}"/>
              </a:ext>
            </a:extLst>
          </p:cNvPr>
          <p:cNvSpPr/>
          <p:nvPr/>
        </p:nvSpPr>
        <p:spPr>
          <a:xfrm>
            <a:off x="8238653" y="4388903"/>
            <a:ext cx="2685862" cy="143044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EIGRP</a:t>
            </a:r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C667B76E-AF07-1C6E-629A-3E16609CF0B8}"/>
              </a:ext>
            </a:extLst>
          </p:cNvPr>
          <p:cNvCxnSpPr>
            <a:cxnSpLocks/>
            <a:endCxn id="30" idx="0"/>
          </p:cNvCxnSpPr>
          <p:nvPr/>
        </p:nvCxnSpPr>
        <p:spPr>
          <a:xfrm>
            <a:off x="2756780" y="3802454"/>
            <a:ext cx="0" cy="58644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타원 1">
            <a:extLst>
              <a:ext uri="{FF2B5EF4-FFF2-40B4-BE49-F238E27FC236}">
                <a16:creationId xmlns:a16="http://schemas.microsoft.com/office/drawing/2014/main" id="{69C2CC29-2273-9CF0-C005-4B4BECF4A8AD}"/>
              </a:ext>
            </a:extLst>
          </p:cNvPr>
          <p:cNvSpPr/>
          <p:nvPr/>
        </p:nvSpPr>
        <p:spPr>
          <a:xfrm>
            <a:off x="5620933" y="4795919"/>
            <a:ext cx="521844" cy="616414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871FEB28-ED6E-34D2-30D9-747BEB5F8EB8}"/>
              </a:ext>
            </a:extLst>
          </p:cNvPr>
          <p:cNvCxnSpPr>
            <a:cxnSpLocks/>
            <a:endCxn id="19" idx="0"/>
          </p:cNvCxnSpPr>
          <p:nvPr/>
        </p:nvCxnSpPr>
        <p:spPr>
          <a:xfrm>
            <a:off x="6218082" y="3802454"/>
            <a:ext cx="0" cy="58644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연결선 38">
            <a:extLst>
              <a:ext uri="{FF2B5EF4-FFF2-40B4-BE49-F238E27FC236}">
                <a16:creationId xmlns:a16="http://schemas.microsoft.com/office/drawing/2014/main" id="{81E74B46-52EC-0C90-7F49-945D6D245B67}"/>
              </a:ext>
            </a:extLst>
          </p:cNvPr>
          <p:cNvCxnSpPr>
            <a:cxnSpLocks/>
            <a:endCxn id="31" idx="0"/>
          </p:cNvCxnSpPr>
          <p:nvPr/>
        </p:nvCxnSpPr>
        <p:spPr>
          <a:xfrm>
            <a:off x="9581584" y="3802454"/>
            <a:ext cx="0" cy="58644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53054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1D094B4-F151-BC99-C646-6958138337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43620"/>
            <a:ext cx="10515600" cy="5733343"/>
          </a:xfrm>
        </p:spPr>
        <p:txBody>
          <a:bodyPr/>
          <a:lstStyle/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RIPv2</a:t>
            </a:r>
          </a:p>
          <a:p>
            <a:pPr marL="0" indent="0">
              <a:buNone/>
            </a:pPr>
            <a:endParaRPr lang="en-US" altLang="ko-KR" dirty="0"/>
          </a:p>
          <a:p>
            <a:pPr>
              <a:buFontTx/>
              <a:buChar char="-"/>
            </a:pPr>
            <a:r>
              <a:rPr lang="en-US" altLang="ko-KR" dirty="0"/>
              <a:t>Classless</a:t>
            </a:r>
          </a:p>
          <a:p>
            <a:pPr>
              <a:buFontTx/>
              <a:buChar char="-"/>
            </a:pPr>
            <a:endParaRPr lang="en-US" altLang="ko-KR" dirty="0"/>
          </a:p>
          <a:p>
            <a:pPr>
              <a:buFontTx/>
              <a:buChar char="-"/>
            </a:pPr>
            <a:r>
              <a:rPr lang="ko-KR" altLang="en-US" dirty="0"/>
              <a:t>보안 강화</a:t>
            </a:r>
            <a:endParaRPr lang="en-US" altLang="ko-KR" dirty="0"/>
          </a:p>
          <a:p>
            <a:pPr>
              <a:buFontTx/>
              <a:buChar char="-"/>
            </a:pPr>
            <a:endParaRPr lang="en-US" altLang="ko-KR" dirty="0"/>
          </a:p>
          <a:p>
            <a:pPr>
              <a:buFontTx/>
              <a:buChar char="-"/>
            </a:pPr>
            <a:r>
              <a:rPr lang="ko-KR" altLang="en-US" dirty="0"/>
              <a:t>멀티캐스트 방식</a:t>
            </a:r>
            <a:r>
              <a:rPr lang="en-US" altLang="ko-KR" dirty="0"/>
              <a:t>(224.0.0.9)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237264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F149C28-A336-AC02-403D-C76BF32CF2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25513"/>
            <a:ext cx="10515600" cy="5751450"/>
          </a:xfrm>
        </p:spPr>
        <p:txBody>
          <a:bodyPr/>
          <a:lstStyle/>
          <a:p>
            <a:pPr marL="0" indent="0">
              <a:buNone/>
            </a:pPr>
            <a:r>
              <a:rPr lang="ko-KR" altLang="en-US" dirty="0"/>
              <a:t>실습</a:t>
            </a:r>
            <a:endParaRPr lang="en-US" altLang="ko-KR" dirty="0"/>
          </a:p>
          <a:p>
            <a:pPr marL="0" indent="0">
              <a:buNone/>
            </a:pP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B239269-14B5-303E-975B-2E67C3B0BA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318" y="962009"/>
            <a:ext cx="9813644" cy="4933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09226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B8A518A-C6CC-499C-50A9-25A656992C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16048"/>
            <a:ext cx="10515600" cy="5660915"/>
          </a:xfrm>
        </p:spPr>
        <p:txBody>
          <a:bodyPr/>
          <a:lstStyle/>
          <a:p>
            <a:pPr marL="0" indent="0" algn="ctr">
              <a:buNone/>
            </a:pPr>
            <a:endParaRPr lang="en-US" altLang="ko-KR" dirty="0"/>
          </a:p>
          <a:p>
            <a:pPr marL="0" indent="0" algn="ctr">
              <a:buNone/>
            </a:pPr>
            <a:endParaRPr lang="en-US" altLang="ko-KR" dirty="0"/>
          </a:p>
          <a:p>
            <a:pPr marL="0" indent="0" algn="ctr">
              <a:buNone/>
            </a:pPr>
            <a:endParaRPr lang="en-US" altLang="ko-KR" dirty="0"/>
          </a:p>
          <a:p>
            <a:pPr marL="0" indent="0" algn="ctr">
              <a:buNone/>
            </a:pPr>
            <a:endParaRPr lang="en-US" altLang="ko-KR" dirty="0"/>
          </a:p>
          <a:p>
            <a:pPr marL="0" indent="0" algn="ctr">
              <a:buNone/>
            </a:pPr>
            <a:endParaRPr lang="en-US" altLang="ko-KR" dirty="0"/>
          </a:p>
          <a:p>
            <a:pPr marL="0" indent="0" algn="ctr">
              <a:buNone/>
            </a:pPr>
            <a:r>
              <a:rPr lang="ko-KR" altLang="en-US" dirty="0"/>
              <a:t>감사합니다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748624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</TotalTime>
  <Words>71</Words>
  <Application>Microsoft Office PowerPoint</Application>
  <PresentationFormat>와이드스크린</PresentationFormat>
  <Paragraphs>34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9" baseType="lpstr">
      <vt:lpstr>맑은 고딕</vt:lpstr>
      <vt:lpstr>Arial</vt:lpstr>
      <vt:lpstr>Office 테마</vt:lpstr>
      <vt:lpstr>RIPv2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TJ</dc:creator>
  <cp:lastModifiedBy>TJ</cp:lastModifiedBy>
  <cp:revision>3</cp:revision>
  <dcterms:created xsi:type="dcterms:W3CDTF">2025-11-11T13:05:46Z</dcterms:created>
  <dcterms:modified xsi:type="dcterms:W3CDTF">2025-11-12T04:35:07Z</dcterms:modified>
</cp:coreProperties>
</file>