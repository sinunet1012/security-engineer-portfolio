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69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20116800" cy="11315700"/>
  <p:notesSz cx="20116800" cy="113157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68">
          <p15:clr>
            <a:srgbClr val="A4A3A4"/>
          </p15:clr>
        </p15:guide>
        <p15:guide id="2" pos="244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42" d="100"/>
          <a:sy n="42" d="100"/>
        </p:scale>
        <p:origin x="480" y="54"/>
      </p:cViewPr>
      <p:guideLst>
        <p:guide orient="horz" pos="3168"/>
        <p:guide pos="24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Title</a:t>
            </a:r>
          </a:p>
        </p:txBody>
      </p:sp>
      <p:sp>
        <p:nvSpPr>
          <p:cNvPr id="3" name="Text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05627F-E9BF-CDC0-1FBD-CFF3213639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59404" y="2705522"/>
            <a:ext cx="6797992" cy="1477328"/>
          </a:xfrm>
        </p:spPr>
        <p:txBody>
          <a:bodyPr/>
          <a:lstStyle/>
          <a:p>
            <a:r>
              <a:rPr lang="en-US" altLang="ko-KR" sz="9600" dirty="0"/>
              <a:t>Port-Security</a:t>
            </a:r>
            <a:endParaRPr lang="ko-KR" altLang="en-US" sz="9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CC5096-7D1D-E03F-B01F-7B730E194B3B}"/>
              </a:ext>
            </a:extLst>
          </p:cNvPr>
          <p:cNvSpPr txBox="1"/>
          <p:nvPr/>
        </p:nvSpPr>
        <p:spPr>
          <a:xfrm>
            <a:off x="4104456" y="6609343"/>
            <a:ext cx="100584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4000" dirty="0" err="1"/>
              <a:t>킹왕짱</a:t>
            </a:r>
            <a:r>
              <a:rPr lang="ko-KR" altLang="en-US" sz="4000" dirty="0"/>
              <a:t> 네트워크 </a:t>
            </a:r>
          </a:p>
        </p:txBody>
      </p:sp>
      <p:sp>
        <p:nvSpPr>
          <p:cNvPr id="6" name="별: 꼭짓점 5개 5">
            <a:extLst>
              <a:ext uri="{FF2B5EF4-FFF2-40B4-BE49-F238E27FC236}">
                <a16:creationId xmlns:a16="http://schemas.microsoft.com/office/drawing/2014/main" id="{DAB52276-8638-5843-C773-C7B3788AEE18}"/>
              </a:ext>
            </a:extLst>
          </p:cNvPr>
          <p:cNvSpPr/>
          <p:nvPr/>
        </p:nvSpPr>
        <p:spPr>
          <a:xfrm>
            <a:off x="11138520" y="6402829"/>
            <a:ext cx="914400" cy="9144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41783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22720" y="0"/>
            <a:ext cx="20116800" cy="113156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20116800" cy="113156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20116800" cy="113156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078B05BE-CE08-467B-98B2-419E0F917C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2256" y="1481386"/>
            <a:ext cx="10729192" cy="7776864"/>
          </a:xfrm>
          <a:prstGeom prst="rect">
            <a:avLst/>
          </a:prstGeom>
        </p:spPr>
      </p:pic>
      <p:sp>
        <p:nvSpPr>
          <p:cNvPr id="5" name="제목 4">
            <a:extLst>
              <a:ext uri="{FF2B5EF4-FFF2-40B4-BE49-F238E27FC236}">
                <a16:creationId xmlns:a16="http://schemas.microsoft.com/office/drawing/2014/main" id="{F221D16B-29B6-54FE-0870-C371E3430F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9600" dirty="0"/>
              <a:t>실습 목표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816C17A2-0FE4-5EAC-11C0-6D00A6A294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2769989"/>
          </a:xfrm>
        </p:spPr>
        <p:txBody>
          <a:bodyPr/>
          <a:lstStyle/>
          <a:p>
            <a:r>
              <a:rPr lang="en-US" altLang="ko-KR" sz="3600" dirty="0"/>
              <a:t>Shutdown &amp; </a:t>
            </a:r>
            <a:r>
              <a:rPr lang="ko-KR" altLang="en-US" sz="3600" dirty="0"/>
              <a:t>자동 복구 검증 </a:t>
            </a:r>
            <a:r>
              <a:rPr lang="en-US" altLang="ko-KR" sz="3600" dirty="0"/>
              <a:t>(G0/0)</a:t>
            </a:r>
          </a:p>
          <a:p>
            <a:endParaRPr lang="en-US" altLang="ko-KR" sz="3600" dirty="0"/>
          </a:p>
          <a:p>
            <a:r>
              <a:rPr lang="en-US" altLang="ko-KR" sz="3600" dirty="0"/>
              <a:t>Sticky MAC </a:t>
            </a:r>
            <a:r>
              <a:rPr lang="ko-KR" altLang="en-US" sz="3600" dirty="0"/>
              <a:t>테스트 </a:t>
            </a:r>
            <a:r>
              <a:rPr lang="en-US" altLang="ko-KR" sz="3600" dirty="0"/>
              <a:t>(G0/1)</a:t>
            </a:r>
          </a:p>
          <a:p>
            <a:endParaRPr lang="en-US" altLang="ko-KR" sz="3600" dirty="0"/>
          </a:p>
          <a:p>
            <a:r>
              <a:rPr lang="en-US" altLang="ko-KR" sz="3600" dirty="0"/>
              <a:t>Restrict </a:t>
            </a:r>
            <a:r>
              <a:rPr lang="ko-KR" altLang="en-US" sz="3600" dirty="0"/>
              <a:t>테스트 </a:t>
            </a:r>
            <a:r>
              <a:rPr lang="en-US" altLang="ko-KR" sz="3600" dirty="0"/>
              <a:t>(G0/2)</a:t>
            </a:r>
            <a:endParaRPr lang="ko-KR" altLang="en-US" sz="3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20116800" cy="113156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20116800" cy="113156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20116800" cy="113156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20116800" cy="113156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20116800" cy="113156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20116800" cy="113156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3020</TotalTime>
  <Words>24</Words>
  <Application>Microsoft Office PowerPoint</Application>
  <PresentationFormat>사용자 지정</PresentationFormat>
  <Paragraphs>8</Paragraphs>
  <Slides>11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3" baseType="lpstr">
      <vt:lpstr>Calibri</vt:lpstr>
      <vt:lpstr>Theme Office</vt:lpstr>
      <vt:lpstr>Port-Security</vt:lpstr>
      <vt:lpstr>PowerPoint 프레젠테이션</vt:lpstr>
      <vt:lpstr>PowerPoint 프레젠테이션</vt:lpstr>
      <vt:lpstr>PowerPoint 프레젠테이션</vt:lpstr>
      <vt:lpstr>실습 목표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PowerPoint</dc:title>
  <dc:creator>Administrator</dc:creator>
  <cp:lastModifiedBy>tj</cp:lastModifiedBy>
  <cp:revision>4</cp:revision>
  <dcterms:modified xsi:type="dcterms:W3CDTF">2025-12-04T01:12:20Z</dcterms:modified>
</cp:coreProperties>
</file>