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91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26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48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90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30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22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98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94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356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41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8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2EA3C-25B6-4505-A165-6D687B7DCBF3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4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2998324" y="909339"/>
            <a:ext cx="959734" cy="457203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시작</a:t>
            </a:r>
            <a:endParaRPr lang="ko-KR" altLang="en-US" sz="1600" dirty="0"/>
          </a:p>
        </p:txBody>
      </p:sp>
      <p:sp>
        <p:nvSpPr>
          <p:cNvPr id="6" name="순서도: 판단 5"/>
          <p:cNvSpPr/>
          <p:nvPr/>
        </p:nvSpPr>
        <p:spPr>
          <a:xfrm>
            <a:off x="2766348" y="1828800"/>
            <a:ext cx="1423687" cy="54401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유형 선택</a:t>
            </a:r>
            <a:endParaRPr lang="ko-KR" altLang="en-US" sz="1400" dirty="0"/>
          </a:p>
        </p:txBody>
      </p:sp>
      <p:sp>
        <p:nvSpPr>
          <p:cNvPr id="9" name="평행 사변형 8"/>
          <p:cNvSpPr/>
          <p:nvPr/>
        </p:nvSpPr>
        <p:spPr>
          <a:xfrm>
            <a:off x="471909" y="5069876"/>
            <a:ext cx="841095" cy="445620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장비선택</a:t>
            </a:r>
            <a:endParaRPr lang="ko-KR" altLang="en-US" sz="1400" dirty="0"/>
          </a:p>
        </p:txBody>
      </p:sp>
      <p:sp>
        <p:nvSpPr>
          <p:cNvPr id="10" name="순서도: 종속 처리 9"/>
          <p:cNvSpPr/>
          <p:nvPr/>
        </p:nvSpPr>
        <p:spPr>
          <a:xfrm>
            <a:off x="247347" y="5942434"/>
            <a:ext cx="1290217" cy="537443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500" dirty="0" err="1" smtClean="0"/>
              <a:t>장비별</a:t>
            </a:r>
            <a:r>
              <a:rPr lang="ko-KR" altLang="en-US" sz="1500" dirty="0" smtClean="0"/>
              <a:t> 서비스</a:t>
            </a:r>
            <a:endParaRPr lang="ko-KR" altLang="en-US" sz="1500" dirty="0"/>
          </a:p>
        </p:txBody>
      </p:sp>
      <p:cxnSp>
        <p:nvCxnSpPr>
          <p:cNvPr id="13" name="꺾인 연결선 12"/>
          <p:cNvCxnSpPr>
            <a:stCxn id="6" idx="1"/>
          </p:cNvCxnSpPr>
          <p:nvPr/>
        </p:nvCxnSpPr>
        <p:spPr>
          <a:xfrm rot="10800000" flipV="1">
            <a:off x="1817238" y="2100809"/>
            <a:ext cx="949111" cy="145261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6" idx="3"/>
          </p:cNvCxnSpPr>
          <p:nvPr/>
        </p:nvCxnSpPr>
        <p:spPr>
          <a:xfrm>
            <a:off x="4190035" y="2100809"/>
            <a:ext cx="879676" cy="14526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68368" y="1793031"/>
            <a:ext cx="1684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네트워크 함수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4190035" y="1812407"/>
            <a:ext cx="1684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일반 함수</a:t>
            </a:r>
            <a:endParaRPr lang="ko-KR" altLang="en-US" sz="1400" dirty="0"/>
          </a:p>
        </p:txBody>
      </p:sp>
      <p:sp>
        <p:nvSpPr>
          <p:cNvPr id="18" name="순서도: 수행의 시작/종료 17"/>
          <p:cNvSpPr/>
          <p:nvPr/>
        </p:nvSpPr>
        <p:spPr>
          <a:xfrm>
            <a:off x="263443" y="4415387"/>
            <a:ext cx="1372807" cy="33918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netControl</a:t>
            </a:r>
            <a:r>
              <a:rPr lang="en-US" altLang="ko-KR" sz="1600" dirty="0" smtClean="0"/>
              <a:t>()</a:t>
            </a:r>
            <a:endParaRPr lang="ko-KR" altLang="en-US" sz="1600" dirty="0"/>
          </a:p>
        </p:txBody>
      </p:sp>
      <p:sp>
        <p:nvSpPr>
          <p:cNvPr id="19" name="순서도: 수행의 시작/종료 18"/>
          <p:cNvSpPr/>
          <p:nvPr/>
        </p:nvSpPr>
        <p:spPr>
          <a:xfrm>
            <a:off x="5185458" y="4421531"/>
            <a:ext cx="1585732" cy="30094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get_all_device</a:t>
            </a:r>
            <a:r>
              <a:rPr lang="en-US" altLang="ko-KR" sz="1600" dirty="0" smtClean="0"/>
              <a:t>()</a:t>
            </a:r>
            <a:endParaRPr lang="ko-KR" altLang="en-US" sz="1600" dirty="0"/>
          </a:p>
        </p:txBody>
      </p:sp>
      <p:sp>
        <p:nvSpPr>
          <p:cNvPr id="20" name="순서도: 수동 입력 19"/>
          <p:cNvSpPr/>
          <p:nvPr/>
        </p:nvSpPr>
        <p:spPr>
          <a:xfrm>
            <a:off x="5594672" y="4955411"/>
            <a:ext cx="767304" cy="358816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/>
              <a:t>파일명</a:t>
            </a:r>
            <a:endParaRPr lang="ko-KR" altLang="en-US" sz="1500" dirty="0"/>
          </a:p>
        </p:txBody>
      </p:sp>
      <p:sp>
        <p:nvSpPr>
          <p:cNvPr id="21" name="순서도: 수행의 시작/종료 20"/>
          <p:cNvSpPr/>
          <p:nvPr/>
        </p:nvSpPr>
        <p:spPr>
          <a:xfrm>
            <a:off x="140824" y="7569381"/>
            <a:ext cx="1614669" cy="35880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ShowConfig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22" name="순서도: 수행의 시작/종료 21"/>
          <p:cNvSpPr/>
          <p:nvPr/>
        </p:nvSpPr>
        <p:spPr>
          <a:xfrm>
            <a:off x="1969624" y="4421530"/>
            <a:ext cx="1267429" cy="32690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ping()</a:t>
            </a:r>
            <a:endParaRPr lang="ko-KR" altLang="en-US" dirty="0"/>
          </a:p>
        </p:txBody>
      </p:sp>
      <p:sp>
        <p:nvSpPr>
          <p:cNvPr id="23" name="순서도: 수동 입력 22"/>
          <p:cNvSpPr/>
          <p:nvPr/>
        </p:nvSpPr>
        <p:spPr>
          <a:xfrm>
            <a:off x="3551981" y="4964094"/>
            <a:ext cx="773573" cy="350133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500" dirty="0" err="1" smtClean="0"/>
              <a:t>폴더명</a:t>
            </a:r>
            <a:endParaRPr lang="ko-KR" altLang="en-US" sz="1500" dirty="0"/>
          </a:p>
        </p:txBody>
      </p:sp>
      <p:sp>
        <p:nvSpPr>
          <p:cNvPr id="24" name="순서도: 수행의 시작/종료 23"/>
          <p:cNvSpPr/>
          <p:nvPr/>
        </p:nvSpPr>
        <p:spPr>
          <a:xfrm>
            <a:off x="3454079" y="4421531"/>
            <a:ext cx="969380" cy="31251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gen_dir</a:t>
            </a:r>
            <a:r>
              <a:rPr lang="en-US" altLang="ko-KR" sz="1600" dirty="0" smtClean="0"/>
              <a:t>()</a:t>
            </a:r>
            <a:endParaRPr lang="ko-KR" altLang="en-US" sz="1600" dirty="0"/>
          </a:p>
        </p:txBody>
      </p:sp>
      <p:sp>
        <p:nvSpPr>
          <p:cNvPr id="25" name="순서도: 판단 24"/>
          <p:cNvSpPr/>
          <p:nvPr/>
        </p:nvSpPr>
        <p:spPr>
          <a:xfrm>
            <a:off x="4217043" y="3547640"/>
            <a:ext cx="1705336" cy="41379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err="1" smtClean="0"/>
              <a:t>생성대상</a:t>
            </a:r>
            <a:endParaRPr lang="ko-KR" altLang="en-US" sz="1300" dirty="0"/>
          </a:p>
        </p:txBody>
      </p:sp>
      <p:sp>
        <p:nvSpPr>
          <p:cNvPr id="26" name="평행 사변형 25"/>
          <p:cNvSpPr/>
          <p:nvPr/>
        </p:nvSpPr>
        <p:spPr>
          <a:xfrm>
            <a:off x="386246" y="6807568"/>
            <a:ext cx="999281" cy="462980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서비스 선택</a:t>
            </a:r>
            <a:endParaRPr lang="ko-KR" altLang="en-US" sz="1400" dirty="0"/>
          </a:p>
        </p:txBody>
      </p:sp>
      <p:cxnSp>
        <p:nvCxnSpPr>
          <p:cNvPr id="28" name="꺾인 연결선 27"/>
          <p:cNvCxnSpPr>
            <a:stCxn id="25" idx="1"/>
            <a:endCxn id="24" idx="0"/>
          </p:cNvCxnSpPr>
          <p:nvPr/>
        </p:nvCxnSpPr>
        <p:spPr>
          <a:xfrm rot="10800000" flipV="1">
            <a:off x="3938769" y="3754537"/>
            <a:ext cx="278274" cy="6669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25" idx="3"/>
          </p:cNvCxnSpPr>
          <p:nvPr/>
        </p:nvCxnSpPr>
        <p:spPr>
          <a:xfrm>
            <a:off x="5922379" y="3754538"/>
            <a:ext cx="263805" cy="6669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4" idx="4"/>
            <a:endCxn id="6" idx="0"/>
          </p:cNvCxnSpPr>
          <p:nvPr/>
        </p:nvCxnSpPr>
        <p:spPr>
          <a:xfrm>
            <a:off x="3478191" y="1366542"/>
            <a:ext cx="1" cy="462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stCxn id="24" idx="2"/>
            <a:endCxn id="23" idx="0"/>
          </p:cNvCxnSpPr>
          <p:nvPr/>
        </p:nvCxnSpPr>
        <p:spPr>
          <a:xfrm flipH="1">
            <a:off x="3938768" y="4734047"/>
            <a:ext cx="1" cy="265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19" idx="2"/>
            <a:endCxn id="20" idx="0"/>
          </p:cNvCxnSpPr>
          <p:nvPr/>
        </p:nvCxnSpPr>
        <p:spPr>
          <a:xfrm>
            <a:off x="5978324" y="4722472"/>
            <a:ext cx="0" cy="268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순서도: 판단 91"/>
          <p:cNvSpPr/>
          <p:nvPr/>
        </p:nvSpPr>
        <p:spPr>
          <a:xfrm>
            <a:off x="892457" y="3558161"/>
            <a:ext cx="1865452" cy="40327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함수선택</a:t>
            </a:r>
            <a:endParaRPr lang="ko-KR" altLang="en-US" sz="1400" dirty="0"/>
          </a:p>
        </p:txBody>
      </p:sp>
      <p:cxnSp>
        <p:nvCxnSpPr>
          <p:cNvPr id="100" name="꺾인 연결선 99"/>
          <p:cNvCxnSpPr/>
          <p:nvPr/>
        </p:nvCxnSpPr>
        <p:spPr>
          <a:xfrm rot="10800000" flipV="1">
            <a:off x="628652" y="3754537"/>
            <a:ext cx="278274" cy="6669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/>
          <p:nvPr/>
        </p:nvCxnSpPr>
        <p:spPr>
          <a:xfrm>
            <a:off x="2715107" y="3754537"/>
            <a:ext cx="263805" cy="6669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평행 사변형 105"/>
          <p:cNvSpPr/>
          <p:nvPr/>
        </p:nvSpPr>
        <p:spPr>
          <a:xfrm>
            <a:off x="1870095" y="5069876"/>
            <a:ext cx="1466486" cy="485091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Err_</a:t>
            </a:r>
          </a:p>
          <a:p>
            <a:pPr algn="ctr"/>
            <a:r>
              <a:rPr lang="en-US" altLang="ko-KR" sz="1600" dirty="0" smtClean="0"/>
              <a:t>Machines</a:t>
            </a:r>
            <a:endParaRPr lang="ko-KR" altLang="en-US" sz="1600" dirty="0"/>
          </a:p>
        </p:txBody>
      </p:sp>
      <p:grpSp>
        <p:nvGrpSpPr>
          <p:cNvPr id="107" name="그룹 106"/>
          <p:cNvGrpSpPr/>
          <p:nvPr/>
        </p:nvGrpSpPr>
        <p:grpSpPr>
          <a:xfrm>
            <a:off x="4681475" y="69448"/>
            <a:ext cx="1927186" cy="1759352"/>
            <a:chOff x="2608020" y="5289630"/>
            <a:chExt cx="2797357" cy="2743200"/>
          </a:xfrm>
        </p:grpSpPr>
        <p:sp>
          <p:nvSpPr>
            <p:cNvPr id="108" name="타원 107"/>
            <p:cNvSpPr/>
            <p:nvPr/>
          </p:nvSpPr>
          <p:spPr>
            <a:xfrm>
              <a:off x="2639028" y="5289630"/>
              <a:ext cx="2766349" cy="274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/>
            <p:cNvSpPr/>
            <p:nvPr/>
          </p:nvSpPr>
          <p:spPr>
            <a:xfrm>
              <a:off x="2824223" y="6041984"/>
              <a:ext cx="2384385" cy="199084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/>
            <p:cNvSpPr/>
            <p:nvPr/>
          </p:nvSpPr>
          <p:spPr>
            <a:xfrm>
              <a:off x="3865944" y="7037407"/>
              <a:ext cx="243069" cy="20834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타원 110"/>
            <p:cNvSpPr/>
            <p:nvPr/>
          </p:nvSpPr>
          <p:spPr>
            <a:xfrm>
              <a:off x="3495554" y="6504972"/>
              <a:ext cx="277793" cy="53243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/>
            <p:cNvSpPr/>
            <p:nvPr/>
          </p:nvSpPr>
          <p:spPr>
            <a:xfrm>
              <a:off x="4148167" y="6504972"/>
              <a:ext cx="277793" cy="53243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3" name="구부러진 연결선 112"/>
            <p:cNvCxnSpPr>
              <a:endCxn id="109" idx="3"/>
            </p:cNvCxnSpPr>
            <p:nvPr/>
          </p:nvCxnSpPr>
          <p:spPr>
            <a:xfrm rot="10800000" flipV="1">
              <a:off x="3173408" y="7141577"/>
              <a:ext cx="692538" cy="599700"/>
            </a:xfrm>
            <a:prstGeom prst="curvedConnector4">
              <a:avLst>
                <a:gd name="adj1" fmla="val 126604"/>
                <a:gd name="adj2" fmla="val 8637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구부러진 연결선 113"/>
            <p:cNvCxnSpPr>
              <a:stCxn id="110" idx="6"/>
              <a:endCxn id="109" idx="5"/>
            </p:cNvCxnSpPr>
            <p:nvPr/>
          </p:nvCxnSpPr>
          <p:spPr>
            <a:xfrm>
              <a:off x="4109013" y="7141580"/>
              <a:ext cx="750410" cy="599697"/>
            </a:xfrm>
            <a:prstGeom prst="curvedConnector4">
              <a:avLst>
                <a:gd name="adj1" fmla="val 130723"/>
                <a:gd name="adj2" fmla="val 8251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자유형 114"/>
            <p:cNvSpPr/>
            <p:nvPr/>
          </p:nvSpPr>
          <p:spPr>
            <a:xfrm>
              <a:off x="4148167" y="6707526"/>
              <a:ext cx="296511" cy="49902"/>
            </a:xfrm>
            <a:custGeom>
              <a:avLst/>
              <a:gdLst>
                <a:gd name="connsiteX0" fmla="*/ 0 w 266218"/>
                <a:gd name="connsiteY0" fmla="*/ 0 h 3340"/>
                <a:gd name="connsiteX1" fmla="*/ 266218 w 266218"/>
                <a:gd name="connsiteY1" fmla="*/ 0 h 3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218" h="3340">
                  <a:moveTo>
                    <a:pt x="0" y="0"/>
                  </a:moveTo>
                  <a:cubicBezTo>
                    <a:pt x="64625" y="2893"/>
                    <a:pt x="129251" y="5787"/>
                    <a:pt x="266218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자유형 115"/>
            <p:cNvSpPr/>
            <p:nvPr/>
          </p:nvSpPr>
          <p:spPr>
            <a:xfrm>
              <a:off x="3495554" y="6697880"/>
              <a:ext cx="277793" cy="45719"/>
            </a:xfrm>
            <a:custGeom>
              <a:avLst/>
              <a:gdLst>
                <a:gd name="connsiteX0" fmla="*/ 0 w 266218"/>
                <a:gd name="connsiteY0" fmla="*/ 0 h 3340"/>
                <a:gd name="connsiteX1" fmla="*/ 266218 w 266218"/>
                <a:gd name="connsiteY1" fmla="*/ 0 h 3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218" h="3340">
                  <a:moveTo>
                    <a:pt x="0" y="0"/>
                  </a:moveTo>
                  <a:cubicBezTo>
                    <a:pt x="64625" y="2893"/>
                    <a:pt x="129251" y="5787"/>
                    <a:pt x="266218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3622874" y="6882889"/>
              <a:ext cx="104173" cy="8648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타원 117"/>
            <p:cNvSpPr/>
            <p:nvPr/>
          </p:nvSpPr>
          <p:spPr>
            <a:xfrm>
              <a:off x="4182891" y="6908931"/>
              <a:ext cx="81023" cy="868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현 118"/>
            <p:cNvSpPr/>
            <p:nvPr/>
          </p:nvSpPr>
          <p:spPr>
            <a:xfrm>
              <a:off x="3569433" y="7230315"/>
              <a:ext cx="930787" cy="746884"/>
            </a:xfrm>
            <a:prstGeom prst="chord">
              <a:avLst>
                <a:gd name="adj1" fmla="val 21157391"/>
                <a:gd name="adj2" fmla="val 11518568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0" name="직선 연결선 119"/>
            <p:cNvCxnSpPr>
              <a:stCxn id="119" idx="2"/>
            </p:cNvCxnSpPr>
            <p:nvPr/>
          </p:nvCxnSpPr>
          <p:spPr>
            <a:xfrm flipH="1" flipV="1">
              <a:off x="4016415" y="7239961"/>
              <a:ext cx="23168" cy="2863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/>
            <p:cNvCxnSpPr/>
            <p:nvPr/>
          </p:nvCxnSpPr>
          <p:spPr>
            <a:xfrm flipV="1">
              <a:off x="4871834" y="6720739"/>
              <a:ext cx="486137" cy="595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/>
            <p:cNvCxnSpPr/>
            <p:nvPr/>
          </p:nvCxnSpPr>
          <p:spPr>
            <a:xfrm flipV="1">
              <a:off x="4909881" y="6886225"/>
              <a:ext cx="486137" cy="595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>
              <a:off x="4900627" y="7055287"/>
              <a:ext cx="504750" cy="494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/>
            <p:cNvCxnSpPr/>
            <p:nvPr/>
          </p:nvCxnSpPr>
          <p:spPr>
            <a:xfrm>
              <a:off x="2608020" y="6694371"/>
              <a:ext cx="534505" cy="859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/>
            <p:cNvCxnSpPr/>
            <p:nvPr/>
          </p:nvCxnSpPr>
          <p:spPr>
            <a:xfrm>
              <a:off x="2646067" y="6859857"/>
              <a:ext cx="495977" cy="4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/>
            <p:nvPr/>
          </p:nvCxnSpPr>
          <p:spPr>
            <a:xfrm flipV="1">
              <a:off x="2731624" y="7018819"/>
              <a:ext cx="409939" cy="859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8" name="직선 화살표 연결선 127"/>
          <p:cNvCxnSpPr>
            <a:stCxn id="18" idx="2"/>
            <a:endCxn id="9" idx="1"/>
          </p:cNvCxnSpPr>
          <p:nvPr/>
        </p:nvCxnSpPr>
        <p:spPr>
          <a:xfrm flipH="1">
            <a:off x="948159" y="4754572"/>
            <a:ext cx="1688" cy="31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직선 화살표 연결선 129"/>
          <p:cNvCxnSpPr>
            <a:stCxn id="9" idx="4"/>
            <a:endCxn id="10" idx="0"/>
          </p:cNvCxnSpPr>
          <p:nvPr/>
        </p:nvCxnSpPr>
        <p:spPr>
          <a:xfrm flipH="1">
            <a:off x="892456" y="5515496"/>
            <a:ext cx="1" cy="426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직선 화살표 연결선 133"/>
          <p:cNvCxnSpPr/>
          <p:nvPr/>
        </p:nvCxnSpPr>
        <p:spPr>
          <a:xfrm flipH="1">
            <a:off x="885887" y="6478721"/>
            <a:ext cx="1688" cy="31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직선 화살표 연결선 134"/>
          <p:cNvCxnSpPr/>
          <p:nvPr/>
        </p:nvCxnSpPr>
        <p:spPr>
          <a:xfrm flipH="1">
            <a:off x="892455" y="7269768"/>
            <a:ext cx="1688" cy="31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77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29</Words>
  <Application>Microsoft Office PowerPoint</Application>
  <PresentationFormat>A4 용지(210x297mm)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TJ</dc:creator>
  <cp:lastModifiedBy>TJ</cp:lastModifiedBy>
  <cp:revision>7</cp:revision>
  <dcterms:created xsi:type="dcterms:W3CDTF">2025-12-31T08:32:53Z</dcterms:created>
  <dcterms:modified xsi:type="dcterms:W3CDTF">2025-12-31T09:31:40Z</dcterms:modified>
</cp:coreProperties>
</file>