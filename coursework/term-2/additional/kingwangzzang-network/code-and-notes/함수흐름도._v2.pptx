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 snapToGrid="0">
      <p:cViewPr>
        <p:scale>
          <a:sx n="60" d="100"/>
          <a:sy n="60" d="100"/>
        </p:scale>
        <p:origin x="121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91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26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48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90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30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22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98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94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356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41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8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2EA3C-25B6-4505-A165-6D687B7DCBF3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01DAE-E3AB-4CF9-96DD-D30650E757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4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3038033" y="909339"/>
            <a:ext cx="959734" cy="457203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시작</a:t>
            </a:r>
            <a:endParaRPr lang="ko-KR" altLang="en-US" sz="1600" dirty="0"/>
          </a:p>
        </p:txBody>
      </p:sp>
      <p:sp>
        <p:nvSpPr>
          <p:cNvPr id="6" name="순서도: 판단 5"/>
          <p:cNvSpPr/>
          <p:nvPr/>
        </p:nvSpPr>
        <p:spPr>
          <a:xfrm>
            <a:off x="2400300" y="1828800"/>
            <a:ext cx="2235200" cy="54401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netControl</a:t>
            </a:r>
            <a:r>
              <a:rPr lang="en-US" altLang="ko-KR" sz="1400" dirty="0" smtClean="0"/>
              <a:t>()</a:t>
            </a:r>
            <a:endParaRPr lang="ko-KR" altLang="en-US" sz="1400" dirty="0"/>
          </a:p>
        </p:txBody>
      </p:sp>
      <p:sp>
        <p:nvSpPr>
          <p:cNvPr id="9" name="평행 사변형 8"/>
          <p:cNvSpPr/>
          <p:nvPr/>
        </p:nvSpPr>
        <p:spPr>
          <a:xfrm>
            <a:off x="471909" y="5069876"/>
            <a:ext cx="841095" cy="445620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장비선택</a:t>
            </a:r>
            <a:endParaRPr lang="ko-KR" altLang="en-US" sz="1400" dirty="0"/>
          </a:p>
        </p:txBody>
      </p:sp>
      <p:sp>
        <p:nvSpPr>
          <p:cNvPr id="10" name="순서도: 종속 처리 9"/>
          <p:cNvSpPr/>
          <p:nvPr/>
        </p:nvSpPr>
        <p:spPr>
          <a:xfrm>
            <a:off x="247347" y="5942434"/>
            <a:ext cx="1290217" cy="537443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500" dirty="0" err="1" smtClean="0"/>
              <a:t>장비별</a:t>
            </a:r>
            <a:r>
              <a:rPr lang="ko-KR" altLang="en-US" sz="1500" dirty="0" smtClean="0"/>
              <a:t> 서비스</a:t>
            </a:r>
            <a:endParaRPr lang="ko-KR" altLang="en-US" sz="1500" dirty="0"/>
          </a:p>
        </p:txBody>
      </p:sp>
      <p:cxnSp>
        <p:nvCxnSpPr>
          <p:cNvPr id="13" name="꺾인 연결선 12"/>
          <p:cNvCxnSpPr>
            <a:stCxn id="6" idx="1"/>
          </p:cNvCxnSpPr>
          <p:nvPr/>
        </p:nvCxnSpPr>
        <p:spPr>
          <a:xfrm rot="10800000" flipV="1">
            <a:off x="1817258" y="2100809"/>
            <a:ext cx="583043" cy="145261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6" idx="3"/>
          </p:cNvCxnSpPr>
          <p:nvPr/>
        </p:nvCxnSpPr>
        <p:spPr>
          <a:xfrm>
            <a:off x="4635500" y="2100809"/>
            <a:ext cx="434211" cy="14526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33490" y="1778566"/>
            <a:ext cx="1684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네트워크 함수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4583576" y="1799868"/>
            <a:ext cx="1684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일반 함수</a:t>
            </a:r>
            <a:endParaRPr lang="ko-KR" altLang="en-US" sz="1400" dirty="0"/>
          </a:p>
        </p:txBody>
      </p:sp>
      <p:sp>
        <p:nvSpPr>
          <p:cNvPr id="18" name="순서도: 수행의 시작/종료 17"/>
          <p:cNvSpPr/>
          <p:nvPr/>
        </p:nvSpPr>
        <p:spPr>
          <a:xfrm>
            <a:off x="263443" y="4415387"/>
            <a:ext cx="1372807" cy="33918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netControl</a:t>
            </a:r>
            <a:r>
              <a:rPr lang="en-US" altLang="ko-KR" sz="1600" dirty="0" smtClean="0"/>
              <a:t>()</a:t>
            </a:r>
            <a:endParaRPr lang="ko-KR" altLang="en-US" sz="1600" dirty="0"/>
          </a:p>
        </p:txBody>
      </p:sp>
      <p:sp>
        <p:nvSpPr>
          <p:cNvPr id="19" name="순서도: 수행의 시작/종료 18"/>
          <p:cNvSpPr/>
          <p:nvPr/>
        </p:nvSpPr>
        <p:spPr>
          <a:xfrm>
            <a:off x="5185458" y="4421531"/>
            <a:ext cx="1585732" cy="30094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get_all_device</a:t>
            </a:r>
            <a:r>
              <a:rPr lang="en-US" altLang="ko-KR" sz="1600" dirty="0" smtClean="0"/>
              <a:t>()</a:t>
            </a:r>
            <a:endParaRPr lang="ko-KR" altLang="en-US" sz="1600" dirty="0"/>
          </a:p>
        </p:txBody>
      </p:sp>
      <p:sp>
        <p:nvSpPr>
          <p:cNvPr id="20" name="순서도: 수동 입력 19"/>
          <p:cNvSpPr/>
          <p:nvPr/>
        </p:nvSpPr>
        <p:spPr>
          <a:xfrm>
            <a:off x="5594672" y="4955411"/>
            <a:ext cx="767304" cy="358816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/>
              <a:t>파일명</a:t>
            </a:r>
            <a:endParaRPr lang="ko-KR" altLang="en-US" sz="1500" dirty="0"/>
          </a:p>
        </p:txBody>
      </p:sp>
      <p:sp>
        <p:nvSpPr>
          <p:cNvPr id="21" name="순서도: 수행의 시작/종료 20"/>
          <p:cNvSpPr/>
          <p:nvPr/>
        </p:nvSpPr>
        <p:spPr>
          <a:xfrm>
            <a:off x="140824" y="7569381"/>
            <a:ext cx="1614669" cy="35880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ShowConfigs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22" name="순서도: 수행의 시작/종료 21"/>
          <p:cNvSpPr/>
          <p:nvPr/>
        </p:nvSpPr>
        <p:spPr>
          <a:xfrm>
            <a:off x="1969624" y="4421530"/>
            <a:ext cx="1267429" cy="32690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ping_all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23" name="순서도: 수동 입력 22"/>
          <p:cNvSpPr/>
          <p:nvPr/>
        </p:nvSpPr>
        <p:spPr>
          <a:xfrm>
            <a:off x="3593337" y="4964094"/>
            <a:ext cx="773573" cy="350133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500" dirty="0" err="1" smtClean="0"/>
              <a:t>폴더명</a:t>
            </a:r>
            <a:endParaRPr lang="ko-KR" altLang="en-US" sz="1500" dirty="0"/>
          </a:p>
        </p:txBody>
      </p:sp>
      <p:sp>
        <p:nvSpPr>
          <p:cNvPr id="24" name="순서도: 수행의 시작/종료 23"/>
          <p:cNvSpPr/>
          <p:nvPr/>
        </p:nvSpPr>
        <p:spPr>
          <a:xfrm>
            <a:off x="3454079" y="4421531"/>
            <a:ext cx="1052092" cy="3269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gen_file</a:t>
            </a:r>
            <a:r>
              <a:rPr lang="en-US" altLang="ko-KR" sz="1600" dirty="0" smtClean="0"/>
              <a:t>()</a:t>
            </a:r>
            <a:endParaRPr lang="ko-KR" altLang="en-US" sz="1600" dirty="0"/>
          </a:p>
        </p:txBody>
      </p:sp>
      <p:sp>
        <p:nvSpPr>
          <p:cNvPr id="25" name="순서도: 판단 24"/>
          <p:cNvSpPr/>
          <p:nvPr/>
        </p:nvSpPr>
        <p:spPr>
          <a:xfrm>
            <a:off x="4217043" y="3547640"/>
            <a:ext cx="1705336" cy="41379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err="1" smtClean="0"/>
              <a:t>생성대상</a:t>
            </a:r>
            <a:endParaRPr lang="ko-KR" altLang="en-US" sz="1300" dirty="0"/>
          </a:p>
        </p:txBody>
      </p:sp>
      <p:sp>
        <p:nvSpPr>
          <p:cNvPr id="26" name="평행 사변형 25"/>
          <p:cNvSpPr/>
          <p:nvPr/>
        </p:nvSpPr>
        <p:spPr>
          <a:xfrm>
            <a:off x="386246" y="6807568"/>
            <a:ext cx="999281" cy="462980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서비스 선택</a:t>
            </a:r>
            <a:endParaRPr lang="ko-KR" altLang="en-US" sz="1400" dirty="0"/>
          </a:p>
        </p:txBody>
      </p:sp>
      <p:cxnSp>
        <p:nvCxnSpPr>
          <p:cNvPr id="28" name="꺾인 연결선 27"/>
          <p:cNvCxnSpPr>
            <a:stCxn id="25" idx="1"/>
            <a:endCxn id="24" idx="0"/>
          </p:cNvCxnSpPr>
          <p:nvPr/>
        </p:nvCxnSpPr>
        <p:spPr>
          <a:xfrm rot="10800000" flipV="1">
            <a:off x="3980125" y="3754537"/>
            <a:ext cx="236918" cy="6669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25" idx="3"/>
          </p:cNvCxnSpPr>
          <p:nvPr/>
        </p:nvCxnSpPr>
        <p:spPr>
          <a:xfrm>
            <a:off x="5922379" y="3754538"/>
            <a:ext cx="263805" cy="6669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4" idx="4"/>
            <a:endCxn id="6" idx="0"/>
          </p:cNvCxnSpPr>
          <p:nvPr/>
        </p:nvCxnSpPr>
        <p:spPr>
          <a:xfrm>
            <a:off x="3517900" y="1366542"/>
            <a:ext cx="0" cy="462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stCxn id="24" idx="2"/>
            <a:endCxn id="23" idx="0"/>
          </p:cNvCxnSpPr>
          <p:nvPr/>
        </p:nvCxnSpPr>
        <p:spPr>
          <a:xfrm flipH="1">
            <a:off x="3980124" y="4748431"/>
            <a:ext cx="1" cy="250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19" idx="2"/>
            <a:endCxn id="20" idx="0"/>
          </p:cNvCxnSpPr>
          <p:nvPr/>
        </p:nvCxnSpPr>
        <p:spPr>
          <a:xfrm>
            <a:off x="5978324" y="4722472"/>
            <a:ext cx="0" cy="268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순서도: 판단 91"/>
          <p:cNvSpPr/>
          <p:nvPr/>
        </p:nvSpPr>
        <p:spPr>
          <a:xfrm>
            <a:off x="892457" y="3558161"/>
            <a:ext cx="1865452" cy="40327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함수선택</a:t>
            </a:r>
            <a:endParaRPr lang="ko-KR" altLang="en-US" sz="1400" dirty="0"/>
          </a:p>
        </p:txBody>
      </p:sp>
      <p:cxnSp>
        <p:nvCxnSpPr>
          <p:cNvPr id="100" name="꺾인 연결선 99"/>
          <p:cNvCxnSpPr/>
          <p:nvPr/>
        </p:nvCxnSpPr>
        <p:spPr>
          <a:xfrm rot="10800000" flipV="1">
            <a:off x="628652" y="3754537"/>
            <a:ext cx="278274" cy="6669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/>
          <p:nvPr/>
        </p:nvCxnSpPr>
        <p:spPr>
          <a:xfrm>
            <a:off x="2715107" y="3754537"/>
            <a:ext cx="263805" cy="6669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평행 사변형 105"/>
          <p:cNvSpPr/>
          <p:nvPr/>
        </p:nvSpPr>
        <p:spPr>
          <a:xfrm>
            <a:off x="1870095" y="5069876"/>
            <a:ext cx="1466486" cy="485091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Err_</a:t>
            </a:r>
          </a:p>
          <a:p>
            <a:pPr algn="ctr"/>
            <a:r>
              <a:rPr lang="en-US" altLang="ko-KR" sz="1600" dirty="0" smtClean="0"/>
              <a:t>Machines</a:t>
            </a:r>
            <a:endParaRPr lang="ko-KR" altLang="en-US" sz="1600" dirty="0"/>
          </a:p>
        </p:txBody>
      </p:sp>
      <p:cxnSp>
        <p:nvCxnSpPr>
          <p:cNvPr id="128" name="직선 화살표 연결선 127"/>
          <p:cNvCxnSpPr>
            <a:stCxn id="18" idx="2"/>
            <a:endCxn id="9" idx="1"/>
          </p:cNvCxnSpPr>
          <p:nvPr/>
        </p:nvCxnSpPr>
        <p:spPr>
          <a:xfrm flipH="1">
            <a:off x="948159" y="4754572"/>
            <a:ext cx="1688" cy="31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직선 화살표 연결선 129"/>
          <p:cNvCxnSpPr>
            <a:stCxn id="9" idx="4"/>
            <a:endCxn id="10" idx="0"/>
          </p:cNvCxnSpPr>
          <p:nvPr/>
        </p:nvCxnSpPr>
        <p:spPr>
          <a:xfrm flipH="1">
            <a:off x="892456" y="5515496"/>
            <a:ext cx="1" cy="426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직선 화살표 연결선 133"/>
          <p:cNvCxnSpPr/>
          <p:nvPr/>
        </p:nvCxnSpPr>
        <p:spPr>
          <a:xfrm flipH="1">
            <a:off x="885887" y="6478721"/>
            <a:ext cx="1688" cy="31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직선 화살표 연결선 134"/>
          <p:cNvCxnSpPr/>
          <p:nvPr/>
        </p:nvCxnSpPr>
        <p:spPr>
          <a:xfrm flipH="1">
            <a:off x="892455" y="7269768"/>
            <a:ext cx="1688" cy="31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flipH="1">
            <a:off x="2582122" y="4754572"/>
            <a:ext cx="1688" cy="31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순서도: 수행의 시작/종료 52"/>
          <p:cNvSpPr/>
          <p:nvPr/>
        </p:nvSpPr>
        <p:spPr>
          <a:xfrm>
            <a:off x="4217043" y="2557411"/>
            <a:ext cx="1706301" cy="45953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d</a:t>
            </a:r>
            <a:r>
              <a:rPr lang="en-US" altLang="ko-KR" sz="1600" dirty="0" err="1" smtClean="0"/>
              <a:t>evice_manage</a:t>
            </a:r>
            <a:r>
              <a:rPr lang="en-US" altLang="ko-KR" sz="1600" dirty="0" smtClean="0"/>
              <a:t>()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3477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31</Words>
  <Application>Microsoft Office PowerPoint</Application>
  <PresentationFormat>A4 용지(210x297mm)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TJ</dc:creator>
  <cp:lastModifiedBy>TJ</cp:lastModifiedBy>
  <cp:revision>8</cp:revision>
  <dcterms:created xsi:type="dcterms:W3CDTF">2025-12-31T08:32:53Z</dcterms:created>
  <dcterms:modified xsi:type="dcterms:W3CDTF">2026-01-12T02:42:01Z</dcterms:modified>
</cp:coreProperties>
</file>