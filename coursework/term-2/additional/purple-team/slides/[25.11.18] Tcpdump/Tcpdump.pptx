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B6EA4-829F-3E41-1C0A-C0DE5CD1C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F08301-5FC5-BFEA-051A-F430BDB8D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9DA855-F193-C55A-B42A-B36031EC0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D12B-7E96-4BFA-ADCF-3EAB0EE727E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411A72-7ADF-E8D2-6502-5D2B5C9D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C23883-23A2-610B-FE13-8D323D9D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A8146-F7BB-4487-B2D0-C387C5EE8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52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B6342-DD99-B56F-E8BE-4D6FECBD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418EA1-FD95-D9BD-9101-F51984DF1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8A37DF-6EF9-472F-51A0-6FFAE5FB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D12B-7E96-4BFA-ADCF-3EAB0EE727E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1A14AD-1739-9D5F-0F5E-DFAB904E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25BA38-EE7A-9346-7ADC-66CBA3E9B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A8146-F7BB-4487-B2D0-C387C5EE8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3347E-A0EE-C3D8-B5CB-3DC51491A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930A60-F91D-6B97-0551-879B9DEE5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8D687D-E069-EEDF-BD7C-26C47918F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D12B-7E96-4BFA-ADCF-3EAB0EE727E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1F24AA-811D-BD5C-9564-497B79E6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7EBCC0-AD9E-F622-7E8B-D2D253A4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A8146-F7BB-4487-B2D0-C387C5EE8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118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05F90-1371-7AA7-897A-67227084C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C3AA26-E8B7-2AA6-D117-F5E41D2C34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5BE45B-DB2E-5D2C-F03C-8C368D8ED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C0721D-5BDC-6D37-6379-B0219AF98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D12B-7E96-4BFA-ADCF-3EAB0EE727E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A84E95-E4AD-8DC8-32B4-29C3BF498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8B6EB9-348C-D26B-63C1-A481E1A53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A8146-F7BB-4487-B2D0-C387C5EE8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575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9E9891-C8ED-7B06-82B2-17E56F6C8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577EB6-2261-992F-67C0-C1B84B26E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ABC302-DD9C-25BA-8E36-1238925BE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CD6BF3-A326-39D6-21BF-A18644B55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A38556-94BF-34DC-BE5A-4841CF6FA3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E4B24A-333D-DF3D-F178-8A8DD1014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D12B-7E96-4BFA-ADCF-3EAB0EE727E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64BA50-2A6E-F4E2-06F5-C852166B8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E3B052-5834-80D2-8731-D067D073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A8146-F7BB-4487-B2D0-C387C5EE8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64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0C7B7-F313-6B23-6015-27CC1E8AA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1796053-1CA2-A3CA-5926-554CE670F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D12B-7E96-4BFA-ADCF-3EAB0EE727E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6FE5E2-2922-262F-C8D0-D7FB4740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7B9511-F5C5-65E8-84F7-01CDB303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A8146-F7BB-4487-B2D0-C387C5EE8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42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A25303-4E18-B3E0-ABBA-F6B0A609D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D12B-7E96-4BFA-ADCF-3EAB0EE727E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179276-DB72-9B8B-2FA4-CCDA0A252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1D7857-FFCE-6A5C-2002-2A66B6C0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A8146-F7BB-4487-B2D0-C387C5EE8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391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941C8-85E0-4D69-F652-4E64C226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896FAE-8B87-50FE-15A4-5914B4FDD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8905F5-EC97-2E52-5A33-4522C1B06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5B036D-1D5D-4C80-E95B-82A9FEDF3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D12B-7E96-4BFA-ADCF-3EAB0EE727E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B4CA5C-A4D2-996D-D463-0072C8246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BC3FEB-1A37-4FB4-86F9-721E54683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A8146-F7BB-4487-B2D0-C387C5EE8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108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6205F-8D5A-4E5E-D63A-7E05DCC2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DA3C70-4F89-F34E-BF82-0C32FBA41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0457B1-74D4-A518-3DDF-5DA2CD666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C2AE70-5998-D419-030E-D1A38010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D12B-7E96-4BFA-ADCF-3EAB0EE727E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7AF51A-83EF-AE10-F361-BD3750243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5C1191-CB40-3C95-CCCB-7F74E91D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A8146-F7BB-4487-B2D0-C387C5EE8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391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336F9-3551-EA90-FDB1-3ECAE13C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1DB896-4FFC-85CC-E83D-1B8DC3FB1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33B065-F1B0-2D79-3B6A-1B6AF4EFC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D12B-7E96-4BFA-ADCF-3EAB0EE727E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1DEE75-72DB-B035-9812-36B225FD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A9EC66-D6BF-2058-72C7-477EDA66A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A8146-F7BB-4487-B2D0-C387C5EE8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94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75BD78B-4132-2BA9-421A-F54950B96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CACA1E-9C36-7328-6DA2-D48657EDA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09D50-B1FD-D4CD-2619-753EE8ACC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1D12B-7E96-4BFA-ADCF-3EAB0EE727E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50A50D-E3D8-9DC8-EB41-8413D2399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553C9-CE72-B1A9-1AEF-6C4AAD90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A8146-F7BB-4487-B2D0-C387C5EE8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83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BA1720-028E-E89D-A75E-24A6A0052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2F3BB7-6A1D-E3B9-81B9-FBC06D5C3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968D83-5D91-5D72-7A12-F3393C8A7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1D12B-7E96-4BFA-ADCF-3EAB0EE727E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9B678B-DD70-2F70-0C41-74F9BDAE8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C56FCD-5DA6-D0DC-F393-7061C29B4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A8146-F7BB-4487-B2D0-C387C5EE8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971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7FED0-9B95-7D73-9A38-158682C3C2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Tcpdump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7159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F7947-57FC-1165-3DDE-928322D91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Tcpdump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53307F-439E-F289-F4F2-FBEB73476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Tcpdump</a:t>
            </a:r>
            <a:r>
              <a:rPr lang="ko-KR" altLang="en-US" dirty="0"/>
              <a:t>는 리눅스에서 네트워크 인터페이스를 통해 오가는 패킷을 실시간으로 캡처하고 분석하는 명령어 도구입니다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쉽게 말하면 네트워크를 눈으로 볼 수 있게 해주는 도구</a:t>
            </a:r>
            <a:r>
              <a:rPr lang="en-US" altLang="ko-KR" dirty="0"/>
              <a:t>(</a:t>
            </a:r>
            <a:r>
              <a:rPr lang="en-US" altLang="ko-KR" dirty="0" err="1"/>
              <a:t>cctv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0972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78D56-6D78-6AC3-BECC-F951F7D8B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</a:t>
            </a:r>
            <a:r>
              <a:rPr lang="en-US" altLang="ko-KR" dirty="0" err="1"/>
              <a:t>Tcpdump</a:t>
            </a:r>
            <a:r>
              <a:rPr lang="ko-KR" altLang="en-US" dirty="0"/>
              <a:t>를 사용해야 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B76F95-8B8B-CE0C-0DD3-0FE2E0AC2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문제 원인을 정확하게 찾을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보안 분석의 기본 도구이기 때문이다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en-US" altLang="ko-KR" dirty="0" err="1"/>
              <a:t>pcap</a:t>
            </a:r>
            <a:r>
              <a:rPr lang="ko-KR" altLang="en-US" dirty="0"/>
              <a:t>파일 저장 기능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451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2CA74-BC4C-5C92-18A1-CE069FEF8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Tcpdump</a:t>
            </a:r>
            <a:r>
              <a:rPr lang="ko-KR" altLang="en-US" dirty="0"/>
              <a:t>의 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4C1B8B-F618-39B1-70AA-32DAEAF5F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CLI</a:t>
            </a:r>
            <a:r>
              <a:rPr lang="ko-KR" altLang="en-US" dirty="0"/>
              <a:t>기반</a:t>
            </a:r>
            <a:r>
              <a:rPr lang="en-US" altLang="ko-KR" dirty="0"/>
              <a:t>, </a:t>
            </a:r>
            <a:r>
              <a:rPr lang="ko-KR" altLang="en-US" dirty="0"/>
              <a:t>빠르고 가벼움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실시간 패킷 분석 능력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강력한 필터링 기능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en-US" altLang="ko-KR" dirty="0" err="1"/>
              <a:t>pcap</a:t>
            </a:r>
            <a:r>
              <a:rPr lang="en-US" altLang="ko-KR" dirty="0"/>
              <a:t> </a:t>
            </a:r>
            <a:r>
              <a:rPr lang="ko-KR" altLang="en-US" dirty="0"/>
              <a:t>저장 기능</a:t>
            </a:r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 err="1"/>
              <a:t>스니핑</a:t>
            </a:r>
            <a:r>
              <a:rPr lang="ko-KR" altLang="en-US" dirty="0"/>
              <a:t> 기능</a:t>
            </a:r>
          </a:p>
        </p:txBody>
      </p:sp>
    </p:spTree>
    <p:extLst>
      <p:ext uri="{BB962C8B-B14F-4D97-AF65-F5344CB8AC3E}">
        <p14:creationId xmlns:p14="http://schemas.microsoft.com/office/powerpoint/2010/main" val="2532998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3A2A0-0167-C792-09AB-BF649D7D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Tcpdump</a:t>
            </a:r>
            <a:r>
              <a:rPr lang="ko-KR" altLang="en-US" dirty="0"/>
              <a:t>의 모드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B8D51D7-C50F-7642-4EF8-274D878CA8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2035198"/>
              </p:ext>
            </p:extLst>
          </p:nvPr>
        </p:nvGraphicFramePr>
        <p:xfrm>
          <a:off x="838200" y="2035334"/>
          <a:ext cx="10515600" cy="3931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083490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907877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43899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Normal Mode (</a:t>
                      </a:r>
                      <a:r>
                        <a:rPr lang="ko-KR" altLang="en-US" b="1"/>
                        <a:t>기본 모드</a:t>
                      </a:r>
                      <a:r>
                        <a:rPr lang="en-US" altLang="ko-KR" b="1"/>
                        <a:t>)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Promiscuous Mode (</a:t>
                      </a:r>
                      <a:r>
                        <a:rPr lang="ko-KR" altLang="en-US" b="1"/>
                        <a:t>무차별 모드</a:t>
                      </a:r>
                      <a:r>
                        <a:rPr lang="en-US" altLang="ko-KR" b="1"/>
                        <a:t>)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153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수신 범위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내 </a:t>
                      </a:r>
                      <a:r>
                        <a:rPr lang="en-US" altLang="ko-KR"/>
                        <a:t>MAC/IP</a:t>
                      </a:r>
                      <a:r>
                        <a:rPr lang="ko-KR" altLang="en-US"/>
                        <a:t>로 온 패킷만 수신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모든 패킷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다른 </a:t>
                      </a:r>
                      <a:r>
                        <a:rPr lang="en-US" altLang="ko-KR"/>
                        <a:t>IP </a:t>
                      </a:r>
                      <a:r>
                        <a:rPr lang="ko-KR" altLang="en-US"/>
                        <a:t>포함</a:t>
                      </a:r>
                      <a:r>
                        <a:rPr lang="en-US" altLang="ko-KR"/>
                        <a:t>) </a:t>
                      </a:r>
                      <a:r>
                        <a:rPr lang="ko-KR" altLang="en-US"/>
                        <a:t>수신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108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동작 방식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NIC</a:t>
                      </a:r>
                      <a:r>
                        <a:rPr lang="ko-KR" altLang="en-US" dirty="0"/>
                        <a:t>가 내 것만 받아들이고 나머지는 버림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NIC</a:t>
                      </a:r>
                      <a:r>
                        <a:rPr lang="ko-KR" altLang="en-US"/>
                        <a:t>가 네트워크의 모든 패킷을 받아 </a:t>
                      </a:r>
                      <a:r>
                        <a:rPr lang="en-US" altLang="ko-KR"/>
                        <a:t>tcpdump</a:t>
                      </a:r>
                      <a:r>
                        <a:rPr lang="ko-KR" altLang="en-US"/>
                        <a:t>가 필터링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924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사용 목적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내 장비 트래픽만 분석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전체 네트워크 감시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보안 분석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66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성능 부하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낮음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높음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패킷 많을수록 </a:t>
                      </a:r>
                      <a:r>
                        <a:rPr lang="en-US" altLang="ko-KR"/>
                        <a:t>CPU </a:t>
                      </a:r>
                      <a:r>
                        <a:rPr lang="ko-KR" altLang="en-US"/>
                        <a:t>부하↑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8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활성화 방법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Sudo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 err="1"/>
                        <a:t>ip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link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set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ens33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 err="1"/>
                        <a:t>promisc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off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Sudo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 err="1"/>
                        <a:t>ip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link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set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ens33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 err="1"/>
                        <a:t>promisc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on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980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보안 의미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안전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자기 분석용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 err="1"/>
                        <a:t>스니핑에</a:t>
                      </a:r>
                      <a:r>
                        <a:rPr lang="ko-KR" altLang="en-US" dirty="0"/>
                        <a:t> 악용 가능</a:t>
                      </a:r>
                      <a:r>
                        <a:rPr lang="en-US" altLang="ko-KR" dirty="0"/>
                        <a:t>, IDS/</a:t>
                      </a:r>
                      <a:r>
                        <a:rPr lang="ko-KR" altLang="en-US" dirty="0"/>
                        <a:t>모니터링에 사용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14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34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94775-416C-05EC-2690-413DFC7D6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Tcpdump</a:t>
            </a:r>
            <a:r>
              <a:rPr lang="ko-KR" altLang="en-US" dirty="0"/>
              <a:t>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4F6F77-482E-563E-4C80-C82654B43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 err="1"/>
              <a:t>Tcpdump</a:t>
            </a:r>
            <a:r>
              <a:rPr lang="ko-KR" altLang="en-US" dirty="0"/>
              <a:t>는 리눅스가 서버 </a:t>
            </a:r>
            <a:r>
              <a:rPr lang="en-US" altLang="ko-KR" dirty="0"/>
              <a:t>OS</a:t>
            </a:r>
            <a:r>
              <a:rPr lang="ko-KR" altLang="en-US" dirty="0"/>
              <a:t>로서 동작하기 위해 반드시 필요한 네트워크 분석 도구이기 때문에 </a:t>
            </a:r>
            <a:r>
              <a:rPr lang="en-US" altLang="ko-KR" dirty="0"/>
              <a:t>Ubuntu</a:t>
            </a:r>
            <a:r>
              <a:rPr lang="ko-KR" altLang="en-US" dirty="0"/>
              <a:t>나</a:t>
            </a:r>
            <a:r>
              <a:rPr lang="en-US" altLang="ko-KR" dirty="0"/>
              <a:t>Rocky</a:t>
            </a:r>
            <a:r>
              <a:rPr lang="ko-KR" altLang="en-US" dirty="0"/>
              <a:t>에 기본 내장되어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tcpdump</a:t>
            </a:r>
            <a:r>
              <a:rPr lang="en-US" altLang="ko-KR" dirty="0"/>
              <a:t> --version </a:t>
            </a:r>
            <a:r>
              <a:rPr lang="ko-KR" altLang="en-US" dirty="0"/>
              <a:t>명령어로 확인 가능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만약 없는 경우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apt install –y </a:t>
            </a:r>
            <a:r>
              <a:rPr lang="en-US" altLang="ko-KR" dirty="0" err="1"/>
              <a:t>tcpdump</a:t>
            </a:r>
            <a:r>
              <a:rPr lang="ko-KR" altLang="en-US" dirty="0"/>
              <a:t>로 설치가능</a:t>
            </a:r>
          </a:p>
        </p:txBody>
      </p:sp>
    </p:spTree>
    <p:extLst>
      <p:ext uri="{BB962C8B-B14F-4D97-AF65-F5344CB8AC3E}">
        <p14:creationId xmlns:p14="http://schemas.microsoft.com/office/powerpoint/2010/main" val="841563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_x205421032">
            <a:extLst>
              <a:ext uri="{FF2B5EF4-FFF2-40B4-BE49-F238E27FC236}">
                <a16:creationId xmlns:a16="http://schemas.microsoft.com/office/drawing/2014/main" id="{8F3C9937-1164-33CF-D4E4-4C259C9F5F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92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1D975-BEFA-19F4-CEB4-9B874E010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기본적인 명령어</a:t>
            </a:r>
            <a:r>
              <a:rPr lang="en-US" altLang="ko-KR" dirty="0"/>
              <a:t>(</a:t>
            </a:r>
            <a:r>
              <a:rPr lang="ko-KR" altLang="en-US" dirty="0"/>
              <a:t>옵션 중심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D4824E-FC1F-BD70-37CE-235B4F5A3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tcpdump</a:t>
            </a:r>
            <a:r>
              <a:rPr lang="en-US" altLang="ko-KR" dirty="0"/>
              <a:t> [</a:t>
            </a:r>
            <a:r>
              <a:rPr lang="ko-KR" altLang="en-US" dirty="0"/>
              <a:t>옵션</a:t>
            </a:r>
            <a:r>
              <a:rPr lang="en-US" altLang="ko-KR" dirty="0"/>
              <a:t>] [</a:t>
            </a:r>
            <a:r>
              <a:rPr lang="ko-KR" altLang="en-US" dirty="0"/>
              <a:t>필터 조건</a:t>
            </a:r>
            <a:r>
              <a:rPr lang="en-US" altLang="ko-KR" dirty="0"/>
              <a:t>]</a:t>
            </a:r>
          </a:p>
          <a:p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tcpdump</a:t>
            </a:r>
            <a:r>
              <a:rPr lang="en-US" altLang="ko-KR" dirty="0"/>
              <a:t> –</a:t>
            </a:r>
            <a:r>
              <a:rPr lang="en-US" altLang="ko-KR" dirty="0" err="1"/>
              <a:t>i</a:t>
            </a:r>
            <a:r>
              <a:rPr lang="en-US" altLang="ko-KR" dirty="0"/>
              <a:t> ens33 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95BF8D-2547-FE39-38B1-370A9FF7461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9629390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9835078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15115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옵션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예시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153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인터페이스 지정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-i ens33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738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도메인 대신 </a:t>
                      </a:r>
                      <a:r>
                        <a:rPr lang="en-US" altLang="ko-KR"/>
                        <a:t>IP </a:t>
                      </a:r>
                      <a:r>
                        <a:rPr lang="ko-KR" altLang="en-US"/>
                        <a:t>표시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-nn : </a:t>
                      </a:r>
                      <a:r>
                        <a:rPr lang="ko-KR" altLang="en-US"/>
                        <a:t>포트 이름도 숫자로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488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-v, -vv, -vvv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상세도 높이기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-vvv : </a:t>
                      </a:r>
                      <a:r>
                        <a:rPr lang="ko-KR" altLang="en-US"/>
                        <a:t>가장 자세히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31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패킷 개수 지정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-c 10 : 10</a:t>
                      </a:r>
                      <a:r>
                        <a:rPr lang="ko-KR" altLang="en-US"/>
                        <a:t>개만 캡처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457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파일로 저장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pcap)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-w </a:t>
                      </a:r>
                      <a:r>
                        <a:rPr lang="en-US" dirty="0" err="1"/>
                        <a:t>log.pcap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098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저장된 파일 읽기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-r </a:t>
                      </a:r>
                      <a:r>
                        <a:rPr lang="en-US" dirty="0" err="1"/>
                        <a:t>log.pcap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592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496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A7E7B0-ADBC-E6A1-7926-474D527CE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기본적인 명령어 </a:t>
            </a:r>
            <a:r>
              <a:rPr lang="en-US" altLang="ko-KR" dirty="0"/>
              <a:t>(</a:t>
            </a:r>
            <a:r>
              <a:rPr lang="ko-KR" altLang="en-US" dirty="0"/>
              <a:t>필터 조건 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09E2845-17D9-8AF8-5E22-B0CD2B2DCE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8543184"/>
              </p:ext>
            </p:extLst>
          </p:nvPr>
        </p:nvGraphicFramePr>
        <p:xfrm>
          <a:off x="838200" y="2549769"/>
          <a:ext cx="10515600" cy="22585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227836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146906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53151516"/>
                    </a:ext>
                  </a:extLst>
                </a:gridCol>
              </a:tblGrid>
              <a:tr h="473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필터 유형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예시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001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port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port 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SSH </a:t>
                      </a:r>
                      <a:r>
                        <a:rPr lang="ko-KR" altLang="en-US"/>
                        <a:t>포트만 보기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882502"/>
                  </a:ext>
                </a:extLst>
              </a:tr>
              <a:tr h="473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host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host 172.16.6.1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특정 </a:t>
                      </a:r>
                      <a:r>
                        <a:rPr lang="en-US" altLang="ko-KR"/>
                        <a:t>IP </a:t>
                      </a:r>
                      <a:r>
                        <a:rPr lang="ko-KR" altLang="en-US"/>
                        <a:t>트래픽만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687303"/>
                  </a:ext>
                </a:extLst>
              </a:tr>
              <a:tr h="473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src / dst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src 172.16.6.1, dst 172.16.6.25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출발지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목적지 기준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153566"/>
                  </a:ext>
                </a:extLst>
              </a:tr>
              <a:tr h="473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and / or / not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port 80 and host 172.16.6.25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조건 조합 가능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171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837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CDFC572-E8DF-2D36-B272-A3F81E1057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1975123" cy="45192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CA73EE-C52E-E0C4-A3EA-14F9101D9D82}"/>
              </a:ext>
            </a:extLst>
          </p:cNvPr>
          <p:cNvSpPr txBox="1"/>
          <p:nvPr/>
        </p:nvSpPr>
        <p:spPr>
          <a:xfrm>
            <a:off x="707780" y="4952220"/>
            <a:ext cx="11126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[시간]  [프로토콜]  [</a:t>
            </a:r>
            <a:r>
              <a:rPr lang="ko-KR" altLang="en-US" dirty="0" err="1"/>
              <a:t>출발지IP.출발포트</a:t>
            </a:r>
            <a:r>
              <a:rPr lang="ko-KR" altLang="en-US" dirty="0"/>
              <a:t>]  &gt;  [</a:t>
            </a:r>
            <a:r>
              <a:rPr lang="ko-KR" altLang="en-US" dirty="0" err="1"/>
              <a:t>목적지IP.목적지포트</a:t>
            </a:r>
            <a:r>
              <a:rPr lang="ko-KR" altLang="en-US" dirty="0"/>
              <a:t>]  :  [TCP </a:t>
            </a:r>
            <a:r>
              <a:rPr lang="ko-KR" altLang="en-US" dirty="0" err="1"/>
              <a:t>Flags</a:t>
            </a:r>
            <a:r>
              <a:rPr lang="ko-KR" altLang="en-US" dirty="0"/>
              <a:t>], </a:t>
            </a:r>
            <a:r>
              <a:rPr lang="ko-KR" altLang="en-US" dirty="0" err="1"/>
              <a:t>seq</a:t>
            </a:r>
            <a:r>
              <a:rPr lang="ko-KR" altLang="en-US" dirty="0"/>
              <a:t>/</a:t>
            </a:r>
            <a:r>
              <a:rPr lang="ko-KR" altLang="en-US" dirty="0" err="1"/>
              <a:t>ack</a:t>
            </a:r>
            <a:r>
              <a:rPr lang="ko-KR" altLang="en-US" dirty="0"/>
              <a:t> 정보, </a:t>
            </a:r>
            <a:r>
              <a:rPr lang="ko-KR" altLang="en-US" dirty="0" err="1"/>
              <a:t>length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0119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D781F0-3603-70D3-A817-6CCFBC17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Wireshark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7F5ED-0C62-A05C-2A05-06CC769D0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sudo</a:t>
            </a:r>
            <a:r>
              <a:rPr lang="en-US" altLang="ko-KR" dirty="0"/>
              <a:t> apt install </a:t>
            </a:r>
            <a:r>
              <a:rPr lang="en-US" altLang="ko-KR" dirty="0" err="1"/>
              <a:t>wireshark</a:t>
            </a:r>
            <a:endParaRPr lang="en-US" altLang="ko-KR" dirty="0"/>
          </a:p>
          <a:p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dnf</a:t>
            </a:r>
            <a:r>
              <a:rPr lang="en-US" altLang="ko-KR" dirty="0"/>
              <a:t> install </a:t>
            </a:r>
            <a:r>
              <a:rPr lang="en-US" altLang="ko-KR" dirty="0" err="1"/>
              <a:t>wireshark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4016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B6B31-8B97-FC9B-B572-C70347599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파일로 저장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EDFABB-632B-5307-462F-A1F5E6B43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tcpdump</a:t>
            </a:r>
            <a:r>
              <a:rPr lang="en-US" altLang="ko-KR" dirty="0"/>
              <a:t> -</a:t>
            </a:r>
            <a:r>
              <a:rPr lang="en-US" altLang="ko-KR" dirty="0" err="1"/>
              <a:t>i</a:t>
            </a:r>
            <a:r>
              <a:rPr lang="en-US" altLang="ko-KR" dirty="0"/>
              <a:t> ens33 -</a:t>
            </a:r>
            <a:r>
              <a:rPr lang="en-US" altLang="ko-KR" dirty="0" err="1"/>
              <a:t>nn</a:t>
            </a:r>
            <a:r>
              <a:rPr lang="en-US" altLang="ko-KR" dirty="0"/>
              <a:t> -w </a:t>
            </a:r>
            <a:r>
              <a:rPr lang="en-US" altLang="ko-KR" dirty="0" err="1"/>
              <a:t>capture.pcap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wireshark</a:t>
            </a:r>
            <a:r>
              <a:rPr lang="en-US" altLang="ko-KR" dirty="0"/>
              <a:t> /root/</a:t>
            </a:r>
            <a:r>
              <a:rPr lang="en-US" altLang="ko-KR" dirty="0" err="1"/>
              <a:t>capture.pcap</a:t>
            </a:r>
            <a:r>
              <a:rPr lang="en-US" altLang="ko-KR" dirty="0"/>
              <a:t> &amp;</a:t>
            </a:r>
          </a:p>
          <a:p>
            <a:r>
              <a:rPr lang="ko-KR" altLang="en-US" dirty="0"/>
              <a:t>패킷 캡처는 </a:t>
            </a:r>
            <a:r>
              <a:rPr lang="en-US" altLang="ko-KR" dirty="0"/>
              <a:t>root</a:t>
            </a:r>
            <a:r>
              <a:rPr lang="ko-KR" altLang="en-US" dirty="0"/>
              <a:t>권한이 필요</a:t>
            </a:r>
          </a:p>
        </p:txBody>
      </p:sp>
    </p:spTree>
    <p:extLst>
      <p:ext uri="{BB962C8B-B14F-4D97-AF65-F5344CB8AC3E}">
        <p14:creationId xmlns:p14="http://schemas.microsoft.com/office/powerpoint/2010/main" val="152986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C39DFB-6451-A798-9B7A-359DE88F1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95" y="513775"/>
            <a:ext cx="11806209" cy="550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78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A4DFB-0107-9E5B-75DE-D3262D29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통신 방향 정리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511129E-EEF8-71C4-6AAC-B4CBA70963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95454"/>
          <a:ext cx="10515600" cy="20116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0539425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842806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42431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54375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출발지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목적지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프로토콜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04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172.16.6.1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104.18.32.47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TLSv1.2 (443)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외부 </a:t>
                      </a:r>
                      <a:r>
                        <a:rPr lang="en-US" altLang="ko-KR"/>
                        <a:t>HTTPS </a:t>
                      </a:r>
                      <a:r>
                        <a:rPr lang="ko-KR" altLang="en-US"/>
                        <a:t>접속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정상 웹 통신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010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172.16.12.1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172.16.12.200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내부 장비 간 세션 유지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128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172.16.6.1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172.16.254.107 (Broadcast)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MAC </a:t>
                      </a:r>
                      <a:r>
                        <a:rPr lang="ko-KR" altLang="en-US" dirty="0"/>
                        <a:t>주소 질의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정상 네트워크 동작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339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803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8A69E-3C5A-A894-941A-FCE45EFE7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FTP</a:t>
            </a:r>
            <a:r>
              <a:rPr lang="ko-KR" altLang="en-US" dirty="0"/>
              <a:t>저장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71B406-D695-A30E-9A7E-2C3853314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tcpdump</a:t>
            </a:r>
            <a:r>
              <a:rPr lang="en-US" altLang="ko-KR" dirty="0"/>
              <a:t> -</a:t>
            </a:r>
            <a:r>
              <a:rPr lang="en-US" altLang="ko-KR" dirty="0" err="1"/>
              <a:t>i</a:t>
            </a:r>
            <a:r>
              <a:rPr lang="en-US" altLang="ko-KR" dirty="0"/>
              <a:t> ens33 port 21 -</a:t>
            </a:r>
            <a:r>
              <a:rPr lang="en-US" altLang="ko-KR" dirty="0" err="1"/>
              <a:t>nn</a:t>
            </a:r>
            <a:r>
              <a:rPr lang="en-US" altLang="ko-KR" dirty="0"/>
              <a:t> -w </a:t>
            </a:r>
            <a:r>
              <a:rPr lang="en-US" altLang="ko-KR" dirty="0" err="1"/>
              <a:t>capture.pcap</a:t>
            </a:r>
            <a:endParaRPr lang="en-US" altLang="ko-KR" dirty="0"/>
          </a:p>
          <a:p>
            <a:r>
              <a:rPr lang="en-US" altLang="ko-KR" dirty="0"/>
              <a:t>FTP </a:t>
            </a:r>
            <a:r>
              <a:rPr lang="ko-KR" altLang="en-US" dirty="0"/>
              <a:t>저장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wireshark</a:t>
            </a:r>
            <a:r>
              <a:rPr lang="en-US" altLang="ko-KR" dirty="0"/>
              <a:t> /root/</a:t>
            </a:r>
            <a:r>
              <a:rPr lang="en-US" altLang="ko-KR" dirty="0" err="1"/>
              <a:t>capture.pcap</a:t>
            </a:r>
            <a:r>
              <a:rPr lang="en-US" altLang="ko-KR" dirty="0"/>
              <a:t> &amp;</a:t>
            </a:r>
          </a:p>
          <a:p>
            <a:r>
              <a:rPr lang="ko-KR" altLang="en-US" dirty="0"/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2928533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1642F-BCE3-02BF-0430-41865E63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34D05366-BA0F-8D93-5714-E6B6A8DEF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99701"/>
            <a:ext cx="11143590" cy="5191499"/>
          </a:xfrm>
        </p:spPr>
      </p:pic>
      <p:sp>
        <p:nvSpPr>
          <p:cNvPr id="4" name="AutoShape 2" descr="업로드한 이미지">
            <a:extLst>
              <a:ext uri="{FF2B5EF4-FFF2-40B4-BE49-F238E27FC236}">
                <a16:creationId xmlns:a16="http://schemas.microsoft.com/office/drawing/2014/main" id="{5FAB829D-21BA-CB02-8D4F-D8940AC18F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624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510</Words>
  <Application>Microsoft Office PowerPoint</Application>
  <PresentationFormat>와이드스크린</PresentationFormat>
  <Paragraphs>122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Tcpdump</vt:lpstr>
      <vt:lpstr>Tcpdump란?</vt:lpstr>
      <vt:lpstr>왜 Tcpdump를 사용해야 하는가?</vt:lpstr>
      <vt:lpstr>Tcpdump의 특징</vt:lpstr>
      <vt:lpstr>Tcpdump의 모드</vt:lpstr>
      <vt:lpstr>Tcpdump확인</vt:lpstr>
      <vt:lpstr>PowerPoint 프레젠테이션</vt:lpstr>
      <vt:lpstr>기본적인 명령어(옵션 중심)</vt:lpstr>
      <vt:lpstr>기본적인 명령어 (필터 조건 예시)</vt:lpstr>
      <vt:lpstr>PowerPoint 프레젠테이션</vt:lpstr>
      <vt:lpstr>Wireshark 설치</vt:lpstr>
      <vt:lpstr>파일로 저장</vt:lpstr>
      <vt:lpstr>PowerPoint 프레젠테이션</vt:lpstr>
      <vt:lpstr>통신 방향 정리</vt:lpstr>
      <vt:lpstr>FTP저장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5</cp:revision>
  <dcterms:created xsi:type="dcterms:W3CDTF">2025-11-12T10:55:52Z</dcterms:created>
  <dcterms:modified xsi:type="dcterms:W3CDTF">2025-11-18T01:19:47Z</dcterms:modified>
</cp:coreProperties>
</file>