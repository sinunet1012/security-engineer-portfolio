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8E127-7D44-2916-E775-E6012DEA4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38B63F-0A15-9B4C-7C1A-3FD7E8054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43521-AEB4-840E-E468-A1B65A38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527F02-BBB5-6659-9585-89EAB04E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670C31-DF9B-0C78-7969-1237E625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8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6AC90-C083-28AC-A59B-FE707688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004002-14A3-1FEC-05C6-29092F6C8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FACCEB-04BC-2539-817E-7E79C281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7BFA2B-1E54-E395-9F5D-EF6B5BBD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731717-66CE-B21A-7935-D17BA1B8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38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1F594-2C5D-3773-C9BC-1FB52D54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6E734-038E-169F-04C1-82768F793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22793-26F6-23D9-F9DE-FF2D73CFF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CBCAE3-88E0-CAA9-FEAB-7E0A2221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45D7C9-0BE3-ABD5-7EF6-4CAA41A29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58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F414A-F1D2-5FC5-86F6-BA172E29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F15A88-E536-6EF3-4C13-0ECBAF341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570DD5-BE63-BF6F-5685-D246CD187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482996-CE9A-F562-DDF0-16278B42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328C56-BD28-417D-F818-CC8117C9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5D5693-247E-D54D-9C18-86F8E88EE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755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DA037-DF8D-08E9-9703-27BA7487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1676C5-61B2-CF11-4EA0-5C594D975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5DE5B9-1847-BE00-9C5F-33E66194D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E2ABF8-673B-AC52-393A-855DD0C36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ABA715C-4631-E6BA-2203-E29C2BBDB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CAEEEBF-3BDB-8F97-BF5B-58736559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8ABCB9-4AE6-AA97-C3D5-276CA60E4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C21C7D-A2CF-F148-89A4-1CF4BF12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592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01113-7E87-D889-9887-10610916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E89D60-3A19-37D7-95E3-4A034580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44FA24-8DE8-88B0-5BD1-0A63F7E83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413CA7-D426-6308-EBDD-B5E20FF6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29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64990B-4121-917B-6656-9EBADF7B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0D4DB0-9C49-5256-F268-B275D516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AA8739-0E25-61B7-E329-04E96330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126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47E91-475B-25FB-20D8-952AF5798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2186FE-8FE9-A993-909D-D5F53C5B1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6AD59A-AE93-E867-3E0F-06F712F22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79AB8E-6EFA-ADB5-75C5-33D17EBDB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0AECC8-7C77-4013-8268-F4493C0D4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0D6DAC-B7EE-3E43-D541-66DB7A9B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29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A4616-C56B-8C87-E989-403E935F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E195DF-101C-1AE4-D76D-6B98B9F36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7C9EB5-30AC-5C86-4659-CA69A4C5A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DAD18B-AB60-B056-A691-4DB1B066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309CEF-B184-1C11-4863-5FE754A03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56303C-8D18-EDB1-AD14-6A1212EF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81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780CD-FE78-AB94-47BE-7D1D9BC63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52F65D-DC9F-67DD-BD0C-098A0A840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BDE3E-8032-3A3C-DD5B-548402C16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EC6C4C-6D20-AF7E-AA49-7D07767E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3225BB-E5D1-C5E5-8DE2-9F0A3DE07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59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130966-2200-A6CE-09F0-40643D07E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A402C9-9A59-E0EA-501C-570CFEDE9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A5D1D7-088B-DE24-49BC-ECEB5323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CD462C-33D7-2B9E-92CA-38FF0EAF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576752-760D-C1EC-D604-C8F68B45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21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7AC4B8-8AFF-CBCB-6986-AF4EA1C8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76E214-5C99-9DBD-9E2D-BC8242389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3A45A-30B3-8A9E-46F8-9F7194754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57A08-82FB-4B37-AFF3-082A1289127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48B7BC-CA69-DCC0-24F9-A1BB7D1EE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5A3773-CA26-7381-F1A8-5D79FA915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DCF0D-87C1-4CF0-B4E0-872FB65F1E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913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5F59E-B187-1A5D-4F4A-EFAB75206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Tcpdump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76D813-9CB7-7A96-7922-2654601A21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10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AD72E-E942-B202-A62C-C1483E8EC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Tcpdump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5DBB3-2C3C-7984-9E08-5B4D4961F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네트워크 패킷을 그대로 생으로 보여주는 도구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쉽게 말하면 서버에 들어오고 나가는 모든 트래픽을 생으로</a:t>
            </a:r>
          </a:p>
          <a:p>
            <a:r>
              <a:rPr lang="ko-KR" altLang="en-US" dirty="0"/>
              <a:t>볼 수 있는 네트워크 </a:t>
            </a:r>
            <a:r>
              <a:rPr lang="en-US" altLang="ko-KR" dirty="0" err="1"/>
              <a:t>cctv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263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ABEF3-5690-0F9D-AF1C-50523F98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D27028-3756-FE9E-4351-A4C6721B6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해킹 시도 탐지</a:t>
            </a:r>
          </a:p>
          <a:p>
            <a:r>
              <a:rPr lang="ko-KR" altLang="en-US" dirty="0"/>
              <a:t>네트워크 장애 원인 파악</a:t>
            </a:r>
          </a:p>
          <a:p>
            <a:r>
              <a:rPr lang="ko-KR" altLang="en-US" dirty="0"/>
              <a:t>특정 서비스</a:t>
            </a:r>
            <a:r>
              <a:rPr lang="en-US" altLang="ko-KR" dirty="0"/>
              <a:t>(ssh, </a:t>
            </a:r>
            <a:r>
              <a:rPr lang="en-US" altLang="ko-KR" dirty="0" err="1"/>
              <a:t>dns</a:t>
            </a:r>
            <a:r>
              <a:rPr lang="en-US" altLang="ko-KR" dirty="0"/>
              <a:t>, web)</a:t>
            </a:r>
            <a:r>
              <a:rPr lang="ko-KR" altLang="en-US" dirty="0"/>
              <a:t>정상 동작 여부 확인</a:t>
            </a:r>
          </a:p>
          <a:p>
            <a:r>
              <a:rPr lang="ko-KR" altLang="en-US" dirty="0"/>
              <a:t>포트스캔 </a:t>
            </a:r>
            <a:r>
              <a:rPr lang="en-US" altLang="ko-KR" dirty="0"/>
              <a:t>/ </a:t>
            </a:r>
            <a:r>
              <a:rPr lang="ko-KR" altLang="en-US" dirty="0"/>
              <a:t>비정상 접속 감지</a:t>
            </a:r>
          </a:p>
        </p:txBody>
      </p:sp>
    </p:spTree>
    <p:extLst>
      <p:ext uri="{BB962C8B-B14F-4D97-AF65-F5344CB8AC3E}">
        <p14:creationId xmlns:p14="http://schemas.microsoft.com/office/powerpoint/2010/main" val="1400906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AE394-7F4E-5A0A-9B95-74DA9F7D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필요한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BC41B-585A-E9FD-B6F3-8F46EF7CF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Tcpdump</a:t>
            </a:r>
            <a:r>
              <a:rPr lang="ko-KR" altLang="en-US" dirty="0"/>
              <a:t>를 사용하면 서버에서 실제로 어떤 패킷이 오고 가는지 눈으로 직접 확인이 가능해 문제를 빠르게 찾을 수 있음</a:t>
            </a:r>
          </a:p>
          <a:p>
            <a:r>
              <a:rPr lang="en-US" altLang="ko-KR" dirty="0"/>
              <a:t>EX)</a:t>
            </a:r>
          </a:p>
          <a:p>
            <a:r>
              <a:rPr lang="en-US" altLang="ko-KR" dirty="0"/>
              <a:t>Ssh</a:t>
            </a:r>
            <a:r>
              <a:rPr lang="ko-KR" altLang="en-US" dirty="0"/>
              <a:t>접속인 안됨 </a:t>
            </a:r>
            <a:r>
              <a:rPr lang="en-US" altLang="ko-KR" dirty="0"/>
              <a:t>-&gt; </a:t>
            </a:r>
            <a:r>
              <a:rPr lang="en-US" altLang="ko-KR" dirty="0" err="1"/>
              <a:t>tcpdump</a:t>
            </a:r>
            <a:r>
              <a:rPr lang="ko-KR" altLang="en-US" dirty="0"/>
              <a:t>를 보면 </a:t>
            </a:r>
            <a:r>
              <a:rPr lang="en-US" altLang="ko-KR" dirty="0"/>
              <a:t>syn</a:t>
            </a:r>
            <a:r>
              <a:rPr lang="ko-KR" altLang="en-US" dirty="0"/>
              <a:t>은 들어오고 </a:t>
            </a:r>
            <a:r>
              <a:rPr lang="en-US" altLang="ko-KR" dirty="0"/>
              <a:t>ack</a:t>
            </a:r>
            <a:r>
              <a:rPr lang="ko-KR" altLang="en-US" dirty="0"/>
              <a:t>가 </a:t>
            </a:r>
            <a:r>
              <a:rPr lang="ko-KR" altLang="en-US" dirty="0" err="1"/>
              <a:t>안나가서</a:t>
            </a:r>
            <a:r>
              <a:rPr lang="ko-KR" altLang="en-US" dirty="0"/>
              <a:t> 방화벽 </a:t>
            </a:r>
            <a:r>
              <a:rPr lang="ko-KR" altLang="en-US" dirty="0" err="1"/>
              <a:t>문제라는걸</a:t>
            </a:r>
            <a:r>
              <a:rPr lang="ko-KR" altLang="en-US" dirty="0"/>
              <a:t> 알  수 있음</a:t>
            </a:r>
          </a:p>
          <a:p>
            <a:r>
              <a:rPr lang="en-US" altLang="ko-KR" dirty="0" err="1"/>
              <a:t>Dns</a:t>
            </a:r>
            <a:r>
              <a:rPr lang="ko-KR" altLang="en-US" dirty="0" err="1"/>
              <a:t>가안됨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요청은 나가는데 응답이 </a:t>
            </a:r>
            <a:r>
              <a:rPr lang="ko-KR" altLang="en-US" dirty="0" err="1"/>
              <a:t>안들어오는걸</a:t>
            </a:r>
            <a:r>
              <a:rPr lang="ko-KR" altLang="en-US" dirty="0"/>
              <a:t> 확인가능</a:t>
            </a:r>
          </a:p>
          <a:p>
            <a:endParaRPr lang="ko-KR" altLang="en-US" dirty="0"/>
          </a:p>
          <a:p>
            <a:r>
              <a:rPr lang="ko-KR" altLang="en-US" dirty="0"/>
              <a:t>공격자가 계속 비번을 틀리는 경우 </a:t>
            </a:r>
            <a:r>
              <a:rPr lang="en-US" altLang="ko-KR" dirty="0"/>
              <a:t>-&gt; failed password</a:t>
            </a:r>
            <a:r>
              <a:rPr lang="ko-KR" altLang="en-US" dirty="0"/>
              <a:t>패킷 반복 확인 가능</a:t>
            </a:r>
          </a:p>
        </p:txBody>
      </p:sp>
    </p:spTree>
    <p:extLst>
      <p:ext uri="{BB962C8B-B14F-4D97-AF65-F5344CB8AC3E}">
        <p14:creationId xmlns:p14="http://schemas.microsoft.com/office/powerpoint/2010/main" val="3571800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48A51-4026-47EC-6031-9D3FD197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3D546-E7FA-B681-788A-1BA344034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141537"/>
            <a:ext cx="10515600" cy="4351338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Tcpdump</a:t>
            </a:r>
            <a:r>
              <a:rPr lang="ko-KR" altLang="en-US" dirty="0"/>
              <a:t>가 있나 확인</a:t>
            </a:r>
          </a:p>
          <a:p>
            <a:r>
              <a:rPr lang="ko-KR" altLang="en-US" dirty="0"/>
              <a:t>대부분 리눅스에서 기본으로 제공됨</a:t>
            </a:r>
          </a:p>
          <a:p>
            <a:endParaRPr lang="ko-KR" altLang="en-US" dirty="0"/>
          </a:p>
          <a:p>
            <a:r>
              <a:rPr lang="ko-KR" altLang="en-US" dirty="0" err="1"/>
              <a:t>없는경우</a:t>
            </a:r>
            <a:r>
              <a:rPr lang="ko-KR" altLang="en-US" dirty="0"/>
              <a:t> </a:t>
            </a:r>
            <a:r>
              <a:rPr lang="en-US" altLang="ko-KR" dirty="0" err="1"/>
              <a:t>sudo</a:t>
            </a:r>
            <a:r>
              <a:rPr lang="en-US" altLang="ko-KR" dirty="0"/>
              <a:t> apt install –y </a:t>
            </a:r>
            <a:r>
              <a:rPr lang="en-US" altLang="ko-KR" dirty="0" err="1"/>
              <a:t>tcpdump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1058EAB-7161-120B-CADD-4FCD39B1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159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05421112">
            <a:extLst>
              <a:ext uri="{FF2B5EF4-FFF2-40B4-BE49-F238E27FC236}">
                <a16:creationId xmlns:a16="http://schemas.microsoft.com/office/drawing/2014/main" id="{89FA9228-DA3C-39C6-F4D8-299268555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5912"/>
            <a:ext cx="8610600" cy="370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026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3532D-4B55-FAE6-44CF-55857900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DCD0B-7F3C-0620-D939-04D4A2AE6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8"/>
            <a:endParaRPr lang="en-US" altLang="ko-KR" dirty="0"/>
          </a:p>
          <a:p>
            <a:pPr lvl="8"/>
            <a:endParaRPr lang="en-US" altLang="ko-KR" dirty="0"/>
          </a:p>
          <a:p>
            <a:pPr lvl="8"/>
            <a:endParaRPr lang="en-US" altLang="ko-KR" dirty="0"/>
          </a:p>
          <a:p>
            <a:pPr lvl="8"/>
            <a:endParaRPr lang="en-US" altLang="ko-KR" dirty="0"/>
          </a:p>
          <a:p>
            <a:pPr lvl="8"/>
            <a:endParaRPr lang="en-US" altLang="ko-KR" dirty="0"/>
          </a:p>
          <a:p>
            <a:pPr lvl="8"/>
            <a:endParaRPr lang="en-US" altLang="ko-KR" dirty="0"/>
          </a:p>
          <a:p>
            <a:pPr lvl="8"/>
            <a:endParaRPr lang="en-US" altLang="ko-KR" dirty="0"/>
          </a:p>
          <a:p>
            <a:pPr lvl="8"/>
            <a:endParaRPr lang="en-US" altLang="ko-KR" dirty="0"/>
          </a:p>
          <a:p>
            <a:pPr lvl="8"/>
            <a:endParaRPr lang="en-US" altLang="ko-KR" dirty="0"/>
          </a:p>
          <a:p>
            <a:pPr lvl="8"/>
            <a:endParaRPr lang="en-US" altLang="ko-KR" dirty="0"/>
          </a:p>
          <a:p>
            <a:pPr lvl="8"/>
            <a:endParaRPr lang="en-US" altLang="ko-KR" dirty="0"/>
          </a:p>
          <a:p>
            <a:pPr lvl="8"/>
            <a:r>
              <a:rPr lang="en-US" altLang="ko-KR" dirty="0" err="1"/>
              <a:t>ip</a:t>
            </a:r>
            <a:r>
              <a:rPr lang="en-US" altLang="ko-KR" dirty="0"/>
              <a:t> a</a:t>
            </a:r>
            <a:r>
              <a:rPr lang="ko-KR" altLang="en-US" dirty="0"/>
              <a:t>로  인터페이스 확인</a:t>
            </a:r>
            <a:r>
              <a:rPr lang="en-US" altLang="ko-KR" dirty="0"/>
              <a:t>               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F43B37-58E0-EE83-C447-88A055FFE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205421032">
            <a:extLst>
              <a:ext uri="{FF2B5EF4-FFF2-40B4-BE49-F238E27FC236}">
                <a16:creationId xmlns:a16="http://schemas.microsoft.com/office/drawing/2014/main" id="{A276C338-A2C7-011F-FC0F-3B95B8587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08" y="365125"/>
            <a:ext cx="5701145" cy="460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708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E5648-1160-066E-0732-E26F8BCE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FE8638-EC59-1E3D-11DE-0268677C3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ko-KR" altLang="en-US" dirty="0"/>
          </a:p>
          <a:p>
            <a:r>
              <a:rPr lang="ko-KR" altLang="en-US" dirty="0"/>
              <a:t>기본모드 </a:t>
            </a:r>
            <a:r>
              <a:rPr lang="en-US" altLang="ko-KR" dirty="0"/>
              <a:t>= </a:t>
            </a:r>
            <a:r>
              <a:rPr lang="ko-KR" altLang="en-US" dirty="0" err="1"/>
              <a:t>프로미스큐어스</a:t>
            </a:r>
            <a:r>
              <a:rPr lang="ko-KR" altLang="en-US" dirty="0"/>
              <a:t> 모드</a:t>
            </a:r>
          </a:p>
          <a:p>
            <a:r>
              <a:rPr lang="en-US" altLang="ko-KR" dirty="0"/>
              <a:t>Sudo </a:t>
            </a:r>
            <a:r>
              <a:rPr lang="en-US" altLang="ko-KR" dirty="0" err="1"/>
              <a:t>tcpdump</a:t>
            </a:r>
            <a:r>
              <a:rPr lang="en-US" altLang="ko-KR" dirty="0"/>
              <a:t> –</a:t>
            </a:r>
            <a:r>
              <a:rPr lang="en-US" altLang="ko-KR" dirty="0" err="1"/>
              <a:t>i</a:t>
            </a:r>
            <a:r>
              <a:rPr lang="en-US" altLang="ko-KR" dirty="0"/>
              <a:t> ens33</a:t>
            </a:r>
          </a:p>
          <a:p>
            <a:endParaRPr lang="en-US" altLang="ko-KR" dirty="0"/>
          </a:p>
          <a:p>
            <a:r>
              <a:rPr lang="ko-KR" altLang="en-US" dirty="0" err="1"/>
              <a:t>노멀</a:t>
            </a:r>
            <a:r>
              <a:rPr lang="ko-KR" altLang="en-US" dirty="0"/>
              <a:t> 모드</a:t>
            </a:r>
          </a:p>
          <a:p>
            <a:r>
              <a:rPr lang="en-US" altLang="ko-KR" dirty="0"/>
              <a:t>Sudo </a:t>
            </a:r>
            <a:r>
              <a:rPr lang="en-US" altLang="ko-KR" dirty="0" err="1"/>
              <a:t>tcpdump</a:t>
            </a:r>
            <a:r>
              <a:rPr lang="en-US" altLang="ko-KR" dirty="0"/>
              <a:t> –</a:t>
            </a:r>
            <a:r>
              <a:rPr lang="en-US" altLang="ko-KR" dirty="0" err="1"/>
              <a:t>i</a:t>
            </a:r>
            <a:r>
              <a:rPr lang="en-US" altLang="ko-KR" dirty="0"/>
              <a:t> ens33 –p</a:t>
            </a:r>
          </a:p>
          <a:p>
            <a:r>
              <a:rPr lang="ko-KR" altLang="en-US" dirty="0"/>
              <a:t>본인 </a:t>
            </a:r>
            <a:r>
              <a:rPr lang="en-US" altLang="ko-KR" dirty="0"/>
              <a:t>IP</a:t>
            </a:r>
            <a:r>
              <a:rPr lang="ko-KR" altLang="en-US" dirty="0"/>
              <a:t>만 나옴</a:t>
            </a:r>
          </a:p>
          <a:p>
            <a:r>
              <a:rPr lang="ko-KR" altLang="en-US" dirty="0"/>
              <a:t>목적지 </a:t>
            </a:r>
            <a:r>
              <a:rPr lang="en-US" altLang="ko-KR" dirty="0"/>
              <a:t>MAC</a:t>
            </a:r>
            <a:r>
              <a:rPr lang="ko-KR" altLang="en-US" dirty="0"/>
              <a:t>이 자기 </a:t>
            </a:r>
            <a:r>
              <a:rPr lang="en-US" altLang="ko-KR" dirty="0"/>
              <a:t>NIC</a:t>
            </a:r>
            <a:r>
              <a:rPr lang="ko-KR" altLang="en-US" dirty="0"/>
              <a:t>인 패킷만 보임</a:t>
            </a:r>
          </a:p>
          <a:p>
            <a:r>
              <a:rPr lang="ko-KR" altLang="en-US" dirty="0"/>
              <a:t>스위치 환경에서는 대부분 트래픽을 못 본다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448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2DABE-B379-CD46-7763-A70829CC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744C71-C19D-36C6-569A-AB20A2B53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Sudo </a:t>
            </a:r>
            <a:r>
              <a:rPr lang="en-US" altLang="ko-KR" dirty="0" err="1"/>
              <a:t>tcpdump</a:t>
            </a:r>
            <a:r>
              <a:rPr lang="en-US" altLang="ko-KR" dirty="0"/>
              <a:t> –</a:t>
            </a:r>
            <a:r>
              <a:rPr lang="en-US" altLang="ko-KR" dirty="0" err="1"/>
              <a:t>i</a:t>
            </a:r>
            <a:r>
              <a:rPr lang="en-US" altLang="ko-KR" dirty="0"/>
              <a:t> ens33 –</a:t>
            </a:r>
            <a:r>
              <a:rPr lang="en-US" altLang="ko-KR" dirty="0" err="1"/>
              <a:t>nn</a:t>
            </a:r>
            <a:r>
              <a:rPr lang="en-US" altLang="ko-KR" dirty="0"/>
              <a:t> host 172.16.6.1</a:t>
            </a:r>
          </a:p>
          <a:p>
            <a:r>
              <a:rPr lang="ko-KR" altLang="en-US" dirty="0"/>
              <a:t>특정 </a:t>
            </a:r>
            <a:r>
              <a:rPr lang="en-US" altLang="ko-KR" dirty="0" err="1"/>
              <a:t>ip</a:t>
            </a:r>
            <a:r>
              <a:rPr lang="ko-KR" altLang="en-US" dirty="0"/>
              <a:t>만 보기 </a:t>
            </a:r>
            <a:r>
              <a:rPr lang="en-US" altLang="ko-KR" dirty="0"/>
              <a:t>host</a:t>
            </a:r>
            <a:r>
              <a:rPr lang="ko-KR" altLang="en-US" dirty="0"/>
              <a:t>앞에 </a:t>
            </a:r>
            <a:r>
              <a:rPr lang="en-US" altLang="ko-KR" dirty="0"/>
              <a:t>not</a:t>
            </a:r>
            <a:r>
              <a:rPr lang="ko-KR" altLang="en-US" dirty="0"/>
              <a:t>을 </a:t>
            </a:r>
            <a:r>
              <a:rPr lang="ko-KR" altLang="en-US" dirty="0" err="1"/>
              <a:t>붙히면</a:t>
            </a:r>
            <a:r>
              <a:rPr lang="ko-KR" altLang="en-US" dirty="0"/>
              <a:t> 특정 </a:t>
            </a:r>
            <a:r>
              <a:rPr lang="en-US" altLang="ko-KR" dirty="0" err="1"/>
              <a:t>ip</a:t>
            </a:r>
            <a:r>
              <a:rPr lang="ko-KR" altLang="en-US" dirty="0"/>
              <a:t>만 제외</a:t>
            </a:r>
          </a:p>
          <a:p>
            <a:endParaRPr lang="ko-KR" altLang="en-US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tcpdump</a:t>
            </a:r>
            <a:r>
              <a:rPr lang="en-US" altLang="ko-KR" dirty="0"/>
              <a:t> -</a:t>
            </a:r>
            <a:r>
              <a:rPr lang="en-US" altLang="ko-KR" dirty="0" err="1"/>
              <a:t>i</a:t>
            </a:r>
            <a:r>
              <a:rPr lang="en-US" altLang="ko-KR" dirty="0"/>
              <a:t> ens33 -</a:t>
            </a:r>
            <a:r>
              <a:rPr lang="en-US" altLang="ko-KR" dirty="0" err="1"/>
              <a:t>nn</a:t>
            </a:r>
            <a:r>
              <a:rPr lang="en-US" altLang="ko-KR" dirty="0"/>
              <a:t> port 22</a:t>
            </a:r>
          </a:p>
          <a:p>
            <a:r>
              <a:rPr lang="ko-KR" altLang="en-US" dirty="0"/>
              <a:t>특정 포트만 보기 </a:t>
            </a:r>
            <a:r>
              <a:rPr lang="en-US" altLang="ko-KR" dirty="0"/>
              <a:t>(ssh)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2587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C56C6-DBD1-B993-11B4-2EAF5AC8F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파일로 저장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BD4571-2235-D510-0A58-B75AC4A19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tcpdump</a:t>
            </a:r>
            <a:r>
              <a:rPr lang="en-US" altLang="ko-KR" dirty="0"/>
              <a:t> -</a:t>
            </a:r>
            <a:r>
              <a:rPr lang="en-US" altLang="ko-KR" dirty="0" err="1"/>
              <a:t>i</a:t>
            </a:r>
            <a:r>
              <a:rPr lang="en-US" altLang="ko-KR" dirty="0"/>
              <a:t> ens33 -</a:t>
            </a:r>
            <a:r>
              <a:rPr lang="en-US" altLang="ko-KR" dirty="0" err="1"/>
              <a:t>nn</a:t>
            </a:r>
            <a:r>
              <a:rPr lang="en-US" altLang="ko-KR" dirty="0"/>
              <a:t> -w </a:t>
            </a:r>
            <a:r>
              <a:rPr lang="en-US" altLang="ko-KR" dirty="0" err="1"/>
              <a:t>capture.pcap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종료시</a:t>
            </a:r>
            <a:r>
              <a:rPr lang="ko-KR" altLang="en-US" dirty="0"/>
              <a:t> </a:t>
            </a:r>
            <a:r>
              <a:rPr lang="en-US" altLang="ko-KR" dirty="0" err="1"/>
              <a:t>ctrl+c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Sudo apt install –y </a:t>
            </a:r>
            <a:r>
              <a:rPr lang="en-US" altLang="ko-KR" dirty="0" err="1"/>
              <a:t>wireshark</a:t>
            </a:r>
            <a:endParaRPr lang="en-US" altLang="ko-KR" dirty="0"/>
          </a:p>
          <a:p>
            <a:r>
              <a:rPr lang="ko-KR" altLang="en-US" dirty="0"/>
              <a:t>와이어 </a:t>
            </a:r>
            <a:r>
              <a:rPr lang="ko-KR" altLang="en-US" dirty="0" err="1"/>
              <a:t>샤크</a:t>
            </a:r>
            <a:r>
              <a:rPr lang="ko-KR" altLang="en-US" dirty="0"/>
              <a:t> 설치</a:t>
            </a:r>
          </a:p>
          <a:p>
            <a:endParaRPr lang="ko-KR" altLang="en-US" dirty="0"/>
          </a:p>
          <a:p>
            <a:r>
              <a:rPr lang="en-US" altLang="ko-KR" dirty="0" err="1"/>
              <a:t>wireshark</a:t>
            </a:r>
            <a:r>
              <a:rPr lang="en-US" altLang="ko-KR" dirty="0"/>
              <a:t> /root/</a:t>
            </a:r>
            <a:r>
              <a:rPr lang="en-US" altLang="ko-KR" dirty="0" err="1"/>
              <a:t>capture.pcap</a:t>
            </a:r>
            <a:r>
              <a:rPr lang="en-US" altLang="ko-KR" dirty="0"/>
              <a:t> &amp;</a:t>
            </a:r>
          </a:p>
          <a:p>
            <a:r>
              <a:rPr lang="ko-KR" altLang="en-US" dirty="0"/>
              <a:t>저장된 파일 </a:t>
            </a:r>
            <a:r>
              <a:rPr lang="ko-KR" altLang="en-US" dirty="0" err="1"/>
              <a:t>와이어샤크로</a:t>
            </a:r>
            <a:r>
              <a:rPr lang="ko-KR" altLang="en-US" dirty="0"/>
              <a:t> 확인가능</a:t>
            </a:r>
          </a:p>
        </p:txBody>
      </p:sp>
    </p:spTree>
    <p:extLst>
      <p:ext uri="{BB962C8B-B14F-4D97-AF65-F5344CB8AC3E}">
        <p14:creationId xmlns:p14="http://schemas.microsoft.com/office/powerpoint/2010/main" val="1620669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48DD3D-A183-CC07-00D0-CC7B258D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Snort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0D9B9A-45E5-3044-6074-B041C0AD5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네트워크 침입탐지 시스템</a:t>
            </a:r>
          </a:p>
          <a:p>
            <a:endParaRPr lang="ko-KR" altLang="en-US" dirty="0"/>
          </a:p>
          <a:p>
            <a:r>
              <a:rPr lang="ko-KR" altLang="en-US" dirty="0"/>
              <a:t>네트워크에서 들어오는 패킷을 분석해서</a:t>
            </a:r>
            <a:r>
              <a:rPr lang="en-US" altLang="ko-KR" dirty="0"/>
              <a:t>, </a:t>
            </a:r>
            <a:r>
              <a:rPr lang="ko-KR" altLang="en-US" dirty="0"/>
              <a:t>악성 패턴이나 공격 시도를 탐지해주는 보안도구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32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FA869-C3A0-09BB-1C15-8B7457062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IDS / IPS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E1439-447E-DA34-8D04-519BFDFE5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IDS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침입 탐지 시스템</a:t>
            </a:r>
          </a:p>
          <a:p>
            <a:r>
              <a:rPr lang="ko-KR" altLang="en-US" dirty="0"/>
              <a:t>공격을 발견해서 알려주는 역할</a:t>
            </a:r>
          </a:p>
          <a:p>
            <a:endParaRPr lang="ko-KR" altLang="en-US" dirty="0"/>
          </a:p>
          <a:p>
            <a:r>
              <a:rPr lang="en-US" altLang="ko-KR" dirty="0"/>
              <a:t>IPS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침입 방지 시스템</a:t>
            </a:r>
          </a:p>
          <a:p>
            <a:r>
              <a:rPr lang="ko-KR" altLang="en-US" dirty="0"/>
              <a:t>공격을 탐지하고 즉시 차단까지 하는 역할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5010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ACB0B-5893-0607-5293-5B739D0C6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altLang="ko-KR" dirty="0"/>
              <a:t>Snort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AD9BD4-D1C0-CCE3-0FC0-C410DAF68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설치할 때 </a:t>
            </a:r>
            <a:r>
              <a:rPr lang="en-US" altLang="ko-KR" dirty="0"/>
              <a:t>y</a:t>
            </a:r>
          </a:p>
          <a:p>
            <a:r>
              <a:rPr lang="en-US" altLang="ko-KR" dirty="0"/>
              <a:t>Snort</a:t>
            </a:r>
            <a:r>
              <a:rPr lang="ko-KR" altLang="en-US" dirty="0"/>
              <a:t>가 동작하는 데 필요한 라이브러리</a:t>
            </a:r>
            <a:r>
              <a:rPr lang="en-US" altLang="ko-KR" dirty="0"/>
              <a:t>, </a:t>
            </a:r>
            <a:r>
              <a:rPr lang="ko-KR" altLang="en-US" dirty="0"/>
              <a:t>규칙</a:t>
            </a:r>
            <a:r>
              <a:rPr lang="en-US" altLang="ko-KR" dirty="0"/>
              <a:t>(rule), </a:t>
            </a:r>
            <a:r>
              <a:rPr lang="ko-KR" altLang="en-US" dirty="0"/>
              <a:t>의존성</a:t>
            </a:r>
            <a:r>
              <a:rPr lang="en-US" altLang="ko-KR" dirty="0"/>
              <a:t>(Perl </a:t>
            </a:r>
            <a:r>
              <a:rPr lang="ko-KR" altLang="en-US" dirty="0"/>
              <a:t>모듈 등</a:t>
            </a:r>
            <a:r>
              <a:rPr lang="en-US" altLang="ko-KR" dirty="0"/>
              <a:t>) </a:t>
            </a:r>
            <a:r>
              <a:rPr lang="ko-KR" altLang="en-US" dirty="0"/>
              <a:t>도 자동으로 같이 깔림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0684056-6914-30DD-72C4-ADDA5F941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233344792">
            <a:extLst>
              <a:ext uri="{FF2B5EF4-FFF2-40B4-BE49-F238E27FC236}">
                <a16:creationId xmlns:a16="http://schemas.microsoft.com/office/drawing/2014/main" id="{12D6C759-A6A3-F43B-82C9-301E85224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63" y="1903413"/>
            <a:ext cx="9984323" cy="102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299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30D18-861B-36A6-655E-2223CB8E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C0770-5BCC-A75D-185B-A0E18D50C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Snort</a:t>
            </a:r>
            <a:r>
              <a:rPr lang="ko-KR" altLang="en-US" dirty="0"/>
              <a:t>가 보호해야 할 네트워크 범위</a:t>
            </a:r>
          </a:p>
          <a:p>
            <a:r>
              <a:rPr lang="en-US" altLang="ko-KR" dirty="0"/>
              <a:t>172.16.0.0/16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1C675C6-F0EE-CB41-DAE4-0CF6CDBB8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59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205419672">
            <a:extLst>
              <a:ext uri="{FF2B5EF4-FFF2-40B4-BE49-F238E27FC236}">
                <a16:creationId xmlns:a16="http://schemas.microsoft.com/office/drawing/2014/main" id="{12710375-DF36-CC76-9031-A5E5DB9A7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74649"/>
            <a:ext cx="9303327" cy="305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865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9EC39-4F17-7B13-51EC-75453429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설정검사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FFE8F3-1401-981A-4CDE-09D727847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sudo</a:t>
            </a:r>
            <a:r>
              <a:rPr lang="en-US" altLang="ko-KR" dirty="0"/>
              <a:t> snort -T -c /</a:t>
            </a:r>
            <a:r>
              <a:rPr lang="en-US" altLang="ko-KR" dirty="0" err="1"/>
              <a:t>etc</a:t>
            </a:r>
            <a:r>
              <a:rPr lang="en-US" altLang="ko-KR" dirty="0"/>
              <a:t>/snort/</a:t>
            </a:r>
            <a:r>
              <a:rPr lang="en-US" altLang="ko-KR" dirty="0" err="1"/>
              <a:t>snort.conf</a:t>
            </a:r>
            <a:r>
              <a:rPr lang="en-US" altLang="ko-KR" dirty="0"/>
              <a:t> -</a:t>
            </a:r>
            <a:r>
              <a:rPr lang="en-US" altLang="ko-KR" dirty="0" err="1"/>
              <a:t>i</a:t>
            </a:r>
            <a:r>
              <a:rPr lang="en-US" altLang="ko-KR" dirty="0"/>
              <a:t> ens33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Successfully</a:t>
            </a:r>
          </a:p>
          <a:p>
            <a:r>
              <a:rPr lang="ko-KR" altLang="en-US" dirty="0"/>
              <a:t>이렇게 나오면 </a:t>
            </a:r>
            <a:r>
              <a:rPr lang="en-US" altLang="ko-KR" dirty="0"/>
              <a:t>ok</a:t>
            </a:r>
          </a:p>
          <a:p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05BB220-22ED-231A-B4D2-90C94408B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1" name="_x233344552">
            <a:extLst>
              <a:ext uri="{FF2B5EF4-FFF2-40B4-BE49-F238E27FC236}">
                <a16:creationId xmlns:a16="http://schemas.microsoft.com/office/drawing/2014/main" id="{9F03D19E-8373-E52C-7054-E3D4C4E33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635" y="2479963"/>
            <a:ext cx="5444837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185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1C703-865C-6B7F-1461-800C669D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Snort </a:t>
            </a:r>
            <a:r>
              <a:rPr lang="ko-KR" altLang="en-US" dirty="0"/>
              <a:t>룰 파일 경로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E260EE-4B3C-352E-CB84-D60E1C3CB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  <a:p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/snort/rules/</a:t>
            </a:r>
            <a:r>
              <a:rPr lang="en-US" altLang="ko-KR" dirty="0" err="1"/>
              <a:t>local.rules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파일에 직접 탐지 규칙을 작성</a:t>
            </a:r>
          </a:p>
          <a:p>
            <a:r>
              <a:rPr lang="ko-KR" altLang="en-US" dirty="0"/>
              <a:t>사용자가 직접 만든 커스텀 룰을 </a:t>
            </a:r>
            <a:r>
              <a:rPr lang="ko-KR" altLang="en-US" dirty="0" err="1"/>
              <a:t>저장하는곳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7044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03E58-D03D-FD3C-E594-28551397C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ko-KR" altLang="en-US" dirty="0"/>
            </a:br>
            <a:r>
              <a:rPr lang="ko-KR" altLang="en-US" dirty="0"/>
              <a:t>기본 룰 예시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6E760-EA17-49B9-67B6-CFCBB8BD2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18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alert </a:t>
            </a:r>
            <a:r>
              <a:rPr lang="en-US" altLang="ko-KR" dirty="0" err="1"/>
              <a:t>icmp</a:t>
            </a:r>
            <a:r>
              <a:rPr lang="en-US" altLang="ko-KR" dirty="0"/>
              <a:t> any </a:t>
            </a:r>
            <a:r>
              <a:rPr lang="en-US" altLang="ko-KR" dirty="0" err="1"/>
              <a:t>any</a:t>
            </a:r>
            <a:r>
              <a:rPr lang="en-US" altLang="ko-KR" dirty="0"/>
              <a:t> -&gt; any </a:t>
            </a:r>
            <a:r>
              <a:rPr lang="en-US" altLang="ko-KR" dirty="0" err="1"/>
              <a:t>any</a:t>
            </a:r>
            <a:r>
              <a:rPr lang="en-US" altLang="ko-KR" dirty="0"/>
              <a:t> (</a:t>
            </a:r>
            <a:r>
              <a:rPr lang="en-US" altLang="ko-KR" dirty="0" err="1"/>
              <a:t>msg:"Ping</a:t>
            </a:r>
            <a:r>
              <a:rPr lang="en-US" altLang="ko-KR" dirty="0"/>
              <a:t> </a:t>
            </a:r>
            <a:r>
              <a:rPr lang="ko-KR" altLang="en-US" dirty="0"/>
              <a:t>탐지</a:t>
            </a:r>
            <a:r>
              <a:rPr lang="en-US" altLang="ko-KR" dirty="0"/>
              <a:t>"; sid:1000001; rev:1;)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실행 명령어</a:t>
            </a:r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snort -A console -q -c /</a:t>
            </a:r>
            <a:r>
              <a:rPr lang="en-US" altLang="ko-KR" dirty="0" err="1"/>
              <a:t>etc</a:t>
            </a:r>
            <a:r>
              <a:rPr lang="en-US" altLang="ko-KR" dirty="0"/>
              <a:t>/snort/</a:t>
            </a:r>
            <a:r>
              <a:rPr lang="en-US" altLang="ko-KR" dirty="0" err="1"/>
              <a:t>snort.conf</a:t>
            </a:r>
            <a:r>
              <a:rPr lang="en-US" altLang="ko-KR" dirty="0"/>
              <a:t> -</a:t>
            </a:r>
            <a:r>
              <a:rPr lang="en-US" altLang="ko-KR" dirty="0" err="1"/>
              <a:t>i</a:t>
            </a:r>
            <a:r>
              <a:rPr lang="en-US" altLang="ko-KR" dirty="0"/>
              <a:t> ens33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5662EEB-18BD-6D25-88A4-A4870F6B7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6982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5" name="_x205419672">
            <a:extLst>
              <a:ext uri="{FF2B5EF4-FFF2-40B4-BE49-F238E27FC236}">
                <a16:creationId xmlns:a16="http://schemas.microsoft.com/office/drawing/2014/main" id="{265BCD5B-FCD8-F00B-FA05-E96E59F0C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99" y="2521528"/>
            <a:ext cx="7114309" cy="235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983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736D16-19CE-C197-A41D-B8E6A2FC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AFB683-C63F-397C-4F07-261C698EA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이런식으로</a:t>
            </a:r>
            <a:r>
              <a:rPr lang="ko-KR" altLang="en-US" dirty="0"/>
              <a:t> 룰에 따라서 </a:t>
            </a:r>
            <a:r>
              <a:rPr lang="ko-KR" altLang="en-US" dirty="0" err="1"/>
              <a:t>나타나는걸</a:t>
            </a:r>
            <a:r>
              <a:rPr lang="ko-KR" altLang="en-US"/>
              <a:t> 확인 가능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00336B5-E7C0-092E-414A-322AC1C94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69" name="_x233344632">
            <a:extLst>
              <a:ext uri="{FF2B5EF4-FFF2-40B4-BE49-F238E27FC236}">
                <a16:creationId xmlns:a16="http://schemas.microsoft.com/office/drawing/2014/main" id="{463C7792-60FD-5C77-8BC0-723060038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125"/>
            <a:ext cx="9580418" cy="356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161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3192A-610F-83E6-7707-EA001C61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31242A-DECA-F643-EAC8-003633329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397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3C66A-08DF-7FFA-78A8-34A0CB461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E53720-3B63-7776-A617-C5935F3C0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795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420</Words>
  <Application>Microsoft Office PowerPoint</Application>
  <PresentationFormat>와이드스크린</PresentationFormat>
  <Paragraphs>116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Tcpdump란?</vt:lpstr>
      <vt:lpstr>Tcpdump</vt:lpstr>
      <vt:lpstr>PowerPoint 프레젠테이션</vt:lpstr>
      <vt:lpstr>필요한 이유</vt:lpstr>
      <vt:lpstr>PowerPoint 프레젠테이션</vt:lpstr>
      <vt:lpstr>PowerPoint 프레젠테이션</vt:lpstr>
      <vt:lpstr>모드</vt:lpstr>
      <vt:lpstr>종류</vt:lpstr>
      <vt:lpstr>파일로 저장</vt:lpstr>
      <vt:lpstr>Snort란?</vt:lpstr>
      <vt:lpstr>IDS / IPS</vt:lpstr>
      <vt:lpstr>Snort 설치</vt:lpstr>
      <vt:lpstr>PowerPoint 프레젠테이션</vt:lpstr>
      <vt:lpstr>설정검사</vt:lpstr>
      <vt:lpstr>Snort 룰 파일 경로</vt:lpstr>
      <vt:lpstr> 기본 룰 예시 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2</cp:revision>
  <dcterms:created xsi:type="dcterms:W3CDTF">2025-11-12T07:40:28Z</dcterms:created>
  <dcterms:modified xsi:type="dcterms:W3CDTF">2025-11-12T07:47:56Z</dcterms:modified>
</cp:coreProperties>
</file>