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162" y="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E9700D-09E3-84B0-2006-1D28B4459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BE1D760-CC73-C287-FDFC-FACC2356F3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D9F71D-810E-8262-6991-A9493166E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9F377-6D18-497C-A066-15B10B1BBA86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15B5B6-95DC-A9AE-00FA-D97E0AA3B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F01AC6-273E-3FE7-813A-6E849D2B2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4A5A0-B979-4C16-BC78-EC12976B24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047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FC1EB7-1D40-24E5-1896-1EA85EA25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216E34-AE96-9E06-FFE2-DE7BEDD1E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C4A5A5-EEC1-2FAE-31BD-8F3DCFA7C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9F377-6D18-497C-A066-15B10B1BBA86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54BE8E-8BD4-BC1E-F189-33153244E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2DD4C9-804B-DD53-50D5-2D7D604E8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4A5A0-B979-4C16-BC78-EC12976B24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956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5BA1D4-5672-0C6D-4190-C2C259688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D97ADC-2214-2359-98BC-65B62AD7C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F5EACB-07C7-1FFE-7834-B2F31D013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9F377-6D18-497C-A066-15B10B1BBA86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02F4D8-4143-9236-D90F-0E7293AD8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5BB3AD-6D0A-7BEA-D245-B10671D2C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4A5A0-B979-4C16-BC78-EC12976B24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103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935F37-55E8-D987-F4F6-0CFE0514F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361FD0-7C6F-EC32-3E4F-C092E3FAE4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280B52D-10BC-C10E-8332-0AC6984E9C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F1F719-D615-F80E-6CA4-542E74D0D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9F377-6D18-497C-A066-15B10B1BBA86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78E842-1FD5-0229-5018-E9626DD40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5C8B3C-2FDD-F648-8366-D29CA9AD0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4A5A0-B979-4C16-BC78-EC12976B24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734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467413-8AC8-4F58-E01F-23AD3CA9B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163294-74A6-2D28-C5C0-FF9727C05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931B5FF-AC1E-08C2-ECA4-AB6F2E46F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C1C4FD9-AE8F-E0FF-5D0D-095EF80224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FEB65CF-1E58-0544-4C21-3B7FC39CFC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577E30D-F72F-7FBC-9990-0FDBD9993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9F377-6D18-497C-A066-15B10B1BBA86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F8A7B30-FEDC-D0F4-994A-2CB4D574D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7ED7D01-0116-98B5-41E9-DEA7BE6BC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4A5A0-B979-4C16-BC78-EC12976B24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730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AA0E50-0A24-DA45-6B4E-EC268FB07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7C952A9-3771-0F7D-CB6F-C0E3715D2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9F377-6D18-497C-A066-15B10B1BBA86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C987CD-7BA7-F63B-FA5A-46DF9E1B0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929D7FA-1132-F56E-94AC-2ABFD112D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4A5A0-B979-4C16-BC78-EC12976B24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829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CC5E44B-E370-B765-B2DB-68237575B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9F377-6D18-497C-A066-15B10B1BBA86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B5A3284-8727-DDD1-5209-51CB482BF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292880-5B9C-E979-E42D-9483CB12F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4A5A0-B979-4C16-BC78-EC12976B24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4769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FC2A64-F627-F709-F4F1-7C335F681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0B73AE-8AAF-4301-C323-C21C486D7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420FE0-857F-2AF9-3C56-9079A68763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62D9FB-9147-D291-CB03-568E73A86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9F377-6D18-497C-A066-15B10B1BBA86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8FCE49E-8095-FBAC-079B-C68E2B492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BCB495-29F5-250B-5CD6-8B5CBED42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4A5A0-B979-4C16-BC78-EC12976B24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0524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E52F76-DD7C-21FC-1F67-7EBE3DF69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65B9D76-A757-E373-371D-95860472F1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A83C2F-F765-583C-DA6C-D395B06BE2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D25029-B86E-F345-4CF4-913C936B3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9F377-6D18-497C-A066-15B10B1BBA86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C6C826-61F6-4428-87DC-37A976895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04AC4E-8633-0B5B-E280-2CA246EC7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4A5A0-B979-4C16-BC78-EC12976B24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690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EB56F1-265E-8129-8CE0-BCEAE2355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EF81C7-358B-C7B7-E5EE-59B75CE491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05D052-9D33-9A37-C114-4D24E74CA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9F377-6D18-497C-A066-15B10B1BBA86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18191F-9FE5-EAD9-8B00-B80512657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419F7F-A0C8-2F29-B3B0-E2DE6D821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4A5A0-B979-4C16-BC78-EC12976B24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4065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447663B-77F5-D128-EE66-FBB2C6F4C3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300D008-CCA3-6D8B-8987-194468CD4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1F057B-11F6-1712-384F-8F9F98406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9F377-6D18-497C-A066-15B10B1BBA86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753AE9-92A5-BF43-AA1F-1A1C07C64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31345A-45A7-8C56-AEF3-36197C0A4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4A5A0-B979-4C16-BC78-EC12976B24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510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7A201A3-E481-E866-9D99-214CB1DA0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E0433F-95B5-25D6-EF95-CFC39F144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AC688F-F007-A3DB-5BE6-7AB9ADF103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9F377-6D18-497C-A066-15B10B1BBA86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86662F-9D8B-3DA5-9640-4716551609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AC82EA-FA01-4D8A-71CD-414917C082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54A5A0-B979-4C16-BC78-EC12976B24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894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A5B03A9A-2311-887B-A112-9384BDA18DD4}"/>
              </a:ext>
            </a:extLst>
          </p:cNvPr>
          <p:cNvGrpSpPr/>
          <p:nvPr/>
        </p:nvGrpSpPr>
        <p:grpSpPr>
          <a:xfrm>
            <a:off x="1432909" y="80159"/>
            <a:ext cx="2385476" cy="6698298"/>
            <a:chOff x="1432909" y="80159"/>
            <a:chExt cx="2385476" cy="669829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DBC1C62-9167-B6C0-1EEE-D236BC5C7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2909" y="80159"/>
              <a:ext cx="2385476" cy="6697682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69C57A0-F87B-F4FD-3764-D979565690F3}"/>
                </a:ext>
              </a:extLst>
            </p:cNvPr>
            <p:cNvSpPr/>
            <p:nvPr/>
          </p:nvSpPr>
          <p:spPr>
            <a:xfrm>
              <a:off x="1432909" y="100339"/>
              <a:ext cx="681641" cy="667811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DE585AD-5CAD-F187-65A2-5D0846C5BF74}"/>
                </a:ext>
              </a:extLst>
            </p:cNvPr>
            <p:cNvSpPr txBox="1"/>
            <p:nvPr/>
          </p:nvSpPr>
          <p:spPr>
            <a:xfrm>
              <a:off x="1432909" y="2318920"/>
              <a:ext cx="681641" cy="2220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200000"/>
                </a:lnSpc>
              </a:pPr>
              <a:r>
                <a:rPr lang="ko-KR" altLang="en-US" dirty="0">
                  <a:ea typeface="새굴림" panose="02030600000101010101" pitchFamily="18" charset="-127"/>
                </a:rPr>
                <a:t>점검 대상 서버 </a:t>
              </a:r>
              <a:r>
                <a:rPr lang="en-US" altLang="ko-KR" dirty="0">
                  <a:ea typeface="새굴림" panose="02030600000101010101" pitchFamily="18" charset="-127"/>
                </a:rPr>
                <a:t>IP</a:t>
              </a:r>
              <a:endParaRPr lang="ko-KR" altLang="en-US" dirty="0">
                <a:ea typeface="새굴림" panose="02030600000101010101" pitchFamily="18" charset="-127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6D8C102-3A17-B3E2-2A95-28EBFD7A7D19}"/>
              </a:ext>
            </a:extLst>
          </p:cNvPr>
          <p:cNvGrpSpPr/>
          <p:nvPr/>
        </p:nvGrpSpPr>
        <p:grpSpPr>
          <a:xfrm>
            <a:off x="4082756" y="80159"/>
            <a:ext cx="3835291" cy="3266459"/>
            <a:chOff x="4368506" y="962641"/>
            <a:chExt cx="3835291" cy="3266459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731A019-9EF4-EC27-F8BF-D23D4E7ABE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8507" y="962641"/>
              <a:ext cx="3835290" cy="3266459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F4403FC-4169-571A-6AD2-793B4072D529}"/>
                </a:ext>
              </a:extLst>
            </p:cNvPr>
            <p:cNvSpPr/>
            <p:nvPr/>
          </p:nvSpPr>
          <p:spPr>
            <a:xfrm>
              <a:off x="4368507" y="962641"/>
              <a:ext cx="681641" cy="299255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0EEE62C-3A63-82FC-7BB4-21920BBA1854}"/>
                </a:ext>
              </a:extLst>
            </p:cNvPr>
            <p:cNvSpPr txBox="1"/>
            <p:nvPr/>
          </p:nvSpPr>
          <p:spPr>
            <a:xfrm>
              <a:off x="4368506" y="1348840"/>
              <a:ext cx="681641" cy="2220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200000"/>
                </a:lnSpc>
              </a:pPr>
              <a:r>
                <a:rPr lang="ko-KR" altLang="en-US" dirty="0">
                  <a:ea typeface="새굴림" panose="02030600000101010101" pitchFamily="18" charset="-127"/>
                </a:rPr>
                <a:t>점검 대상 서버 </a:t>
              </a:r>
              <a:r>
                <a:rPr lang="en-US" altLang="ko-KR" dirty="0">
                  <a:ea typeface="새굴림" panose="02030600000101010101" pitchFamily="18" charset="-127"/>
                </a:rPr>
                <a:t>IP</a:t>
              </a:r>
              <a:endParaRPr lang="ko-KR" altLang="en-US" dirty="0">
                <a:ea typeface="새굴림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4576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0F5749D-C1B4-925C-B8EE-24379A9CD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731" y="-1"/>
            <a:ext cx="4376289" cy="6852869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D497873F-AE67-DD40-6D0C-8B043336E322}"/>
              </a:ext>
            </a:extLst>
          </p:cNvPr>
          <p:cNvSpPr/>
          <p:nvPr/>
        </p:nvSpPr>
        <p:spPr>
          <a:xfrm>
            <a:off x="965731" y="0"/>
            <a:ext cx="681641" cy="64579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D06EF9-BD2F-F043-00F4-78500943BBEC}"/>
              </a:ext>
            </a:extLst>
          </p:cNvPr>
          <p:cNvSpPr txBox="1"/>
          <p:nvPr/>
        </p:nvSpPr>
        <p:spPr>
          <a:xfrm>
            <a:off x="965730" y="2118895"/>
            <a:ext cx="681641" cy="2220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dirty="0">
                <a:ea typeface="새굴림" panose="02030600000101010101" pitchFamily="18" charset="-127"/>
              </a:rPr>
              <a:t>점검 </a:t>
            </a:r>
            <a:r>
              <a:rPr lang="ko-KR" altLang="en-US">
                <a:ea typeface="새굴림" panose="02030600000101010101" pitchFamily="18" charset="-127"/>
              </a:rPr>
              <a:t>대상 장비 </a:t>
            </a:r>
            <a:r>
              <a:rPr lang="en-US" altLang="ko-KR" dirty="0">
                <a:ea typeface="새굴림" panose="02030600000101010101" pitchFamily="18" charset="-127"/>
              </a:rPr>
              <a:t>IP</a:t>
            </a:r>
            <a:endParaRPr lang="ko-KR" altLang="en-US" dirty="0">
              <a:ea typeface="새굴림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6168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</Words>
  <Application>Microsoft Office PowerPoint</Application>
  <PresentationFormat>와이드스크린</PresentationFormat>
  <Paragraphs>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새굴림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TJ</cp:lastModifiedBy>
  <cp:revision>2</cp:revision>
  <dcterms:created xsi:type="dcterms:W3CDTF">2026-01-12T08:40:12Z</dcterms:created>
  <dcterms:modified xsi:type="dcterms:W3CDTF">2026-01-12T08:50:36Z</dcterms:modified>
</cp:coreProperties>
</file>